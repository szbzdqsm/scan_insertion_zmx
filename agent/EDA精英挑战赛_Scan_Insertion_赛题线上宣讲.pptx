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5"/>
  </p:handoutMasterIdLst>
  <p:sldIdLst>
    <p:sldId id="262" r:id="rId3"/>
    <p:sldId id="263" r:id="rId5"/>
    <p:sldId id="264" r:id="rId6"/>
    <p:sldId id="265" r:id="rId7"/>
    <p:sldId id="266" r:id="rId8"/>
    <p:sldId id="267" r:id="rId9"/>
    <p:sldId id="268" r:id="rId10"/>
    <p:sldId id="269" r:id="rId11"/>
    <p:sldId id="273" r:id="rId12"/>
    <p:sldId id="272" r:id="rId13"/>
    <p:sldId id="270"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3" name="Author" initials="A" lastIdx="0" clrIdx="2"/>
  <p:cmAuthor id="4" name="作者"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0504D"/>
    <a:srgbClr val="0A3A6F"/>
    <a:srgbClr val="507098"/>
    <a:srgbClr val="EAF2FB"/>
    <a:srgbClr val="70AD47"/>
    <a:srgbClr val="3366CC"/>
    <a:srgbClr val="1E4A83"/>
    <a:srgbClr val="404040"/>
    <a:srgbClr val="FFFFFF"/>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17" autoAdjust="0"/>
  </p:normalViewPr>
  <p:slideViewPr>
    <p:cSldViewPr snapToGrid="0">
      <p:cViewPr>
        <p:scale>
          <a:sx n="100" d="100"/>
          <a:sy n="100" d="100"/>
        </p:scale>
        <p:origin x="810" y="20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0" d="100"/>
          <a:sy n="80" d="100"/>
        </p:scale>
        <p:origin x="3066"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commentAuthors" Target="commen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4AD082-95D8-41DE-8FAF-E69ABD1C86A2}"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9001AF4-CF87-418A-8136-04F21F6E91BE}"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jpeg"/><Relationship Id="rId2" Type="http://schemas.openxmlformats.org/officeDocument/2006/relationships/image" Target="../media/image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image" Target="../media/image12.png"/><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5.png"/><Relationship Id="rId3"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Home首页">
    <p:bg>
      <p:bgPr>
        <a:solidFill>
          <a:schemeClr val="bg1"/>
        </a:solidFill>
        <a:effectLst/>
      </p:bgPr>
    </p:bg>
    <p:spTree>
      <p:nvGrpSpPr>
        <p:cNvPr id="1" name=""/>
        <p:cNvGrpSpPr/>
        <p:nvPr/>
      </p:nvGrpSpPr>
      <p:grpSpPr>
        <a:xfrm>
          <a:off x="0" y="0"/>
          <a:ext cx="0" cy="0"/>
          <a:chOff x="0" y="0"/>
          <a:chExt cx="0" cy="0"/>
        </a:xfrm>
      </p:grpSpPr>
      <p:pic>
        <p:nvPicPr>
          <p:cNvPr id="5122" name="Picture 5"/>
          <p:cNvPicPr>
            <a:picLocks noChangeAspect="1"/>
          </p:cNvPicPr>
          <p:nvPr userDrawn="1"/>
        </p:nvPicPr>
        <p:blipFill>
          <a:blip r:embed="rId2" cstate="screen"/>
          <a:srcRect/>
          <a:stretch>
            <a:fillRect/>
          </a:stretch>
        </p:blipFill>
        <p:spPr>
          <a:xfrm>
            <a:off x="7881937" y="-16704"/>
            <a:ext cx="3898900" cy="6858000"/>
          </a:xfrm>
          <a:prstGeom prst="rect">
            <a:avLst/>
          </a:prstGeom>
          <a:noFill/>
          <a:ln w="9525">
            <a:noFill/>
          </a:ln>
        </p:spPr>
      </p:pic>
      <p:sp>
        <p:nvSpPr>
          <p:cNvPr id="15" name="矩形 14"/>
          <p:cNvSpPr/>
          <p:nvPr userDrawn="1"/>
        </p:nvSpPr>
        <p:spPr>
          <a:xfrm>
            <a:off x="0" y="2000250"/>
            <a:ext cx="12192000" cy="2143125"/>
          </a:xfrm>
          <a:prstGeom prst="rect">
            <a:avLst/>
          </a:prstGeom>
          <a:solidFill>
            <a:srgbClr val="3366CC">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思源黑体 CN Normal" panose="020B0400000000000000" pitchFamily="34" charset="-122"/>
              <a:ea typeface="+mn-ea"/>
              <a:cs typeface="+mn-cs"/>
            </a:endParaRPr>
          </a:p>
        </p:txBody>
      </p:sp>
      <p:sp>
        <p:nvSpPr>
          <p:cNvPr id="18" name="矩形 17"/>
          <p:cNvSpPr/>
          <p:nvPr userDrawn="1"/>
        </p:nvSpPr>
        <p:spPr>
          <a:xfrm>
            <a:off x="0" y="2502694"/>
            <a:ext cx="12192000" cy="2143125"/>
          </a:xfrm>
          <a:prstGeom prst="rect">
            <a:avLst/>
          </a:prstGeom>
          <a:solidFill>
            <a:srgbClr val="3366CC">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dirty="0">
              <a:ln>
                <a:noFill/>
              </a:ln>
              <a:solidFill>
                <a:srgbClr val="FF0000"/>
              </a:solidFill>
              <a:effectLst/>
              <a:uLnTx/>
              <a:uFillTx/>
              <a:latin typeface="思源黑体 CN Normal" panose="020B0400000000000000" pitchFamily="34" charset="-122"/>
              <a:ea typeface="+mn-ea"/>
              <a:cs typeface="+mn-cs"/>
            </a:endParaRPr>
          </a:p>
        </p:txBody>
      </p:sp>
      <p:sp>
        <p:nvSpPr>
          <p:cNvPr id="2" name="矩形 20"/>
          <p:cNvSpPr/>
          <p:nvPr userDrawn="1"/>
        </p:nvSpPr>
        <p:spPr>
          <a:xfrm>
            <a:off x="732156" y="4948238"/>
            <a:ext cx="1028700" cy="642938"/>
          </a:xfrm>
          <a:prstGeom prst="rect">
            <a:avLst/>
          </a:prstGeom>
          <a:solidFill>
            <a:srgbClr val="3366CC">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思源黑体 CN Normal" panose="020B0400000000000000" pitchFamily="34" charset="-122"/>
              <a:ea typeface="+mn-ea"/>
              <a:cs typeface="+mn-cs"/>
            </a:endParaRPr>
          </a:p>
        </p:txBody>
      </p:sp>
      <p:sp>
        <p:nvSpPr>
          <p:cNvPr id="22" name="矩形 21"/>
          <p:cNvSpPr/>
          <p:nvPr userDrawn="1"/>
        </p:nvSpPr>
        <p:spPr>
          <a:xfrm>
            <a:off x="1017905" y="5148263"/>
            <a:ext cx="1028700" cy="642938"/>
          </a:xfrm>
          <a:prstGeom prst="rect">
            <a:avLst/>
          </a:prstGeom>
          <a:solidFill>
            <a:srgbClr val="3366CC">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思源黑体 CN Normal" panose="020B0400000000000000" pitchFamily="34" charset="-122"/>
              <a:ea typeface="+mn-ea"/>
              <a:cs typeface="+mn-cs"/>
            </a:endParaRPr>
          </a:p>
        </p:txBody>
      </p:sp>
      <p:pic>
        <p:nvPicPr>
          <p:cNvPr id="3" name="图片 2"/>
          <p:cNvPicPr>
            <a:picLocks noChangeAspect="1"/>
          </p:cNvPicPr>
          <p:nvPr userDrawn="1"/>
        </p:nvPicPr>
        <p:blipFill rotWithShape="1">
          <a:blip r:embed="rId3" cstate="print">
            <a:extLst>
              <a:ext uri="{28A0092B-C50C-407E-A947-70E740481C1C}">
                <a14:useLocalDpi xmlns:a14="http://schemas.microsoft.com/office/drawing/2010/main" val="0"/>
              </a:ext>
            </a:extLst>
          </a:blip>
          <a:srcRect l="-2105" t="-10141" r="-4123" b="1"/>
          <a:stretch>
            <a:fillRect/>
          </a:stretch>
        </p:blipFill>
        <p:spPr>
          <a:xfrm>
            <a:off x="476250" y="254000"/>
            <a:ext cx="1570355" cy="620420"/>
          </a:xfrm>
          <a:prstGeom prst="rect">
            <a:avLst/>
          </a:prstGeom>
        </p:spPr>
      </p:pic>
      <p:sp>
        <p:nvSpPr>
          <p:cNvPr id="21" name="文本占位符 20"/>
          <p:cNvSpPr>
            <a:spLocks noGrp="1"/>
          </p:cNvSpPr>
          <p:nvPr>
            <p:ph type="body" sz="quarter" idx="12"/>
          </p:nvPr>
        </p:nvSpPr>
        <p:spPr>
          <a:xfrm>
            <a:off x="732155" y="2715865"/>
            <a:ext cx="9202419" cy="1143000"/>
          </a:xfrm>
        </p:spPr>
        <p:txBody>
          <a:bodyPr anchor="ctr">
            <a:noAutofit/>
          </a:bodyPr>
          <a:lstStyle>
            <a:lvl1pPr algn="l">
              <a:buNone/>
              <a:defRPr sz="4800" b="1" u="none" strike="noStrike" kern="1800" cap="none" spc="100" normalizeH="0" baseline="0">
                <a:solidFill>
                  <a:srgbClr val="1F497D"/>
                </a:solidFill>
                <a:uFillTx/>
                <a:latin typeface="+mj-lt"/>
                <a:ea typeface="思源黑体 CN Regular" panose="020B0500000000000000" pitchFamily="34" charset="-122"/>
                <a:cs typeface="Impact" panose="020B0806030902050204" pitchFamily="34" charset="0"/>
              </a:defRPr>
            </a:lvl1pPr>
            <a:lvl2pPr>
              <a:defRPr sz="5400">
                <a:solidFill>
                  <a:schemeClr val="tx2">
                    <a:lumMod val="75000"/>
                  </a:schemeClr>
                </a:solidFill>
                <a:latin typeface="Impact" panose="020B0806030902050204" pitchFamily="34" charset="0"/>
              </a:defRPr>
            </a:lvl2pPr>
            <a:lvl3pPr>
              <a:defRPr sz="4800">
                <a:solidFill>
                  <a:schemeClr val="tx2">
                    <a:lumMod val="75000"/>
                  </a:schemeClr>
                </a:solidFill>
                <a:latin typeface="Impact" panose="020B0806030902050204" pitchFamily="34" charset="0"/>
              </a:defRPr>
            </a:lvl3pPr>
            <a:lvl4pPr>
              <a:defRPr sz="4400">
                <a:solidFill>
                  <a:schemeClr val="tx2">
                    <a:lumMod val="75000"/>
                  </a:schemeClr>
                </a:solidFill>
                <a:latin typeface="Impact" panose="020B0806030902050204" pitchFamily="34" charset="0"/>
              </a:defRPr>
            </a:lvl4pPr>
            <a:lvl5pPr>
              <a:defRPr sz="4400">
                <a:solidFill>
                  <a:schemeClr val="tx2">
                    <a:lumMod val="75000"/>
                  </a:schemeClr>
                </a:solidFill>
                <a:latin typeface="Impact" panose="020B0806030902050204" pitchFamily="34" charset="0"/>
              </a:defRPr>
            </a:lvl5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13" hasCustomPrompt="1"/>
          </p:nvPr>
        </p:nvSpPr>
        <p:spPr>
          <a:xfrm>
            <a:off x="2360613" y="5148263"/>
            <a:ext cx="4649787" cy="642937"/>
          </a:xfrm>
        </p:spPr>
        <p:txBody>
          <a:bodyPr/>
          <a:lstStyle>
            <a:lvl1pPr marL="0" indent="0">
              <a:buNone/>
              <a:defRPr kumimoji="0" lang="en-US" altLang="zh-CN" sz="2400" b="1" i="0" u="none" strike="noStrike" kern="1800" cap="none" spc="100" normalizeH="0" baseline="0" noProof="1">
                <a:solidFill>
                  <a:srgbClr val="1F497D"/>
                </a:solidFill>
                <a:uFillTx/>
                <a:latin typeface="+mj-lt"/>
                <a:ea typeface="+mj-ea"/>
                <a:cs typeface="思源黑体 CN Regular" panose="020B0500000000000000" pitchFamily="34" charset="-122"/>
              </a:defRPr>
            </a:lvl1pPr>
            <a:lvl2pPr>
              <a:defRPr sz="1600"/>
            </a:lvl2pPr>
            <a:lvl3pPr>
              <a:defRPr sz="1600"/>
            </a:lvl3pPr>
            <a:lvl4pPr>
              <a:defRPr sz="1600"/>
            </a:lvl4pPr>
            <a:lvl5pPr>
              <a:defRPr sz="1600"/>
            </a:lvl5pPr>
          </a:lstStyle>
          <a:p>
            <a:pPr marL="342900" lvl="0" indent="-342900" algn="l">
              <a:buClrTx/>
              <a:buSzTx/>
            </a:pPr>
            <a:r>
              <a:rPr lang="en-US" altLang="zh-CN" dirty="0"/>
              <a:t>Editor</a:t>
            </a:r>
            <a:endParaRPr lang="zh-CN" altLang="en-US" dirty="0"/>
          </a:p>
        </p:txBody>
      </p:sp>
      <p:sp>
        <p:nvSpPr>
          <p:cNvPr id="4" name="灯片编号占位符 3"/>
          <p:cNvSpPr>
            <a:spLocks noGrp="1"/>
          </p:cNvSpPr>
          <p:nvPr>
            <p:ph type="sldNum" sz="quarter" idx="14"/>
          </p:nvPr>
        </p:nvSpPr>
        <p:spPr/>
        <p:txBody>
          <a:bodyPr/>
          <a:lstStyle/>
          <a:p>
            <a:fld id="{C2F56AAE-D930-4DA8-972B-D83885EC21DE}" type="slidenum">
              <a:rPr lang="zh-CN" altLang="en-US" smtClean="0"/>
            </a:fld>
            <a:endParaRPr lang="zh-CN" altLang="en-US" dirty="0"/>
          </a:p>
        </p:txBody>
      </p:sp>
      <p:sp>
        <p:nvSpPr>
          <p:cNvPr id="5" name="文本框 4"/>
          <p:cNvSpPr txBox="1"/>
          <p:nvPr userDrawn="1"/>
        </p:nvSpPr>
        <p:spPr>
          <a:xfrm>
            <a:off x="443706" y="920556"/>
            <a:ext cx="1635442" cy="307777"/>
          </a:xfrm>
          <a:prstGeom prst="rect">
            <a:avLst/>
          </a:prstGeom>
          <a:noFill/>
        </p:spPr>
        <p:txBody>
          <a:bodyPr wrap="square" rtlCol="0">
            <a:spAutoFit/>
          </a:bodyPr>
          <a:lstStyle/>
          <a:p>
            <a:r>
              <a:rPr lang="zh-CN" altLang="en-US" sz="1400" dirty="0">
                <a:solidFill>
                  <a:srgbClr val="0A3A6F"/>
                </a:solidFill>
              </a:rPr>
              <a:t>广 立 微  </a:t>
            </a:r>
            <a:r>
              <a:rPr lang="en-US" altLang="zh-CN" sz="1400" dirty="0">
                <a:solidFill>
                  <a:srgbClr val="0A3A6F"/>
                </a:solidFill>
              </a:rPr>
              <a:t>|  301095</a:t>
            </a:r>
            <a:endParaRPr lang="zh-CN" altLang="en-US" sz="1400" dirty="0">
              <a:solidFill>
                <a:srgbClr val="0A3A6F"/>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1_Home首页">
    <p:bg>
      <p:bgPr>
        <a:solidFill>
          <a:schemeClr val="bg1"/>
        </a:solidFill>
        <a:effectLst/>
      </p:bgPr>
    </p:bg>
    <p:spTree>
      <p:nvGrpSpPr>
        <p:cNvPr id="1" name=""/>
        <p:cNvGrpSpPr/>
        <p:nvPr/>
      </p:nvGrpSpPr>
      <p:grpSpPr>
        <a:xfrm>
          <a:off x="0" y="0"/>
          <a:ext cx="0" cy="0"/>
          <a:chOff x="0" y="0"/>
          <a:chExt cx="0" cy="0"/>
        </a:xfrm>
      </p:grpSpPr>
      <p:pic>
        <p:nvPicPr>
          <p:cNvPr id="11" name="image 101"/>
          <p:cNvPicPr>
            <a:picLocks noChangeAspect="1"/>
          </p:cNvPicPr>
          <p:nvPr userDrawn="1"/>
        </p:nvPicPr>
        <p:blipFill>
          <a:blip r:embed="rId2"/>
          <a:srcRect/>
          <a:stretch>
            <a:fillRect/>
          </a:stretch>
        </p:blipFill>
        <p:spPr>
          <a:xfrm>
            <a:off x="0" y="0"/>
            <a:ext cx="12192000" cy="6858000"/>
          </a:xfrm>
          <a:prstGeom prst="rect">
            <a:avLst/>
          </a:prstGeom>
        </p:spPr>
      </p:pic>
      <p:pic>
        <p:nvPicPr>
          <p:cNvPr id="12" name="image 102"/>
          <p:cNvPicPr>
            <a:picLocks noChangeAspect="1"/>
          </p:cNvPicPr>
          <p:nvPr userDrawn="1"/>
        </p:nvPicPr>
        <p:blipFill>
          <a:blip r:embed="rId3"/>
          <a:srcRect l="20833" r="20833"/>
          <a:stretch>
            <a:fillRect/>
          </a:stretch>
        </p:blipFill>
        <p:spPr>
          <a:xfrm>
            <a:off x="0" y="0"/>
            <a:ext cx="12192000" cy="6858000"/>
          </a:xfrm>
          <a:prstGeom prst="rect">
            <a:avLst/>
          </a:prstGeom>
        </p:spPr>
      </p:pic>
      <p:pic>
        <p:nvPicPr>
          <p:cNvPr id="13" name="image 103"/>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a:xfrm>
            <a:off x="-3620" y="6731"/>
            <a:ext cx="12192000" cy="6858000"/>
          </a:xfrm>
          <a:prstGeom prst="rect">
            <a:avLst/>
          </a:prstGeom>
        </p:spPr>
      </p:pic>
      <p:pic>
        <p:nvPicPr>
          <p:cNvPr id="14" name="image 104"/>
          <p:cNvPicPr>
            <a:picLocks noChangeAspect="1"/>
          </p:cNvPicPr>
          <p:nvPr userDrawn="1"/>
        </p:nvPicPr>
        <p:blipFill>
          <a:blip r:embed="rId5"/>
          <a:srcRect/>
          <a:stretch>
            <a:fillRect/>
          </a:stretch>
        </p:blipFill>
        <p:spPr>
          <a:xfrm>
            <a:off x="936939" y="5105318"/>
            <a:ext cx="2198497" cy="433197"/>
          </a:xfrm>
          <a:prstGeom prst="rect">
            <a:avLst/>
          </a:prstGeom>
        </p:spPr>
      </p:pic>
      <p:pic>
        <p:nvPicPr>
          <p:cNvPr id="19" name="image 107"/>
          <p:cNvPicPr>
            <a:picLocks noChangeAspect="1"/>
          </p:cNvPicPr>
          <p:nvPr userDrawn="1"/>
        </p:nvPicPr>
        <p:blipFill>
          <a:blip r:embed="rId6"/>
          <a:srcRect/>
          <a:stretch>
            <a:fillRect/>
          </a:stretch>
        </p:blipFill>
        <p:spPr>
          <a:xfrm>
            <a:off x="653161" y="2510790"/>
            <a:ext cx="676275" cy="326771"/>
          </a:xfrm>
          <a:prstGeom prst="rect">
            <a:avLst/>
          </a:prstGeom>
        </p:spPr>
      </p:pic>
      <p:pic>
        <p:nvPicPr>
          <p:cNvPr id="20" name="image 108"/>
          <p:cNvPicPr>
            <a:picLocks noChangeAspect="1"/>
          </p:cNvPicPr>
          <p:nvPr userDrawn="1"/>
        </p:nvPicPr>
        <p:blipFill>
          <a:blip r:embed="rId7"/>
          <a:srcRect/>
          <a:stretch>
            <a:fillRect/>
          </a:stretch>
        </p:blipFill>
        <p:spPr>
          <a:xfrm>
            <a:off x="637159" y="2809748"/>
            <a:ext cx="708279" cy="696214"/>
          </a:xfrm>
          <a:prstGeom prst="rect">
            <a:avLst/>
          </a:prstGeom>
        </p:spPr>
      </p:pic>
      <p:pic>
        <p:nvPicPr>
          <p:cNvPr id="23" name="image 109"/>
          <p:cNvPicPr>
            <a:picLocks noChangeAspect="1"/>
          </p:cNvPicPr>
          <p:nvPr userDrawn="1"/>
        </p:nvPicPr>
        <p:blipFill>
          <a:blip r:embed="rId7"/>
          <a:srcRect/>
          <a:stretch>
            <a:fillRect/>
          </a:stretch>
        </p:blipFill>
        <p:spPr>
          <a:xfrm>
            <a:off x="637159" y="3726688"/>
            <a:ext cx="708279" cy="696214"/>
          </a:xfrm>
          <a:prstGeom prst="rect">
            <a:avLst/>
          </a:prstGeom>
        </p:spPr>
      </p:pic>
      <p:pic>
        <p:nvPicPr>
          <p:cNvPr id="24" name="image 1010"/>
          <p:cNvPicPr>
            <a:picLocks noChangeAspect="1"/>
          </p:cNvPicPr>
          <p:nvPr userDrawn="1"/>
        </p:nvPicPr>
        <p:blipFill>
          <a:blip r:embed="rId8"/>
          <a:srcRect/>
          <a:stretch>
            <a:fillRect/>
          </a:stretch>
        </p:blipFill>
        <p:spPr>
          <a:xfrm>
            <a:off x="1342644" y="844931"/>
            <a:ext cx="407289" cy="485902"/>
          </a:xfrm>
          <a:prstGeom prst="rect">
            <a:avLst/>
          </a:prstGeom>
        </p:spPr>
      </p:pic>
      <p:pic>
        <p:nvPicPr>
          <p:cNvPr id="25" name="image 1011"/>
          <p:cNvPicPr>
            <a:picLocks noChangeAspect="1"/>
          </p:cNvPicPr>
          <p:nvPr userDrawn="1"/>
        </p:nvPicPr>
        <p:blipFill>
          <a:blip r:embed="rId9"/>
          <a:srcRect/>
          <a:stretch>
            <a:fillRect/>
          </a:stretch>
        </p:blipFill>
        <p:spPr>
          <a:xfrm>
            <a:off x="646684" y="4468876"/>
            <a:ext cx="6446393" cy="259207"/>
          </a:xfrm>
          <a:prstGeom prst="rect">
            <a:avLst/>
          </a:prstGeom>
        </p:spPr>
      </p:pic>
      <p:pic>
        <p:nvPicPr>
          <p:cNvPr id="28" name="image 1014"/>
          <p:cNvPicPr>
            <a:picLocks noChangeAspect="1"/>
          </p:cNvPicPr>
          <p:nvPr userDrawn="1"/>
        </p:nvPicPr>
        <p:blipFill>
          <a:blip r:embed="rId10"/>
          <a:srcRect/>
          <a:stretch>
            <a:fillRect/>
          </a:stretch>
        </p:blipFill>
        <p:spPr>
          <a:xfrm>
            <a:off x="7870444" y="923416"/>
            <a:ext cx="4011041" cy="321310"/>
          </a:xfrm>
          <a:prstGeom prst="rect">
            <a:avLst/>
          </a:prstGeom>
        </p:spPr>
      </p:pic>
      <p:sp>
        <p:nvSpPr>
          <p:cNvPr id="29" name="Object 1015"/>
          <p:cNvSpPr txBox="1"/>
          <p:nvPr userDrawn="1"/>
        </p:nvSpPr>
        <p:spPr>
          <a:xfrm>
            <a:off x="4187444" y="6286092"/>
            <a:ext cx="5058580" cy="330460"/>
          </a:xfrm>
          <a:prstGeom prst="rect">
            <a:avLst/>
          </a:prstGeom>
        </p:spPr>
        <p:txBody>
          <a:bodyPr vert="horz" lIns="0" tIns="0" rIns="0" bIns="0" rtlCol="0" anchor="ctr" anchorCtr="0">
            <a:noAutofit/>
          </a:bodyPr>
          <a:lstStyle/>
          <a:p>
            <a:pPr algn="l">
              <a:lnSpc>
                <a:spcPct val="83000"/>
              </a:lnSpc>
            </a:pPr>
            <a:r>
              <a:rPr lang="zh-CN" sz="1200" b="0" i="0" spc="1488" dirty="0">
                <a:solidFill>
                  <a:srgbClr val="FFFFFF"/>
                </a:solidFill>
                <a:latin typeface="思源黑体 CN Light" panose="020B0300000000000000" pitchFamily="34" charset="-122"/>
                <a:ea typeface="思源黑体 CN Light" panose="020B0300000000000000" pitchFamily="34" charset="-122"/>
              </a:rPr>
              <a:t>www.semitronix.com</a:t>
            </a:r>
            <a:endParaRPr lang="zh-CN" altLang="en-US" dirty="0">
              <a:latin typeface="思源黑体 CN Light" panose="020B0300000000000000" pitchFamily="34" charset="-122"/>
              <a:ea typeface="思源黑体 CN Light" panose="020B0300000000000000" pitchFamily="34" charset="-122"/>
            </a:endParaRPr>
          </a:p>
        </p:txBody>
      </p:sp>
      <p:pic>
        <p:nvPicPr>
          <p:cNvPr id="33" name="image 1019"/>
          <p:cNvPicPr>
            <a:picLocks noChangeAspect="1"/>
          </p:cNvPicPr>
          <p:nvPr userDrawn="1"/>
        </p:nvPicPr>
        <p:blipFill rotWithShape="1">
          <a:blip r:embed="rId11" cstate="print">
            <a:extLst>
              <a:ext uri="{28A0092B-C50C-407E-A947-70E740481C1C}">
                <a14:useLocalDpi xmlns:a14="http://schemas.microsoft.com/office/drawing/2010/main" val="0"/>
              </a:ext>
            </a:extLst>
          </a:blip>
          <a:srcRect l="-48" t="-6577" r="-4284" b="-10048"/>
          <a:stretch>
            <a:fillRect/>
          </a:stretch>
        </p:blipFill>
        <p:spPr>
          <a:xfrm>
            <a:off x="508261" y="506447"/>
            <a:ext cx="1501608" cy="639593"/>
          </a:xfrm>
          <a:prstGeom prst="rect">
            <a:avLst/>
          </a:prstGeom>
        </p:spPr>
      </p:pic>
      <p:sp>
        <p:nvSpPr>
          <p:cNvPr id="34" name="文本占位符 20"/>
          <p:cNvSpPr>
            <a:spLocks noGrp="1"/>
          </p:cNvSpPr>
          <p:nvPr>
            <p:ph type="body" sz="quarter" idx="12"/>
          </p:nvPr>
        </p:nvSpPr>
        <p:spPr>
          <a:xfrm>
            <a:off x="870966" y="2557646"/>
            <a:ext cx="9202419" cy="1143000"/>
          </a:xfrm>
        </p:spPr>
        <p:txBody>
          <a:bodyPr anchor="ctr">
            <a:noAutofit/>
          </a:bodyPr>
          <a:lstStyle>
            <a:lvl1pPr algn="l">
              <a:buNone/>
              <a:defRPr sz="4800" b="0" u="none" strike="noStrike" kern="1800" cap="none" spc="100" normalizeH="0" baseline="0">
                <a:solidFill>
                  <a:schemeClr val="bg1"/>
                </a:solidFill>
                <a:uFillTx/>
                <a:latin typeface="Impact" panose="020B0806030902050204" pitchFamily="34" charset="0"/>
                <a:ea typeface="思源黑体 CN Regular" panose="020B0500000000000000" pitchFamily="34" charset="-122"/>
                <a:cs typeface="Impact" panose="020B0806030902050204" pitchFamily="34" charset="0"/>
              </a:defRPr>
            </a:lvl1pPr>
            <a:lvl2pPr>
              <a:defRPr sz="5400">
                <a:solidFill>
                  <a:schemeClr val="tx2">
                    <a:lumMod val="75000"/>
                  </a:schemeClr>
                </a:solidFill>
                <a:latin typeface="Impact" panose="020B0806030902050204" pitchFamily="34" charset="0"/>
              </a:defRPr>
            </a:lvl2pPr>
            <a:lvl3pPr>
              <a:defRPr sz="4800">
                <a:solidFill>
                  <a:schemeClr val="tx2">
                    <a:lumMod val="75000"/>
                  </a:schemeClr>
                </a:solidFill>
                <a:latin typeface="Impact" panose="020B0806030902050204" pitchFamily="34" charset="0"/>
              </a:defRPr>
            </a:lvl3pPr>
            <a:lvl4pPr>
              <a:defRPr sz="4400">
                <a:solidFill>
                  <a:schemeClr val="tx2">
                    <a:lumMod val="75000"/>
                  </a:schemeClr>
                </a:solidFill>
                <a:latin typeface="Impact" panose="020B0806030902050204" pitchFamily="34" charset="0"/>
              </a:defRPr>
            </a:lvl4pPr>
            <a:lvl5pPr>
              <a:defRPr sz="4400">
                <a:solidFill>
                  <a:schemeClr val="tx2">
                    <a:lumMod val="75000"/>
                  </a:schemeClr>
                </a:solidFill>
                <a:latin typeface="Impact" panose="020B0806030902050204" pitchFamily="34" charset="0"/>
              </a:defRPr>
            </a:lvl5pPr>
          </a:lstStyle>
          <a:p>
            <a:pPr lvl="0" fontAlgn="base"/>
            <a:r>
              <a:rPr lang="zh-CN" altLang="en-US" strike="noStrike" noProof="1"/>
              <a:t>单击此处编辑母版文本样式</a:t>
            </a:r>
            <a:endParaRPr lang="zh-CN" altLang="en-US" strike="noStrike" noProof="1"/>
          </a:p>
        </p:txBody>
      </p:sp>
      <p:sp>
        <p:nvSpPr>
          <p:cNvPr id="35" name="文本占位符 20"/>
          <p:cNvSpPr>
            <a:spLocks noGrp="1"/>
          </p:cNvSpPr>
          <p:nvPr>
            <p:ph type="body" sz="quarter" idx="13"/>
          </p:nvPr>
        </p:nvSpPr>
        <p:spPr>
          <a:xfrm>
            <a:off x="870966" y="3802945"/>
            <a:ext cx="9202419" cy="507712"/>
          </a:xfrm>
        </p:spPr>
        <p:txBody>
          <a:bodyPr anchor="ctr">
            <a:noAutofit/>
          </a:bodyPr>
          <a:lstStyle>
            <a:lvl1pPr algn="l">
              <a:buNone/>
              <a:defRPr sz="1800" b="0" u="none" strike="noStrike" kern="1800" cap="none" spc="100" normalizeH="0" baseline="0">
                <a:solidFill>
                  <a:schemeClr val="bg1"/>
                </a:solidFill>
                <a:uFillTx/>
                <a:latin typeface="Impact" panose="020B0806030902050204" pitchFamily="34" charset="0"/>
                <a:ea typeface="思源黑体 CN Regular" panose="020B0500000000000000" pitchFamily="34" charset="-122"/>
                <a:cs typeface="Impact" panose="020B0806030902050204" pitchFamily="34" charset="0"/>
              </a:defRPr>
            </a:lvl1pPr>
            <a:lvl2pPr>
              <a:defRPr sz="5400">
                <a:solidFill>
                  <a:schemeClr val="tx2">
                    <a:lumMod val="75000"/>
                  </a:schemeClr>
                </a:solidFill>
                <a:latin typeface="Impact" panose="020B0806030902050204" pitchFamily="34" charset="0"/>
              </a:defRPr>
            </a:lvl2pPr>
            <a:lvl3pPr>
              <a:defRPr sz="4800">
                <a:solidFill>
                  <a:schemeClr val="tx2">
                    <a:lumMod val="75000"/>
                  </a:schemeClr>
                </a:solidFill>
                <a:latin typeface="Impact" panose="020B0806030902050204" pitchFamily="34" charset="0"/>
              </a:defRPr>
            </a:lvl3pPr>
            <a:lvl4pPr>
              <a:defRPr sz="4400">
                <a:solidFill>
                  <a:schemeClr val="tx2">
                    <a:lumMod val="75000"/>
                  </a:schemeClr>
                </a:solidFill>
                <a:latin typeface="Impact" panose="020B0806030902050204" pitchFamily="34" charset="0"/>
              </a:defRPr>
            </a:lvl4pPr>
            <a:lvl5pPr>
              <a:defRPr sz="4400">
                <a:solidFill>
                  <a:schemeClr val="tx2">
                    <a:lumMod val="75000"/>
                  </a:schemeClr>
                </a:solidFill>
                <a:latin typeface="Impact" panose="020B0806030902050204" pitchFamily="34" charset="0"/>
              </a:defRPr>
            </a:lvl5pPr>
          </a:lstStyle>
          <a:p>
            <a:pPr lvl="0" fontAlgn="base"/>
            <a:r>
              <a:rPr lang="zh-CN" altLang="en-US" strike="noStrike" noProof="1"/>
              <a:t>单击此处编辑母版文本样式</a:t>
            </a:r>
            <a:endParaRPr lang="zh-CN" altLang="en-US" strike="noStrike" noProof="1"/>
          </a:p>
        </p:txBody>
      </p:sp>
      <p:sp>
        <p:nvSpPr>
          <p:cNvPr id="36" name="文本占位符 20"/>
          <p:cNvSpPr>
            <a:spLocks noGrp="1"/>
          </p:cNvSpPr>
          <p:nvPr>
            <p:ph type="body" sz="quarter" idx="14" hasCustomPrompt="1"/>
          </p:nvPr>
        </p:nvSpPr>
        <p:spPr>
          <a:xfrm>
            <a:off x="1206630" y="5084414"/>
            <a:ext cx="1659117" cy="507712"/>
          </a:xfrm>
        </p:spPr>
        <p:txBody>
          <a:bodyPr anchor="ctr">
            <a:noAutofit/>
          </a:bodyPr>
          <a:lstStyle>
            <a:lvl1pPr algn="l">
              <a:buNone/>
              <a:defRPr sz="1800" b="0" u="none" strike="noStrike" kern="1800" cap="none" spc="100" normalizeH="0" baseline="0">
                <a:solidFill>
                  <a:srgbClr val="1E4A83"/>
                </a:solidFill>
                <a:uFillTx/>
                <a:latin typeface="Impact" panose="020B0806030902050204" pitchFamily="34" charset="0"/>
                <a:ea typeface="思源黑体 CN Regular" panose="020B0500000000000000" pitchFamily="34" charset="-122"/>
                <a:cs typeface="Impact" panose="020B0806030902050204" pitchFamily="34" charset="0"/>
              </a:defRPr>
            </a:lvl1pPr>
            <a:lvl2pPr>
              <a:defRPr sz="5400">
                <a:solidFill>
                  <a:schemeClr val="tx2">
                    <a:lumMod val="75000"/>
                  </a:schemeClr>
                </a:solidFill>
                <a:latin typeface="Impact" panose="020B0806030902050204" pitchFamily="34" charset="0"/>
              </a:defRPr>
            </a:lvl2pPr>
            <a:lvl3pPr>
              <a:defRPr sz="4800">
                <a:solidFill>
                  <a:schemeClr val="tx2">
                    <a:lumMod val="75000"/>
                  </a:schemeClr>
                </a:solidFill>
                <a:latin typeface="Impact" panose="020B0806030902050204" pitchFamily="34" charset="0"/>
              </a:defRPr>
            </a:lvl3pPr>
            <a:lvl4pPr>
              <a:defRPr sz="4400">
                <a:solidFill>
                  <a:schemeClr val="tx2">
                    <a:lumMod val="75000"/>
                  </a:schemeClr>
                </a:solidFill>
                <a:latin typeface="Impact" panose="020B0806030902050204" pitchFamily="34" charset="0"/>
              </a:defRPr>
            </a:lvl4pPr>
            <a:lvl5pPr>
              <a:defRPr sz="4400">
                <a:solidFill>
                  <a:schemeClr val="tx2">
                    <a:lumMod val="75000"/>
                  </a:schemeClr>
                </a:solidFill>
                <a:latin typeface="Impact" panose="020B0806030902050204" pitchFamily="34" charset="0"/>
              </a:defRPr>
            </a:lvl5pPr>
          </a:lstStyle>
          <a:p>
            <a:pPr lvl="0" fontAlgn="base"/>
            <a:r>
              <a:rPr lang="zh-CN" altLang="en-US" strike="noStrike" noProof="1"/>
              <a:t>汇报人</a:t>
            </a:r>
            <a:r>
              <a:rPr lang="en-US" altLang="zh-CN" strike="noStrike" noProof="1"/>
              <a:t>/</a:t>
            </a:r>
            <a:r>
              <a:rPr lang="zh-CN" altLang="en-US" strike="noStrike" noProof="1"/>
              <a:t>日期</a:t>
            </a:r>
            <a:endParaRPr lang="zh-CN" altLang="en-US" strike="noStrike" noProof="1"/>
          </a:p>
        </p:txBody>
      </p:sp>
      <p:sp>
        <p:nvSpPr>
          <p:cNvPr id="2" name="文本框 1"/>
          <p:cNvSpPr txBox="1"/>
          <p:nvPr userDrawn="1"/>
        </p:nvSpPr>
        <p:spPr>
          <a:xfrm>
            <a:off x="443706" y="1146893"/>
            <a:ext cx="1635442" cy="307777"/>
          </a:xfrm>
          <a:prstGeom prst="rect">
            <a:avLst/>
          </a:prstGeom>
          <a:noFill/>
        </p:spPr>
        <p:txBody>
          <a:bodyPr wrap="square" rtlCol="0">
            <a:spAutoFit/>
          </a:bodyPr>
          <a:lstStyle/>
          <a:p>
            <a:r>
              <a:rPr lang="zh-CN" altLang="en-US" sz="1400" dirty="0">
                <a:solidFill>
                  <a:schemeClr val="bg1"/>
                </a:solidFill>
              </a:rPr>
              <a:t>广 立 微  </a:t>
            </a:r>
            <a:r>
              <a:rPr lang="en-US" altLang="zh-CN" sz="1400" dirty="0">
                <a:solidFill>
                  <a:schemeClr val="bg1"/>
                </a:solidFill>
              </a:rPr>
              <a:t>|  301095</a:t>
            </a:r>
            <a:endParaRPr lang="zh-CN" altLang="en-US" sz="1400" dirty="0">
              <a:solidFill>
                <a:schemeClr val="bg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2_Home首页">
    <p:bg>
      <p:bgPr>
        <a:solidFill>
          <a:schemeClr val="bg1"/>
        </a:solidFill>
        <a:effectLst/>
      </p:bgPr>
    </p:bg>
    <p:spTree>
      <p:nvGrpSpPr>
        <p:cNvPr id="1" name=""/>
        <p:cNvGrpSpPr/>
        <p:nvPr/>
      </p:nvGrpSpPr>
      <p:grpSpPr>
        <a:xfrm>
          <a:off x="0" y="0"/>
          <a:ext cx="0" cy="0"/>
          <a:chOff x="0" y="0"/>
          <a:chExt cx="0" cy="0"/>
        </a:xfrm>
      </p:grpSpPr>
      <p:pic>
        <p:nvPicPr>
          <p:cNvPr id="17" name="image 201"/>
          <p:cNvPicPr>
            <a:picLocks noChangeAspect="1"/>
          </p:cNvPicPr>
          <p:nvPr userDrawn="1"/>
        </p:nvPicPr>
        <p:blipFill>
          <a:blip r:embed="rId2"/>
          <a:srcRect/>
          <a:stretch>
            <a:fillRect/>
          </a:stretch>
        </p:blipFill>
        <p:spPr>
          <a:xfrm>
            <a:off x="1778" y="76962"/>
            <a:ext cx="12192000" cy="6858000"/>
          </a:xfrm>
          <a:prstGeom prst="rect">
            <a:avLst/>
          </a:prstGeom>
        </p:spPr>
      </p:pic>
      <p:pic>
        <p:nvPicPr>
          <p:cNvPr id="18" name="image 202"/>
          <p:cNvPicPr>
            <a:picLocks noChangeAspect="1"/>
          </p:cNvPicPr>
          <p:nvPr userDrawn="1"/>
        </p:nvPicPr>
        <p:blipFill rotWithShape="1">
          <a:blip r:embed="rId3"/>
          <a:srcRect l="5967" t="5946" r="7473" b="29379"/>
          <a:stretch>
            <a:fillRect/>
          </a:stretch>
        </p:blipFill>
        <p:spPr>
          <a:xfrm>
            <a:off x="1778" y="13462"/>
            <a:ext cx="12711275" cy="6921499"/>
          </a:xfrm>
          <a:prstGeom prst="rect">
            <a:avLst/>
          </a:prstGeom>
        </p:spPr>
      </p:pic>
      <p:pic>
        <p:nvPicPr>
          <p:cNvPr id="21" name="image 203"/>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a:xfrm>
            <a:off x="1778" y="0"/>
            <a:ext cx="13930122" cy="6934962"/>
          </a:xfrm>
          <a:prstGeom prst="rect">
            <a:avLst/>
          </a:prstGeom>
        </p:spPr>
      </p:pic>
      <p:pic>
        <p:nvPicPr>
          <p:cNvPr id="37" name="image 2010"/>
          <p:cNvPicPr>
            <a:picLocks noChangeAspect="1"/>
          </p:cNvPicPr>
          <p:nvPr userDrawn="1"/>
        </p:nvPicPr>
        <p:blipFill>
          <a:blip r:embed="rId5"/>
          <a:srcRect/>
          <a:stretch>
            <a:fillRect/>
          </a:stretch>
        </p:blipFill>
        <p:spPr>
          <a:xfrm>
            <a:off x="1342644" y="844931"/>
            <a:ext cx="407289" cy="485902"/>
          </a:xfrm>
          <a:prstGeom prst="rect">
            <a:avLst/>
          </a:prstGeom>
        </p:spPr>
      </p:pic>
      <p:pic>
        <p:nvPicPr>
          <p:cNvPr id="14" name="image 104"/>
          <p:cNvPicPr>
            <a:picLocks noChangeAspect="1"/>
          </p:cNvPicPr>
          <p:nvPr userDrawn="1"/>
        </p:nvPicPr>
        <p:blipFill>
          <a:blip r:embed="rId6"/>
          <a:srcRect/>
          <a:stretch>
            <a:fillRect/>
          </a:stretch>
        </p:blipFill>
        <p:spPr>
          <a:xfrm>
            <a:off x="865886" y="4737578"/>
            <a:ext cx="2198497" cy="433197"/>
          </a:xfrm>
          <a:prstGeom prst="rect">
            <a:avLst/>
          </a:prstGeom>
        </p:spPr>
      </p:pic>
      <p:pic>
        <p:nvPicPr>
          <p:cNvPr id="24" name="image 1010"/>
          <p:cNvPicPr>
            <a:picLocks noChangeAspect="1"/>
          </p:cNvPicPr>
          <p:nvPr userDrawn="1"/>
        </p:nvPicPr>
        <p:blipFill>
          <a:blip r:embed="rId5"/>
          <a:srcRect/>
          <a:stretch>
            <a:fillRect/>
          </a:stretch>
        </p:blipFill>
        <p:spPr>
          <a:xfrm>
            <a:off x="1342644" y="844931"/>
            <a:ext cx="407289" cy="485902"/>
          </a:xfrm>
          <a:prstGeom prst="rect">
            <a:avLst/>
          </a:prstGeom>
        </p:spPr>
      </p:pic>
      <p:sp>
        <p:nvSpPr>
          <p:cNvPr id="29" name="Object 1015"/>
          <p:cNvSpPr txBox="1"/>
          <p:nvPr userDrawn="1"/>
        </p:nvSpPr>
        <p:spPr>
          <a:xfrm>
            <a:off x="4295394" y="6089637"/>
            <a:ext cx="5058580" cy="330460"/>
          </a:xfrm>
          <a:prstGeom prst="rect">
            <a:avLst/>
          </a:prstGeom>
        </p:spPr>
        <p:txBody>
          <a:bodyPr vert="horz" lIns="0" tIns="0" rIns="0" bIns="0" rtlCol="0" anchor="ctr" anchorCtr="0">
            <a:noAutofit/>
          </a:bodyPr>
          <a:lstStyle/>
          <a:p>
            <a:pPr algn="l">
              <a:lnSpc>
                <a:spcPct val="83000"/>
              </a:lnSpc>
            </a:pPr>
            <a:r>
              <a:rPr lang="zh-CN" sz="1200" b="0" i="0" spc="1488" dirty="0">
                <a:solidFill>
                  <a:srgbClr val="FFFFFF"/>
                </a:solidFill>
                <a:latin typeface="思源黑体 CN Light" panose="020B0300000000000000" pitchFamily="34" charset="-122"/>
                <a:ea typeface="思源黑体 CN Light" panose="020B0300000000000000" pitchFamily="34" charset="-122"/>
              </a:rPr>
              <a:t>www.semitronix.com</a:t>
            </a:r>
            <a:endParaRPr lang="zh-CN" altLang="en-US" dirty="0">
              <a:latin typeface="思源黑体 CN Light" panose="020B0300000000000000" pitchFamily="34" charset="-122"/>
              <a:ea typeface="思源黑体 CN Light" panose="020B0300000000000000" pitchFamily="34" charset="-122"/>
            </a:endParaRPr>
          </a:p>
        </p:txBody>
      </p:sp>
      <p:sp>
        <p:nvSpPr>
          <p:cNvPr id="34" name="文本占位符 20"/>
          <p:cNvSpPr>
            <a:spLocks noGrp="1"/>
          </p:cNvSpPr>
          <p:nvPr>
            <p:ph type="body" sz="quarter" idx="12"/>
          </p:nvPr>
        </p:nvSpPr>
        <p:spPr>
          <a:xfrm>
            <a:off x="870966" y="2557646"/>
            <a:ext cx="9202419" cy="1143000"/>
          </a:xfrm>
        </p:spPr>
        <p:txBody>
          <a:bodyPr anchor="ctr">
            <a:noAutofit/>
          </a:bodyPr>
          <a:lstStyle>
            <a:lvl1pPr algn="l">
              <a:buNone/>
              <a:defRPr sz="4800" b="0" u="none" strike="noStrike" kern="1800" cap="none" spc="100" normalizeH="0" baseline="0">
                <a:solidFill>
                  <a:schemeClr val="bg1"/>
                </a:solidFill>
                <a:uFillTx/>
                <a:latin typeface="Impact" panose="020B0806030902050204" pitchFamily="34" charset="0"/>
                <a:ea typeface="思源黑体 CN Regular" panose="020B0500000000000000" pitchFamily="34" charset="-122"/>
                <a:cs typeface="Impact" panose="020B0806030902050204" pitchFamily="34" charset="0"/>
              </a:defRPr>
            </a:lvl1pPr>
            <a:lvl2pPr>
              <a:defRPr sz="5400">
                <a:solidFill>
                  <a:schemeClr val="tx2">
                    <a:lumMod val="75000"/>
                  </a:schemeClr>
                </a:solidFill>
                <a:latin typeface="Impact" panose="020B0806030902050204" pitchFamily="34" charset="0"/>
              </a:defRPr>
            </a:lvl2pPr>
            <a:lvl3pPr>
              <a:defRPr sz="4800">
                <a:solidFill>
                  <a:schemeClr val="tx2">
                    <a:lumMod val="75000"/>
                  </a:schemeClr>
                </a:solidFill>
                <a:latin typeface="Impact" panose="020B0806030902050204" pitchFamily="34" charset="0"/>
              </a:defRPr>
            </a:lvl3pPr>
            <a:lvl4pPr>
              <a:defRPr sz="4400">
                <a:solidFill>
                  <a:schemeClr val="tx2">
                    <a:lumMod val="75000"/>
                  </a:schemeClr>
                </a:solidFill>
                <a:latin typeface="Impact" panose="020B0806030902050204" pitchFamily="34" charset="0"/>
              </a:defRPr>
            </a:lvl4pPr>
            <a:lvl5pPr>
              <a:defRPr sz="4400">
                <a:solidFill>
                  <a:schemeClr val="tx2">
                    <a:lumMod val="75000"/>
                  </a:schemeClr>
                </a:solidFill>
                <a:latin typeface="Impact" panose="020B0806030902050204" pitchFamily="34" charset="0"/>
              </a:defRPr>
            </a:lvl5pPr>
          </a:lstStyle>
          <a:p>
            <a:pPr lvl="0" fontAlgn="base"/>
            <a:r>
              <a:rPr lang="zh-CN" altLang="en-US" strike="noStrike" noProof="1"/>
              <a:t>单击此处编辑母版文本样式</a:t>
            </a:r>
            <a:endParaRPr lang="zh-CN" altLang="en-US" strike="noStrike" noProof="1"/>
          </a:p>
        </p:txBody>
      </p:sp>
      <p:sp>
        <p:nvSpPr>
          <p:cNvPr id="35" name="文本占位符 20"/>
          <p:cNvSpPr>
            <a:spLocks noGrp="1"/>
          </p:cNvSpPr>
          <p:nvPr>
            <p:ph type="body" sz="quarter" idx="13"/>
          </p:nvPr>
        </p:nvSpPr>
        <p:spPr>
          <a:xfrm>
            <a:off x="870966" y="3802945"/>
            <a:ext cx="9202419" cy="507712"/>
          </a:xfrm>
        </p:spPr>
        <p:txBody>
          <a:bodyPr anchor="ctr">
            <a:noAutofit/>
          </a:bodyPr>
          <a:lstStyle>
            <a:lvl1pPr algn="l">
              <a:buNone/>
              <a:defRPr sz="1800" b="0" u="none" strike="noStrike" kern="1800" cap="none" spc="100" normalizeH="0" baseline="0">
                <a:solidFill>
                  <a:schemeClr val="bg1"/>
                </a:solidFill>
                <a:uFillTx/>
                <a:latin typeface="Impact" panose="020B0806030902050204" pitchFamily="34" charset="0"/>
                <a:ea typeface="思源黑体 CN Regular" panose="020B0500000000000000" pitchFamily="34" charset="-122"/>
                <a:cs typeface="Impact" panose="020B0806030902050204" pitchFamily="34" charset="0"/>
              </a:defRPr>
            </a:lvl1pPr>
            <a:lvl2pPr>
              <a:defRPr sz="5400">
                <a:solidFill>
                  <a:schemeClr val="tx2">
                    <a:lumMod val="75000"/>
                  </a:schemeClr>
                </a:solidFill>
                <a:latin typeface="Impact" panose="020B0806030902050204" pitchFamily="34" charset="0"/>
              </a:defRPr>
            </a:lvl2pPr>
            <a:lvl3pPr>
              <a:defRPr sz="4800">
                <a:solidFill>
                  <a:schemeClr val="tx2">
                    <a:lumMod val="75000"/>
                  </a:schemeClr>
                </a:solidFill>
                <a:latin typeface="Impact" panose="020B0806030902050204" pitchFamily="34" charset="0"/>
              </a:defRPr>
            </a:lvl3pPr>
            <a:lvl4pPr>
              <a:defRPr sz="4400">
                <a:solidFill>
                  <a:schemeClr val="tx2">
                    <a:lumMod val="75000"/>
                  </a:schemeClr>
                </a:solidFill>
                <a:latin typeface="Impact" panose="020B0806030902050204" pitchFamily="34" charset="0"/>
              </a:defRPr>
            </a:lvl4pPr>
            <a:lvl5pPr>
              <a:defRPr sz="4400">
                <a:solidFill>
                  <a:schemeClr val="tx2">
                    <a:lumMod val="75000"/>
                  </a:schemeClr>
                </a:solidFill>
                <a:latin typeface="Impact" panose="020B0806030902050204" pitchFamily="34" charset="0"/>
              </a:defRPr>
            </a:lvl5pPr>
          </a:lstStyle>
          <a:p>
            <a:pPr lvl="0" fontAlgn="base"/>
            <a:r>
              <a:rPr lang="zh-CN" altLang="en-US" strike="noStrike" noProof="1"/>
              <a:t>单击此处编辑母版文本样式</a:t>
            </a:r>
            <a:endParaRPr lang="zh-CN" altLang="en-US" strike="noStrike" noProof="1"/>
          </a:p>
        </p:txBody>
      </p:sp>
      <p:sp>
        <p:nvSpPr>
          <p:cNvPr id="36" name="文本占位符 20"/>
          <p:cNvSpPr>
            <a:spLocks noGrp="1"/>
          </p:cNvSpPr>
          <p:nvPr>
            <p:ph type="body" sz="quarter" idx="14" hasCustomPrompt="1"/>
          </p:nvPr>
        </p:nvSpPr>
        <p:spPr>
          <a:xfrm>
            <a:off x="1117260" y="4691534"/>
            <a:ext cx="1659117" cy="507712"/>
          </a:xfrm>
        </p:spPr>
        <p:txBody>
          <a:bodyPr anchor="ctr">
            <a:noAutofit/>
          </a:bodyPr>
          <a:lstStyle>
            <a:lvl1pPr algn="l">
              <a:buNone/>
              <a:defRPr sz="1800" b="0" u="none" strike="noStrike" kern="1800" cap="none" spc="100" normalizeH="0" baseline="0">
                <a:solidFill>
                  <a:srgbClr val="1E4A83"/>
                </a:solidFill>
                <a:uFillTx/>
                <a:latin typeface="Impact" panose="020B0806030902050204" pitchFamily="34" charset="0"/>
                <a:ea typeface="思源黑体 CN Regular" panose="020B0500000000000000" pitchFamily="34" charset="-122"/>
                <a:cs typeface="Impact" panose="020B0806030902050204" pitchFamily="34" charset="0"/>
              </a:defRPr>
            </a:lvl1pPr>
            <a:lvl2pPr>
              <a:defRPr sz="5400">
                <a:solidFill>
                  <a:schemeClr val="tx2">
                    <a:lumMod val="75000"/>
                  </a:schemeClr>
                </a:solidFill>
                <a:latin typeface="Impact" panose="020B0806030902050204" pitchFamily="34" charset="0"/>
              </a:defRPr>
            </a:lvl2pPr>
            <a:lvl3pPr>
              <a:defRPr sz="4800">
                <a:solidFill>
                  <a:schemeClr val="tx2">
                    <a:lumMod val="75000"/>
                  </a:schemeClr>
                </a:solidFill>
                <a:latin typeface="Impact" panose="020B0806030902050204" pitchFamily="34" charset="0"/>
              </a:defRPr>
            </a:lvl3pPr>
            <a:lvl4pPr>
              <a:defRPr sz="4400">
                <a:solidFill>
                  <a:schemeClr val="tx2">
                    <a:lumMod val="75000"/>
                  </a:schemeClr>
                </a:solidFill>
                <a:latin typeface="Impact" panose="020B0806030902050204" pitchFamily="34" charset="0"/>
              </a:defRPr>
            </a:lvl4pPr>
            <a:lvl5pPr>
              <a:defRPr sz="4400">
                <a:solidFill>
                  <a:schemeClr val="tx2">
                    <a:lumMod val="75000"/>
                  </a:schemeClr>
                </a:solidFill>
                <a:latin typeface="Impact" panose="020B0806030902050204" pitchFamily="34" charset="0"/>
              </a:defRPr>
            </a:lvl5pPr>
          </a:lstStyle>
          <a:p>
            <a:pPr lvl="0" fontAlgn="base"/>
            <a:r>
              <a:rPr lang="zh-CN" altLang="en-US" strike="noStrike" noProof="1"/>
              <a:t>汇报人</a:t>
            </a:r>
            <a:r>
              <a:rPr lang="en-US" altLang="zh-CN" strike="noStrike" noProof="1"/>
              <a:t>/</a:t>
            </a:r>
            <a:r>
              <a:rPr lang="zh-CN" altLang="en-US" strike="noStrike" noProof="1"/>
              <a:t>日期</a:t>
            </a:r>
            <a:endParaRPr lang="zh-CN" altLang="en-US" strike="noStrike" noProof="1"/>
          </a:p>
        </p:txBody>
      </p:sp>
      <p:pic>
        <p:nvPicPr>
          <p:cNvPr id="3" name="image 1019"/>
          <p:cNvPicPr>
            <a:picLocks noChangeAspect="1"/>
          </p:cNvPicPr>
          <p:nvPr userDrawn="1"/>
        </p:nvPicPr>
        <p:blipFill rotWithShape="1">
          <a:blip r:embed="rId7" cstate="print">
            <a:extLst>
              <a:ext uri="{28A0092B-C50C-407E-A947-70E740481C1C}">
                <a14:useLocalDpi xmlns:a14="http://schemas.microsoft.com/office/drawing/2010/main" val="0"/>
              </a:ext>
            </a:extLst>
          </a:blip>
          <a:srcRect l="-48" t="-6577" r="-4284" b="-10048"/>
          <a:stretch>
            <a:fillRect/>
          </a:stretch>
        </p:blipFill>
        <p:spPr>
          <a:xfrm>
            <a:off x="508261" y="506447"/>
            <a:ext cx="1501608" cy="639593"/>
          </a:xfrm>
          <a:prstGeom prst="rect">
            <a:avLst/>
          </a:prstGeom>
        </p:spPr>
      </p:pic>
      <p:sp>
        <p:nvSpPr>
          <p:cNvPr id="4" name="文本框 3"/>
          <p:cNvSpPr txBox="1"/>
          <p:nvPr userDrawn="1"/>
        </p:nvSpPr>
        <p:spPr>
          <a:xfrm>
            <a:off x="443706" y="1146893"/>
            <a:ext cx="1635442" cy="307777"/>
          </a:xfrm>
          <a:prstGeom prst="rect">
            <a:avLst/>
          </a:prstGeom>
          <a:noFill/>
        </p:spPr>
        <p:txBody>
          <a:bodyPr wrap="square" rtlCol="0">
            <a:spAutoFit/>
          </a:bodyPr>
          <a:lstStyle/>
          <a:p>
            <a:r>
              <a:rPr lang="zh-CN" altLang="en-US" sz="1400" dirty="0">
                <a:solidFill>
                  <a:schemeClr val="bg1"/>
                </a:solidFill>
              </a:rPr>
              <a:t>广 立 微  </a:t>
            </a:r>
            <a:r>
              <a:rPr lang="en-US" altLang="zh-CN" sz="1400" dirty="0">
                <a:solidFill>
                  <a:schemeClr val="bg1"/>
                </a:solidFill>
              </a:rPr>
              <a:t>|  301095</a:t>
            </a:r>
            <a:endParaRPr lang="zh-CN" altLang="en-US" sz="1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contents目录页_2">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2257742" cy="6858000"/>
          </a:xfrm>
          <a:prstGeom prst="rect">
            <a:avLst/>
          </a:prstGeom>
          <a:solidFill>
            <a:srgbClr val="557CD5">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latin typeface="思源黑体 CN Normal" panose="020B0400000000000000" pitchFamily="34" charset="-122"/>
              <a:ea typeface="思源黑体 CN Regular" panose="020B0500000000000000" pitchFamily="34" charset="-122"/>
              <a:sym typeface="Arial" panose="020B0604020202020204" pitchFamily="34" charset="0"/>
            </a:endParaRPr>
          </a:p>
        </p:txBody>
      </p:sp>
      <p:sp>
        <p:nvSpPr>
          <p:cNvPr id="16" name="文本框 15"/>
          <p:cNvSpPr txBox="1"/>
          <p:nvPr userDrawn="1">
            <p:custDataLst>
              <p:tags r:id="rId3"/>
            </p:custDataLst>
          </p:nvPr>
        </p:nvSpPr>
        <p:spPr>
          <a:xfrm>
            <a:off x="377507" y="682418"/>
            <a:ext cx="1880235" cy="695325"/>
          </a:xfrm>
          <a:prstGeom prst="rect">
            <a:avLst/>
          </a:prstGeom>
          <a:solidFill>
            <a:srgbClr val="1F497D"/>
          </a:solidFill>
          <a:ln>
            <a:noFill/>
          </a:ln>
          <a:effectLst/>
        </p:spPr>
        <p:txBody>
          <a:bodyPr vert="horz" wrap="square" lIns="91440" tIns="45720" rIns="91440" bIns="45720" rtlCol="0" anchor="ctr" anchorCtr="1">
            <a:normAutofit fontScale="85000" lnSpcReduction="10000"/>
          </a:bodyPr>
          <a:lstStyle/>
          <a:p>
            <a:pPr algn="ctr"/>
            <a:r>
              <a:rPr lang="en-US" altLang="zh-CN" sz="3200" b="1" spc="0" baseline="0" dirty="0">
                <a:ln>
                  <a:noFill/>
                </a:ln>
                <a:solidFill>
                  <a:schemeClr val="bg1"/>
                </a:solidFill>
                <a:uFillTx/>
                <a:latin typeface="思源黑体 CN Normal" panose="020B0400000000000000" pitchFamily="34" charset="-122"/>
                <a:ea typeface="思源黑体 CN Regular" panose="020B0500000000000000" pitchFamily="34" charset="-122"/>
                <a:cs typeface="+mj-lt"/>
                <a:sym typeface="Arial" panose="020B0604020202020204" pitchFamily="34" charset="0"/>
              </a:rPr>
              <a:t>Contents</a:t>
            </a:r>
            <a:endParaRPr lang="zh-CN" altLang="en-US" sz="3200" b="1" spc="0" baseline="0" dirty="0">
              <a:ln>
                <a:noFill/>
              </a:ln>
              <a:solidFill>
                <a:schemeClr val="bg1"/>
              </a:solidFill>
              <a:uFillTx/>
              <a:latin typeface="思源黑体 CN Normal" panose="020B0400000000000000" pitchFamily="34" charset="-122"/>
              <a:ea typeface="思源黑体 CN Regular" panose="020B0500000000000000" pitchFamily="34" charset="-122"/>
              <a:cs typeface="+mj-lt"/>
              <a:sym typeface="Arial" panose="020B0604020202020204" pitchFamily="34" charset="0"/>
            </a:endParaRPr>
          </a:p>
        </p:txBody>
      </p:sp>
      <p:sp>
        <p:nvSpPr>
          <p:cNvPr id="7" name="Text Placeholder 6"/>
          <p:cNvSpPr>
            <a:spLocks noGrp="1"/>
          </p:cNvSpPr>
          <p:nvPr>
            <p:ph type="body" sz="quarter" idx="10"/>
          </p:nvPr>
        </p:nvSpPr>
        <p:spPr>
          <a:xfrm>
            <a:off x="2779713" y="1236663"/>
            <a:ext cx="8464550" cy="4978400"/>
          </a:xfrm>
        </p:spPr>
        <p:txBody>
          <a:bodyPr/>
          <a:lstStyle>
            <a:lvl1pPr marL="342900" indent="-342900">
              <a:spcBef>
                <a:spcPts val="1800"/>
              </a:spcBef>
              <a:buFont typeface="Arial" panose="020B0604020202020204" pitchFamily="34" charset="0"/>
              <a:buChar char="■"/>
              <a:defRPr>
                <a:solidFill>
                  <a:srgbClr val="1F497D"/>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pic>
        <p:nvPicPr>
          <p:cNvPr id="3" name="图片 2"/>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10582722" y="269083"/>
            <a:ext cx="1287333" cy="49053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2_Section章节标题_1">
    <p:spTree>
      <p:nvGrpSpPr>
        <p:cNvPr id="1" name=""/>
        <p:cNvGrpSpPr/>
        <p:nvPr/>
      </p:nvGrpSpPr>
      <p:grpSpPr>
        <a:xfrm>
          <a:off x="0" y="0"/>
          <a:ext cx="0" cy="0"/>
          <a:chOff x="0" y="0"/>
          <a:chExt cx="0" cy="0"/>
        </a:xfrm>
      </p:grpSpPr>
      <p:sp>
        <p:nvSpPr>
          <p:cNvPr id="9" name="矩形 8"/>
          <p:cNvSpPr/>
          <p:nvPr userDrawn="1"/>
        </p:nvSpPr>
        <p:spPr>
          <a:xfrm>
            <a:off x="0" y="2000250"/>
            <a:ext cx="12192000" cy="2143125"/>
          </a:xfrm>
          <a:prstGeom prst="rect">
            <a:avLst/>
          </a:prstGeom>
          <a:solidFill>
            <a:srgbClr val="3366CC">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思源黑体 CN Normal" panose="020B0400000000000000" pitchFamily="34" charset="-122"/>
              <a:ea typeface="+mn-ea"/>
              <a:cs typeface="+mn-cs"/>
            </a:endParaRPr>
          </a:p>
        </p:txBody>
      </p:sp>
      <p:sp>
        <p:nvSpPr>
          <p:cNvPr id="4" name="标题 3"/>
          <p:cNvSpPr>
            <a:spLocks noGrp="1"/>
          </p:cNvSpPr>
          <p:nvPr>
            <p:ph type="title" hasCustomPrompt="1"/>
          </p:nvPr>
        </p:nvSpPr>
        <p:spPr>
          <a:xfrm>
            <a:off x="457200" y="2670770"/>
            <a:ext cx="11412855" cy="809624"/>
          </a:xfrm>
        </p:spPr>
        <p:txBody>
          <a:bodyPr/>
          <a:lstStyle>
            <a:lvl1pPr algn="ctr">
              <a:defRPr sz="4800" baseline="0">
                <a:solidFill>
                  <a:srgbClr val="1F497D"/>
                </a:solidFill>
                <a:latin typeface="思源黑体 CN Normal" panose="020B0400000000000000" pitchFamily="34" charset="-122"/>
                <a:ea typeface="思源黑体 CN Bold" panose="020B0800000000000000" pitchFamily="34" charset="-122"/>
              </a:defRPr>
            </a:lvl1pPr>
          </a:lstStyle>
          <a:p>
            <a:r>
              <a:rPr lang="zh-CN" altLang="en-US" dirty="0"/>
              <a:t>添加章节标题</a:t>
            </a:r>
            <a:endParaRPr lang="zh-CN" altLang="en-US" dirty="0"/>
          </a:p>
        </p:txBody>
      </p:sp>
      <p:grpSp>
        <p:nvGrpSpPr>
          <p:cNvPr id="18" name="组合 17"/>
          <p:cNvGrpSpPr/>
          <p:nvPr userDrawn="1"/>
        </p:nvGrpSpPr>
        <p:grpSpPr>
          <a:xfrm>
            <a:off x="0" y="2000250"/>
            <a:ext cx="144839" cy="2143125"/>
            <a:chOff x="253" y="3366"/>
            <a:chExt cx="236" cy="3492"/>
          </a:xfrm>
        </p:grpSpPr>
        <p:sp>
          <p:nvSpPr>
            <p:cNvPr id="19" name="矩形 18"/>
            <p:cNvSpPr/>
            <p:nvPr userDrawn="1"/>
          </p:nvSpPr>
          <p:spPr>
            <a:xfrm>
              <a:off x="253" y="3366"/>
              <a:ext cx="236" cy="1164"/>
            </a:xfrm>
            <a:prstGeom prst="rect">
              <a:avLst/>
            </a:pr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18288" bIns="0" rtlCol="0" anchor="ctr"/>
            <a:lstStyle/>
            <a:p>
              <a:pPr algn="ctr"/>
              <a:endParaRPr lang="zh-CN" altLang="en-US" sz="1600" b="1" dirty="0" err="1">
                <a:solidFill>
                  <a:schemeClr val="tx1"/>
                </a:solidFill>
                <a:latin typeface="Calibri" panose="020F0502020204030204" pitchFamily="34" charset="0"/>
                <a:cs typeface="Calibri" panose="020F0502020204030204" pitchFamily="34" charset="0"/>
              </a:endParaRPr>
            </a:p>
          </p:txBody>
        </p:sp>
        <p:sp>
          <p:nvSpPr>
            <p:cNvPr id="20" name="矩形 19"/>
            <p:cNvSpPr/>
            <p:nvPr userDrawn="1"/>
          </p:nvSpPr>
          <p:spPr>
            <a:xfrm>
              <a:off x="253" y="5694"/>
              <a:ext cx="236" cy="1164"/>
            </a:xfrm>
            <a:prstGeom prst="rect">
              <a:avLst/>
            </a:prstGeom>
            <a:solidFill>
              <a:srgbClr val="7F7F7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18288" bIns="0" rtlCol="0" anchor="ctr"/>
            <a:lstStyle/>
            <a:p>
              <a:pPr algn="ctr"/>
              <a:endParaRPr lang="zh-CN" altLang="en-US" sz="1600" b="1" dirty="0" err="1">
                <a:solidFill>
                  <a:schemeClr val="tx1"/>
                </a:solidFill>
                <a:latin typeface="Calibri" panose="020F0502020204030204" pitchFamily="34" charset="0"/>
                <a:cs typeface="Calibri" panose="020F0502020204030204" pitchFamily="34" charset="0"/>
              </a:endParaRPr>
            </a:p>
          </p:txBody>
        </p:sp>
        <p:sp>
          <p:nvSpPr>
            <p:cNvPr id="21" name="矩形 20"/>
            <p:cNvSpPr/>
            <p:nvPr userDrawn="1"/>
          </p:nvSpPr>
          <p:spPr>
            <a:xfrm>
              <a:off x="253" y="4530"/>
              <a:ext cx="236" cy="1164"/>
            </a:xfrm>
            <a:prstGeom prst="rect">
              <a:avLst/>
            </a:prstGeom>
            <a:solidFill>
              <a:srgbClr val="558ED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18288" bIns="0" rtlCol="0" anchor="ctr"/>
            <a:lstStyle/>
            <a:p>
              <a:pPr algn="ctr"/>
              <a:endParaRPr lang="zh-CN" altLang="en-US" sz="1600" b="1" dirty="0" err="1">
                <a:solidFill>
                  <a:schemeClr val="tx1"/>
                </a:solidFill>
                <a:latin typeface="Calibri" panose="020F0502020204030204" pitchFamily="34" charset="0"/>
                <a:cs typeface="Calibri" panose="020F0502020204030204" pitchFamily="34" charset="0"/>
              </a:endParaRPr>
            </a:p>
          </p:txBody>
        </p:sp>
      </p:grpSp>
      <p:sp>
        <p:nvSpPr>
          <p:cNvPr id="2" name="灯片编号占位符 1"/>
          <p:cNvSpPr>
            <a:spLocks noGrp="1"/>
          </p:cNvSpPr>
          <p:nvPr>
            <p:ph type="sldNum" sz="quarter" idx="10"/>
          </p:nvPr>
        </p:nvSpPr>
        <p:spPr/>
        <p:txBody>
          <a:bodyPr/>
          <a:lstStyle>
            <a:lvl1pPr>
              <a:defRPr>
                <a:solidFill>
                  <a:schemeClr val="bg1">
                    <a:lumMod val="50000"/>
                  </a:schemeClr>
                </a:solidFill>
              </a:defRPr>
            </a:lvl1pPr>
          </a:lstStyle>
          <a:p>
            <a:fld id="{C2F56AAE-D930-4DA8-972B-D83885EC21DE}" type="slidenum">
              <a:rPr lang="zh-CN" altLang="en-US" smtClean="0"/>
            </a:fld>
            <a:endParaRPr lang="zh-CN" altLang="en-US" dirty="0"/>
          </a:p>
        </p:txBody>
      </p:sp>
      <p:pic>
        <p:nvPicPr>
          <p:cNvPr id="3" name="图片 2"/>
          <p:cNvPicPr>
            <a:picLocks noChangeAspect="1"/>
          </p:cNvPicPr>
          <p:nvPr userDrawn="1"/>
        </p:nvPicPr>
        <p:blipFill rotWithShape="1">
          <a:blip r:embed="rId2" cstate="print">
            <a:extLst>
              <a:ext uri="{28A0092B-C50C-407E-A947-70E740481C1C}">
                <a14:useLocalDpi xmlns:a14="http://schemas.microsoft.com/office/drawing/2010/main" val="0"/>
              </a:ext>
            </a:extLst>
          </a:blip>
          <a:srcRect l="-2105" t="-10141" r="-4123" b="1"/>
          <a:stretch>
            <a:fillRect/>
          </a:stretch>
        </p:blipFill>
        <p:spPr>
          <a:xfrm>
            <a:off x="476250" y="254000"/>
            <a:ext cx="1570355" cy="62042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Text Box 6"/>
          <p:cNvSpPr>
            <a:spLocks noChangeArrowheads="1"/>
          </p:cNvSpPr>
          <p:nvPr userDrawn="1"/>
        </p:nvSpPr>
        <p:spPr bwMode="auto">
          <a:xfrm>
            <a:off x="590475" y="1585913"/>
            <a:ext cx="11011050" cy="351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7" tIns="45719" rIns="91437" bIns="45719">
            <a:spAutoFit/>
          </a:bodyPr>
          <a:lstStyle>
            <a:lvl1pPr marL="233680" indent="-233680">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Franklin Gothic Book" panose="020B0503020102020204" pitchFamily="34"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defRPr>
            </a:lvl2pPr>
            <a:lvl3pPr marL="1143000" indent="-228600">
              <a:spcBef>
                <a:spcPct val="20000"/>
              </a:spcBef>
              <a:buFont typeface="Arial" panose="020B0604020202020204" pitchFamily="34" charset="0"/>
              <a:buChar char="•"/>
              <a:defRPr sz="2400" i="1">
                <a:solidFill>
                  <a:schemeClr val="tx1"/>
                </a:solidFill>
                <a:latin typeface="微软雅黑" panose="020B0503020204020204" pitchFamily="34" charset="-122"/>
                <a:ea typeface="微软雅黑" panose="020B0503020204020204" pitchFamily="34" charset="-122"/>
                <a:sym typeface="Times New Roman" panose="02020603050405020304" pitchFamily="18" charset="0"/>
              </a:defRPr>
            </a:lvl3pPr>
            <a:lvl4pPr marL="1600200" indent="-228600">
              <a:spcBef>
                <a:spcPct val="20000"/>
              </a:spcBef>
              <a:buFont typeface="Arial" panose="020B0604020202020204" pitchFamily="34" charset="0"/>
              <a:buChar char="–"/>
              <a:defRPr sz="2000" i="1">
                <a:solidFill>
                  <a:schemeClr val="tx1"/>
                </a:solidFill>
                <a:latin typeface="微软雅黑" panose="020B0503020204020204" pitchFamily="34" charset="-122"/>
                <a:ea typeface="微软雅黑" panose="020B0503020204020204" pitchFamily="34" charset="-122"/>
                <a:sym typeface="Times New Roman" panose="02020603050405020304" pitchFamily="18" charset="0"/>
              </a:defRPr>
            </a:lvl4pPr>
            <a:lvl5pPr marL="2057400" indent="-228600">
              <a:spcBef>
                <a:spcPct val="20000"/>
              </a:spcBef>
              <a:buFont typeface="Arial" panose="020B0604020202020204" pitchFamily="34" charset="0"/>
              <a:buChar char="»"/>
              <a:defRPr sz="2000" i="1">
                <a:solidFill>
                  <a:schemeClr val="tx1"/>
                </a:solidFill>
                <a:latin typeface="微软雅黑" panose="020B0503020204020204" pitchFamily="34" charset="-122"/>
                <a:ea typeface="微软雅黑" panose="020B0503020204020204" pitchFamily="34" charset="-122"/>
                <a:sym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i="1">
                <a:solidFill>
                  <a:schemeClr val="tx1"/>
                </a:solidFill>
                <a:latin typeface="微软雅黑" panose="020B0503020204020204" pitchFamily="34" charset="-122"/>
                <a:ea typeface="微软雅黑" panose="020B0503020204020204" pitchFamily="34" charset="-122"/>
                <a:sym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i="1">
                <a:solidFill>
                  <a:schemeClr val="tx1"/>
                </a:solidFill>
                <a:latin typeface="微软雅黑" panose="020B0503020204020204" pitchFamily="34" charset="-122"/>
                <a:ea typeface="微软雅黑" panose="020B0503020204020204" pitchFamily="34" charset="-122"/>
                <a:sym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i="1">
                <a:solidFill>
                  <a:schemeClr val="tx1"/>
                </a:solidFill>
                <a:latin typeface="微软雅黑" panose="020B0503020204020204" pitchFamily="34" charset="-122"/>
                <a:ea typeface="微软雅黑" panose="020B0503020204020204" pitchFamily="34" charset="-122"/>
                <a:sym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i="1">
                <a:solidFill>
                  <a:schemeClr val="tx1"/>
                </a:solidFill>
                <a:latin typeface="微软雅黑" panose="020B0503020204020204" pitchFamily="34" charset="-122"/>
                <a:ea typeface="微软雅黑" panose="020B0503020204020204" pitchFamily="34" charset="-122"/>
                <a:sym typeface="Times New Roman" panose="02020603050405020304" pitchFamily="18" charset="0"/>
              </a:defRPr>
            </a:lvl9pPr>
          </a:lstStyle>
          <a:p>
            <a:pPr algn="just">
              <a:lnSpc>
                <a:spcPct val="150000"/>
              </a:lnSpc>
              <a:spcBef>
                <a:spcPct val="50000"/>
              </a:spcBef>
            </a:pPr>
            <a:r>
              <a:rPr lang="en-US" altLang="zh-CN" sz="1800" b="0" dirty="0">
                <a:solidFill>
                  <a:srgbClr val="404040"/>
                </a:solidFill>
                <a:latin typeface="+mn-ea"/>
                <a:ea typeface="+mn-ea"/>
                <a:cs typeface="Calibri" panose="020F0502020204030204" pitchFamily="34" charset="0"/>
              </a:rPr>
              <a:t>This presentation has been prepared by Semitronix Corporation for the purpose of discussing potential business opportunities.  It contains Semitronix confidential information. </a:t>
            </a:r>
            <a:endParaRPr lang="en-US" altLang="zh-CN" sz="1800" b="0" dirty="0">
              <a:solidFill>
                <a:srgbClr val="404040"/>
              </a:solidFill>
              <a:latin typeface="+mn-ea"/>
              <a:ea typeface="+mn-ea"/>
              <a:cs typeface="Calibri" panose="020F0502020204030204" pitchFamily="34" charset="0"/>
            </a:endParaRPr>
          </a:p>
          <a:p>
            <a:pPr algn="just">
              <a:lnSpc>
                <a:spcPct val="150000"/>
              </a:lnSpc>
              <a:spcBef>
                <a:spcPct val="50000"/>
              </a:spcBef>
            </a:pPr>
            <a:r>
              <a:rPr lang="en-US" altLang="zh-CN" sz="1800" b="0" dirty="0">
                <a:solidFill>
                  <a:srgbClr val="404040"/>
                </a:solidFill>
                <a:latin typeface="+mn-ea"/>
                <a:ea typeface="+mn-ea"/>
                <a:cs typeface="Calibri" panose="020F0502020204030204" pitchFamily="34" charset="0"/>
              </a:rPr>
              <a:t>The recipient of this presentation agrees that, at no time will the recipient copy, reproduce or distribute to others outside the recipient’s organization this presentation or any other written or oral information provided to the recipient, in whole or in part, without the prior written consent of Semitronix, and that it will keep confidential all confidential information that is not already public or which is not subsequently made public, and will use the presentation only for the purpose set forth above. </a:t>
            </a:r>
            <a:endParaRPr lang="en-US" altLang="en-US" sz="2000" b="0" dirty="0">
              <a:solidFill>
                <a:srgbClr val="404040"/>
              </a:solidFill>
              <a:latin typeface="+mn-ea"/>
              <a:ea typeface="+mn-ea"/>
              <a:cs typeface="Calibri" panose="020F0502020204030204" pitchFamily="34" charset="0"/>
            </a:endParaRPr>
          </a:p>
        </p:txBody>
      </p:sp>
      <p:sp>
        <p:nvSpPr>
          <p:cNvPr id="5" name="TextBox 4"/>
          <p:cNvSpPr txBox="1"/>
          <p:nvPr userDrawn="1"/>
        </p:nvSpPr>
        <p:spPr>
          <a:xfrm>
            <a:off x="3047405" y="201710"/>
            <a:ext cx="6097190" cy="584775"/>
          </a:xfrm>
          <a:prstGeom prst="rect">
            <a:avLst/>
          </a:prstGeom>
          <a:noFill/>
          <a:ln w="9525">
            <a:noFill/>
          </a:ln>
        </p:spPr>
        <p:txBody>
          <a:bodyPr anchor="ctr"/>
          <a:lstStyle>
            <a:lvl1pPr algn="ctr" fontAlgn="base">
              <a:spcBef>
                <a:spcPct val="0"/>
              </a:spcBef>
              <a:spcAft>
                <a:spcPct val="0"/>
              </a:spcAft>
              <a:defRPr sz="3200" b="1" baseline="0">
                <a:solidFill>
                  <a:schemeClr val="bg1"/>
                </a:solidFill>
                <a:latin typeface="+mj-ea"/>
                <a:ea typeface="+mj-ea"/>
                <a:cs typeface="Calibri" panose="020F0502020204030204" pitchFamily="34" charset="0"/>
              </a:defRPr>
            </a:lvl1pPr>
            <a:lvl2pPr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2pPr>
            <a:lvl3pPr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3pPr>
            <a:lvl4pPr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4pPr>
            <a:lvl5pPr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5pPr>
            <a:lvl6pPr marL="457200"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6pPr>
            <a:lvl7pPr marL="914400"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7pPr>
            <a:lvl8pPr marL="1371600"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8pPr>
            <a:lvl9pPr marL="1828800"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9pPr>
          </a:lstStyle>
          <a:p>
            <a:pPr lvl="0"/>
            <a:r>
              <a:rPr lang="en-US" altLang="zh-CN" dirty="0"/>
              <a:t>Confidentiality Notice</a:t>
            </a:r>
            <a:endParaRPr lang="en-US" dirty="0"/>
          </a:p>
        </p:txBody>
      </p:sp>
      <p:sp>
        <p:nvSpPr>
          <p:cNvPr id="6" name="灯片编号占位符 1"/>
          <p:cNvSpPr>
            <a:spLocks noGrp="1"/>
          </p:cNvSpPr>
          <p:nvPr>
            <p:ph type="sldNum" sz="quarter" idx="12"/>
          </p:nvPr>
        </p:nvSpPr>
        <p:spPr>
          <a:xfrm>
            <a:off x="9273563" y="6536383"/>
            <a:ext cx="2743200" cy="365125"/>
          </a:xfrm>
        </p:spPr>
        <p:txBody>
          <a:bodyPr/>
          <a:lstStyle/>
          <a:p>
            <a:fld id="{C2F56AAE-D930-4DA8-972B-D83885EC21DE}"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Text Box 6"/>
          <p:cNvSpPr>
            <a:spLocks noChangeArrowheads="1"/>
          </p:cNvSpPr>
          <p:nvPr userDrawn="1"/>
        </p:nvSpPr>
        <p:spPr bwMode="auto">
          <a:xfrm>
            <a:off x="590475" y="1585913"/>
            <a:ext cx="11011050" cy="2674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7" tIns="45719" rIns="91437" bIns="45719">
            <a:spAutoFit/>
          </a:bodyPr>
          <a:lstStyle>
            <a:lvl1pPr marL="233680" indent="-233680">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Franklin Gothic Book" panose="020B0503020102020204" pitchFamily="34"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defRPr>
            </a:lvl2pPr>
            <a:lvl3pPr marL="1143000" indent="-228600">
              <a:spcBef>
                <a:spcPct val="20000"/>
              </a:spcBef>
              <a:buFont typeface="Arial" panose="020B0604020202020204" pitchFamily="34" charset="0"/>
              <a:buChar char="•"/>
              <a:defRPr sz="2400" i="1">
                <a:solidFill>
                  <a:schemeClr val="tx1"/>
                </a:solidFill>
                <a:latin typeface="微软雅黑" panose="020B0503020204020204" pitchFamily="34" charset="-122"/>
                <a:ea typeface="微软雅黑" panose="020B0503020204020204" pitchFamily="34" charset="-122"/>
                <a:sym typeface="Times New Roman" panose="02020603050405020304" pitchFamily="18" charset="0"/>
              </a:defRPr>
            </a:lvl3pPr>
            <a:lvl4pPr marL="1600200" indent="-228600">
              <a:spcBef>
                <a:spcPct val="20000"/>
              </a:spcBef>
              <a:buFont typeface="Arial" panose="020B0604020202020204" pitchFamily="34" charset="0"/>
              <a:buChar char="–"/>
              <a:defRPr sz="2000" i="1">
                <a:solidFill>
                  <a:schemeClr val="tx1"/>
                </a:solidFill>
                <a:latin typeface="微软雅黑" panose="020B0503020204020204" pitchFamily="34" charset="-122"/>
                <a:ea typeface="微软雅黑" panose="020B0503020204020204" pitchFamily="34" charset="-122"/>
                <a:sym typeface="Times New Roman" panose="02020603050405020304" pitchFamily="18" charset="0"/>
              </a:defRPr>
            </a:lvl4pPr>
            <a:lvl5pPr marL="2057400" indent="-228600">
              <a:spcBef>
                <a:spcPct val="20000"/>
              </a:spcBef>
              <a:buFont typeface="Arial" panose="020B0604020202020204" pitchFamily="34" charset="0"/>
              <a:buChar char="»"/>
              <a:defRPr sz="2000" i="1">
                <a:solidFill>
                  <a:schemeClr val="tx1"/>
                </a:solidFill>
                <a:latin typeface="微软雅黑" panose="020B0503020204020204" pitchFamily="34" charset="-122"/>
                <a:ea typeface="微软雅黑" panose="020B0503020204020204" pitchFamily="34" charset="-122"/>
                <a:sym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i="1">
                <a:solidFill>
                  <a:schemeClr val="tx1"/>
                </a:solidFill>
                <a:latin typeface="微软雅黑" panose="020B0503020204020204" pitchFamily="34" charset="-122"/>
                <a:ea typeface="微软雅黑" panose="020B0503020204020204" pitchFamily="34" charset="-122"/>
                <a:sym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i="1">
                <a:solidFill>
                  <a:schemeClr val="tx1"/>
                </a:solidFill>
                <a:latin typeface="微软雅黑" panose="020B0503020204020204" pitchFamily="34" charset="-122"/>
                <a:ea typeface="微软雅黑" panose="020B0503020204020204" pitchFamily="34" charset="-122"/>
                <a:sym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i="1">
                <a:solidFill>
                  <a:schemeClr val="tx1"/>
                </a:solidFill>
                <a:latin typeface="微软雅黑" panose="020B0503020204020204" pitchFamily="34" charset="-122"/>
                <a:ea typeface="微软雅黑" panose="020B0503020204020204" pitchFamily="34" charset="-122"/>
                <a:sym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i="1">
                <a:solidFill>
                  <a:schemeClr val="tx1"/>
                </a:solidFill>
                <a:latin typeface="微软雅黑" panose="020B0503020204020204" pitchFamily="34" charset="-122"/>
                <a:ea typeface="微软雅黑" panose="020B0503020204020204" pitchFamily="34" charset="-122"/>
                <a:sym typeface="Times New Roman" panose="02020603050405020304" pitchFamily="18" charset="0"/>
              </a:defRPr>
            </a:lvl9pPr>
          </a:lstStyle>
          <a:p>
            <a:pPr algn="just">
              <a:lnSpc>
                <a:spcPct val="150000"/>
              </a:lnSpc>
              <a:spcBef>
                <a:spcPct val="50000"/>
              </a:spcBef>
            </a:pPr>
            <a:r>
              <a:rPr lang="zh-CN" altLang="en-US" sz="1800" b="0" dirty="0">
                <a:solidFill>
                  <a:srgbClr val="404040"/>
                </a:solidFill>
                <a:latin typeface="+mn-ea"/>
                <a:ea typeface="+mn-ea"/>
                <a:cs typeface="Calibri" panose="020F0502020204030204" pitchFamily="34" charset="0"/>
              </a:rPr>
              <a:t>本报告由杭州广立微电子股份有限公司（简称“广立微”）准备，目的是为了探讨潜在的业务商机。本报告中包含广立微的机密信息。</a:t>
            </a:r>
            <a:endParaRPr lang="en-US" altLang="zh-CN" sz="1800" b="0" dirty="0">
              <a:solidFill>
                <a:srgbClr val="404040"/>
              </a:solidFill>
              <a:latin typeface="+mn-ea"/>
              <a:ea typeface="+mn-ea"/>
              <a:cs typeface="Calibri" panose="020F0502020204030204" pitchFamily="34" charset="0"/>
            </a:endParaRPr>
          </a:p>
          <a:p>
            <a:pPr algn="just">
              <a:lnSpc>
                <a:spcPct val="150000"/>
              </a:lnSpc>
              <a:spcBef>
                <a:spcPct val="50000"/>
              </a:spcBef>
            </a:pPr>
            <a:r>
              <a:rPr lang="zh-CN" altLang="en-US" sz="1800" b="0" dirty="0">
                <a:solidFill>
                  <a:srgbClr val="404040"/>
                </a:solidFill>
                <a:latin typeface="+mn-ea"/>
                <a:ea typeface="+mn-ea"/>
                <a:cs typeface="Calibri" panose="020F0502020204030204" pitchFamily="34" charset="0"/>
              </a:rPr>
              <a:t>收到本报告的接收人（简称“接收人”）同意将本报告的内容仅用于以上的目的，并且承诺将本报告中广立微未公开披露、或者未来不计划公开披露的全部或者部分信息、或者其他由广立微提供给接收人的任何书面和口述信息，加以严格保密，未经广立微的书面同意在任何时候不得制作副本、复制、或分布给接收人单位以外的第三方。</a:t>
            </a:r>
            <a:endParaRPr lang="en-US" altLang="en-US" sz="2000" b="0" dirty="0">
              <a:solidFill>
                <a:srgbClr val="404040"/>
              </a:solidFill>
              <a:latin typeface="+mn-ea"/>
              <a:ea typeface="+mn-ea"/>
              <a:cs typeface="Calibri" panose="020F0502020204030204" pitchFamily="34" charset="0"/>
            </a:endParaRPr>
          </a:p>
        </p:txBody>
      </p:sp>
      <p:sp>
        <p:nvSpPr>
          <p:cNvPr id="5" name="TextBox 4"/>
          <p:cNvSpPr txBox="1"/>
          <p:nvPr userDrawn="1"/>
        </p:nvSpPr>
        <p:spPr>
          <a:xfrm>
            <a:off x="3047405" y="201710"/>
            <a:ext cx="6097190" cy="584775"/>
          </a:xfrm>
          <a:prstGeom prst="rect">
            <a:avLst/>
          </a:prstGeom>
          <a:noFill/>
          <a:ln w="9525">
            <a:noFill/>
          </a:ln>
        </p:spPr>
        <p:txBody>
          <a:bodyPr anchor="ctr"/>
          <a:lstStyle>
            <a:lvl1pPr algn="ctr" fontAlgn="base">
              <a:spcBef>
                <a:spcPct val="0"/>
              </a:spcBef>
              <a:spcAft>
                <a:spcPct val="0"/>
              </a:spcAft>
              <a:defRPr sz="3200" b="1" baseline="0">
                <a:solidFill>
                  <a:schemeClr val="bg1"/>
                </a:solidFill>
                <a:latin typeface="+mj-ea"/>
                <a:ea typeface="+mj-ea"/>
                <a:cs typeface="Calibri" panose="020F0502020204030204" pitchFamily="34" charset="0"/>
              </a:defRPr>
            </a:lvl1pPr>
            <a:lvl2pPr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2pPr>
            <a:lvl3pPr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3pPr>
            <a:lvl4pPr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4pPr>
            <a:lvl5pPr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5pPr>
            <a:lvl6pPr marL="457200"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6pPr>
            <a:lvl7pPr marL="914400"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7pPr>
            <a:lvl8pPr marL="1371600"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8pPr>
            <a:lvl9pPr marL="1828800" fontAlgn="base">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9pPr>
          </a:lstStyle>
          <a:p>
            <a:pPr lvl="0"/>
            <a:r>
              <a:rPr lang="zh-CN" altLang="en-US" sz="3200" dirty="0"/>
              <a:t>保密通知</a:t>
            </a:r>
            <a:endParaRPr lang="en-US" sz="3200" dirty="0"/>
          </a:p>
        </p:txBody>
      </p:sp>
      <p:sp>
        <p:nvSpPr>
          <p:cNvPr id="6" name="灯片编号占位符 1"/>
          <p:cNvSpPr>
            <a:spLocks noGrp="1"/>
          </p:cNvSpPr>
          <p:nvPr>
            <p:ph type="sldNum" sz="quarter" idx="12"/>
          </p:nvPr>
        </p:nvSpPr>
        <p:spPr>
          <a:xfrm>
            <a:off x="9273563" y="6536383"/>
            <a:ext cx="2743200" cy="365125"/>
          </a:xfrm>
        </p:spPr>
        <p:txBody>
          <a:bodyPr/>
          <a:lstStyle/>
          <a:p>
            <a:fld id="{C2F56AAE-D930-4DA8-972B-D83885EC21DE}"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ain正文_标题及内容">
    <p:spTree>
      <p:nvGrpSpPr>
        <p:cNvPr id="1" name=""/>
        <p:cNvGrpSpPr/>
        <p:nvPr/>
      </p:nvGrpSpPr>
      <p:grpSpPr>
        <a:xfrm>
          <a:off x="0" y="0"/>
          <a:ext cx="0" cy="0"/>
          <a:chOff x="0" y="0"/>
          <a:chExt cx="0" cy="0"/>
        </a:xfrm>
      </p:grpSpPr>
      <p:sp>
        <p:nvSpPr>
          <p:cNvPr id="5" name="标题占位符 1"/>
          <p:cNvSpPr>
            <a:spLocks noGrp="1"/>
          </p:cNvSpPr>
          <p:nvPr>
            <p:ph type="title"/>
          </p:nvPr>
        </p:nvSpPr>
        <p:spPr>
          <a:xfrm>
            <a:off x="191135" y="117475"/>
            <a:ext cx="10011410" cy="714375"/>
          </a:xfrm>
          <a:prstGeom prst="rect">
            <a:avLst/>
          </a:prstGeom>
          <a:noFill/>
          <a:ln w="9525">
            <a:noFill/>
          </a:ln>
        </p:spPr>
        <p:txBody>
          <a:bodyPr anchor="ctr"/>
          <a:lstStyle>
            <a:lvl1pPr>
              <a:defRPr b="1" baseline="0">
                <a:latin typeface="思源黑体 CN Regular" panose="020B0500000000000000" pitchFamily="34" charset="-122"/>
                <a:ea typeface="思源黑体 CN Regular" panose="020B0500000000000000" pitchFamily="34" charset="-122"/>
              </a:defRPr>
            </a:lvl1pPr>
          </a:lstStyle>
          <a:p>
            <a:pPr lvl="0"/>
            <a:r>
              <a:rPr lang="zh-CN" altLang="en-US"/>
              <a:t>单击此处编辑母版标题样式</a:t>
            </a:r>
            <a:endParaRPr lang="zh-CN" altLang="en-US" dirty="0"/>
          </a:p>
        </p:txBody>
      </p:sp>
      <p:sp>
        <p:nvSpPr>
          <p:cNvPr id="9" name="内容占位符 8"/>
          <p:cNvSpPr>
            <a:spLocks noGrp="1"/>
          </p:cNvSpPr>
          <p:nvPr>
            <p:ph sz="quarter" idx="11" hasCustomPrompt="1"/>
          </p:nvPr>
        </p:nvSpPr>
        <p:spPr>
          <a:xfrm>
            <a:off x="191135" y="1062038"/>
            <a:ext cx="11382375" cy="5353050"/>
          </a:xfrm>
        </p:spPr>
        <p:txBody>
          <a:bodyPr/>
          <a:lstStyle>
            <a:lvl1pPr>
              <a:lnSpc>
                <a:spcPct val="120000"/>
              </a:lnSpc>
              <a:defRPr sz="2000" baseline="0">
                <a:solidFill>
                  <a:srgbClr val="1F497D"/>
                </a:solidFill>
                <a:latin typeface="+mn-ea"/>
                <a:ea typeface="+mn-ea"/>
              </a:defRPr>
            </a:lvl1pPr>
            <a:lvl2pPr>
              <a:lnSpc>
                <a:spcPct val="120000"/>
              </a:lnSpc>
              <a:defRPr sz="1800" baseline="0">
                <a:solidFill>
                  <a:schemeClr val="tx1">
                    <a:lumMod val="75000"/>
                    <a:lumOff val="25000"/>
                  </a:schemeClr>
                </a:solidFill>
                <a:latin typeface="+mn-ea"/>
                <a:ea typeface="+mn-ea"/>
              </a:defRPr>
            </a:lvl2pPr>
            <a:lvl3pPr>
              <a:lnSpc>
                <a:spcPct val="120000"/>
              </a:lnSpc>
              <a:defRPr sz="1600" baseline="0">
                <a:solidFill>
                  <a:schemeClr val="tx1">
                    <a:lumMod val="75000"/>
                    <a:lumOff val="25000"/>
                  </a:schemeClr>
                </a:solidFill>
                <a:latin typeface="+mn-ea"/>
                <a:ea typeface="+mn-ea"/>
              </a:defRPr>
            </a:lvl3pPr>
          </a:lstStyle>
          <a:p>
            <a:pPr lvl="0" indent="-342900"/>
            <a:r>
              <a:rPr lang="en-US" altLang="zh-CN" dirty="0"/>
              <a:t>1st Level</a:t>
            </a:r>
            <a:endParaRPr lang="en-US" altLang="zh-CN" dirty="0"/>
          </a:p>
          <a:p>
            <a:pPr lvl="1" indent="-285750"/>
            <a:r>
              <a:rPr lang="en-US" altLang="zh-CN" dirty="0"/>
              <a:t>2nd Level</a:t>
            </a:r>
            <a:endParaRPr lang="en-US" altLang="zh-CN" dirty="0"/>
          </a:p>
          <a:p>
            <a:pPr lvl="2" indent="-228600"/>
            <a:r>
              <a:rPr lang="en-US" altLang="zh-CN" dirty="0"/>
              <a:t>3rd Level</a:t>
            </a:r>
            <a:endParaRPr lang="zh-CN" altLang="en-US" dirty="0"/>
          </a:p>
        </p:txBody>
      </p:sp>
      <p:sp>
        <p:nvSpPr>
          <p:cNvPr id="2" name="灯片编号占位符 1"/>
          <p:cNvSpPr>
            <a:spLocks noGrp="1"/>
          </p:cNvSpPr>
          <p:nvPr>
            <p:ph type="sldNum" sz="quarter" idx="12"/>
          </p:nvPr>
        </p:nvSpPr>
        <p:spPr/>
        <p:txBody>
          <a:bodyPr/>
          <a:lstStyle/>
          <a:p>
            <a:fld id="{C2F56AAE-D930-4DA8-972B-D83885EC21DE}"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in正文_仅标题">
    <p:spTree>
      <p:nvGrpSpPr>
        <p:cNvPr id="1" name=""/>
        <p:cNvGrpSpPr/>
        <p:nvPr/>
      </p:nvGrpSpPr>
      <p:grpSpPr>
        <a:xfrm>
          <a:off x="0" y="0"/>
          <a:ext cx="0" cy="0"/>
          <a:chOff x="0" y="0"/>
          <a:chExt cx="0" cy="0"/>
        </a:xfrm>
      </p:grpSpPr>
      <p:sp>
        <p:nvSpPr>
          <p:cNvPr id="3" name="标题占位符 1"/>
          <p:cNvSpPr>
            <a:spLocks noGrp="1"/>
          </p:cNvSpPr>
          <p:nvPr>
            <p:ph type="title"/>
          </p:nvPr>
        </p:nvSpPr>
        <p:spPr>
          <a:xfrm>
            <a:off x="191135" y="117475"/>
            <a:ext cx="10011410" cy="714375"/>
          </a:xfrm>
          <a:prstGeom prst="rect">
            <a:avLst/>
          </a:prstGeom>
          <a:noFill/>
          <a:ln w="9525">
            <a:noFill/>
          </a:ln>
        </p:spPr>
        <p:txBody>
          <a:bodyPr anchor="ctr"/>
          <a:lstStyle>
            <a:lvl1pPr>
              <a:defRPr b="1" baseline="0">
                <a:latin typeface="思源黑体 CN Regular" panose="020B0500000000000000" pitchFamily="34" charset="-122"/>
                <a:ea typeface="思源黑体 CN Regular" panose="020B0500000000000000" pitchFamily="34" charset="-122"/>
              </a:defRPr>
            </a:lvl1pPr>
          </a:lstStyle>
          <a:p>
            <a:pPr lvl="0"/>
            <a:r>
              <a:rPr lang="zh-CN" altLang="en-US"/>
              <a:t>单击此处编辑母版标题样式</a:t>
            </a:r>
            <a:endParaRPr lang="zh-CN" altLang="en-US" dirty="0"/>
          </a:p>
        </p:txBody>
      </p:sp>
      <p:sp>
        <p:nvSpPr>
          <p:cNvPr id="2" name="灯片编号占位符 1"/>
          <p:cNvSpPr>
            <a:spLocks noGrp="1"/>
          </p:cNvSpPr>
          <p:nvPr>
            <p:ph type="sldNum" sz="quarter" idx="10"/>
          </p:nvPr>
        </p:nvSpPr>
        <p:spPr/>
        <p:txBody>
          <a:bodyPr/>
          <a:lstStyle/>
          <a:p>
            <a:fld id="{C2F56AAE-D930-4DA8-972B-D83885EC21DE}"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showMasterSp="0">
  <p:cSld name="Last page结束页_2">
    <p:spTree>
      <p:nvGrpSpPr>
        <p:cNvPr id="1" name=""/>
        <p:cNvGrpSpPr/>
        <p:nvPr/>
      </p:nvGrpSpPr>
      <p:grpSpPr>
        <a:xfrm>
          <a:off x="0" y="0"/>
          <a:ext cx="0" cy="0"/>
          <a:chOff x="0" y="0"/>
          <a:chExt cx="0" cy="0"/>
        </a:xfrm>
      </p:grpSpPr>
      <p:sp>
        <p:nvSpPr>
          <p:cNvPr id="8" name="文本框 7"/>
          <p:cNvSpPr txBox="1"/>
          <p:nvPr userDrawn="1"/>
        </p:nvSpPr>
        <p:spPr>
          <a:xfrm>
            <a:off x="4019001" y="2462876"/>
            <a:ext cx="4237817" cy="1107996"/>
          </a:xfrm>
          <a:prstGeom prst="rect">
            <a:avLst/>
          </a:prstGeom>
        </p:spPr>
        <p:txBody>
          <a:bodyPr wrap="square">
            <a:spAutoFit/>
          </a:bodyPr>
          <a:lstStyle>
            <a:defPPr>
              <a:defRPr lang="zh-CN"/>
            </a:defPPr>
            <a:lvl1pPr marL="0" algn="l" defTabSz="685800" eaLnBrk="1" latinLnBrk="0" hangingPunct="1">
              <a:defRPr sz="3200">
                <a:solidFill>
                  <a:schemeClr val="bg1"/>
                </a:solidFill>
                <a:latin typeface="HelveticaNeueLT Pro 67 MdCn" panose="020B0606030502030204" pitchFamily="34" charset="0"/>
                <a:ea typeface="Hiragino Sans GB W3" panose="020B0300000000000000" pitchFamily="34" charset="-122"/>
                <a:cs typeface="+mn-cs"/>
              </a:defRPr>
            </a:lvl1pPr>
            <a:lvl2pPr marL="342900" algn="l" defTabSz="685800" eaLnBrk="1" latinLnBrk="0" hangingPunct="1">
              <a:defRPr sz="1350">
                <a:solidFill>
                  <a:schemeClr val="tx1"/>
                </a:solidFill>
                <a:latin typeface="+mn-lt"/>
                <a:ea typeface="+mn-ea"/>
                <a:cs typeface="+mn-cs"/>
              </a:defRPr>
            </a:lvl2pPr>
            <a:lvl3pPr marL="685800" algn="l" defTabSz="685800" eaLnBrk="1" latinLnBrk="0" hangingPunct="1">
              <a:defRPr sz="1350">
                <a:solidFill>
                  <a:schemeClr val="tx1"/>
                </a:solidFill>
                <a:latin typeface="+mn-lt"/>
                <a:ea typeface="+mn-ea"/>
                <a:cs typeface="+mn-cs"/>
              </a:defRPr>
            </a:lvl3pPr>
            <a:lvl4pPr marL="1028700" algn="l" defTabSz="685800" eaLnBrk="1" latinLnBrk="0" hangingPunct="1">
              <a:defRPr sz="1350">
                <a:solidFill>
                  <a:schemeClr val="tx1"/>
                </a:solidFill>
                <a:latin typeface="+mn-lt"/>
                <a:ea typeface="+mn-ea"/>
                <a:cs typeface="+mn-cs"/>
              </a:defRPr>
            </a:lvl4pPr>
            <a:lvl5pPr marL="1371600" algn="l" defTabSz="685800" eaLnBrk="1" latinLnBrk="0" hangingPunct="1">
              <a:defRPr sz="1350">
                <a:solidFill>
                  <a:schemeClr val="tx1"/>
                </a:solidFill>
                <a:latin typeface="+mn-lt"/>
                <a:ea typeface="+mn-ea"/>
                <a:cs typeface="+mn-cs"/>
              </a:defRPr>
            </a:lvl5pPr>
            <a:lvl6pPr>
              <a:defRPr sz="1350">
                <a:solidFill>
                  <a:schemeClr val="tx1"/>
                </a:solidFill>
                <a:latin typeface="+mn-lt"/>
                <a:ea typeface="+mn-ea"/>
                <a:cs typeface="+mn-cs"/>
              </a:defRPr>
            </a:lvl6pPr>
            <a:lvl7pPr>
              <a:defRPr sz="1350">
                <a:solidFill>
                  <a:schemeClr val="tx1"/>
                </a:solidFill>
                <a:latin typeface="+mn-lt"/>
                <a:ea typeface="+mn-ea"/>
                <a:cs typeface="+mn-cs"/>
              </a:defRPr>
            </a:lvl7pPr>
            <a:lvl8pPr>
              <a:defRPr sz="1350">
                <a:solidFill>
                  <a:schemeClr val="tx1"/>
                </a:solidFill>
                <a:latin typeface="+mn-lt"/>
                <a:ea typeface="+mn-ea"/>
                <a:cs typeface="+mn-cs"/>
              </a:defRPr>
            </a:lvl8pPr>
            <a:lvl9pPr>
              <a:defRPr sz="1350">
                <a:solidFill>
                  <a:schemeClr val="tx1"/>
                </a:solidFill>
                <a:latin typeface="+mn-lt"/>
                <a:ea typeface="+mn-ea"/>
                <a:cs typeface="+mn-cs"/>
              </a:defRPr>
            </a:lvl9pPr>
          </a:lstStyle>
          <a:p>
            <a:pPr marL="342900" indent="-342900" algn="ctr" fontAlgn="base">
              <a:spcBef>
                <a:spcPct val="20000"/>
              </a:spcBef>
              <a:buClrTx/>
              <a:buSzTx/>
              <a:buFont typeface="Arial" panose="020B0604020202020204" pitchFamily="34" charset="0"/>
            </a:pPr>
            <a:r>
              <a:rPr lang="en-US" altLang="zh-CN" sz="6600" b="1" kern="1800" spc="100" baseline="0" dirty="0">
                <a:solidFill>
                  <a:srgbClr val="1F497D"/>
                </a:solidFill>
                <a:uFillTx/>
                <a:latin typeface="+mj-lt"/>
                <a:ea typeface="+mn-ea"/>
                <a:cs typeface="Impact" panose="020B0806030902050204" pitchFamily="34" charset="0"/>
              </a:rPr>
              <a:t>THANKS</a:t>
            </a:r>
            <a:endParaRPr lang="en-US" altLang="zh-CN" sz="6600" b="1" kern="1800" spc="100" baseline="0" dirty="0">
              <a:solidFill>
                <a:srgbClr val="1F497D"/>
              </a:solidFill>
              <a:uFillTx/>
              <a:latin typeface="+mj-lt"/>
              <a:ea typeface="+mn-ea"/>
              <a:cs typeface="Impact" panose="020B0806030902050204" pitchFamily="34" charset="0"/>
            </a:endParaRPr>
          </a:p>
        </p:txBody>
      </p:sp>
      <p:sp>
        <p:nvSpPr>
          <p:cNvPr id="4" name="文本框 3"/>
          <p:cNvSpPr txBox="1"/>
          <p:nvPr userDrawn="1"/>
        </p:nvSpPr>
        <p:spPr>
          <a:xfrm>
            <a:off x="3293110" y="3826820"/>
            <a:ext cx="6096000" cy="1203343"/>
          </a:xfrm>
          <a:prstGeom prst="rect">
            <a:avLst/>
          </a:prstGeom>
          <a:noFill/>
        </p:spPr>
        <p:txBody>
          <a:bodyPr wrap="square">
            <a:spAutoFit/>
          </a:bodyPr>
          <a:lstStyle/>
          <a:p>
            <a:pPr algn="ctr">
              <a:lnSpc>
                <a:spcPct val="150000"/>
              </a:lnSpc>
            </a:pPr>
            <a:r>
              <a:rPr lang="en-US" altLang="zh-CN" sz="3200" b="1" dirty="0">
                <a:solidFill>
                  <a:srgbClr val="003F76"/>
                </a:solidFill>
                <a:latin typeface="+mj-lt"/>
                <a:ea typeface="+mn-ea"/>
              </a:rPr>
              <a:t>www.semitronix.com</a:t>
            </a:r>
            <a:endParaRPr lang="en-US" altLang="zh-CN" sz="3200" b="1" dirty="0">
              <a:solidFill>
                <a:srgbClr val="003F76"/>
              </a:solidFill>
              <a:latin typeface="+mj-lt"/>
              <a:ea typeface="+mn-ea"/>
            </a:endParaRPr>
          </a:p>
          <a:p>
            <a:pPr algn="ctr">
              <a:lnSpc>
                <a:spcPct val="150000"/>
              </a:lnSpc>
            </a:pPr>
            <a:r>
              <a:rPr lang="en-US" altLang="zh-CN" sz="1800" b="1" dirty="0">
                <a:solidFill>
                  <a:srgbClr val="003F76"/>
                </a:solidFill>
                <a:latin typeface="+mj-lt"/>
                <a:ea typeface="+mn-ea"/>
              </a:rPr>
              <a:t>info@semitronix.com</a:t>
            </a:r>
            <a:endParaRPr lang="en-US" altLang="zh-CN" sz="1800" b="1" dirty="0">
              <a:solidFill>
                <a:srgbClr val="003F76"/>
              </a:solidFill>
              <a:latin typeface="+mj-lt"/>
              <a:ea typeface="+mn-ea"/>
            </a:endParaRPr>
          </a:p>
        </p:txBody>
      </p:sp>
      <p:grpSp>
        <p:nvGrpSpPr>
          <p:cNvPr id="9" name="组合 8"/>
          <p:cNvGrpSpPr/>
          <p:nvPr userDrawn="1"/>
        </p:nvGrpSpPr>
        <p:grpSpPr>
          <a:xfrm rot="20408417" flipV="1">
            <a:off x="248590" y="4272489"/>
            <a:ext cx="13706382" cy="8430342"/>
            <a:chOff x="-464834" y="5998940"/>
            <a:chExt cx="12685713" cy="7802563"/>
          </a:xfrm>
          <a:gradFill flip="none" rotWithShape="1">
            <a:gsLst>
              <a:gs pos="40000">
                <a:schemeClr val="tx2">
                  <a:lumMod val="40000"/>
                  <a:lumOff val="60000"/>
                </a:schemeClr>
              </a:gs>
              <a:gs pos="80000">
                <a:schemeClr val="bg1"/>
              </a:gs>
            </a:gsLst>
            <a:lin ang="4200000" scaled="0"/>
            <a:tileRect/>
          </a:gradFill>
        </p:grpSpPr>
        <p:sp>
          <p:nvSpPr>
            <p:cNvPr id="11" name="Freeform 5"/>
            <p:cNvSpPr/>
            <p:nvPr/>
          </p:nvSpPr>
          <p:spPr bwMode="auto">
            <a:xfrm>
              <a:off x="6278866" y="12463241"/>
              <a:ext cx="117475" cy="119063"/>
            </a:xfrm>
            <a:custGeom>
              <a:avLst/>
              <a:gdLst>
                <a:gd name="T0" fmla="*/ 19 w 43"/>
                <a:gd name="T1" fmla="*/ 3 h 44"/>
                <a:gd name="T2" fmla="*/ 1 w 43"/>
                <a:gd name="T3" fmla="*/ 15 h 44"/>
                <a:gd name="T4" fmla="*/ 23 w 43"/>
                <a:gd name="T5" fmla="*/ 40 h 44"/>
                <a:gd name="T6" fmla="*/ 42 w 43"/>
                <a:gd name="T7" fmla="*/ 28 h 44"/>
                <a:gd name="T8" fmla="*/ 19 w 43"/>
                <a:gd name="T9" fmla="*/ 3 h 44"/>
              </a:gdLst>
              <a:ahLst/>
              <a:cxnLst>
                <a:cxn ang="0">
                  <a:pos x="T0" y="T1"/>
                </a:cxn>
                <a:cxn ang="0">
                  <a:pos x="T2" y="T3"/>
                </a:cxn>
                <a:cxn ang="0">
                  <a:pos x="T4" y="T5"/>
                </a:cxn>
                <a:cxn ang="0">
                  <a:pos x="T6" y="T7"/>
                </a:cxn>
                <a:cxn ang="0">
                  <a:pos x="T8" y="T9"/>
                </a:cxn>
              </a:cxnLst>
              <a:rect l="0" t="0" r="r" b="b"/>
              <a:pathLst>
                <a:path w="43" h="44">
                  <a:moveTo>
                    <a:pt x="19" y="3"/>
                  </a:moveTo>
                  <a:cubicBezTo>
                    <a:pt x="8" y="0"/>
                    <a:pt x="0" y="5"/>
                    <a:pt x="1" y="15"/>
                  </a:cubicBezTo>
                  <a:cubicBezTo>
                    <a:pt x="2" y="25"/>
                    <a:pt x="12" y="36"/>
                    <a:pt x="23" y="40"/>
                  </a:cubicBezTo>
                  <a:cubicBezTo>
                    <a:pt x="35" y="44"/>
                    <a:pt x="43" y="39"/>
                    <a:pt x="42" y="28"/>
                  </a:cubicBezTo>
                  <a:cubicBezTo>
                    <a:pt x="41" y="18"/>
                    <a:pt x="30" y="6"/>
                    <a:pt x="1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 name="Freeform 6"/>
            <p:cNvSpPr/>
            <p:nvPr/>
          </p:nvSpPr>
          <p:spPr bwMode="auto">
            <a:xfrm>
              <a:off x="6491591" y="12525153"/>
              <a:ext cx="122238" cy="127000"/>
            </a:xfrm>
            <a:custGeom>
              <a:avLst/>
              <a:gdLst>
                <a:gd name="T0" fmla="*/ 20 w 45"/>
                <a:gd name="T1" fmla="*/ 3 h 47"/>
                <a:gd name="T2" fmla="*/ 2 w 45"/>
                <a:gd name="T3" fmla="*/ 17 h 47"/>
                <a:gd name="T4" fmla="*/ 25 w 45"/>
                <a:gd name="T5" fmla="*/ 43 h 47"/>
                <a:gd name="T6" fmla="*/ 43 w 45"/>
                <a:gd name="T7" fmla="*/ 29 h 47"/>
                <a:gd name="T8" fmla="*/ 20 w 45"/>
                <a:gd name="T9" fmla="*/ 3 h 47"/>
              </a:gdLst>
              <a:ahLst/>
              <a:cxnLst>
                <a:cxn ang="0">
                  <a:pos x="T0" y="T1"/>
                </a:cxn>
                <a:cxn ang="0">
                  <a:pos x="T2" y="T3"/>
                </a:cxn>
                <a:cxn ang="0">
                  <a:pos x="T4" y="T5"/>
                </a:cxn>
                <a:cxn ang="0">
                  <a:pos x="T6" y="T7"/>
                </a:cxn>
                <a:cxn ang="0">
                  <a:pos x="T8" y="T9"/>
                </a:cxn>
              </a:cxnLst>
              <a:rect l="0" t="0" r="r" b="b"/>
              <a:pathLst>
                <a:path w="45" h="47">
                  <a:moveTo>
                    <a:pt x="20" y="3"/>
                  </a:moveTo>
                  <a:cubicBezTo>
                    <a:pt x="8" y="0"/>
                    <a:pt x="0" y="6"/>
                    <a:pt x="2" y="17"/>
                  </a:cubicBezTo>
                  <a:cubicBezTo>
                    <a:pt x="4" y="28"/>
                    <a:pt x="13" y="39"/>
                    <a:pt x="25" y="43"/>
                  </a:cubicBezTo>
                  <a:cubicBezTo>
                    <a:pt x="36" y="47"/>
                    <a:pt x="45" y="41"/>
                    <a:pt x="43" y="29"/>
                  </a:cubicBezTo>
                  <a:cubicBezTo>
                    <a:pt x="42" y="18"/>
                    <a:pt x="31" y="5"/>
                    <a:pt x="2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 name="Freeform 7"/>
            <p:cNvSpPr/>
            <p:nvPr/>
          </p:nvSpPr>
          <p:spPr bwMode="auto">
            <a:xfrm>
              <a:off x="6705904" y="12585478"/>
              <a:ext cx="122238" cy="134938"/>
            </a:xfrm>
            <a:custGeom>
              <a:avLst/>
              <a:gdLst>
                <a:gd name="T0" fmla="*/ 19 w 45"/>
                <a:gd name="T1" fmla="*/ 2 h 50"/>
                <a:gd name="T2" fmla="*/ 2 w 45"/>
                <a:gd name="T3" fmla="*/ 20 h 50"/>
                <a:gd name="T4" fmla="*/ 25 w 45"/>
                <a:gd name="T5" fmla="*/ 46 h 50"/>
                <a:gd name="T6" fmla="*/ 43 w 45"/>
                <a:gd name="T7" fmla="*/ 30 h 50"/>
                <a:gd name="T8" fmla="*/ 19 w 45"/>
                <a:gd name="T9" fmla="*/ 2 h 50"/>
              </a:gdLst>
              <a:ahLst/>
              <a:cxnLst>
                <a:cxn ang="0">
                  <a:pos x="T0" y="T1"/>
                </a:cxn>
                <a:cxn ang="0">
                  <a:pos x="T2" y="T3"/>
                </a:cxn>
                <a:cxn ang="0">
                  <a:pos x="T4" y="T5"/>
                </a:cxn>
                <a:cxn ang="0">
                  <a:pos x="T6" y="T7"/>
                </a:cxn>
                <a:cxn ang="0">
                  <a:pos x="T8" y="T9"/>
                </a:cxn>
              </a:cxnLst>
              <a:rect l="0" t="0" r="r" b="b"/>
              <a:pathLst>
                <a:path w="45" h="50">
                  <a:moveTo>
                    <a:pt x="19" y="2"/>
                  </a:moveTo>
                  <a:cubicBezTo>
                    <a:pt x="7" y="0"/>
                    <a:pt x="0" y="8"/>
                    <a:pt x="2" y="20"/>
                  </a:cubicBezTo>
                  <a:cubicBezTo>
                    <a:pt x="4" y="32"/>
                    <a:pt x="14" y="43"/>
                    <a:pt x="25" y="46"/>
                  </a:cubicBezTo>
                  <a:cubicBezTo>
                    <a:pt x="37" y="50"/>
                    <a:pt x="45" y="42"/>
                    <a:pt x="43" y="30"/>
                  </a:cubicBezTo>
                  <a:cubicBezTo>
                    <a:pt x="41" y="17"/>
                    <a:pt x="30" y="4"/>
                    <a:pt x="1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 name="Freeform 8"/>
            <p:cNvSpPr/>
            <p:nvPr/>
          </p:nvSpPr>
          <p:spPr bwMode="auto">
            <a:xfrm>
              <a:off x="6921804" y="12636278"/>
              <a:ext cx="117475" cy="146050"/>
            </a:xfrm>
            <a:custGeom>
              <a:avLst/>
              <a:gdLst>
                <a:gd name="T0" fmla="*/ 19 w 43"/>
                <a:gd name="T1" fmla="*/ 3 h 54"/>
                <a:gd name="T2" fmla="*/ 1 w 43"/>
                <a:gd name="T3" fmla="*/ 20 h 54"/>
                <a:gd name="T4" fmla="*/ 23 w 43"/>
                <a:gd name="T5" fmla="*/ 50 h 54"/>
                <a:gd name="T6" fmla="*/ 42 w 43"/>
                <a:gd name="T7" fmla="*/ 33 h 54"/>
                <a:gd name="T8" fmla="*/ 19 w 43"/>
                <a:gd name="T9" fmla="*/ 3 h 54"/>
              </a:gdLst>
              <a:ahLst/>
              <a:cxnLst>
                <a:cxn ang="0">
                  <a:pos x="T0" y="T1"/>
                </a:cxn>
                <a:cxn ang="0">
                  <a:pos x="T2" y="T3"/>
                </a:cxn>
                <a:cxn ang="0">
                  <a:pos x="T4" y="T5"/>
                </a:cxn>
                <a:cxn ang="0">
                  <a:pos x="T6" y="T7"/>
                </a:cxn>
                <a:cxn ang="0">
                  <a:pos x="T8" y="T9"/>
                </a:cxn>
              </a:cxnLst>
              <a:rect l="0" t="0" r="r" b="b"/>
              <a:pathLst>
                <a:path w="43" h="54">
                  <a:moveTo>
                    <a:pt x="19" y="3"/>
                  </a:moveTo>
                  <a:cubicBezTo>
                    <a:pt x="8" y="0"/>
                    <a:pt x="0" y="8"/>
                    <a:pt x="1" y="20"/>
                  </a:cubicBezTo>
                  <a:cubicBezTo>
                    <a:pt x="1" y="33"/>
                    <a:pt x="11" y="46"/>
                    <a:pt x="23" y="50"/>
                  </a:cubicBezTo>
                  <a:cubicBezTo>
                    <a:pt x="34" y="54"/>
                    <a:pt x="43" y="46"/>
                    <a:pt x="42" y="33"/>
                  </a:cubicBezTo>
                  <a:cubicBezTo>
                    <a:pt x="41" y="20"/>
                    <a:pt x="30" y="6"/>
                    <a:pt x="1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 name="Freeform 9"/>
            <p:cNvSpPr/>
            <p:nvPr/>
          </p:nvSpPr>
          <p:spPr bwMode="auto">
            <a:xfrm>
              <a:off x="7134529" y="12682316"/>
              <a:ext cx="119063" cy="149225"/>
            </a:xfrm>
            <a:custGeom>
              <a:avLst/>
              <a:gdLst>
                <a:gd name="T0" fmla="*/ 19 w 44"/>
                <a:gd name="T1" fmla="*/ 2 h 55"/>
                <a:gd name="T2" fmla="*/ 2 w 44"/>
                <a:gd name="T3" fmla="*/ 24 h 55"/>
                <a:gd name="T4" fmla="*/ 24 w 44"/>
                <a:gd name="T5" fmla="*/ 52 h 55"/>
                <a:gd name="T6" fmla="*/ 43 w 44"/>
                <a:gd name="T7" fmla="*/ 32 h 55"/>
                <a:gd name="T8" fmla="*/ 19 w 44"/>
                <a:gd name="T9" fmla="*/ 2 h 55"/>
              </a:gdLst>
              <a:ahLst/>
              <a:cxnLst>
                <a:cxn ang="0">
                  <a:pos x="T0" y="T1"/>
                </a:cxn>
                <a:cxn ang="0">
                  <a:pos x="T2" y="T3"/>
                </a:cxn>
                <a:cxn ang="0">
                  <a:pos x="T4" y="T5"/>
                </a:cxn>
                <a:cxn ang="0">
                  <a:pos x="T6" y="T7"/>
                </a:cxn>
                <a:cxn ang="0">
                  <a:pos x="T8" y="T9"/>
                </a:cxn>
              </a:cxnLst>
              <a:rect l="0" t="0" r="r" b="b"/>
              <a:pathLst>
                <a:path w="44" h="55">
                  <a:moveTo>
                    <a:pt x="19" y="2"/>
                  </a:moveTo>
                  <a:cubicBezTo>
                    <a:pt x="8" y="0"/>
                    <a:pt x="0" y="10"/>
                    <a:pt x="2" y="24"/>
                  </a:cubicBezTo>
                  <a:cubicBezTo>
                    <a:pt x="3" y="37"/>
                    <a:pt x="13" y="50"/>
                    <a:pt x="24" y="52"/>
                  </a:cubicBezTo>
                  <a:cubicBezTo>
                    <a:pt x="36" y="55"/>
                    <a:pt x="44" y="46"/>
                    <a:pt x="43" y="32"/>
                  </a:cubicBezTo>
                  <a:cubicBezTo>
                    <a:pt x="41" y="18"/>
                    <a:pt x="30" y="4"/>
                    <a:pt x="1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 name="Freeform 10"/>
            <p:cNvSpPr/>
            <p:nvPr/>
          </p:nvSpPr>
          <p:spPr bwMode="auto">
            <a:xfrm>
              <a:off x="7348841" y="12715653"/>
              <a:ext cx="119063" cy="150813"/>
            </a:xfrm>
            <a:custGeom>
              <a:avLst/>
              <a:gdLst>
                <a:gd name="T0" fmla="*/ 19 w 44"/>
                <a:gd name="T1" fmla="*/ 1 h 56"/>
                <a:gd name="T2" fmla="*/ 1 w 44"/>
                <a:gd name="T3" fmla="*/ 24 h 56"/>
                <a:gd name="T4" fmla="*/ 24 w 44"/>
                <a:gd name="T5" fmla="*/ 54 h 56"/>
                <a:gd name="T6" fmla="*/ 42 w 44"/>
                <a:gd name="T7" fmla="*/ 31 h 56"/>
                <a:gd name="T8" fmla="*/ 19 w 44"/>
                <a:gd name="T9" fmla="*/ 1 h 56"/>
              </a:gdLst>
              <a:ahLst/>
              <a:cxnLst>
                <a:cxn ang="0">
                  <a:pos x="T0" y="T1"/>
                </a:cxn>
                <a:cxn ang="0">
                  <a:pos x="T2" y="T3"/>
                </a:cxn>
                <a:cxn ang="0">
                  <a:pos x="T4" y="T5"/>
                </a:cxn>
                <a:cxn ang="0">
                  <a:pos x="T6" y="T7"/>
                </a:cxn>
                <a:cxn ang="0">
                  <a:pos x="T8" y="T9"/>
                </a:cxn>
              </a:cxnLst>
              <a:rect l="0" t="0" r="r" b="b"/>
              <a:pathLst>
                <a:path w="44" h="56">
                  <a:moveTo>
                    <a:pt x="19" y="1"/>
                  </a:moveTo>
                  <a:cubicBezTo>
                    <a:pt x="9" y="0"/>
                    <a:pt x="0" y="10"/>
                    <a:pt x="1" y="24"/>
                  </a:cubicBezTo>
                  <a:cubicBezTo>
                    <a:pt x="2" y="38"/>
                    <a:pt x="12" y="52"/>
                    <a:pt x="24" y="54"/>
                  </a:cubicBezTo>
                  <a:cubicBezTo>
                    <a:pt x="35" y="56"/>
                    <a:pt x="44" y="46"/>
                    <a:pt x="42" y="31"/>
                  </a:cubicBezTo>
                  <a:cubicBezTo>
                    <a:pt x="41" y="17"/>
                    <a:pt x="30" y="3"/>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 name="Freeform 11"/>
            <p:cNvSpPr/>
            <p:nvPr/>
          </p:nvSpPr>
          <p:spPr bwMode="auto">
            <a:xfrm>
              <a:off x="7559979" y="12731528"/>
              <a:ext cx="122238" cy="152400"/>
            </a:xfrm>
            <a:custGeom>
              <a:avLst/>
              <a:gdLst>
                <a:gd name="T0" fmla="*/ 19 w 45"/>
                <a:gd name="T1" fmla="*/ 0 h 56"/>
                <a:gd name="T2" fmla="*/ 2 w 45"/>
                <a:gd name="T3" fmla="*/ 28 h 56"/>
                <a:gd name="T4" fmla="*/ 25 w 45"/>
                <a:gd name="T5" fmla="*/ 55 h 56"/>
                <a:gd name="T6" fmla="*/ 43 w 45"/>
                <a:gd name="T7" fmla="*/ 29 h 56"/>
                <a:gd name="T8" fmla="*/ 19 w 45"/>
                <a:gd name="T9" fmla="*/ 0 h 56"/>
              </a:gdLst>
              <a:ahLst/>
              <a:cxnLst>
                <a:cxn ang="0">
                  <a:pos x="T0" y="T1"/>
                </a:cxn>
                <a:cxn ang="0">
                  <a:pos x="T2" y="T3"/>
                </a:cxn>
                <a:cxn ang="0">
                  <a:pos x="T4" y="T5"/>
                </a:cxn>
                <a:cxn ang="0">
                  <a:pos x="T6" y="T7"/>
                </a:cxn>
                <a:cxn ang="0">
                  <a:pos x="T8" y="T9"/>
                </a:cxn>
              </a:cxnLst>
              <a:rect l="0" t="0" r="r" b="b"/>
              <a:pathLst>
                <a:path w="45" h="56">
                  <a:moveTo>
                    <a:pt x="19" y="0"/>
                  </a:moveTo>
                  <a:cubicBezTo>
                    <a:pt x="8" y="0"/>
                    <a:pt x="0" y="13"/>
                    <a:pt x="2" y="28"/>
                  </a:cubicBezTo>
                  <a:cubicBezTo>
                    <a:pt x="4" y="43"/>
                    <a:pt x="14" y="54"/>
                    <a:pt x="25" y="55"/>
                  </a:cubicBezTo>
                  <a:cubicBezTo>
                    <a:pt x="36" y="56"/>
                    <a:pt x="45" y="44"/>
                    <a:pt x="43" y="29"/>
                  </a:cubicBezTo>
                  <a:cubicBezTo>
                    <a:pt x="42" y="14"/>
                    <a:pt x="31" y="0"/>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 name="Freeform 12"/>
            <p:cNvSpPr/>
            <p:nvPr/>
          </p:nvSpPr>
          <p:spPr bwMode="auto">
            <a:xfrm>
              <a:off x="7777466" y="12726766"/>
              <a:ext cx="115888" cy="150813"/>
            </a:xfrm>
            <a:custGeom>
              <a:avLst/>
              <a:gdLst>
                <a:gd name="T0" fmla="*/ 18 w 43"/>
                <a:gd name="T1" fmla="*/ 0 h 56"/>
                <a:gd name="T2" fmla="*/ 0 w 43"/>
                <a:gd name="T3" fmla="*/ 28 h 56"/>
                <a:gd name="T4" fmla="*/ 23 w 43"/>
                <a:gd name="T5" fmla="*/ 56 h 56"/>
                <a:gd name="T6" fmla="*/ 42 w 43"/>
                <a:gd name="T7" fmla="*/ 28 h 56"/>
                <a:gd name="T8" fmla="*/ 18 w 43"/>
                <a:gd name="T9" fmla="*/ 0 h 56"/>
              </a:gdLst>
              <a:ahLst/>
              <a:cxnLst>
                <a:cxn ang="0">
                  <a:pos x="T0" y="T1"/>
                </a:cxn>
                <a:cxn ang="0">
                  <a:pos x="T2" y="T3"/>
                </a:cxn>
                <a:cxn ang="0">
                  <a:pos x="T4" y="T5"/>
                </a:cxn>
                <a:cxn ang="0">
                  <a:pos x="T6" y="T7"/>
                </a:cxn>
                <a:cxn ang="0">
                  <a:pos x="T8" y="T9"/>
                </a:cxn>
              </a:cxnLst>
              <a:rect l="0" t="0" r="r" b="b"/>
              <a:pathLst>
                <a:path w="43" h="56">
                  <a:moveTo>
                    <a:pt x="18" y="0"/>
                  </a:moveTo>
                  <a:cubicBezTo>
                    <a:pt x="8" y="1"/>
                    <a:pt x="0" y="14"/>
                    <a:pt x="0" y="28"/>
                  </a:cubicBezTo>
                  <a:cubicBezTo>
                    <a:pt x="1" y="44"/>
                    <a:pt x="11" y="56"/>
                    <a:pt x="23" y="56"/>
                  </a:cubicBezTo>
                  <a:cubicBezTo>
                    <a:pt x="34" y="56"/>
                    <a:pt x="43" y="43"/>
                    <a:pt x="42" y="28"/>
                  </a:cubicBezTo>
                  <a:cubicBezTo>
                    <a:pt x="41" y="12"/>
                    <a:pt x="30" y="0"/>
                    <a:pt x="1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 name="Freeform 13"/>
            <p:cNvSpPr/>
            <p:nvPr/>
          </p:nvSpPr>
          <p:spPr bwMode="auto">
            <a:xfrm>
              <a:off x="7987016" y="12690253"/>
              <a:ext cx="122238" cy="166688"/>
            </a:xfrm>
            <a:custGeom>
              <a:avLst/>
              <a:gdLst>
                <a:gd name="T0" fmla="*/ 19 w 45"/>
                <a:gd name="T1" fmla="*/ 2 h 61"/>
                <a:gd name="T2" fmla="*/ 2 w 45"/>
                <a:gd name="T3" fmla="*/ 36 h 61"/>
                <a:gd name="T4" fmla="*/ 25 w 45"/>
                <a:gd name="T5" fmla="*/ 58 h 61"/>
                <a:gd name="T6" fmla="*/ 43 w 45"/>
                <a:gd name="T7" fmla="*/ 26 h 61"/>
                <a:gd name="T8" fmla="*/ 19 w 45"/>
                <a:gd name="T9" fmla="*/ 2 h 61"/>
              </a:gdLst>
              <a:ahLst/>
              <a:cxnLst>
                <a:cxn ang="0">
                  <a:pos x="T0" y="T1"/>
                </a:cxn>
                <a:cxn ang="0">
                  <a:pos x="T2" y="T3"/>
                </a:cxn>
                <a:cxn ang="0">
                  <a:pos x="T4" y="T5"/>
                </a:cxn>
                <a:cxn ang="0">
                  <a:pos x="T6" y="T7"/>
                </a:cxn>
                <a:cxn ang="0">
                  <a:pos x="T8" y="T9"/>
                </a:cxn>
              </a:cxnLst>
              <a:rect l="0" t="0" r="r" b="b"/>
              <a:pathLst>
                <a:path w="45" h="61">
                  <a:moveTo>
                    <a:pt x="19" y="2"/>
                  </a:moveTo>
                  <a:cubicBezTo>
                    <a:pt x="8" y="5"/>
                    <a:pt x="0" y="20"/>
                    <a:pt x="2" y="36"/>
                  </a:cubicBezTo>
                  <a:cubicBezTo>
                    <a:pt x="4" y="51"/>
                    <a:pt x="14" y="61"/>
                    <a:pt x="25" y="58"/>
                  </a:cubicBezTo>
                  <a:cubicBezTo>
                    <a:pt x="37" y="56"/>
                    <a:pt x="45" y="41"/>
                    <a:pt x="43" y="26"/>
                  </a:cubicBezTo>
                  <a:cubicBezTo>
                    <a:pt x="42" y="11"/>
                    <a:pt x="30" y="0"/>
                    <a:pt x="1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 name="Freeform 14"/>
            <p:cNvSpPr/>
            <p:nvPr/>
          </p:nvSpPr>
          <p:spPr bwMode="auto">
            <a:xfrm>
              <a:off x="8201329" y="12631516"/>
              <a:ext cx="122238" cy="168275"/>
            </a:xfrm>
            <a:custGeom>
              <a:avLst/>
              <a:gdLst>
                <a:gd name="T0" fmla="*/ 20 w 45"/>
                <a:gd name="T1" fmla="*/ 3 h 62"/>
                <a:gd name="T2" fmla="*/ 2 w 45"/>
                <a:gd name="T3" fmla="*/ 37 h 62"/>
                <a:gd name="T4" fmla="*/ 26 w 45"/>
                <a:gd name="T5" fmla="*/ 58 h 62"/>
                <a:gd name="T6" fmla="*/ 43 w 45"/>
                <a:gd name="T7" fmla="*/ 22 h 62"/>
                <a:gd name="T8" fmla="*/ 20 w 45"/>
                <a:gd name="T9" fmla="*/ 3 h 62"/>
              </a:gdLst>
              <a:ahLst/>
              <a:cxnLst>
                <a:cxn ang="0">
                  <a:pos x="T0" y="T1"/>
                </a:cxn>
                <a:cxn ang="0">
                  <a:pos x="T2" y="T3"/>
                </a:cxn>
                <a:cxn ang="0">
                  <a:pos x="T4" y="T5"/>
                </a:cxn>
                <a:cxn ang="0">
                  <a:pos x="T6" y="T7"/>
                </a:cxn>
                <a:cxn ang="0">
                  <a:pos x="T8" y="T9"/>
                </a:cxn>
              </a:cxnLst>
              <a:rect l="0" t="0" r="r" b="b"/>
              <a:pathLst>
                <a:path w="45" h="62">
                  <a:moveTo>
                    <a:pt x="20" y="3"/>
                  </a:moveTo>
                  <a:cubicBezTo>
                    <a:pt x="9" y="6"/>
                    <a:pt x="0" y="22"/>
                    <a:pt x="2" y="37"/>
                  </a:cubicBezTo>
                  <a:cubicBezTo>
                    <a:pt x="3" y="53"/>
                    <a:pt x="14" y="62"/>
                    <a:pt x="26" y="58"/>
                  </a:cubicBezTo>
                  <a:cubicBezTo>
                    <a:pt x="37" y="53"/>
                    <a:pt x="45" y="37"/>
                    <a:pt x="43" y="22"/>
                  </a:cubicBezTo>
                  <a:cubicBezTo>
                    <a:pt x="41" y="8"/>
                    <a:pt x="31" y="0"/>
                    <a:pt x="2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 name="Freeform 15"/>
            <p:cNvSpPr/>
            <p:nvPr/>
          </p:nvSpPr>
          <p:spPr bwMode="auto">
            <a:xfrm>
              <a:off x="8415641" y="12541028"/>
              <a:ext cx="122238" cy="174625"/>
            </a:xfrm>
            <a:custGeom>
              <a:avLst/>
              <a:gdLst>
                <a:gd name="T0" fmla="*/ 19 w 45"/>
                <a:gd name="T1" fmla="*/ 6 h 64"/>
                <a:gd name="T2" fmla="*/ 2 w 45"/>
                <a:gd name="T3" fmla="*/ 43 h 64"/>
                <a:gd name="T4" fmla="*/ 25 w 45"/>
                <a:gd name="T5" fmla="*/ 59 h 64"/>
                <a:gd name="T6" fmla="*/ 43 w 45"/>
                <a:gd name="T7" fmla="*/ 23 h 64"/>
                <a:gd name="T8" fmla="*/ 19 w 45"/>
                <a:gd name="T9" fmla="*/ 6 h 64"/>
              </a:gdLst>
              <a:ahLst/>
              <a:cxnLst>
                <a:cxn ang="0">
                  <a:pos x="T0" y="T1"/>
                </a:cxn>
                <a:cxn ang="0">
                  <a:pos x="T2" y="T3"/>
                </a:cxn>
                <a:cxn ang="0">
                  <a:pos x="T4" y="T5"/>
                </a:cxn>
                <a:cxn ang="0">
                  <a:pos x="T6" y="T7"/>
                </a:cxn>
                <a:cxn ang="0">
                  <a:pos x="T8" y="T9"/>
                </a:cxn>
              </a:cxnLst>
              <a:rect l="0" t="0" r="r" b="b"/>
              <a:pathLst>
                <a:path w="45" h="64">
                  <a:moveTo>
                    <a:pt x="19" y="6"/>
                  </a:moveTo>
                  <a:cubicBezTo>
                    <a:pt x="7" y="11"/>
                    <a:pt x="0" y="28"/>
                    <a:pt x="2" y="43"/>
                  </a:cubicBezTo>
                  <a:cubicBezTo>
                    <a:pt x="4" y="57"/>
                    <a:pt x="14" y="64"/>
                    <a:pt x="25" y="59"/>
                  </a:cubicBezTo>
                  <a:cubicBezTo>
                    <a:pt x="36" y="54"/>
                    <a:pt x="45" y="37"/>
                    <a:pt x="43" y="23"/>
                  </a:cubicBezTo>
                  <a:cubicBezTo>
                    <a:pt x="41" y="8"/>
                    <a:pt x="30" y="0"/>
                    <a:pt x="19"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 name="Freeform 16"/>
            <p:cNvSpPr/>
            <p:nvPr/>
          </p:nvSpPr>
          <p:spPr bwMode="auto">
            <a:xfrm>
              <a:off x="8629954" y="12437841"/>
              <a:ext cx="119063" cy="171450"/>
            </a:xfrm>
            <a:custGeom>
              <a:avLst/>
              <a:gdLst>
                <a:gd name="T0" fmla="*/ 19 w 44"/>
                <a:gd name="T1" fmla="*/ 6 h 63"/>
                <a:gd name="T2" fmla="*/ 2 w 44"/>
                <a:gd name="T3" fmla="*/ 43 h 63"/>
                <a:gd name="T4" fmla="*/ 24 w 44"/>
                <a:gd name="T5" fmla="*/ 57 h 63"/>
                <a:gd name="T6" fmla="*/ 43 w 44"/>
                <a:gd name="T7" fmla="*/ 20 h 63"/>
                <a:gd name="T8" fmla="*/ 19 w 44"/>
                <a:gd name="T9" fmla="*/ 6 h 63"/>
              </a:gdLst>
              <a:ahLst/>
              <a:cxnLst>
                <a:cxn ang="0">
                  <a:pos x="T0" y="T1"/>
                </a:cxn>
                <a:cxn ang="0">
                  <a:pos x="T2" y="T3"/>
                </a:cxn>
                <a:cxn ang="0">
                  <a:pos x="T4" y="T5"/>
                </a:cxn>
                <a:cxn ang="0">
                  <a:pos x="T6" y="T7"/>
                </a:cxn>
                <a:cxn ang="0">
                  <a:pos x="T8" y="T9"/>
                </a:cxn>
              </a:cxnLst>
              <a:rect l="0" t="0" r="r" b="b"/>
              <a:pathLst>
                <a:path w="44" h="63">
                  <a:moveTo>
                    <a:pt x="19" y="6"/>
                  </a:moveTo>
                  <a:cubicBezTo>
                    <a:pt x="8" y="12"/>
                    <a:pt x="0" y="29"/>
                    <a:pt x="2" y="43"/>
                  </a:cubicBezTo>
                  <a:cubicBezTo>
                    <a:pt x="4" y="57"/>
                    <a:pt x="13" y="63"/>
                    <a:pt x="24" y="57"/>
                  </a:cubicBezTo>
                  <a:cubicBezTo>
                    <a:pt x="36" y="51"/>
                    <a:pt x="44" y="34"/>
                    <a:pt x="43" y="20"/>
                  </a:cubicBezTo>
                  <a:cubicBezTo>
                    <a:pt x="41" y="6"/>
                    <a:pt x="30" y="0"/>
                    <a:pt x="19"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 name="Freeform 17"/>
            <p:cNvSpPr/>
            <p:nvPr/>
          </p:nvSpPr>
          <p:spPr bwMode="auto">
            <a:xfrm>
              <a:off x="8844266" y="12315603"/>
              <a:ext cx="119063" cy="171450"/>
            </a:xfrm>
            <a:custGeom>
              <a:avLst/>
              <a:gdLst>
                <a:gd name="T0" fmla="*/ 19 w 44"/>
                <a:gd name="T1" fmla="*/ 7 h 63"/>
                <a:gd name="T2" fmla="*/ 2 w 44"/>
                <a:gd name="T3" fmla="*/ 45 h 63"/>
                <a:gd name="T4" fmla="*/ 25 w 44"/>
                <a:gd name="T5" fmla="*/ 56 h 63"/>
                <a:gd name="T6" fmla="*/ 43 w 44"/>
                <a:gd name="T7" fmla="*/ 19 h 63"/>
                <a:gd name="T8" fmla="*/ 19 w 44"/>
                <a:gd name="T9" fmla="*/ 7 h 63"/>
              </a:gdLst>
              <a:ahLst/>
              <a:cxnLst>
                <a:cxn ang="0">
                  <a:pos x="T0" y="T1"/>
                </a:cxn>
                <a:cxn ang="0">
                  <a:pos x="T2" y="T3"/>
                </a:cxn>
                <a:cxn ang="0">
                  <a:pos x="T4" y="T5"/>
                </a:cxn>
                <a:cxn ang="0">
                  <a:pos x="T6" y="T7"/>
                </a:cxn>
                <a:cxn ang="0">
                  <a:pos x="T8" y="T9"/>
                </a:cxn>
              </a:cxnLst>
              <a:rect l="0" t="0" r="r" b="b"/>
              <a:pathLst>
                <a:path w="44" h="63">
                  <a:moveTo>
                    <a:pt x="19" y="7"/>
                  </a:moveTo>
                  <a:cubicBezTo>
                    <a:pt x="8" y="14"/>
                    <a:pt x="0" y="31"/>
                    <a:pt x="2" y="45"/>
                  </a:cubicBezTo>
                  <a:cubicBezTo>
                    <a:pt x="4" y="58"/>
                    <a:pt x="13" y="63"/>
                    <a:pt x="25" y="56"/>
                  </a:cubicBezTo>
                  <a:cubicBezTo>
                    <a:pt x="36" y="49"/>
                    <a:pt x="44" y="32"/>
                    <a:pt x="43" y="19"/>
                  </a:cubicBezTo>
                  <a:cubicBezTo>
                    <a:pt x="41" y="6"/>
                    <a:pt x="30" y="0"/>
                    <a:pt x="1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 name="Freeform 18"/>
            <p:cNvSpPr/>
            <p:nvPr/>
          </p:nvSpPr>
          <p:spPr bwMode="auto">
            <a:xfrm>
              <a:off x="9061754" y="12185428"/>
              <a:ext cx="115888" cy="166688"/>
            </a:xfrm>
            <a:custGeom>
              <a:avLst/>
              <a:gdLst>
                <a:gd name="T0" fmla="*/ 19 w 43"/>
                <a:gd name="T1" fmla="*/ 7 h 61"/>
                <a:gd name="T2" fmla="*/ 1 w 43"/>
                <a:gd name="T3" fmla="*/ 42 h 61"/>
                <a:gd name="T4" fmla="*/ 23 w 43"/>
                <a:gd name="T5" fmla="*/ 54 h 61"/>
                <a:gd name="T6" fmla="*/ 42 w 43"/>
                <a:gd name="T7" fmla="*/ 17 h 61"/>
                <a:gd name="T8" fmla="*/ 19 w 43"/>
                <a:gd name="T9" fmla="*/ 7 h 61"/>
              </a:gdLst>
              <a:ahLst/>
              <a:cxnLst>
                <a:cxn ang="0">
                  <a:pos x="T0" y="T1"/>
                </a:cxn>
                <a:cxn ang="0">
                  <a:pos x="T2" y="T3"/>
                </a:cxn>
                <a:cxn ang="0">
                  <a:pos x="T4" y="T5"/>
                </a:cxn>
                <a:cxn ang="0">
                  <a:pos x="T6" y="T7"/>
                </a:cxn>
                <a:cxn ang="0">
                  <a:pos x="T8" y="T9"/>
                </a:cxn>
              </a:cxnLst>
              <a:rect l="0" t="0" r="r" b="b"/>
              <a:pathLst>
                <a:path w="43" h="61">
                  <a:moveTo>
                    <a:pt x="19" y="7"/>
                  </a:moveTo>
                  <a:cubicBezTo>
                    <a:pt x="8" y="13"/>
                    <a:pt x="0" y="29"/>
                    <a:pt x="1" y="42"/>
                  </a:cubicBezTo>
                  <a:cubicBezTo>
                    <a:pt x="1" y="56"/>
                    <a:pt x="11" y="61"/>
                    <a:pt x="23" y="54"/>
                  </a:cubicBezTo>
                  <a:cubicBezTo>
                    <a:pt x="35" y="46"/>
                    <a:pt x="43" y="30"/>
                    <a:pt x="42" y="17"/>
                  </a:cubicBezTo>
                  <a:cubicBezTo>
                    <a:pt x="41" y="5"/>
                    <a:pt x="30" y="0"/>
                    <a:pt x="1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 name="Freeform 19"/>
            <p:cNvSpPr/>
            <p:nvPr/>
          </p:nvSpPr>
          <p:spPr bwMode="auto">
            <a:xfrm>
              <a:off x="9276066" y="12047316"/>
              <a:ext cx="119063" cy="157163"/>
            </a:xfrm>
            <a:custGeom>
              <a:avLst/>
              <a:gdLst>
                <a:gd name="T0" fmla="*/ 20 w 44"/>
                <a:gd name="T1" fmla="*/ 6 h 58"/>
                <a:gd name="T2" fmla="*/ 1 w 44"/>
                <a:gd name="T3" fmla="*/ 42 h 58"/>
                <a:gd name="T4" fmla="*/ 24 w 44"/>
                <a:gd name="T5" fmla="*/ 50 h 58"/>
                <a:gd name="T6" fmla="*/ 42 w 44"/>
                <a:gd name="T7" fmla="*/ 14 h 58"/>
                <a:gd name="T8" fmla="*/ 20 w 44"/>
                <a:gd name="T9" fmla="*/ 6 h 58"/>
              </a:gdLst>
              <a:ahLst/>
              <a:cxnLst>
                <a:cxn ang="0">
                  <a:pos x="T0" y="T1"/>
                </a:cxn>
                <a:cxn ang="0">
                  <a:pos x="T2" y="T3"/>
                </a:cxn>
                <a:cxn ang="0">
                  <a:pos x="T4" y="T5"/>
                </a:cxn>
                <a:cxn ang="0">
                  <a:pos x="T6" y="T7"/>
                </a:cxn>
                <a:cxn ang="0">
                  <a:pos x="T8" y="T9"/>
                </a:cxn>
              </a:cxnLst>
              <a:rect l="0" t="0" r="r" b="b"/>
              <a:pathLst>
                <a:path w="44" h="58">
                  <a:moveTo>
                    <a:pt x="20" y="6"/>
                  </a:moveTo>
                  <a:cubicBezTo>
                    <a:pt x="8" y="13"/>
                    <a:pt x="0" y="30"/>
                    <a:pt x="1" y="42"/>
                  </a:cubicBezTo>
                  <a:cubicBezTo>
                    <a:pt x="2" y="55"/>
                    <a:pt x="13" y="58"/>
                    <a:pt x="24" y="50"/>
                  </a:cubicBezTo>
                  <a:cubicBezTo>
                    <a:pt x="36" y="42"/>
                    <a:pt x="44" y="25"/>
                    <a:pt x="42" y="14"/>
                  </a:cubicBezTo>
                  <a:cubicBezTo>
                    <a:pt x="41" y="3"/>
                    <a:pt x="30" y="0"/>
                    <a:pt x="2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 name="Freeform 20"/>
            <p:cNvSpPr/>
            <p:nvPr/>
          </p:nvSpPr>
          <p:spPr bwMode="auto">
            <a:xfrm>
              <a:off x="9490379" y="11902853"/>
              <a:ext cx="119063" cy="149225"/>
            </a:xfrm>
            <a:custGeom>
              <a:avLst/>
              <a:gdLst>
                <a:gd name="T0" fmla="*/ 19 w 44"/>
                <a:gd name="T1" fmla="*/ 8 h 55"/>
                <a:gd name="T2" fmla="*/ 1 w 44"/>
                <a:gd name="T3" fmla="*/ 43 h 55"/>
                <a:gd name="T4" fmla="*/ 24 w 44"/>
                <a:gd name="T5" fmla="*/ 47 h 55"/>
                <a:gd name="T6" fmla="*/ 43 w 44"/>
                <a:gd name="T7" fmla="*/ 13 h 55"/>
                <a:gd name="T8" fmla="*/ 19 w 44"/>
                <a:gd name="T9" fmla="*/ 8 h 55"/>
              </a:gdLst>
              <a:ahLst/>
              <a:cxnLst>
                <a:cxn ang="0">
                  <a:pos x="T0" y="T1"/>
                </a:cxn>
                <a:cxn ang="0">
                  <a:pos x="T2" y="T3"/>
                </a:cxn>
                <a:cxn ang="0">
                  <a:pos x="T4" y="T5"/>
                </a:cxn>
                <a:cxn ang="0">
                  <a:pos x="T6" y="T7"/>
                </a:cxn>
                <a:cxn ang="0">
                  <a:pos x="T8" y="T9"/>
                </a:cxn>
              </a:cxnLst>
              <a:rect l="0" t="0" r="r" b="b"/>
              <a:pathLst>
                <a:path w="44" h="55">
                  <a:moveTo>
                    <a:pt x="19" y="8"/>
                  </a:moveTo>
                  <a:cubicBezTo>
                    <a:pt x="7" y="16"/>
                    <a:pt x="0" y="31"/>
                    <a:pt x="1" y="43"/>
                  </a:cubicBezTo>
                  <a:cubicBezTo>
                    <a:pt x="3" y="53"/>
                    <a:pt x="13" y="55"/>
                    <a:pt x="24" y="47"/>
                  </a:cubicBezTo>
                  <a:cubicBezTo>
                    <a:pt x="36" y="39"/>
                    <a:pt x="44" y="24"/>
                    <a:pt x="43" y="13"/>
                  </a:cubicBezTo>
                  <a:cubicBezTo>
                    <a:pt x="41" y="3"/>
                    <a:pt x="30" y="0"/>
                    <a:pt x="19"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 name="Freeform 21"/>
            <p:cNvSpPr/>
            <p:nvPr/>
          </p:nvSpPr>
          <p:spPr bwMode="auto">
            <a:xfrm>
              <a:off x="9707866" y="11761566"/>
              <a:ext cx="115888" cy="141288"/>
            </a:xfrm>
            <a:custGeom>
              <a:avLst/>
              <a:gdLst>
                <a:gd name="T0" fmla="*/ 19 w 43"/>
                <a:gd name="T1" fmla="*/ 7 h 52"/>
                <a:gd name="T2" fmla="*/ 0 w 43"/>
                <a:gd name="T3" fmla="*/ 38 h 52"/>
                <a:gd name="T4" fmla="*/ 22 w 43"/>
                <a:gd name="T5" fmla="*/ 44 h 52"/>
                <a:gd name="T6" fmla="*/ 42 w 43"/>
                <a:gd name="T7" fmla="*/ 12 h 52"/>
                <a:gd name="T8" fmla="*/ 19 w 43"/>
                <a:gd name="T9" fmla="*/ 7 h 52"/>
              </a:gdLst>
              <a:ahLst/>
              <a:cxnLst>
                <a:cxn ang="0">
                  <a:pos x="T0" y="T1"/>
                </a:cxn>
                <a:cxn ang="0">
                  <a:pos x="T2" y="T3"/>
                </a:cxn>
                <a:cxn ang="0">
                  <a:pos x="T4" y="T5"/>
                </a:cxn>
                <a:cxn ang="0">
                  <a:pos x="T6" y="T7"/>
                </a:cxn>
                <a:cxn ang="0">
                  <a:pos x="T8" y="T9"/>
                </a:cxn>
              </a:cxnLst>
              <a:rect l="0" t="0" r="r" b="b"/>
              <a:pathLst>
                <a:path w="43" h="52">
                  <a:moveTo>
                    <a:pt x="19" y="7"/>
                  </a:moveTo>
                  <a:cubicBezTo>
                    <a:pt x="8" y="14"/>
                    <a:pt x="0" y="28"/>
                    <a:pt x="0" y="38"/>
                  </a:cubicBezTo>
                  <a:cubicBezTo>
                    <a:pt x="1" y="49"/>
                    <a:pt x="11" y="52"/>
                    <a:pt x="22" y="44"/>
                  </a:cubicBezTo>
                  <a:cubicBezTo>
                    <a:pt x="34" y="36"/>
                    <a:pt x="43" y="22"/>
                    <a:pt x="42" y="12"/>
                  </a:cubicBezTo>
                  <a:cubicBezTo>
                    <a:pt x="41" y="2"/>
                    <a:pt x="30" y="0"/>
                    <a:pt x="1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 name="Freeform 22"/>
            <p:cNvSpPr/>
            <p:nvPr/>
          </p:nvSpPr>
          <p:spPr bwMode="auto">
            <a:xfrm>
              <a:off x="9919004" y="11623453"/>
              <a:ext cx="122238" cy="128588"/>
            </a:xfrm>
            <a:custGeom>
              <a:avLst/>
              <a:gdLst>
                <a:gd name="T0" fmla="*/ 19 w 45"/>
                <a:gd name="T1" fmla="*/ 8 h 47"/>
                <a:gd name="T2" fmla="*/ 2 w 45"/>
                <a:gd name="T3" fmla="*/ 38 h 47"/>
                <a:gd name="T4" fmla="*/ 25 w 45"/>
                <a:gd name="T5" fmla="*/ 39 h 47"/>
                <a:gd name="T6" fmla="*/ 43 w 45"/>
                <a:gd name="T7" fmla="*/ 9 h 47"/>
                <a:gd name="T8" fmla="*/ 19 w 45"/>
                <a:gd name="T9" fmla="*/ 8 h 47"/>
              </a:gdLst>
              <a:ahLst/>
              <a:cxnLst>
                <a:cxn ang="0">
                  <a:pos x="T0" y="T1"/>
                </a:cxn>
                <a:cxn ang="0">
                  <a:pos x="T2" y="T3"/>
                </a:cxn>
                <a:cxn ang="0">
                  <a:pos x="T4" y="T5"/>
                </a:cxn>
                <a:cxn ang="0">
                  <a:pos x="T6" y="T7"/>
                </a:cxn>
                <a:cxn ang="0">
                  <a:pos x="T8" y="T9"/>
                </a:cxn>
              </a:cxnLst>
              <a:rect l="0" t="0" r="r" b="b"/>
              <a:pathLst>
                <a:path w="45" h="47">
                  <a:moveTo>
                    <a:pt x="19" y="8"/>
                  </a:moveTo>
                  <a:cubicBezTo>
                    <a:pt x="8" y="16"/>
                    <a:pt x="0" y="29"/>
                    <a:pt x="2" y="38"/>
                  </a:cubicBezTo>
                  <a:cubicBezTo>
                    <a:pt x="4" y="47"/>
                    <a:pt x="14" y="47"/>
                    <a:pt x="25" y="39"/>
                  </a:cubicBezTo>
                  <a:cubicBezTo>
                    <a:pt x="36" y="31"/>
                    <a:pt x="45" y="18"/>
                    <a:pt x="43" y="9"/>
                  </a:cubicBezTo>
                  <a:cubicBezTo>
                    <a:pt x="41" y="1"/>
                    <a:pt x="30" y="0"/>
                    <a:pt x="19"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 name="Freeform 23"/>
            <p:cNvSpPr/>
            <p:nvPr/>
          </p:nvSpPr>
          <p:spPr bwMode="auto">
            <a:xfrm>
              <a:off x="10136491" y="11493278"/>
              <a:ext cx="115888" cy="117475"/>
            </a:xfrm>
            <a:custGeom>
              <a:avLst/>
              <a:gdLst>
                <a:gd name="T0" fmla="*/ 19 w 43"/>
                <a:gd name="T1" fmla="*/ 7 h 43"/>
                <a:gd name="T2" fmla="*/ 1 w 43"/>
                <a:gd name="T3" fmla="*/ 34 h 43"/>
                <a:gd name="T4" fmla="*/ 23 w 43"/>
                <a:gd name="T5" fmla="*/ 36 h 43"/>
                <a:gd name="T6" fmla="*/ 42 w 43"/>
                <a:gd name="T7" fmla="*/ 9 h 43"/>
                <a:gd name="T8" fmla="*/ 19 w 43"/>
                <a:gd name="T9" fmla="*/ 7 h 43"/>
              </a:gdLst>
              <a:ahLst/>
              <a:cxnLst>
                <a:cxn ang="0">
                  <a:pos x="T0" y="T1"/>
                </a:cxn>
                <a:cxn ang="0">
                  <a:pos x="T2" y="T3"/>
                </a:cxn>
                <a:cxn ang="0">
                  <a:pos x="T4" y="T5"/>
                </a:cxn>
                <a:cxn ang="0">
                  <a:pos x="T6" y="T7"/>
                </a:cxn>
                <a:cxn ang="0">
                  <a:pos x="T8" y="T9"/>
                </a:cxn>
              </a:cxnLst>
              <a:rect l="0" t="0" r="r" b="b"/>
              <a:pathLst>
                <a:path w="43" h="43">
                  <a:moveTo>
                    <a:pt x="19" y="7"/>
                  </a:moveTo>
                  <a:cubicBezTo>
                    <a:pt x="8" y="14"/>
                    <a:pt x="0" y="26"/>
                    <a:pt x="1" y="34"/>
                  </a:cubicBezTo>
                  <a:cubicBezTo>
                    <a:pt x="2" y="42"/>
                    <a:pt x="12" y="43"/>
                    <a:pt x="23" y="36"/>
                  </a:cubicBezTo>
                  <a:cubicBezTo>
                    <a:pt x="35" y="29"/>
                    <a:pt x="43" y="17"/>
                    <a:pt x="42" y="9"/>
                  </a:cubicBezTo>
                  <a:cubicBezTo>
                    <a:pt x="41" y="1"/>
                    <a:pt x="31" y="0"/>
                    <a:pt x="1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 name="Freeform 24"/>
            <p:cNvSpPr/>
            <p:nvPr/>
          </p:nvSpPr>
          <p:spPr bwMode="auto">
            <a:xfrm>
              <a:off x="10350804" y="11374216"/>
              <a:ext cx="115888" cy="103188"/>
            </a:xfrm>
            <a:custGeom>
              <a:avLst/>
              <a:gdLst>
                <a:gd name="T0" fmla="*/ 19 w 43"/>
                <a:gd name="T1" fmla="*/ 7 h 38"/>
                <a:gd name="T2" fmla="*/ 1 w 43"/>
                <a:gd name="T3" fmla="*/ 30 h 38"/>
                <a:gd name="T4" fmla="*/ 23 w 43"/>
                <a:gd name="T5" fmla="*/ 32 h 38"/>
                <a:gd name="T6" fmla="*/ 42 w 43"/>
                <a:gd name="T7" fmla="*/ 8 h 38"/>
                <a:gd name="T8" fmla="*/ 19 w 43"/>
                <a:gd name="T9" fmla="*/ 7 h 38"/>
              </a:gdLst>
              <a:ahLst/>
              <a:cxnLst>
                <a:cxn ang="0">
                  <a:pos x="T0" y="T1"/>
                </a:cxn>
                <a:cxn ang="0">
                  <a:pos x="T2" y="T3"/>
                </a:cxn>
                <a:cxn ang="0">
                  <a:pos x="T4" y="T5"/>
                </a:cxn>
                <a:cxn ang="0">
                  <a:pos x="T6" y="T7"/>
                </a:cxn>
                <a:cxn ang="0">
                  <a:pos x="T8" y="T9"/>
                </a:cxn>
              </a:cxnLst>
              <a:rect l="0" t="0" r="r" b="b"/>
              <a:pathLst>
                <a:path w="43" h="38">
                  <a:moveTo>
                    <a:pt x="19" y="7"/>
                  </a:moveTo>
                  <a:cubicBezTo>
                    <a:pt x="9" y="12"/>
                    <a:pt x="0" y="23"/>
                    <a:pt x="1" y="30"/>
                  </a:cubicBezTo>
                  <a:cubicBezTo>
                    <a:pt x="2" y="38"/>
                    <a:pt x="11" y="38"/>
                    <a:pt x="23" y="32"/>
                  </a:cubicBezTo>
                  <a:cubicBezTo>
                    <a:pt x="35" y="25"/>
                    <a:pt x="43" y="14"/>
                    <a:pt x="42" y="8"/>
                  </a:cubicBezTo>
                  <a:cubicBezTo>
                    <a:pt x="41" y="1"/>
                    <a:pt x="31" y="0"/>
                    <a:pt x="1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 name="Freeform 25"/>
            <p:cNvSpPr/>
            <p:nvPr/>
          </p:nvSpPr>
          <p:spPr bwMode="auto">
            <a:xfrm>
              <a:off x="10565116" y="11271028"/>
              <a:ext cx="119063" cy="87313"/>
            </a:xfrm>
            <a:custGeom>
              <a:avLst/>
              <a:gdLst>
                <a:gd name="T0" fmla="*/ 20 w 44"/>
                <a:gd name="T1" fmla="*/ 5 h 32"/>
                <a:gd name="T2" fmla="*/ 1 w 44"/>
                <a:gd name="T3" fmla="*/ 26 h 32"/>
                <a:gd name="T4" fmla="*/ 23 w 44"/>
                <a:gd name="T5" fmla="*/ 27 h 32"/>
                <a:gd name="T6" fmla="*/ 42 w 44"/>
                <a:gd name="T7" fmla="*/ 6 h 32"/>
                <a:gd name="T8" fmla="*/ 20 w 44"/>
                <a:gd name="T9" fmla="*/ 5 h 32"/>
              </a:gdLst>
              <a:ahLst/>
              <a:cxnLst>
                <a:cxn ang="0">
                  <a:pos x="T0" y="T1"/>
                </a:cxn>
                <a:cxn ang="0">
                  <a:pos x="T2" y="T3"/>
                </a:cxn>
                <a:cxn ang="0">
                  <a:pos x="T4" y="T5"/>
                </a:cxn>
                <a:cxn ang="0">
                  <a:pos x="T6" y="T7"/>
                </a:cxn>
                <a:cxn ang="0">
                  <a:pos x="T8" y="T9"/>
                </a:cxn>
              </a:cxnLst>
              <a:rect l="0" t="0" r="r" b="b"/>
              <a:pathLst>
                <a:path w="44" h="32">
                  <a:moveTo>
                    <a:pt x="20" y="5"/>
                  </a:moveTo>
                  <a:cubicBezTo>
                    <a:pt x="8" y="11"/>
                    <a:pt x="0" y="20"/>
                    <a:pt x="1" y="26"/>
                  </a:cubicBezTo>
                  <a:cubicBezTo>
                    <a:pt x="3" y="32"/>
                    <a:pt x="12" y="32"/>
                    <a:pt x="23" y="27"/>
                  </a:cubicBezTo>
                  <a:cubicBezTo>
                    <a:pt x="35" y="21"/>
                    <a:pt x="44" y="12"/>
                    <a:pt x="42" y="6"/>
                  </a:cubicBezTo>
                  <a:cubicBezTo>
                    <a:pt x="41" y="1"/>
                    <a:pt x="31" y="0"/>
                    <a:pt x="2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 name="Freeform 26"/>
            <p:cNvSpPr/>
            <p:nvPr/>
          </p:nvSpPr>
          <p:spPr bwMode="auto">
            <a:xfrm>
              <a:off x="10782604" y="11183716"/>
              <a:ext cx="112713" cy="73025"/>
            </a:xfrm>
            <a:custGeom>
              <a:avLst/>
              <a:gdLst>
                <a:gd name="T0" fmla="*/ 19 w 42"/>
                <a:gd name="T1" fmla="*/ 4 h 27"/>
                <a:gd name="T2" fmla="*/ 0 w 42"/>
                <a:gd name="T3" fmla="*/ 21 h 27"/>
                <a:gd name="T4" fmla="*/ 22 w 42"/>
                <a:gd name="T5" fmla="*/ 23 h 27"/>
                <a:gd name="T6" fmla="*/ 41 w 42"/>
                <a:gd name="T7" fmla="*/ 6 h 27"/>
                <a:gd name="T8" fmla="*/ 19 w 42"/>
                <a:gd name="T9" fmla="*/ 4 h 27"/>
              </a:gdLst>
              <a:ahLst/>
              <a:cxnLst>
                <a:cxn ang="0">
                  <a:pos x="T0" y="T1"/>
                </a:cxn>
                <a:cxn ang="0">
                  <a:pos x="T2" y="T3"/>
                </a:cxn>
                <a:cxn ang="0">
                  <a:pos x="T4" y="T5"/>
                </a:cxn>
                <a:cxn ang="0">
                  <a:pos x="T6" y="T7"/>
                </a:cxn>
                <a:cxn ang="0">
                  <a:pos x="T8" y="T9"/>
                </a:cxn>
              </a:cxnLst>
              <a:rect l="0" t="0" r="r" b="b"/>
              <a:pathLst>
                <a:path w="42" h="27">
                  <a:moveTo>
                    <a:pt x="19" y="4"/>
                  </a:moveTo>
                  <a:cubicBezTo>
                    <a:pt x="8" y="8"/>
                    <a:pt x="0" y="16"/>
                    <a:pt x="0" y="21"/>
                  </a:cubicBezTo>
                  <a:cubicBezTo>
                    <a:pt x="1" y="27"/>
                    <a:pt x="10" y="27"/>
                    <a:pt x="22" y="23"/>
                  </a:cubicBezTo>
                  <a:cubicBezTo>
                    <a:pt x="33" y="18"/>
                    <a:pt x="42" y="11"/>
                    <a:pt x="41" y="6"/>
                  </a:cubicBezTo>
                  <a:cubicBezTo>
                    <a:pt x="41" y="1"/>
                    <a:pt x="30" y="0"/>
                    <a:pt x="1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4" name="Freeform 27"/>
            <p:cNvSpPr/>
            <p:nvPr/>
          </p:nvSpPr>
          <p:spPr bwMode="auto">
            <a:xfrm>
              <a:off x="10996916" y="11118628"/>
              <a:ext cx="112713" cy="57150"/>
            </a:xfrm>
            <a:custGeom>
              <a:avLst/>
              <a:gdLst>
                <a:gd name="T0" fmla="*/ 19 w 42"/>
                <a:gd name="T1" fmla="*/ 3 h 21"/>
                <a:gd name="T2" fmla="*/ 0 w 42"/>
                <a:gd name="T3" fmla="*/ 16 h 21"/>
                <a:gd name="T4" fmla="*/ 21 w 42"/>
                <a:gd name="T5" fmla="*/ 18 h 21"/>
                <a:gd name="T6" fmla="*/ 41 w 42"/>
                <a:gd name="T7" fmla="*/ 5 h 21"/>
                <a:gd name="T8" fmla="*/ 19 w 42"/>
                <a:gd name="T9" fmla="*/ 3 h 21"/>
              </a:gdLst>
              <a:ahLst/>
              <a:cxnLst>
                <a:cxn ang="0">
                  <a:pos x="T0" y="T1"/>
                </a:cxn>
                <a:cxn ang="0">
                  <a:pos x="T2" y="T3"/>
                </a:cxn>
                <a:cxn ang="0">
                  <a:pos x="T4" y="T5"/>
                </a:cxn>
                <a:cxn ang="0">
                  <a:pos x="T6" y="T7"/>
                </a:cxn>
                <a:cxn ang="0">
                  <a:pos x="T8" y="T9"/>
                </a:cxn>
              </a:cxnLst>
              <a:rect l="0" t="0" r="r" b="b"/>
              <a:pathLst>
                <a:path w="42" h="21">
                  <a:moveTo>
                    <a:pt x="19" y="3"/>
                  </a:moveTo>
                  <a:cubicBezTo>
                    <a:pt x="8" y="6"/>
                    <a:pt x="0" y="12"/>
                    <a:pt x="0" y="16"/>
                  </a:cubicBezTo>
                  <a:cubicBezTo>
                    <a:pt x="0" y="21"/>
                    <a:pt x="10" y="21"/>
                    <a:pt x="21" y="18"/>
                  </a:cubicBezTo>
                  <a:cubicBezTo>
                    <a:pt x="33" y="15"/>
                    <a:pt x="42" y="9"/>
                    <a:pt x="41" y="5"/>
                  </a:cubicBezTo>
                  <a:cubicBezTo>
                    <a:pt x="40" y="1"/>
                    <a:pt x="30" y="0"/>
                    <a:pt x="1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5" name="Freeform 28"/>
            <p:cNvSpPr/>
            <p:nvPr/>
          </p:nvSpPr>
          <p:spPr bwMode="auto">
            <a:xfrm>
              <a:off x="11430304" y="10690003"/>
              <a:ext cx="128588" cy="222250"/>
            </a:xfrm>
            <a:custGeom>
              <a:avLst/>
              <a:gdLst>
                <a:gd name="T0" fmla="*/ 21 w 47"/>
                <a:gd name="T1" fmla="*/ 40 h 82"/>
                <a:gd name="T2" fmla="*/ 1 w 47"/>
                <a:gd name="T3" fmla="*/ 81 h 82"/>
                <a:gd name="T4" fmla="*/ 25 w 47"/>
                <a:gd name="T5" fmla="*/ 45 h 82"/>
                <a:gd name="T6" fmla="*/ 45 w 47"/>
                <a:gd name="T7" fmla="*/ 0 h 82"/>
                <a:gd name="T8" fmla="*/ 21 w 47"/>
                <a:gd name="T9" fmla="*/ 40 h 82"/>
              </a:gdLst>
              <a:ahLst/>
              <a:cxnLst>
                <a:cxn ang="0">
                  <a:pos x="T0" y="T1"/>
                </a:cxn>
                <a:cxn ang="0">
                  <a:pos x="T2" y="T3"/>
                </a:cxn>
                <a:cxn ang="0">
                  <a:pos x="T4" y="T5"/>
                </a:cxn>
                <a:cxn ang="0">
                  <a:pos x="T6" y="T7"/>
                </a:cxn>
                <a:cxn ang="0">
                  <a:pos x="T8" y="T9"/>
                </a:cxn>
              </a:cxnLst>
              <a:rect l="0" t="0" r="r" b="b"/>
              <a:pathLst>
                <a:path w="47" h="82">
                  <a:moveTo>
                    <a:pt x="21" y="40"/>
                  </a:moveTo>
                  <a:cubicBezTo>
                    <a:pt x="9" y="62"/>
                    <a:pt x="0" y="79"/>
                    <a:pt x="1" y="81"/>
                  </a:cubicBezTo>
                  <a:cubicBezTo>
                    <a:pt x="2" y="82"/>
                    <a:pt x="13" y="68"/>
                    <a:pt x="25" y="45"/>
                  </a:cubicBezTo>
                  <a:cubicBezTo>
                    <a:pt x="38" y="22"/>
                    <a:pt x="47" y="0"/>
                    <a:pt x="45" y="0"/>
                  </a:cubicBezTo>
                  <a:cubicBezTo>
                    <a:pt x="44" y="0"/>
                    <a:pt x="33" y="20"/>
                    <a:pt x="21"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6" name="Freeform 29"/>
            <p:cNvSpPr/>
            <p:nvPr/>
          </p:nvSpPr>
          <p:spPr bwMode="auto">
            <a:xfrm>
              <a:off x="11662079" y="10185178"/>
              <a:ext cx="130175" cy="271463"/>
            </a:xfrm>
            <a:custGeom>
              <a:avLst/>
              <a:gdLst>
                <a:gd name="T0" fmla="*/ 21 w 48"/>
                <a:gd name="T1" fmla="*/ 50 h 100"/>
                <a:gd name="T2" fmla="*/ 2 w 48"/>
                <a:gd name="T3" fmla="*/ 99 h 100"/>
                <a:gd name="T4" fmla="*/ 26 w 48"/>
                <a:gd name="T5" fmla="*/ 52 h 100"/>
                <a:gd name="T6" fmla="*/ 47 w 48"/>
                <a:gd name="T7" fmla="*/ 0 h 100"/>
                <a:gd name="T8" fmla="*/ 21 w 48"/>
                <a:gd name="T9" fmla="*/ 50 h 100"/>
              </a:gdLst>
              <a:ahLst/>
              <a:cxnLst>
                <a:cxn ang="0">
                  <a:pos x="T0" y="T1"/>
                </a:cxn>
                <a:cxn ang="0">
                  <a:pos x="T2" y="T3"/>
                </a:cxn>
                <a:cxn ang="0">
                  <a:pos x="T4" y="T5"/>
                </a:cxn>
                <a:cxn ang="0">
                  <a:pos x="T6" y="T7"/>
                </a:cxn>
                <a:cxn ang="0">
                  <a:pos x="T8" y="T9"/>
                </a:cxn>
              </a:cxnLst>
              <a:rect l="0" t="0" r="r" b="b"/>
              <a:pathLst>
                <a:path w="48" h="100">
                  <a:moveTo>
                    <a:pt x="21" y="50"/>
                  </a:moveTo>
                  <a:cubicBezTo>
                    <a:pt x="9" y="77"/>
                    <a:pt x="0" y="100"/>
                    <a:pt x="2" y="99"/>
                  </a:cubicBezTo>
                  <a:cubicBezTo>
                    <a:pt x="3" y="99"/>
                    <a:pt x="14" y="78"/>
                    <a:pt x="26" y="52"/>
                  </a:cubicBezTo>
                  <a:cubicBezTo>
                    <a:pt x="39" y="24"/>
                    <a:pt x="48" y="1"/>
                    <a:pt x="47" y="0"/>
                  </a:cubicBezTo>
                  <a:cubicBezTo>
                    <a:pt x="45" y="0"/>
                    <a:pt x="33" y="23"/>
                    <a:pt x="21"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7" name="Freeform 30"/>
            <p:cNvSpPr/>
            <p:nvPr/>
          </p:nvSpPr>
          <p:spPr bwMode="auto">
            <a:xfrm>
              <a:off x="11895441" y="9742266"/>
              <a:ext cx="130175" cy="214313"/>
            </a:xfrm>
            <a:custGeom>
              <a:avLst/>
              <a:gdLst>
                <a:gd name="T0" fmla="*/ 20 w 48"/>
                <a:gd name="T1" fmla="*/ 36 h 79"/>
                <a:gd name="T2" fmla="*/ 2 w 48"/>
                <a:gd name="T3" fmla="*/ 78 h 79"/>
                <a:gd name="T4" fmla="*/ 27 w 48"/>
                <a:gd name="T5" fmla="*/ 39 h 79"/>
                <a:gd name="T6" fmla="*/ 46 w 48"/>
                <a:gd name="T7" fmla="*/ 1 h 79"/>
                <a:gd name="T8" fmla="*/ 20 w 48"/>
                <a:gd name="T9" fmla="*/ 36 h 79"/>
              </a:gdLst>
              <a:ahLst/>
              <a:cxnLst>
                <a:cxn ang="0">
                  <a:pos x="T0" y="T1"/>
                </a:cxn>
                <a:cxn ang="0">
                  <a:pos x="T2" y="T3"/>
                </a:cxn>
                <a:cxn ang="0">
                  <a:pos x="T4" y="T5"/>
                </a:cxn>
                <a:cxn ang="0">
                  <a:pos x="T6" y="T7"/>
                </a:cxn>
                <a:cxn ang="0">
                  <a:pos x="T8" y="T9"/>
                </a:cxn>
              </a:cxnLst>
              <a:rect l="0" t="0" r="r" b="b"/>
              <a:pathLst>
                <a:path w="48" h="79">
                  <a:moveTo>
                    <a:pt x="20" y="36"/>
                  </a:moveTo>
                  <a:cubicBezTo>
                    <a:pt x="9" y="57"/>
                    <a:pt x="0" y="77"/>
                    <a:pt x="2" y="78"/>
                  </a:cubicBezTo>
                  <a:cubicBezTo>
                    <a:pt x="3" y="79"/>
                    <a:pt x="14" y="61"/>
                    <a:pt x="27" y="39"/>
                  </a:cubicBezTo>
                  <a:cubicBezTo>
                    <a:pt x="39" y="18"/>
                    <a:pt x="48" y="2"/>
                    <a:pt x="46" y="1"/>
                  </a:cubicBezTo>
                  <a:cubicBezTo>
                    <a:pt x="44" y="0"/>
                    <a:pt x="32" y="15"/>
                    <a:pt x="20"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8" name="Freeform 31"/>
            <p:cNvSpPr/>
            <p:nvPr/>
          </p:nvSpPr>
          <p:spPr bwMode="auto">
            <a:xfrm>
              <a:off x="338441" y="13457016"/>
              <a:ext cx="115888" cy="254000"/>
            </a:xfrm>
            <a:custGeom>
              <a:avLst/>
              <a:gdLst>
                <a:gd name="T0" fmla="*/ 17 w 43"/>
                <a:gd name="T1" fmla="*/ 9 h 94"/>
                <a:gd name="T2" fmla="*/ 1 w 43"/>
                <a:gd name="T3" fmla="*/ 62 h 94"/>
                <a:gd name="T4" fmla="*/ 24 w 43"/>
                <a:gd name="T5" fmla="*/ 89 h 94"/>
                <a:gd name="T6" fmla="*/ 41 w 43"/>
                <a:gd name="T7" fmla="*/ 38 h 94"/>
                <a:gd name="T8" fmla="*/ 17 w 43"/>
                <a:gd name="T9" fmla="*/ 9 h 94"/>
              </a:gdLst>
              <a:ahLst/>
              <a:cxnLst>
                <a:cxn ang="0">
                  <a:pos x="T0" y="T1"/>
                </a:cxn>
                <a:cxn ang="0">
                  <a:pos x="T2" y="T3"/>
                </a:cxn>
                <a:cxn ang="0">
                  <a:pos x="T4" y="T5"/>
                </a:cxn>
                <a:cxn ang="0">
                  <a:pos x="T6" y="T7"/>
                </a:cxn>
                <a:cxn ang="0">
                  <a:pos x="T8" y="T9"/>
                </a:cxn>
              </a:cxnLst>
              <a:rect l="0" t="0" r="r" b="b"/>
              <a:pathLst>
                <a:path w="43" h="94">
                  <a:moveTo>
                    <a:pt x="17" y="9"/>
                  </a:moveTo>
                  <a:cubicBezTo>
                    <a:pt x="7" y="17"/>
                    <a:pt x="0" y="42"/>
                    <a:pt x="1" y="62"/>
                  </a:cubicBezTo>
                  <a:cubicBezTo>
                    <a:pt x="3" y="84"/>
                    <a:pt x="12" y="94"/>
                    <a:pt x="24" y="89"/>
                  </a:cubicBezTo>
                  <a:cubicBezTo>
                    <a:pt x="35" y="83"/>
                    <a:pt x="43" y="62"/>
                    <a:pt x="41" y="38"/>
                  </a:cubicBezTo>
                  <a:cubicBezTo>
                    <a:pt x="39" y="14"/>
                    <a:pt x="28" y="0"/>
                    <a:pt x="17"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9" name="Freeform 32"/>
            <p:cNvSpPr/>
            <p:nvPr/>
          </p:nvSpPr>
          <p:spPr bwMode="auto">
            <a:xfrm>
              <a:off x="541641" y="13269691"/>
              <a:ext cx="119063" cy="322263"/>
            </a:xfrm>
            <a:custGeom>
              <a:avLst/>
              <a:gdLst>
                <a:gd name="T0" fmla="*/ 18 w 44"/>
                <a:gd name="T1" fmla="*/ 9 h 119"/>
                <a:gd name="T2" fmla="*/ 3 w 44"/>
                <a:gd name="T3" fmla="*/ 79 h 119"/>
                <a:gd name="T4" fmla="*/ 27 w 44"/>
                <a:gd name="T5" fmla="*/ 112 h 119"/>
                <a:gd name="T6" fmla="*/ 42 w 44"/>
                <a:gd name="T7" fmla="*/ 50 h 119"/>
                <a:gd name="T8" fmla="*/ 18 w 44"/>
                <a:gd name="T9" fmla="*/ 9 h 119"/>
              </a:gdLst>
              <a:ahLst/>
              <a:cxnLst>
                <a:cxn ang="0">
                  <a:pos x="T0" y="T1"/>
                </a:cxn>
                <a:cxn ang="0">
                  <a:pos x="T2" y="T3"/>
                </a:cxn>
                <a:cxn ang="0">
                  <a:pos x="T4" y="T5"/>
                </a:cxn>
                <a:cxn ang="0">
                  <a:pos x="T6" y="T7"/>
                </a:cxn>
                <a:cxn ang="0">
                  <a:pos x="T8" y="T9"/>
                </a:cxn>
              </a:cxnLst>
              <a:rect l="0" t="0" r="r" b="b"/>
              <a:pathLst>
                <a:path w="44" h="119">
                  <a:moveTo>
                    <a:pt x="18" y="9"/>
                  </a:moveTo>
                  <a:cubicBezTo>
                    <a:pt x="7" y="18"/>
                    <a:pt x="0" y="51"/>
                    <a:pt x="3" y="79"/>
                  </a:cubicBezTo>
                  <a:cubicBezTo>
                    <a:pt x="5" y="106"/>
                    <a:pt x="16" y="119"/>
                    <a:pt x="27" y="112"/>
                  </a:cubicBezTo>
                  <a:cubicBezTo>
                    <a:pt x="37" y="105"/>
                    <a:pt x="44" y="79"/>
                    <a:pt x="42" y="50"/>
                  </a:cubicBezTo>
                  <a:cubicBezTo>
                    <a:pt x="40" y="20"/>
                    <a:pt x="29" y="0"/>
                    <a:pt x="18"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0" name="Freeform 33"/>
            <p:cNvSpPr/>
            <p:nvPr/>
          </p:nvSpPr>
          <p:spPr bwMode="auto">
            <a:xfrm>
              <a:off x="748016" y="13082366"/>
              <a:ext cx="122238" cy="374650"/>
            </a:xfrm>
            <a:custGeom>
              <a:avLst/>
              <a:gdLst>
                <a:gd name="T0" fmla="*/ 17 w 45"/>
                <a:gd name="T1" fmla="*/ 10 h 138"/>
                <a:gd name="T2" fmla="*/ 2 w 45"/>
                <a:gd name="T3" fmla="*/ 85 h 138"/>
                <a:gd name="T4" fmla="*/ 26 w 45"/>
                <a:gd name="T5" fmla="*/ 131 h 138"/>
                <a:gd name="T6" fmla="*/ 42 w 45"/>
                <a:gd name="T7" fmla="*/ 58 h 138"/>
                <a:gd name="T8" fmla="*/ 17 w 45"/>
                <a:gd name="T9" fmla="*/ 10 h 138"/>
              </a:gdLst>
              <a:ahLst/>
              <a:cxnLst>
                <a:cxn ang="0">
                  <a:pos x="T0" y="T1"/>
                </a:cxn>
                <a:cxn ang="0">
                  <a:pos x="T2" y="T3"/>
                </a:cxn>
                <a:cxn ang="0">
                  <a:pos x="T4" y="T5"/>
                </a:cxn>
                <a:cxn ang="0">
                  <a:pos x="T6" y="T7"/>
                </a:cxn>
                <a:cxn ang="0">
                  <a:pos x="T8" y="T9"/>
                </a:cxn>
              </a:cxnLst>
              <a:rect l="0" t="0" r="r" b="b"/>
              <a:pathLst>
                <a:path w="45" h="138">
                  <a:moveTo>
                    <a:pt x="17" y="10"/>
                  </a:moveTo>
                  <a:cubicBezTo>
                    <a:pt x="7" y="19"/>
                    <a:pt x="0" y="54"/>
                    <a:pt x="2" y="85"/>
                  </a:cubicBezTo>
                  <a:cubicBezTo>
                    <a:pt x="5" y="120"/>
                    <a:pt x="15" y="138"/>
                    <a:pt x="26" y="131"/>
                  </a:cubicBezTo>
                  <a:cubicBezTo>
                    <a:pt x="38" y="124"/>
                    <a:pt x="45" y="93"/>
                    <a:pt x="42" y="58"/>
                  </a:cubicBezTo>
                  <a:cubicBezTo>
                    <a:pt x="39" y="23"/>
                    <a:pt x="28" y="0"/>
                    <a:pt x="1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1" name="Freeform 34"/>
            <p:cNvSpPr/>
            <p:nvPr/>
          </p:nvSpPr>
          <p:spPr bwMode="auto">
            <a:xfrm>
              <a:off x="954391" y="12923616"/>
              <a:ext cx="122238" cy="393700"/>
            </a:xfrm>
            <a:custGeom>
              <a:avLst/>
              <a:gdLst>
                <a:gd name="T0" fmla="*/ 17 w 45"/>
                <a:gd name="T1" fmla="*/ 7 h 145"/>
                <a:gd name="T2" fmla="*/ 2 w 45"/>
                <a:gd name="T3" fmla="*/ 84 h 145"/>
                <a:gd name="T4" fmla="*/ 26 w 45"/>
                <a:gd name="T5" fmla="*/ 139 h 145"/>
                <a:gd name="T6" fmla="*/ 43 w 45"/>
                <a:gd name="T7" fmla="*/ 63 h 145"/>
                <a:gd name="T8" fmla="*/ 17 w 45"/>
                <a:gd name="T9" fmla="*/ 7 h 145"/>
              </a:gdLst>
              <a:ahLst/>
              <a:cxnLst>
                <a:cxn ang="0">
                  <a:pos x="T0" y="T1"/>
                </a:cxn>
                <a:cxn ang="0">
                  <a:pos x="T2" y="T3"/>
                </a:cxn>
                <a:cxn ang="0">
                  <a:pos x="T4" y="T5"/>
                </a:cxn>
                <a:cxn ang="0">
                  <a:pos x="T6" y="T7"/>
                </a:cxn>
                <a:cxn ang="0">
                  <a:pos x="T8" y="T9"/>
                </a:cxn>
              </a:cxnLst>
              <a:rect l="0" t="0" r="r" b="b"/>
              <a:pathLst>
                <a:path w="45" h="145">
                  <a:moveTo>
                    <a:pt x="17" y="7"/>
                  </a:moveTo>
                  <a:cubicBezTo>
                    <a:pt x="7" y="13"/>
                    <a:pt x="0" y="49"/>
                    <a:pt x="2" y="84"/>
                  </a:cubicBezTo>
                  <a:cubicBezTo>
                    <a:pt x="4" y="123"/>
                    <a:pt x="15" y="145"/>
                    <a:pt x="26" y="139"/>
                  </a:cubicBezTo>
                  <a:cubicBezTo>
                    <a:pt x="38" y="133"/>
                    <a:pt x="45" y="101"/>
                    <a:pt x="43" y="63"/>
                  </a:cubicBezTo>
                  <a:cubicBezTo>
                    <a:pt x="40" y="27"/>
                    <a:pt x="28" y="0"/>
                    <a:pt x="17"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2" name="Freeform 35"/>
            <p:cNvSpPr/>
            <p:nvPr/>
          </p:nvSpPr>
          <p:spPr bwMode="auto">
            <a:xfrm>
              <a:off x="1160766" y="12799791"/>
              <a:ext cx="122238" cy="376238"/>
            </a:xfrm>
            <a:custGeom>
              <a:avLst/>
              <a:gdLst>
                <a:gd name="T0" fmla="*/ 18 w 45"/>
                <a:gd name="T1" fmla="*/ 5 h 139"/>
                <a:gd name="T2" fmla="*/ 3 w 45"/>
                <a:gd name="T3" fmla="*/ 78 h 139"/>
                <a:gd name="T4" fmla="*/ 27 w 45"/>
                <a:gd name="T5" fmla="*/ 134 h 139"/>
                <a:gd name="T6" fmla="*/ 43 w 45"/>
                <a:gd name="T7" fmla="*/ 60 h 139"/>
                <a:gd name="T8" fmla="*/ 18 w 45"/>
                <a:gd name="T9" fmla="*/ 5 h 139"/>
              </a:gdLst>
              <a:ahLst/>
              <a:cxnLst>
                <a:cxn ang="0">
                  <a:pos x="T0" y="T1"/>
                </a:cxn>
                <a:cxn ang="0">
                  <a:pos x="T2" y="T3"/>
                </a:cxn>
                <a:cxn ang="0">
                  <a:pos x="T4" y="T5"/>
                </a:cxn>
                <a:cxn ang="0">
                  <a:pos x="T6" y="T7"/>
                </a:cxn>
                <a:cxn ang="0">
                  <a:pos x="T8" y="T9"/>
                </a:cxn>
              </a:cxnLst>
              <a:rect l="0" t="0" r="r" b="b"/>
              <a:pathLst>
                <a:path w="45" h="139">
                  <a:moveTo>
                    <a:pt x="18" y="5"/>
                  </a:moveTo>
                  <a:cubicBezTo>
                    <a:pt x="8" y="10"/>
                    <a:pt x="0" y="44"/>
                    <a:pt x="3" y="78"/>
                  </a:cubicBezTo>
                  <a:cubicBezTo>
                    <a:pt x="5" y="116"/>
                    <a:pt x="15" y="139"/>
                    <a:pt x="27" y="134"/>
                  </a:cubicBezTo>
                  <a:cubicBezTo>
                    <a:pt x="38" y="128"/>
                    <a:pt x="45" y="96"/>
                    <a:pt x="43" y="60"/>
                  </a:cubicBezTo>
                  <a:cubicBezTo>
                    <a:pt x="41" y="25"/>
                    <a:pt x="29" y="0"/>
                    <a:pt x="18"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3" name="Freeform 36"/>
            <p:cNvSpPr/>
            <p:nvPr/>
          </p:nvSpPr>
          <p:spPr bwMode="auto">
            <a:xfrm>
              <a:off x="1367141" y="12682316"/>
              <a:ext cx="123825" cy="363538"/>
            </a:xfrm>
            <a:custGeom>
              <a:avLst/>
              <a:gdLst>
                <a:gd name="T0" fmla="*/ 17 w 46"/>
                <a:gd name="T1" fmla="*/ 8 h 134"/>
                <a:gd name="T2" fmla="*/ 4 w 46"/>
                <a:gd name="T3" fmla="*/ 83 h 134"/>
                <a:gd name="T4" fmla="*/ 29 w 46"/>
                <a:gd name="T5" fmla="*/ 127 h 134"/>
                <a:gd name="T6" fmla="*/ 43 w 46"/>
                <a:gd name="T7" fmla="*/ 54 h 134"/>
                <a:gd name="T8" fmla="*/ 17 w 46"/>
                <a:gd name="T9" fmla="*/ 8 h 134"/>
              </a:gdLst>
              <a:ahLst/>
              <a:cxnLst>
                <a:cxn ang="0">
                  <a:pos x="T0" y="T1"/>
                </a:cxn>
                <a:cxn ang="0">
                  <a:pos x="T2" y="T3"/>
                </a:cxn>
                <a:cxn ang="0">
                  <a:pos x="T4" y="T5"/>
                </a:cxn>
                <a:cxn ang="0">
                  <a:pos x="T6" y="T7"/>
                </a:cxn>
                <a:cxn ang="0">
                  <a:pos x="T8" y="T9"/>
                </a:cxn>
              </a:cxnLst>
              <a:rect l="0" t="0" r="r" b="b"/>
              <a:pathLst>
                <a:path w="46" h="134">
                  <a:moveTo>
                    <a:pt x="17" y="8"/>
                  </a:moveTo>
                  <a:cubicBezTo>
                    <a:pt x="6" y="15"/>
                    <a:pt x="0" y="48"/>
                    <a:pt x="4" y="83"/>
                  </a:cubicBezTo>
                  <a:cubicBezTo>
                    <a:pt x="7" y="115"/>
                    <a:pt x="18" y="134"/>
                    <a:pt x="29" y="127"/>
                  </a:cubicBezTo>
                  <a:cubicBezTo>
                    <a:pt x="40" y="120"/>
                    <a:pt x="46" y="86"/>
                    <a:pt x="43" y="54"/>
                  </a:cubicBezTo>
                  <a:cubicBezTo>
                    <a:pt x="40" y="21"/>
                    <a:pt x="28" y="0"/>
                    <a:pt x="17"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4" name="Freeform 37"/>
            <p:cNvSpPr/>
            <p:nvPr/>
          </p:nvSpPr>
          <p:spPr bwMode="auto">
            <a:xfrm>
              <a:off x="1578279" y="12595003"/>
              <a:ext cx="122238" cy="327025"/>
            </a:xfrm>
            <a:custGeom>
              <a:avLst/>
              <a:gdLst>
                <a:gd name="T0" fmla="*/ 18 w 45"/>
                <a:gd name="T1" fmla="*/ 4 h 120"/>
                <a:gd name="T2" fmla="*/ 2 w 45"/>
                <a:gd name="T3" fmla="*/ 65 h 120"/>
                <a:gd name="T4" fmla="*/ 26 w 45"/>
                <a:gd name="T5" fmla="*/ 114 h 120"/>
                <a:gd name="T6" fmla="*/ 43 w 45"/>
                <a:gd name="T7" fmla="*/ 50 h 120"/>
                <a:gd name="T8" fmla="*/ 18 w 45"/>
                <a:gd name="T9" fmla="*/ 4 h 120"/>
              </a:gdLst>
              <a:ahLst/>
              <a:cxnLst>
                <a:cxn ang="0">
                  <a:pos x="T0" y="T1"/>
                </a:cxn>
                <a:cxn ang="0">
                  <a:pos x="T2" y="T3"/>
                </a:cxn>
                <a:cxn ang="0">
                  <a:pos x="T4" y="T5"/>
                </a:cxn>
                <a:cxn ang="0">
                  <a:pos x="T6" y="T7"/>
                </a:cxn>
                <a:cxn ang="0">
                  <a:pos x="T8" y="T9"/>
                </a:cxn>
              </a:cxnLst>
              <a:rect l="0" t="0" r="r" b="b"/>
              <a:pathLst>
                <a:path w="45" h="120">
                  <a:moveTo>
                    <a:pt x="18" y="4"/>
                  </a:moveTo>
                  <a:cubicBezTo>
                    <a:pt x="7" y="9"/>
                    <a:pt x="0" y="35"/>
                    <a:pt x="2" y="65"/>
                  </a:cubicBezTo>
                  <a:cubicBezTo>
                    <a:pt x="4" y="98"/>
                    <a:pt x="15" y="120"/>
                    <a:pt x="26" y="114"/>
                  </a:cubicBezTo>
                  <a:cubicBezTo>
                    <a:pt x="38" y="109"/>
                    <a:pt x="45" y="80"/>
                    <a:pt x="43" y="50"/>
                  </a:cubicBezTo>
                  <a:cubicBezTo>
                    <a:pt x="40" y="20"/>
                    <a:pt x="29" y="0"/>
                    <a:pt x="18"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5" name="Freeform 38"/>
            <p:cNvSpPr/>
            <p:nvPr/>
          </p:nvSpPr>
          <p:spPr bwMode="auto">
            <a:xfrm>
              <a:off x="1787829" y="12521978"/>
              <a:ext cx="122238" cy="288925"/>
            </a:xfrm>
            <a:custGeom>
              <a:avLst/>
              <a:gdLst>
                <a:gd name="T0" fmla="*/ 18 w 45"/>
                <a:gd name="T1" fmla="*/ 4 h 106"/>
                <a:gd name="T2" fmla="*/ 2 w 45"/>
                <a:gd name="T3" fmla="*/ 58 h 106"/>
                <a:gd name="T4" fmla="*/ 27 w 45"/>
                <a:gd name="T5" fmla="*/ 101 h 106"/>
                <a:gd name="T6" fmla="*/ 43 w 45"/>
                <a:gd name="T7" fmla="*/ 43 h 106"/>
                <a:gd name="T8" fmla="*/ 18 w 45"/>
                <a:gd name="T9" fmla="*/ 4 h 106"/>
              </a:gdLst>
              <a:ahLst/>
              <a:cxnLst>
                <a:cxn ang="0">
                  <a:pos x="T0" y="T1"/>
                </a:cxn>
                <a:cxn ang="0">
                  <a:pos x="T2" y="T3"/>
                </a:cxn>
                <a:cxn ang="0">
                  <a:pos x="T4" y="T5"/>
                </a:cxn>
                <a:cxn ang="0">
                  <a:pos x="T6" y="T7"/>
                </a:cxn>
                <a:cxn ang="0">
                  <a:pos x="T8" y="T9"/>
                </a:cxn>
              </a:cxnLst>
              <a:rect l="0" t="0" r="r" b="b"/>
              <a:pathLst>
                <a:path w="45" h="106">
                  <a:moveTo>
                    <a:pt x="18" y="4"/>
                  </a:moveTo>
                  <a:cubicBezTo>
                    <a:pt x="7" y="8"/>
                    <a:pt x="0" y="31"/>
                    <a:pt x="2" y="58"/>
                  </a:cubicBezTo>
                  <a:cubicBezTo>
                    <a:pt x="5" y="87"/>
                    <a:pt x="15" y="106"/>
                    <a:pt x="27" y="101"/>
                  </a:cubicBezTo>
                  <a:cubicBezTo>
                    <a:pt x="38" y="96"/>
                    <a:pt x="45" y="69"/>
                    <a:pt x="43" y="43"/>
                  </a:cubicBezTo>
                  <a:cubicBezTo>
                    <a:pt x="41" y="17"/>
                    <a:pt x="29" y="0"/>
                    <a:pt x="18"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6" name="Freeform 39"/>
            <p:cNvSpPr/>
            <p:nvPr/>
          </p:nvSpPr>
          <p:spPr bwMode="auto">
            <a:xfrm>
              <a:off x="1998966" y="12472766"/>
              <a:ext cx="122238" cy="242888"/>
            </a:xfrm>
            <a:custGeom>
              <a:avLst/>
              <a:gdLst>
                <a:gd name="T0" fmla="*/ 19 w 45"/>
                <a:gd name="T1" fmla="*/ 2 h 89"/>
                <a:gd name="T2" fmla="*/ 2 w 45"/>
                <a:gd name="T3" fmla="*/ 45 h 89"/>
                <a:gd name="T4" fmla="*/ 25 w 45"/>
                <a:gd name="T5" fmla="*/ 85 h 89"/>
                <a:gd name="T6" fmla="*/ 43 w 45"/>
                <a:gd name="T7" fmla="*/ 37 h 89"/>
                <a:gd name="T8" fmla="*/ 19 w 45"/>
                <a:gd name="T9" fmla="*/ 2 h 89"/>
              </a:gdLst>
              <a:ahLst/>
              <a:cxnLst>
                <a:cxn ang="0">
                  <a:pos x="T0" y="T1"/>
                </a:cxn>
                <a:cxn ang="0">
                  <a:pos x="T2" y="T3"/>
                </a:cxn>
                <a:cxn ang="0">
                  <a:pos x="T4" y="T5"/>
                </a:cxn>
                <a:cxn ang="0">
                  <a:pos x="T6" y="T7"/>
                </a:cxn>
                <a:cxn ang="0">
                  <a:pos x="T8" y="T9"/>
                </a:cxn>
              </a:cxnLst>
              <a:rect l="0" t="0" r="r" b="b"/>
              <a:pathLst>
                <a:path w="45" h="89">
                  <a:moveTo>
                    <a:pt x="19" y="2"/>
                  </a:moveTo>
                  <a:cubicBezTo>
                    <a:pt x="8" y="4"/>
                    <a:pt x="0" y="22"/>
                    <a:pt x="2" y="45"/>
                  </a:cubicBezTo>
                  <a:cubicBezTo>
                    <a:pt x="3" y="70"/>
                    <a:pt x="14" y="89"/>
                    <a:pt x="25" y="85"/>
                  </a:cubicBezTo>
                  <a:cubicBezTo>
                    <a:pt x="37" y="82"/>
                    <a:pt x="45" y="59"/>
                    <a:pt x="43" y="37"/>
                  </a:cubicBezTo>
                  <a:cubicBezTo>
                    <a:pt x="41" y="15"/>
                    <a:pt x="30" y="0"/>
                    <a:pt x="1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7" name="Freeform 40"/>
            <p:cNvSpPr/>
            <p:nvPr/>
          </p:nvSpPr>
          <p:spPr bwMode="auto">
            <a:xfrm>
              <a:off x="2210104" y="12441016"/>
              <a:ext cx="122238" cy="195263"/>
            </a:xfrm>
            <a:custGeom>
              <a:avLst/>
              <a:gdLst>
                <a:gd name="T0" fmla="*/ 19 w 45"/>
                <a:gd name="T1" fmla="*/ 1 h 72"/>
                <a:gd name="T2" fmla="*/ 2 w 45"/>
                <a:gd name="T3" fmla="*/ 36 h 72"/>
                <a:gd name="T4" fmla="*/ 25 w 45"/>
                <a:gd name="T5" fmla="*/ 69 h 72"/>
                <a:gd name="T6" fmla="*/ 43 w 45"/>
                <a:gd name="T7" fmla="*/ 29 h 72"/>
                <a:gd name="T8" fmla="*/ 19 w 45"/>
                <a:gd name="T9" fmla="*/ 1 h 72"/>
              </a:gdLst>
              <a:ahLst/>
              <a:cxnLst>
                <a:cxn ang="0">
                  <a:pos x="T0" y="T1"/>
                </a:cxn>
                <a:cxn ang="0">
                  <a:pos x="T2" y="T3"/>
                </a:cxn>
                <a:cxn ang="0">
                  <a:pos x="T4" y="T5"/>
                </a:cxn>
                <a:cxn ang="0">
                  <a:pos x="T6" y="T7"/>
                </a:cxn>
                <a:cxn ang="0">
                  <a:pos x="T8" y="T9"/>
                </a:cxn>
              </a:cxnLst>
              <a:rect l="0" t="0" r="r" b="b"/>
              <a:pathLst>
                <a:path w="45" h="72">
                  <a:moveTo>
                    <a:pt x="19" y="1"/>
                  </a:moveTo>
                  <a:cubicBezTo>
                    <a:pt x="8" y="3"/>
                    <a:pt x="0" y="17"/>
                    <a:pt x="2" y="36"/>
                  </a:cubicBezTo>
                  <a:cubicBezTo>
                    <a:pt x="3" y="57"/>
                    <a:pt x="14" y="72"/>
                    <a:pt x="25" y="69"/>
                  </a:cubicBezTo>
                  <a:cubicBezTo>
                    <a:pt x="37" y="66"/>
                    <a:pt x="45" y="47"/>
                    <a:pt x="43" y="29"/>
                  </a:cubicBezTo>
                  <a:cubicBezTo>
                    <a:pt x="41" y="11"/>
                    <a:pt x="30" y="0"/>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8" name="Freeform 41"/>
            <p:cNvSpPr/>
            <p:nvPr/>
          </p:nvSpPr>
          <p:spPr bwMode="auto">
            <a:xfrm>
              <a:off x="2424416" y="12421966"/>
              <a:ext cx="120650" cy="152400"/>
            </a:xfrm>
            <a:custGeom>
              <a:avLst/>
              <a:gdLst>
                <a:gd name="T0" fmla="*/ 19 w 44"/>
                <a:gd name="T1" fmla="*/ 1 h 56"/>
                <a:gd name="T2" fmla="*/ 1 w 44"/>
                <a:gd name="T3" fmla="*/ 27 h 56"/>
                <a:gd name="T4" fmla="*/ 24 w 44"/>
                <a:gd name="T5" fmla="*/ 54 h 56"/>
                <a:gd name="T6" fmla="*/ 42 w 44"/>
                <a:gd name="T7" fmla="*/ 23 h 56"/>
                <a:gd name="T8" fmla="*/ 19 w 44"/>
                <a:gd name="T9" fmla="*/ 1 h 56"/>
              </a:gdLst>
              <a:ahLst/>
              <a:cxnLst>
                <a:cxn ang="0">
                  <a:pos x="T0" y="T1"/>
                </a:cxn>
                <a:cxn ang="0">
                  <a:pos x="T2" y="T3"/>
                </a:cxn>
                <a:cxn ang="0">
                  <a:pos x="T4" y="T5"/>
                </a:cxn>
                <a:cxn ang="0">
                  <a:pos x="T6" y="T7"/>
                </a:cxn>
                <a:cxn ang="0">
                  <a:pos x="T8" y="T9"/>
                </a:cxn>
              </a:cxnLst>
              <a:rect l="0" t="0" r="r" b="b"/>
              <a:pathLst>
                <a:path w="44" h="56">
                  <a:moveTo>
                    <a:pt x="19" y="1"/>
                  </a:moveTo>
                  <a:cubicBezTo>
                    <a:pt x="8" y="2"/>
                    <a:pt x="0" y="12"/>
                    <a:pt x="1" y="27"/>
                  </a:cubicBezTo>
                  <a:cubicBezTo>
                    <a:pt x="2" y="43"/>
                    <a:pt x="13" y="56"/>
                    <a:pt x="24" y="54"/>
                  </a:cubicBezTo>
                  <a:cubicBezTo>
                    <a:pt x="36" y="52"/>
                    <a:pt x="44" y="37"/>
                    <a:pt x="42" y="23"/>
                  </a:cubicBezTo>
                  <a:cubicBezTo>
                    <a:pt x="41" y="9"/>
                    <a:pt x="30" y="0"/>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9" name="Freeform 42"/>
            <p:cNvSpPr/>
            <p:nvPr/>
          </p:nvSpPr>
          <p:spPr bwMode="auto">
            <a:xfrm>
              <a:off x="2637141" y="12418791"/>
              <a:ext cx="122238" cy="111125"/>
            </a:xfrm>
            <a:custGeom>
              <a:avLst/>
              <a:gdLst>
                <a:gd name="T0" fmla="*/ 20 w 45"/>
                <a:gd name="T1" fmla="*/ 0 h 41"/>
                <a:gd name="T2" fmla="*/ 2 w 45"/>
                <a:gd name="T3" fmla="*/ 20 h 41"/>
                <a:gd name="T4" fmla="*/ 25 w 45"/>
                <a:gd name="T5" fmla="*/ 39 h 41"/>
                <a:gd name="T6" fmla="*/ 43 w 45"/>
                <a:gd name="T7" fmla="*/ 16 h 41"/>
                <a:gd name="T8" fmla="*/ 20 w 45"/>
                <a:gd name="T9" fmla="*/ 0 h 41"/>
              </a:gdLst>
              <a:ahLst/>
              <a:cxnLst>
                <a:cxn ang="0">
                  <a:pos x="T0" y="T1"/>
                </a:cxn>
                <a:cxn ang="0">
                  <a:pos x="T2" y="T3"/>
                </a:cxn>
                <a:cxn ang="0">
                  <a:pos x="T4" y="T5"/>
                </a:cxn>
                <a:cxn ang="0">
                  <a:pos x="T6" y="T7"/>
                </a:cxn>
                <a:cxn ang="0">
                  <a:pos x="T8" y="T9"/>
                </a:cxn>
              </a:cxnLst>
              <a:rect l="0" t="0" r="r" b="b"/>
              <a:pathLst>
                <a:path w="45" h="41">
                  <a:moveTo>
                    <a:pt x="20" y="0"/>
                  </a:moveTo>
                  <a:cubicBezTo>
                    <a:pt x="8" y="0"/>
                    <a:pt x="0" y="8"/>
                    <a:pt x="2" y="20"/>
                  </a:cubicBezTo>
                  <a:cubicBezTo>
                    <a:pt x="4" y="31"/>
                    <a:pt x="14" y="41"/>
                    <a:pt x="25" y="39"/>
                  </a:cubicBezTo>
                  <a:cubicBezTo>
                    <a:pt x="36" y="38"/>
                    <a:pt x="45" y="26"/>
                    <a:pt x="43" y="16"/>
                  </a:cubicBezTo>
                  <a:cubicBezTo>
                    <a:pt x="42" y="6"/>
                    <a:pt x="31"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0" name="Freeform 43"/>
            <p:cNvSpPr/>
            <p:nvPr/>
          </p:nvSpPr>
          <p:spPr bwMode="auto">
            <a:xfrm>
              <a:off x="2854629" y="12421966"/>
              <a:ext cx="115888" cy="79375"/>
            </a:xfrm>
            <a:custGeom>
              <a:avLst/>
              <a:gdLst>
                <a:gd name="T0" fmla="*/ 19 w 43"/>
                <a:gd name="T1" fmla="*/ 1 h 29"/>
                <a:gd name="T2" fmla="*/ 1 w 43"/>
                <a:gd name="T3" fmla="*/ 12 h 29"/>
                <a:gd name="T4" fmla="*/ 23 w 43"/>
                <a:gd name="T5" fmla="*/ 28 h 29"/>
                <a:gd name="T6" fmla="*/ 42 w 43"/>
                <a:gd name="T7" fmla="*/ 12 h 29"/>
                <a:gd name="T8" fmla="*/ 19 w 43"/>
                <a:gd name="T9" fmla="*/ 1 h 29"/>
              </a:gdLst>
              <a:ahLst/>
              <a:cxnLst>
                <a:cxn ang="0">
                  <a:pos x="T0" y="T1"/>
                </a:cxn>
                <a:cxn ang="0">
                  <a:pos x="T2" y="T3"/>
                </a:cxn>
                <a:cxn ang="0">
                  <a:pos x="T4" y="T5"/>
                </a:cxn>
                <a:cxn ang="0">
                  <a:pos x="T6" y="T7"/>
                </a:cxn>
                <a:cxn ang="0">
                  <a:pos x="T8" y="T9"/>
                </a:cxn>
              </a:cxnLst>
              <a:rect l="0" t="0" r="r" b="b"/>
              <a:pathLst>
                <a:path w="43" h="29">
                  <a:moveTo>
                    <a:pt x="19" y="1"/>
                  </a:moveTo>
                  <a:cubicBezTo>
                    <a:pt x="8" y="0"/>
                    <a:pt x="0" y="4"/>
                    <a:pt x="1" y="12"/>
                  </a:cubicBezTo>
                  <a:cubicBezTo>
                    <a:pt x="2" y="21"/>
                    <a:pt x="12" y="29"/>
                    <a:pt x="23" y="28"/>
                  </a:cubicBezTo>
                  <a:cubicBezTo>
                    <a:pt x="35" y="27"/>
                    <a:pt x="43" y="19"/>
                    <a:pt x="42" y="12"/>
                  </a:cubicBezTo>
                  <a:cubicBezTo>
                    <a:pt x="41" y="5"/>
                    <a:pt x="30" y="1"/>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1" name="Freeform 44"/>
            <p:cNvSpPr/>
            <p:nvPr/>
          </p:nvSpPr>
          <p:spPr bwMode="auto">
            <a:xfrm>
              <a:off x="3068941" y="12433078"/>
              <a:ext cx="115888" cy="49213"/>
            </a:xfrm>
            <a:custGeom>
              <a:avLst/>
              <a:gdLst>
                <a:gd name="T0" fmla="*/ 19 w 43"/>
                <a:gd name="T1" fmla="*/ 0 h 18"/>
                <a:gd name="T2" fmla="*/ 1 w 43"/>
                <a:gd name="T3" fmla="*/ 8 h 18"/>
                <a:gd name="T4" fmla="*/ 23 w 43"/>
                <a:gd name="T5" fmla="*/ 17 h 18"/>
                <a:gd name="T6" fmla="*/ 42 w 43"/>
                <a:gd name="T7" fmla="*/ 8 h 18"/>
                <a:gd name="T8" fmla="*/ 19 w 43"/>
                <a:gd name="T9" fmla="*/ 0 h 18"/>
              </a:gdLst>
              <a:ahLst/>
              <a:cxnLst>
                <a:cxn ang="0">
                  <a:pos x="T0" y="T1"/>
                </a:cxn>
                <a:cxn ang="0">
                  <a:pos x="T2" y="T3"/>
                </a:cxn>
                <a:cxn ang="0">
                  <a:pos x="T4" y="T5"/>
                </a:cxn>
                <a:cxn ang="0">
                  <a:pos x="T6" y="T7"/>
                </a:cxn>
                <a:cxn ang="0">
                  <a:pos x="T8" y="T9"/>
                </a:cxn>
              </a:cxnLst>
              <a:rect l="0" t="0" r="r" b="b"/>
              <a:pathLst>
                <a:path w="43" h="18">
                  <a:moveTo>
                    <a:pt x="19" y="0"/>
                  </a:moveTo>
                  <a:cubicBezTo>
                    <a:pt x="8" y="0"/>
                    <a:pt x="0" y="2"/>
                    <a:pt x="1" y="8"/>
                  </a:cubicBezTo>
                  <a:cubicBezTo>
                    <a:pt x="2" y="13"/>
                    <a:pt x="12" y="18"/>
                    <a:pt x="23" y="17"/>
                  </a:cubicBezTo>
                  <a:cubicBezTo>
                    <a:pt x="35" y="17"/>
                    <a:pt x="43" y="12"/>
                    <a:pt x="42" y="8"/>
                  </a:cubicBezTo>
                  <a:cubicBezTo>
                    <a:pt x="41" y="3"/>
                    <a:pt x="30" y="1"/>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2" name="Freeform 45"/>
            <p:cNvSpPr/>
            <p:nvPr/>
          </p:nvSpPr>
          <p:spPr bwMode="auto">
            <a:xfrm>
              <a:off x="3283254" y="12441016"/>
              <a:ext cx="119063" cy="30163"/>
            </a:xfrm>
            <a:custGeom>
              <a:avLst/>
              <a:gdLst>
                <a:gd name="T0" fmla="*/ 20 w 44"/>
                <a:gd name="T1" fmla="*/ 0 h 11"/>
                <a:gd name="T2" fmla="*/ 1 w 44"/>
                <a:gd name="T3" fmla="*/ 5 h 11"/>
                <a:gd name="T4" fmla="*/ 23 w 44"/>
                <a:gd name="T5" fmla="*/ 11 h 11"/>
                <a:gd name="T6" fmla="*/ 43 w 44"/>
                <a:gd name="T7" fmla="*/ 6 h 11"/>
                <a:gd name="T8" fmla="*/ 20 w 44"/>
                <a:gd name="T9" fmla="*/ 0 h 11"/>
              </a:gdLst>
              <a:ahLst/>
              <a:cxnLst>
                <a:cxn ang="0">
                  <a:pos x="T0" y="T1"/>
                </a:cxn>
                <a:cxn ang="0">
                  <a:pos x="T2" y="T3"/>
                </a:cxn>
                <a:cxn ang="0">
                  <a:pos x="T4" y="T5"/>
                </a:cxn>
                <a:cxn ang="0">
                  <a:pos x="T6" y="T7"/>
                </a:cxn>
                <a:cxn ang="0">
                  <a:pos x="T8" y="T9"/>
                </a:cxn>
              </a:cxnLst>
              <a:rect l="0" t="0" r="r" b="b"/>
              <a:pathLst>
                <a:path w="44" h="11">
                  <a:moveTo>
                    <a:pt x="20" y="0"/>
                  </a:moveTo>
                  <a:cubicBezTo>
                    <a:pt x="9" y="0"/>
                    <a:pt x="0" y="2"/>
                    <a:pt x="1" y="5"/>
                  </a:cubicBezTo>
                  <a:cubicBezTo>
                    <a:pt x="2" y="8"/>
                    <a:pt x="12" y="11"/>
                    <a:pt x="23" y="11"/>
                  </a:cubicBezTo>
                  <a:cubicBezTo>
                    <a:pt x="35" y="11"/>
                    <a:pt x="44" y="8"/>
                    <a:pt x="43" y="6"/>
                  </a:cubicBezTo>
                  <a:cubicBezTo>
                    <a:pt x="42" y="3"/>
                    <a:pt x="31" y="1"/>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3" name="Freeform 46"/>
            <p:cNvSpPr/>
            <p:nvPr/>
          </p:nvSpPr>
          <p:spPr bwMode="auto">
            <a:xfrm>
              <a:off x="3497566" y="12441016"/>
              <a:ext cx="119063" cy="26988"/>
            </a:xfrm>
            <a:custGeom>
              <a:avLst/>
              <a:gdLst>
                <a:gd name="T0" fmla="*/ 19 w 44"/>
                <a:gd name="T1" fmla="*/ 1 h 10"/>
                <a:gd name="T2" fmla="*/ 1 w 44"/>
                <a:gd name="T3" fmla="*/ 6 h 10"/>
                <a:gd name="T4" fmla="*/ 24 w 44"/>
                <a:gd name="T5" fmla="*/ 10 h 10"/>
                <a:gd name="T6" fmla="*/ 43 w 44"/>
                <a:gd name="T7" fmla="*/ 6 h 10"/>
                <a:gd name="T8" fmla="*/ 19 w 44"/>
                <a:gd name="T9" fmla="*/ 1 h 10"/>
              </a:gdLst>
              <a:ahLst/>
              <a:cxnLst>
                <a:cxn ang="0">
                  <a:pos x="T0" y="T1"/>
                </a:cxn>
                <a:cxn ang="0">
                  <a:pos x="T2" y="T3"/>
                </a:cxn>
                <a:cxn ang="0">
                  <a:pos x="T4" y="T5"/>
                </a:cxn>
                <a:cxn ang="0">
                  <a:pos x="T6" y="T7"/>
                </a:cxn>
                <a:cxn ang="0">
                  <a:pos x="T8" y="T9"/>
                </a:cxn>
              </a:cxnLst>
              <a:rect l="0" t="0" r="r" b="b"/>
              <a:pathLst>
                <a:path w="44" h="10">
                  <a:moveTo>
                    <a:pt x="19" y="1"/>
                  </a:moveTo>
                  <a:cubicBezTo>
                    <a:pt x="8" y="1"/>
                    <a:pt x="0" y="4"/>
                    <a:pt x="1" y="6"/>
                  </a:cubicBezTo>
                  <a:cubicBezTo>
                    <a:pt x="3" y="8"/>
                    <a:pt x="13" y="10"/>
                    <a:pt x="24" y="10"/>
                  </a:cubicBezTo>
                  <a:cubicBezTo>
                    <a:pt x="35" y="10"/>
                    <a:pt x="44" y="8"/>
                    <a:pt x="43" y="6"/>
                  </a:cubicBezTo>
                  <a:cubicBezTo>
                    <a:pt x="42" y="3"/>
                    <a:pt x="31" y="0"/>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4" name="Freeform 47"/>
            <p:cNvSpPr/>
            <p:nvPr/>
          </p:nvSpPr>
          <p:spPr bwMode="auto">
            <a:xfrm>
              <a:off x="3715054" y="12433078"/>
              <a:ext cx="112713" cy="30163"/>
            </a:xfrm>
            <a:custGeom>
              <a:avLst/>
              <a:gdLst>
                <a:gd name="T0" fmla="*/ 19 w 42"/>
                <a:gd name="T1" fmla="*/ 0 h 11"/>
                <a:gd name="T2" fmla="*/ 0 w 42"/>
                <a:gd name="T3" fmla="*/ 7 h 11"/>
                <a:gd name="T4" fmla="*/ 22 w 42"/>
                <a:gd name="T5" fmla="*/ 11 h 11"/>
                <a:gd name="T6" fmla="*/ 42 w 42"/>
                <a:gd name="T7" fmla="*/ 5 h 11"/>
                <a:gd name="T8" fmla="*/ 19 w 42"/>
                <a:gd name="T9" fmla="*/ 0 h 11"/>
              </a:gdLst>
              <a:ahLst/>
              <a:cxnLst>
                <a:cxn ang="0">
                  <a:pos x="T0" y="T1"/>
                </a:cxn>
                <a:cxn ang="0">
                  <a:pos x="T2" y="T3"/>
                </a:cxn>
                <a:cxn ang="0">
                  <a:pos x="T4" y="T5"/>
                </a:cxn>
                <a:cxn ang="0">
                  <a:pos x="T6" y="T7"/>
                </a:cxn>
                <a:cxn ang="0">
                  <a:pos x="T8" y="T9"/>
                </a:cxn>
              </a:cxnLst>
              <a:rect l="0" t="0" r="r" b="b"/>
              <a:pathLst>
                <a:path w="42" h="11">
                  <a:moveTo>
                    <a:pt x="19" y="0"/>
                  </a:moveTo>
                  <a:cubicBezTo>
                    <a:pt x="9" y="1"/>
                    <a:pt x="0" y="5"/>
                    <a:pt x="0" y="7"/>
                  </a:cubicBezTo>
                  <a:cubicBezTo>
                    <a:pt x="1" y="10"/>
                    <a:pt x="10" y="11"/>
                    <a:pt x="22" y="11"/>
                  </a:cubicBezTo>
                  <a:cubicBezTo>
                    <a:pt x="33" y="10"/>
                    <a:pt x="42" y="8"/>
                    <a:pt x="42" y="5"/>
                  </a:cubicBezTo>
                  <a:cubicBezTo>
                    <a:pt x="41" y="2"/>
                    <a:pt x="31" y="0"/>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5" name="Freeform 48"/>
            <p:cNvSpPr/>
            <p:nvPr/>
          </p:nvSpPr>
          <p:spPr bwMode="auto">
            <a:xfrm>
              <a:off x="3926191" y="12410853"/>
              <a:ext cx="119063" cy="38100"/>
            </a:xfrm>
            <a:custGeom>
              <a:avLst/>
              <a:gdLst>
                <a:gd name="T0" fmla="*/ 19 w 44"/>
                <a:gd name="T1" fmla="*/ 1 h 14"/>
                <a:gd name="T2" fmla="*/ 1 w 44"/>
                <a:gd name="T3" fmla="*/ 10 h 14"/>
                <a:gd name="T4" fmla="*/ 23 w 44"/>
                <a:gd name="T5" fmla="*/ 13 h 14"/>
                <a:gd name="T6" fmla="*/ 42 w 44"/>
                <a:gd name="T7" fmla="*/ 6 h 14"/>
                <a:gd name="T8" fmla="*/ 19 w 44"/>
                <a:gd name="T9" fmla="*/ 1 h 14"/>
              </a:gdLst>
              <a:ahLst/>
              <a:cxnLst>
                <a:cxn ang="0">
                  <a:pos x="T0" y="T1"/>
                </a:cxn>
                <a:cxn ang="0">
                  <a:pos x="T2" y="T3"/>
                </a:cxn>
                <a:cxn ang="0">
                  <a:pos x="T4" y="T5"/>
                </a:cxn>
                <a:cxn ang="0">
                  <a:pos x="T6" y="T7"/>
                </a:cxn>
                <a:cxn ang="0">
                  <a:pos x="T8" y="T9"/>
                </a:cxn>
              </a:cxnLst>
              <a:rect l="0" t="0" r="r" b="b"/>
              <a:pathLst>
                <a:path w="44" h="14">
                  <a:moveTo>
                    <a:pt x="19" y="1"/>
                  </a:moveTo>
                  <a:cubicBezTo>
                    <a:pt x="8" y="3"/>
                    <a:pt x="0" y="7"/>
                    <a:pt x="1" y="10"/>
                  </a:cubicBezTo>
                  <a:cubicBezTo>
                    <a:pt x="3" y="13"/>
                    <a:pt x="12" y="14"/>
                    <a:pt x="23" y="13"/>
                  </a:cubicBezTo>
                  <a:cubicBezTo>
                    <a:pt x="35" y="12"/>
                    <a:pt x="44" y="9"/>
                    <a:pt x="42" y="6"/>
                  </a:cubicBezTo>
                  <a:cubicBezTo>
                    <a:pt x="41" y="3"/>
                    <a:pt x="31" y="0"/>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6" name="Freeform 49"/>
            <p:cNvSpPr/>
            <p:nvPr/>
          </p:nvSpPr>
          <p:spPr bwMode="auto">
            <a:xfrm>
              <a:off x="4137329" y="12388628"/>
              <a:ext cx="122238" cy="41275"/>
            </a:xfrm>
            <a:custGeom>
              <a:avLst/>
              <a:gdLst>
                <a:gd name="T0" fmla="*/ 19 w 45"/>
                <a:gd name="T1" fmla="*/ 1 h 15"/>
                <a:gd name="T2" fmla="*/ 2 w 45"/>
                <a:gd name="T3" fmla="*/ 11 h 15"/>
                <a:gd name="T4" fmla="*/ 25 w 45"/>
                <a:gd name="T5" fmla="*/ 14 h 15"/>
                <a:gd name="T6" fmla="*/ 43 w 45"/>
                <a:gd name="T7" fmla="*/ 6 h 15"/>
                <a:gd name="T8" fmla="*/ 19 w 45"/>
                <a:gd name="T9" fmla="*/ 1 h 15"/>
              </a:gdLst>
              <a:ahLst/>
              <a:cxnLst>
                <a:cxn ang="0">
                  <a:pos x="T0" y="T1"/>
                </a:cxn>
                <a:cxn ang="0">
                  <a:pos x="T2" y="T3"/>
                </a:cxn>
                <a:cxn ang="0">
                  <a:pos x="T4" y="T5"/>
                </a:cxn>
                <a:cxn ang="0">
                  <a:pos x="T6" y="T7"/>
                </a:cxn>
                <a:cxn ang="0">
                  <a:pos x="T8" y="T9"/>
                </a:cxn>
              </a:cxnLst>
              <a:rect l="0" t="0" r="r" b="b"/>
              <a:pathLst>
                <a:path w="45" h="15">
                  <a:moveTo>
                    <a:pt x="19" y="1"/>
                  </a:moveTo>
                  <a:cubicBezTo>
                    <a:pt x="8" y="3"/>
                    <a:pt x="0" y="8"/>
                    <a:pt x="2" y="11"/>
                  </a:cubicBezTo>
                  <a:cubicBezTo>
                    <a:pt x="4" y="14"/>
                    <a:pt x="14" y="15"/>
                    <a:pt x="25" y="14"/>
                  </a:cubicBezTo>
                  <a:cubicBezTo>
                    <a:pt x="36" y="13"/>
                    <a:pt x="45" y="10"/>
                    <a:pt x="43" y="6"/>
                  </a:cubicBezTo>
                  <a:cubicBezTo>
                    <a:pt x="41" y="2"/>
                    <a:pt x="30" y="0"/>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7" name="Freeform 50"/>
            <p:cNvSpPr/>
            <p:nvPr/>
          </p:nvSpPr>
          <p:spPr bwMode="auto">
            <a:xfrm>
              <a:off x="4351641" y="12364816"/>
              <a:ext cx="120650" cy="46038"/>
            </a:xfrm>
            <a:custGeom>
              <a:avLst/>
              <a:gdLst>
                <a:gd name="T0" fmla="*/ 20 w 44"/>
                <a:gd name="T1" fmla="*/ 1 h 17"/>
                <a:gd name="T2" fmla="*/ 2 w 44"/>
                <a:gd name="T3" fmla="*/ 11 h 17"/>
                <a:gd name="T4" fmla="*/ 24 w 44"/>
                <a:gd name="T5" fmla="*/ 16 h 17"/>
                <a:gd name="T6" fmla="*/ 43 w 44"/>
                <a:gd name="T7" fmla="*/ 7 h 17"/>
                <a:gd name="T8" fmla="*/ 20 w 44"/>
                <a:gd name="T9" fmla="*/ 1 h 17"/>
              </a:gdLst>
              <a:ahLst/>
              <a:cxnLst>
                <a:cxn ang="0">
                  <a:pos x="T0" y="T1"/>
                </a:cxn>
                <a:cxn ang="0">
                  <a:pos x="T2" y="T3"/>
                </a:cxn>
                <a:cxn ang="0">
                  <a:pos x="T4" y="T5"/>
                </a:cxn>
                <a:cxn ang="0">
                  <a:pos x="T6" y="T7"/>
                </a:cxn>
                <a:cxn ang="0">
                  <a:pos x="T8" y="T9"/>
                </a:cxn>
              </a:cxnLst>
              <a:rect l="0" t="0" r="r" b="b"/>
              <a:pathLst>
                <a:path w="44" h="17">
                  <a:moveTo>
                    <a:pt x="20" y="1"/>
                  </a:moveTo>
                  <a:cubicBezTo>
                    <a:pt x="8" y="3"/>
                    <a:pt x="0" y="7"/>
                    <a:pt x="2" y="11"/>
                  </a:cubicBezTo>
                  <a:cubicBezTo>
                    <a:pt x="3" y="15"/>
                    <a:pt x="13" y="17"/>
                    <a:pt x="24" y="16"/>
                  </a:cubicBezTo>
                  <a:cubicBezTo>
                    <a:pt x="35" y="15"/>
                    <a:pt x="44" y="11"/>
                    <a:pt x="43" y="7"/>
                  </a:cubicBezTo>
                  <a:cubicBezTo>
                    <a:pt x="42" y="2"/>
                    <a:pt x="31" y="0"/>
                    <a:pt x="2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8" name="Freeform 51"/>
            <p:cNvSpPr/>
            <p:nvPr/>
          </p:nvSpPr>
          <p:spPr bwMode="auto">
            <a:xfrm>
              <a:off x="4565954" y="12341003"/>
              <a:ext cx="120650" cy="50800"/>
            </a:xfrm>
            <a:custGeom>
              <a:avLst/>
              <a:gdLst>
                <a:gd name="T0" fmla="*/ 19 w 44"/>
                <a:gd name="T1" fmla="*/ 2 h 19"/>
                <a:gd name="T2" fmla="*/ 1 w 44"/>
                <a:gd name="T3" fmla="*/ 12 h 19"/>
                <a:gd name="T4" fmla="*/ 24 w 44"/>
                <a:gd name="T5" fmla="*/ 18 h 19"/>
                <a:gd name="T6" fmla="*/ 42 w 44"/>
                <a:gd name="T7" fmla="*/ 7 h 19"/>
                <a:gd name="T8" fmla="*/ 19 w 44"/>
                <a:gd name="T9" fmla="*/ 2 h 19"/>
              </a:gdLst>
              <a:ahLst/>
              <a:cxnLst>
                <a:cxn ang="0">
                  <a:pos x="T0" y="T1"/>
                </a:cxn>
                <a:cxn ang="0">
                  <a:pos x="T2" y="T3"/>
                </a:cxn>
                <a:cxn ang="0">
                  <a:pos x="T4" y="T5"/>
                </a:cxn>
                <a:cxn ang="0">
                  <a:pos x="T6" y="T7"/>
                </a:cxn>
                <a:cxn ang="0">
                  <a:pos x="T8" y="T9"/>
                </a:cxn>
              </a:cxnLst>
              <a:rect l="0" t="0" r="r" b="b"/>
              <a:pathLst>
                <a:path w="44" h="19">
                  <a:moveTo>
                    <a:pt x="19" y="2"/>
                  </a:moveTo>
                  <a:cubicBezTo>
                    <a:pt x="8" y="3"/>
                    <a:pt x="0" y="7"/>
                    <a:pt x="1" y="12"/>
                  </a:cubicBezTo>
                  <a:cubicBezTo>
                    <a:pt x="2" y="16"/>
                    <a:pt x="12" y="19"/>
                    <a:pt x="24" y="18"/>
                  </a:cubicBezTo>
                  <a:cubicBezTo>
                    <a:pt x="35" y="17"/>
                    <a:pt x="44" y="12"/>
                    <a:pt x="42" y="7"/>
                  </a:cubicBezTo>
                  <a:cubicBezTo>
                    <a:pt x="41" y="3"/>
                    <a:pt x="30" y="0"/>
                    <a:pt x="1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9" name="Freeform 52"/>
            <p:cNvSpPr/>
            <p:nvPr/>
          </p:nvSpPr>
          <p:spPr bwMode="auto">
            <a:xfrm>
              <a:off x="4780266" y="12321953"/>
              <a:ext cx="114300" cy="50800"/>
            </a:xfrm>
            <a:custGeom>
              <a:avLst/>
              <a:gdLst>
                <a:gd name="T0" fmla="*/ 20 w 42"/>
                <a:gd name="T1" fmla="*/ 1 h 19"/>
                <a:gd name="T2" fmla="*/ 1 w 42"/>
                <a:gd name="T3" fmla="*/ 11 h 19"/>
                <a:gd name="T4" fmla="*/ 21 w 42"/>
                <a:gd name="T5" fmla="*/ 19 h 19"/>
                <a:gd name="T6" fmla="*/ 42 w 42"/>
                <a:gd name="T7" fmla="*/ 9 h 19"/>
                <a:gd name="T8" fmla="*/ 20 w 42"/>
                <a:gd name="T9" fmla="*/ 1 h 19"/>
              </a:gdLst>
              <a:ahLst/>
              <a:cxnLst>
                <a:cxn ang="0">
                  <a:pos x="T0" y="T1"/>
                </a:cxn>
                <a:cxn ang="0">
                  <a:pos x="T2" y="T3"/>
                </a:cxn>
                <a:cxn ang="0">
                  <a:pos x="T4" y="T5"/>
                </a:cxn>
                <a:cxn ang="0">
                  <a:pos x="T6" y="T7"/>
                </a:cxn>
                <a:cxn ang="0">
                  <a:pos x="T8" y="T9"/>
                </a:cxn>
              </a:cxnLst>
              <a:rect l="0" t="0" r="r" b="b"/>
              <a:pathLst>
                <a:path w="42" h="19">
                  <a:moveTo>
                    <a:pt x="20" y="1"/>
                  </a:moveTo>
                  <a:cubicBezTo>
                    <a:pt x="9" y="2"/>
                    <a:pt x="0" y="6"/>
                    <a:pt x="1" y="11"/>
                  </a:cubicBezTo>
                  <a:cubicBezTo>
                    <a:pt x="1" y="16"/>
                    <a:pt x="10" y="19"/>
                    <a:pt x="21" y="19"/>
                  </a:cubicBezTo>
                  <a:cubicBezTo>
                    <a:pt x="33" y="19"/>
                    <a:pt x="42" y="14"/>
                    <a:pt x="42" y="9"/>
                  </a:cubicBezTo>
                  <a:cubicBezTo>
                    <a:pt x="41" y="4"/>
                    <a:pt x="31" y="0"/>
                    <a:pt x="2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0" name="Freeform 53"/>
            <p:cNvSpPr/>
            <p:nvPr/>
          </p:nvSpPr>
          <p:spPr bwMode="auto">
            <a:xfrm>
              <a:off x="4996166" y="12307666"/>
              <a:ext cx="112713" cy="53975"/>
            </a:xfrm>
            <a:custGeom>
              <a:avLst/>
              <a:gdLst>
                <a:gd name="T0" fmla="*/ 19 w 42"/>
                <a:gd name="T1" fmla="*/ 0 h 20"/>
                <a:gd name="T2" fmla="*/ 0 w 42"/>
                <a:gd name="T3" fmla="*/ 10 h 20"/>
                <a:gd name="T4" fmla="*/ 22 w 42"/>
                <a:gd name="T5" fmla="*/ 20 h 20"/>
                <a:gd name="T6" fmla="*/ 41 w 42"/>
                <a:gd name="T7" fmla="*/ 9 h 20"/>
                <a:gd name="T8" fmla="*/ 19 w 42"/>
                <a:gd name="T9" fmla="*/ 0 h 20"/>
              </a:gdLst>
              <a:ahLst/>
              <a:cxnLst>
                <a:cxn ang="0">
                  <a:pos x="T0" y="T1"/>
                </a:cxn>
                <a:cxn ang="0">
                  <a:pos x="T2" y="T3"/>
                </a:cxn>
                <a:cxn ang="0">
                  <a:pos x="T4" y="T5"/>
                </a:cxn>
                <a:cxn ang="0">
                  <a:pos x="T6" y="T7"/>
                </a:cxn>
                <a:cxn ang="0">
                  <a:pos x="T8" y="T9"/>
                </a:cxn>
              </a:cxnLst>
              <a:rect l="0" t="0" r="r" b="b"/>
              <a:pathLst>
                <a:path w="42" h="20">
                  <a:moveTo>
                    <a:pt x="19" y="0"/>
                  </a:moveTo>
                  <a:cubicBezTo>
                    <a:pt x="8" y="1"/>
                    <a:pt x="0" y="5"/>
                    <a:pt x="0" y="10"/>
                  </a:cubicBezTo>
                  <a:cubicBezTo>
                    <a:pt x="1" y="16"/>
                    <a:pt x="10" y="20"/>
                    <a:pt x="22" y="20"/>
                  </a:cubicBezTo>
                  <a:cubicBezTo>
                    <a:pt x="34" y="20"/>
                    <a:pt x="42" y="15"/>
                    <a:pt x="41" y="9"/>
                  </a:cubicBezTo>
                  <a:cubicBezTo>
                    <a:pt x="41" y="4"/>
                    <a:pt x="30" y="0"/>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1" name="Freeform 54"/>
            <p:cNvSpPr/>
            <p:nvPr/>
          </p:nvSpPr>
          <p:spPr bwMode="auto">
            <a:xfrm>
              <a:off x="5207304" y="12296553"/>
              <a:ext cx="119063" cy="63500"/>
            </a:xfrm>
            <a:custGeom>
              <a:avLst/>
              <a:gdLst>
                <a:gd name="T0" fmla="*/ 18 w 44"/>
                <a:gd name="T1" fmla="*/ 1 h 23"/>
                <a:gd name="T2" fmla="*/ 1 w 44"/>
                <a:gd name="T3" fmla="*/ 12 h 23"/>
                <a:gd name="T4" fmla="*/ 24 w 44"/>
                <a:gd name="T5" fmla="*/ 23 h 23"/>
                <a:gd name="T6" fmla="*/ 42 w 44"/>
                <a:gd name="T7" fmla="*/ 11 h 23"/>
                <a:gd name="T8" fmla="*/ 18 w 44"/>
                <a:gd name="T9" fmla="*/ 1 h 23"/>
              </a:gdLst>
              <a:ahLst/>
              <a:cxnLst>
                <a:cxn ang="0">
                  <a:pos x="T0" y="T1"/>
                </a:cxn>
                <a:cxn ang="0">
                  <a:pos x="T2" y="T3"/>
                </a:cxn>
                <a:cxn ang="0">
                  <a:pos x="T4" y="T5"/>
                </a:cxn>
                <a:cxn ang="0">
                  <a:pos x="T6" y="T7"/>
                </a:cxn>
                <a:cxn ang="0">
                  <a:pos x="T8" y="T9"/>
                </a:cxn>
              </a:cxnLst>
              <a:rect l="0" t="0" r="r" b="b"/>
              <a:pathLst>
                <a:path w="44" h="23">
                  <a:moveTo>
                    <a:pt x="18" y="1"/>
                  </a:moveTo>
                  <a:cubicBezTo>
                    <a:pt x="8" y="2"/>
                    <a:pt x="0" y="6"/>
                    <a:pt x="1" y="12"/>
                  </a:cubicBezTo>
                  <a:cubicBezTo>
                    <a:pt x="2" y="18"/>
                    <a:pt x="12" y="23"/>
                    <a:pt x="24" y="23"/>
                  </a:cubicBezTo>
                  <a:cubicBezTo>
                    <a:pt x="35" y="23"/>
                    <a:pt x="44" y="18"/>
                    <a:pt x="42" y="11"/>
                  </a:cubicBezTo>
                  <a:cubicBezTo>
                    <a:pt x="41" y="5"/>
                    <a:pt x="29" y="0"/>
                    <a:pt x="1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2" name="Freeform 55"/>
            <p:cNvSpPr/>
            <p:nvPr/>
          </p:nvSpPr>
          <p:spPr bwMode="auto">
            <a:xfrm>
              <a:off x="5418441" y="12299728"/>
              <a:ext cx="119063" cy="69850"/>
            </a:xfrm>
            <a:custGeom>
              <a:avLst/>
              <a:gdLst>
                <a:gd name="T0" fmla="*/ 20 w 44"/>
                <a:gd name="T1" fmla="*/ 0 h 26"/>
                <a:gd name="T2" fmla="*/ 2 w 44"/>
                <a:gd name="T3" fmla="*/ 12 h 26"/>
                <a:gd name="T4" fmla="*/ 24 w 44"/>
                <a:gd name="T5" fmla="*/ 25 h 26"/>
                <a:gd name="T6" fmla="*/ 43 w 44"/>
                <a:gd name="T7" fmla="*/ 14 h 26"/>
                <a:gd name="T8" fmla="*/ 20 w 44"/>
                <a:gd name="T9" fmla="*/ 0 h 26"/>
              </a:gdLst>
              <a:ahLst/>
              <a:cxnLst>
                <a:cxn ang="0">
                  <a:pos x="T0" y="T1"/>
                </a:cxn>
                <a:cxn ang="0">
                  <a:pos x="T2" y="T3"/>
                </a:cxn>
                <a:cxn ang="0">
                  <a:pos x="T4" y="T5"/>
                </a:cxn>
                <a:cxn ang="0">
                  <a:pos x="T6" y="T7"/>
                </a:cxn>
                <a:cxn ang="0">
                  <a:pos x="T8" y="T9"/>
                </a:cxn>
              </a:cxnLst>
              <a:rect l="0" t="0" r="r" b="b"/>
              <a:pathLst>
                <a:path w="44" h="26">
                  <a:moveTo>
                    <a:pt x="20" y="0"/>
                  </a:moveTo>
                  <a:cubicBezTo>
                    <a:pt x="8" y="0"/>
                    <a:pt x="0" y="5"/>
                    <a:pt x="2" y="12"/>
                  </a:cubicBezTo>
                  <a:cubicBezTo>
                    <a:pt x="4" y="18"/>
                    <a:pt x="13" y="24"/>
                    <a:pt x="24" y="25"/>
                  </a:cubicBezTo>
                  <a:cubicBezTo>
                    <a:pt x="36" y="26"/>
                    <a:pt x="44" y="21"/>
                    <a:pt x="43" y="14"/>
                  </a:cubicBezTo>
                  <a:cubicBezTo>
                    <a:pt x="42" y="7"/>
                    <a:pt x="31" y="1"/>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3" name="Freeform 56"/>
            <p:cNvSpPr/>
            <p:nvPr/>
          </p:nvSpPr>
          <p:spPr bwMode="auto">
            <a:xfrm>
              <a:off x="5635929" y="12318778"/>
              <a:ext cx="117475" cy="84138"/>
            </a:xfrm>
            <a:custGeom>
              <a:avLst/>
              <a:gdLst>
                <a:gd name="T0" fmla="*/ 19 w 43"/>
                <a:gd name="T1" fmla="*/ 2 h 31"/>
                <a:gd name="T2" fmla="*/ 1 w 43"/>
                <a:gd name="T3" fmla="*/ 11 h 31"/>
                <a:gd name="T4" fmla="*/ 23 w 43"/>
                <a:gd name="T5" fmla="*/ 29 h 31"/>
                <a:gd name="T6" fmla="*/ 42 w 43"/>
                <a:gd name="T7" fmla="*/ 19 h 31"/>
                <a:gd name="T8" fmla="*/ 19 w 43"/>
                <a:gd name="T9" fmla="*/ 2 h 31"/>
              </a:gdLst>
              <a:ahLst/>
              <a:cxnLst>
                <a:cxn ang="0">
                  <a:pos x="T0" y="T1"/>
                </a:cxn>
                <a:cxn ang="0">
                  <a:pos x="T2" y="T3"/>
                </a:cxn>
                <a:cxn ang="0">
                  <a:pos x="T4" y="T5"/>
                </a:cxn>
                <a:cxn ang="0">
                  <a:pos x="T6" y="T7"/>
                </a:cxn>
                <a:cxn ang="0">
                  <a:pos x="T8" y="T9"/>
                </a:cxn>
              </a:cxnLst>
              <a:rect l="0" t="0" r="r" b="b"/>
              <a:pathLst>
                <a:path w="43" h="31">
                  <a:moveTo>
                    <a:pt x="19" y="2"/>
                  </a:moveTo>
                  <a:cubicBezTo>
                    <a:pt x="8" y="0"/>
                    <a:pt x="0" y="5"/>
                    <a:pt x="1" y="11"/>
                  </a:cubicBezTo>
                  <a:cubicBezTo>
                    <a:pt x="2" y="19"/>
                    <a:pt x="11" y="26"/>
                    <a:pt x="23" y="29"/>
                  </a:cubicBezTo>
                  <a:cubicBezTo>
                    <a:pt x="35" y="31"/>
                    <a:pt x="43" y="27"/>
                    <a:pt x="42" y="19"/>
                  </a:cubicBezTo>
                  <a:cubicBezTo>
                    <a:pt x="41" y="11"/>
                    <a:pt x="30" y="3"/>
                    <a:pt x="1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4" name="Freeform 57"/>
            <p:cNvSpPr/>
            <p:nvPr/>
          </p:nvSpPr>
          <p:spPr bwMode="auto">
            <a:xfrm>
              <a:off x="5847066" y="12356878"/>
              <a:ext cx="122238" cy="95250"/>
            </a:xfrm>
            <a:custGeom>
              <a:avLst/>
              <a:gdLst>
                <a:gd name="T0" fmla="*/ 19 w 45"/>
                <a:gd name="T1" fmla="*/ 2 h 35"/>
                <a:gd name="T2" fmla="*/ 2 w 45"/>
                <a:gd name="T3" fmla="*/ 13 h 35"/>
                <a:gd name="T4" fmla="*/ 25 w 45"/>
                <a:gd name="T5" fmla="*/ 32 h 35"/>
                <a:gd name="T6" fmla="*/ 43 w 45"/>
                <a:gd name="T7" fmla="*/ 21 h 35"/>
                <a:gd name="T8" fmla="*/ 19 w 45"/>
                <a:gd name="T9" fmla="*/ 2 h 35"/>
              </a:gdLst>
              <a:ahLst/>
              <a:cxnLst>
                <a:cxn ang="0">
                  <a:pos x="T0" y="T1"/>
                </a:cxn>
                <a:cxn ang="0">
                  <a:pos x="T2" y="T3"/>
                </a:cxn>
                <a:cxn ang="0">
                  <a:pos x="T4" y="T5"/>
                </a:cxn>
                <a:cxn ang="0">
                  <a:pos x="T6" y="T7"/>
                </a:cxn>
                <a:cxn ang="0">
                  <a:pos x="T8" y="T9"/>
                </a:cxn>
              </a:cxnLst>
              <a:rect l="0" t="0" r="r" b="b"/>
              <a:pathLst>
                <a:path w="45" h="35">
                  <a:moveTo>
                    <a:pt x="19" y="2"/>
                  </a:moveTo>
                  <a:cubicBezTo>
                    <a:pt x="8" y="0"/>
                    <a:pt x="0" y="5"/>
                    <a:pt x="2" y="13"/>
                  </a:cubicBezTo>
                  <a:cubicBezTo>
                    <a:pt x="4" y="21"/>
                    <a:pt x="14" y="29"/>
                    <a:pt x="25" y="32"/>
                  </a:cubicBezTo>
                  <a:cubicBezTo>
                    <a:pt x="37" y="35"/>
                    <a:pt x="45" y="30"/>
                    <a:pt x="43" y="21"/>
                  </a:cubicBezTo>
                  <a:cubicBezTo>
                    <a:pt x="41" y="13"/>
                    <a:pt x="30" y="4"/>
                    <a:pt x="1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5" name="Freeform 58"/>
            <p:cNvSpPr/>
            <p:nvPr/>
          </p:nvSpPr>
          <p:spPr bwMode="auto">
            <a:xfrm>
              <a:off x="6064554" y="12406091"/>
              <a:ext cx="117475" cy="107950"/>
            </a:xfrm>
            <a:custGeom>
              <a:avLst/>
              <a:gdLst>
                <a:gd name="T0" fmla="*/ 19 w 43"/>
                <a:gd name="T1" fmla="*/ 3 h 40"/>
                <a:gd name="T2" fmla="*/ 1 w 43"/>
                <a:gd name="T3" fmla="*/ 13 h 40"/>
                <a:gd name="T4" fmla="*/ 23 w 43"/>
                <a:gd name="T5" fmla="*/ 36 h 40"/>
                <a:gd name="T6" fmla="*/ 42 w 43"/>
                <a:gd name="T7" fmla="*/ 26 h 40"/>
                <a:gd name="T8" fmla="*/ 19 w 43"/>
                <a:gd name="T9" fmla="*/ 3 h 40"/>
              </a:gdLst>
              <a:ahLst/>
              <a:cxnLst>
                <a:cxn ang="0">
                  <a:pos x="T0" y="T1"/>
                </a:cxn>
                <a:cxn ang="0">
                  <a:pos x="T2" y="T3"/>
                </a:cxn>
                <a:cxn ang="0">
                  <a:pos x="T4" y="T5"/>
                </a:cxn>
                <a:cxn ang="0">
                  <a:pos x="T6" y="T7"/>
                </a:cxn>
                <a:cxn ang="0">
                  <a:pos x="T8" y="T9"/>
                </a:cxn>
              </a:cxnLst>
              <a:rect l="0" t="0" r="r" b="b"/>
              <a:pathLst>
                <a:path w="43" h="40">
                  <a:moveTo>
                    <a:pt x="19" y="3"/>
                  </a:moveTo>
                  <a:cubicBezTo>
                    <a:pt x="9" y="0"/>
                    <a:pt x="0" y="5"/>
                    <a:pt x="1" y="13"/>
                  </a:cubicBezTo>
                  <a:cubicBezTo>
                    <a:pt x="1" y="22"/>
                    <a:pt x="11" y="32"/>
                    <a:pt x="23" y="36"/>
                  </a:cubicBezTo>
                  <a:cubicBezTo>
                    <a:pt x="34" y="40"/>
                    <a:pt x="43" y="35"/>
                    <a:pt x="42" y="26"/>
                  </a:cubicBezTo>
                  <a:cubicBezTo>
                    <a:pt x="41" y="17"/>
                    <a:pt x="31" y="6"/>
                    <a:pt x="1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6" name="Freeform 59"/>
            <p:cNvSpPr/>
            <p:nvPr/>
          </p:nvSpPr>
          <p:spPr bwMode="auto">
            <a:xfrm>
              <a:off x="7015466" y="12536266"/>
              <a:ext cx="115888" cy="142875"/>
            </a:xfrm>
            <a:custGeom>
              <a:avLst/>
              <a:gdLst>
                <a:gd name="T0" fmla="*/ 20 w 43"/>
                <a:gd name="T1" fmla="*/ 2 h 53"/>
                <a:gd name="T2" fmla="*/ 1 w 43"/>
                <a:gd name="T3" fmla="*/ 21 h 53"/>
                <a:gd name="T4" fmla="*/ 24 w 43"/>
                <a:gd name="T5" fmla="*/ 51 h 53"/>
                <a:gd name="T6" fmla="*/ 42 w 43"/>
                <a:gd name="T7" fmla="*/ 30 h 53"/>
                <a:gd name="T8" fmla="*/ 20 w 43"/>
                <a:gd name="T9" fmla="*/ 2 h 53"/>
              </a:gdLst>
              <a:ahLst/>
              <a:cxnLst>
                <a:cxn ang="0">
                  <a:pos x="T0" y="T1"/>
                </a:cxn>
                <a:cxn ang="0">
                  <a:pos x="T2" y="T3"/>
                </a:cxn>
                <a:cxn ang="0">
                  <a:pos x="T4" y="T5"/>
                </a:cxn>
                <a:cxn ang="0">
                  <a:pos x="T6" y="T7"/>
                </a:cxn>
                <a:cxn ang="0">
                  <a:pos x="T8" y="T9"/>
                </a:cxn>
              </a:cxnLst>
              <a:rect l="0" t="0" r="r" b="b"/>
              <a:pathLst>
                <a:path w="43" h="53">
                  <a:moveTo>
                    <a:pt x="20" y="2"/>
                  </a:moveTo>
                  <a:cubicBezTo>
                    <a:pt x="9" y="0"/>
                    <a:pt x="0" y="8"/>
                    <a:pt x="1" y="21"/>
                  </a:cubicBezTo>
                  <a:cubicBezTo>
                    <a:pt x="2" y="34"/>
                    <a:pt x="13" y="48"/>
                    <a:pt x="24" y="51"/>
                  </a:cubicBezTo>
                  <a:cubicBezTo>
                    <a:pt x="35" y="53"/>
                    <a:pt x="43" y="44"/>
                    <a:pt x="42" y="30"/>
                  </a:cubicBezTo>
                  <a:cubicBezTo>
                    <a:pt x="40" y="16"/>
                    <a:pt x="31" y="4"/>
                    <a:pt x="2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7" name="Freeform 60"/>
            <p:cNvSpPr/>
            <p:nvPr/>
          </p:nvSpPr>
          <p:spPr bwMode="auto">
            <a:xfrm>
              <a:off x="7229779" y="12566428"/>
              <a:ext cx="115888" cy="149225"/>
            </a:xfrm>
            <a:custGeom>
              <a:avLst/>
              <a:gdLst>
                <a:gd name="T0" fmla="*/ 19 w 43"/>
                <a:gd name="T1" fmla="*/ 2 h 55"/>
                <a:gd name="T2" fmla="*/ 1 w 43"/>
                <a:gd name="T3" fmla="*/ 24 h 55"/>
                <a:gd name="T4" fmla="*/ 24 w 43"/>
                <a:gd name="T5" fmla="*/ 54 h 55"/>
                <a:gd name="T6" fmla="*/ 41 w 43"/>
                <a:gd name="T7" fmla="*/ 30 h 55"/>
                <a:gd name="T8" fmla="*/ 19 w 43"/>
                <a:gd name="T9" fmla="*/ 2 h 55"/>
              </a:gdLst>
              <a:ahLst/>
              <a:cxnLst>
                <a:cxn ang="0">
                  <a:pos x="T0" y="T1"/>
                </a:cxn>
                <a:cxn ang="0">
                  <a:pos x="T2" y="T3"/>
                </a:cxn>
                <a:cxn ang="0">
                  <a:pos x="T4" y="T5"/>
                </a:cxn>
                <a:cxn ang="0">
                  <a:pos x="T6" y="T7"/>
                </a:cxn>
                <a:cxn ang="0">
                  <a:pos x="T8" y="T9"/>
                </a:cxn>
              </a:cxnLst>
              <a:rect l="0" t="0" r="r" b="b"/>
              <a:pathLst>
                <a:path w="43" h="55">
                  <a:moveTo>
                    <a:pt x="19" y="2"/>
                  </a:moveTo>
                  <a:cubicBezTo>
                    <a:pt x="8" y="0"/>
                    <a:pt x="0" y="10"/>
                    <a:pt x="1" y="24"/>
                  </a:cubicBezTo>
                  <a:cubicBezTo>
                    <a:pt x="2" y="38"/>
                    <a:pt x="13" y="52"/>
                    <a:pt x="24" y="54"/>
                  </a:cubicBezTo>
                  <a:cubicBezTo>
                    <a:pt x="35" y="55"/>
                    <a:pt x="43" y="45"/>
                    <a:pt x="41" y="30"/>
                  </a:cubicBezTo>
                  <a:cubicBezTo>
                    <a:pt x="40" y="16"/>
                    <a:pt x="30" y="3"/>
                    <a:pt x="1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8" name="Freeform 61"/>
            <p:cNvSpPr/>
            <p:nvPr/>
          </p:nvSpPr>
          <p:spPr bwMode="auto">
            <a:xfrm>
              <a:off x="7440916" y="12585478"/>
              <a:ext cx="115888" cy="150813"/>
            </a:xfrm>
            <a:custGeom>
              <a:avLst/>
              <a:gdLst>
                <a:gd name="T0" fmla="*/ 19 w 43"/>
                <a:gd name="T1" fmla="*/ 1 h 56"/>
                <a:gd name="T2" fmla="*/ 1 w 43"/>
                <a:gd name="T3" fmla="*/ 26 h 56"/>
                <a:gd name="T4" fmla="*/ 25 w 43"/>
                <a:gd name="T5" fmla="*/ 55 h 56"/>
                <a:gd name="T6" fmla="*/ 42 w 43"/>
                <a:gd name="T7" fmla="*/ 29 h 56"/>
                <a:gd name="T8" fmla="*/ 19 w 43"/>
                <a:gd name="T9" fmla="*/ 1 h 56"/>
              </a:gdLst>
              <a:ahLst/>
              <a:cxnLst>
                <a:cxn ang="0">
                  <a:pos x="T0" y="T1"/>
                </a:cxn>
                <a:cxn ang="0">
                  <a:pos x="T2" y="T3"/>
                </a:cxn>
                <a:cxn ang="0">
                  <a:pos x="T4" y="T5"/>
                </a:cxn>
                <a:cxn ang="0">
                  <a:pos x="T6" y="T7"/>
                </a:cxn>
                <a:cxn ang="0">
                  <a:pos x="T8" y="T9"/>
                </a:cxn>
              </a:cxnLst>
              <a:rect l="0" t="0" r="r" b="b"/>
              <a:pathLst>
                <a:path w="43" h="56">
                  <a:moveTo>
                    <a:pt x="19" y="1"/>
                  </a:moveTo>
                  <a:cubicBezTo>
                    <a:pt x="8" y="0"/>
                    <a:pt x="0" y="11"/>
                    <a:pt x="1" y="26"/>
                  </a:cubicBezTo>
                  <a:cubicBezTo>
                    <a:pt x="2" y="41"/>
                    <a:pt x="14" y="55"/>
                    <a:pt x="25" y="55"/>
                  </a:cubicBezTo>
                  <a:cubicBezTo>
                    <a:pt x="36" y="56"/>
                    <a:pt x="43" y="44"/>
                    <a:pt x="42" y="29"/>
                  </a:cubicBezTo>
                  <a:cubicBezTo>
                    <a:pt x="40" y="13"/>
                    <a:pt x="31" y="1"/>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9" name="Freeform 62"/>
            <p:cNvSpPr/>
            <p:nvPr/>
          </p:nvSpPr>
          <p:spPr bwMode="auto">
            <a:xfrm>
              <a:off x="7655229" y="12585478"/>
              <a:ext cx="117475" cy="157163"/>
            </a:xfrm>
            <a:custGeom>
              <a:avLst/>
              <a:gdLst>
                <a:gd name="T0" fmla="*/ 19 w 43"/>
                <a:gd name="T1" fmla="*/ 0 h 58"/>
                <a:gd name="T2" fmla="*/ 1 w 43"/>
                <a:gd name="T3" fmla="*/ 28 h 58"/>
                <a:gd name="T4" fmla="*/ 25 w 43"/>
                <a:gd name="T5" fmla="*/ 57 h 58"/>
                <a:gd name="T6" fmla="*/ 41 w 43"/>
                <a:gd name="T7" fmla="*/ 28 h 58"/>
                <a:gd name="T8" fmla="*/ 19 w 43"/>
                <a:gd name="T9" fmla="*/ 0 h 58"/>
              </a:gdLst>
              <a:ahLst/>
              <a:cxnLst>
                <a:cxn ang="0">
                  <a:pos x="T0" y="T1"/>
                </a:cxn>
                <a:cxn ang="0">
                  <a:pos x="T2" y="T3"/>
                </a:cxn>
                <a:cxn ang="0">
                  <a:pos x="T4" y="T5"/>
                </a:cxn>
                <a:cxn ang="0">
                  <a:pos x="T6" y="T7"/>
                </a:cxn>
                <a:cxn ang="0">
                  <a:pos x="T8" y="T9"/>
                </a:cxn>
              </a:cxnLst>
              <a:rect l="0" t="0" r="r" b="b"/>
              <a:pathLst>
                <a:path w="43" h="58">
                  <a:moveTo>
                    <a:pt x="19" y="0"/>
                  </a:moveTo>
                  <a:cubicBezTo>
                    <a:pt x="8" y="1"/>
                    <a:pt x="0" y="13"/>
                    <a:pt x="1" y="28"/>
                  </a:cubicBezTo>
                  <a:cubicBezTo>
                    <a:pt x="2" y="44"/>
                    <a:pt x="13" y="58"/>
                    <a:pt x="25" y="57"/>
                  </a:cubicBezTo>
                  <a:cubicBezTo>
                    <a:pt x="36" y="56"/>
                    <a:pt x="43" y="43"/>
                    <a:pt x="41" y="28"/>
                  </a:cubicBezTo>
                  <a:cubicBezTo>
                    <a:pt x="40" y="12"/>
                    <a:pt x="30" y="0"/>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0" name="Freeform 63"/>
            <p:cNvSpPr/>
            <p:nvPr/>
          </p:nvSpPr>
          <p:spPr bwMode="auto">
            <a:xfrm>
              <a:off x="7866366" y="12563253"/>
              <a:ext cx="117475" cy="165100"/>
            </a:xfrm>
            <a:custGeom>
              <a:avLst/>
              <a:gdLst>
                <a:gd name="T0" fmla="*/ 19 w 43"/>
                <a:gd name="T1" fmla="*/ 1 h 61"/>
                <a:gd name="T2" fmla="*/ 2 w 43"/>
                <a:gd name="T3" fmla="*/ 32 h 61"/>
                <a:gd name="T4" fmla="*/ 25 w 43"/>
                <a:gd name="T5" fmla="*/ 59 h 61"/>
                <a:gd name="T6" fmla="*/ 42 w 43"/>
                <a:gd name="T7" fmla="*/ 27 h 61"/>
                <a:gd name="T8" fmla="*/ 19 w 43"/>
                <a:gd name="T9" fmla="*/ 1 h 61"/>
              </a:gdLst>
              <a:ahLst/>
              <a:cxnLst>
                <a:cxn ang="0">
                  <a:pos x="T0" y="T1"/>
                </a:cxn>
                <a:cxn ang="0">
                  <a:pos x="T2" y="T3"/>
                </a:cxn>
                <a:cxn ang="0">
                  <a:pos x="T4" y="T5"/>
                </a:cxn>
                <a:cxn ang="0">
                  <a:pos x="T6" y="T7"/>
                </a:cxn>
                <a:cxn ang="0">
                  <a:pos x="T8" y="T9"/>
                </a:cxn>
              </a:cxnLst>
              <a:rect l="0" t="0" r="r" b="b"/>
              <a:pathLst>
                <a:path w="43" h="61">
                  <a:moveTo>
                    <a:pt x="19" y="1"/>
                  </a:moveTo>
                  <a:cubicBezTo>
                    <a:pt x="8" y="3"/>
                    <a:pt x="0" y="16"/>
                    <a:pt x="2" y="32"/>
                  </a:cubicBezTo>
                  <a:cubicBezTo>
                    <a:pt x="3" y="48"/>
                    <a:pt x="14" y="61"/>
                    <a:pt x="25" y="59"/>
                  </a:cubicBezTo>
                  <a:cubicBezTo>
                    <a:pt x="36" y="57"/>
                    <a:pt x="43" y="43"/>
                    <a:pt x="42" y="27"/>
                  </a:cubicBezTo>
                  <a:cubicBezTo>
                    <a:pt x="40" y="11"/>
                    <a:pt x="31" y="0"/>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1" name="Freeform 64"/>
            <p:cNvSpPr/>
            <p:nvPr/>
          </p:nvSpPr>
          <p:spPr bwMode="auto">
            <a:xfrm>
              <a:off x="8080679" y="12517216"/>
              <a:ext cx="117475" cy="171450"/>
            </a:xfrm>
            <a:custGeom>
              <a:avLst/>
              <a:gdLst>
                <a:gd name="T0" fmla="*/ 19 w 43"/>
                <a:gd name="T1" fmla="*/ 3 h 63"/>
                <a:gd name="T2" fmla="*/ 1 w 43"/>
                <a:gd name="T3" fmla="*/ 35 h 63"/>
                <a:gd name="T4" fmla="*/ 25 w 43"/>
                <a:gd name="T5" fmla="*/ 59 h 63"/>
                <a:gd name="T6" fmla="*/ 42 w 43"/>
                <a:gd name="T7" fmla="*/ 25 h 63"/>
                <a:gd name="T8" fmla="*/ 19 w 43"/>
                <a:gd name="T9" fmla="*/ 3 h 63"/>
              </a:gdLst>
              <a:ahLst/>
              <a:cxnLst>
                <a:cxn ang="0">
                  <a:pos x="T0" y="T1"/>
                </a:cxn>
                <a:cxn ang="0">
                  <a:pos x="T2" y="T3"/>
                </a:cxn>
                <a:cxn ang="0">
                  <a:pos x="T4" y="T5"/>
                </a:cxn>
                <a:cxn ang="0">
                  <a:pos x="T6" y="T7"/>
                </a:cxn>
                <a:cxn ang="0">
                  <a:pos x="T8" y="T9"/>
                </a:cxn>
              </a:cxnLst>
              <a:rect l="0" t="0" r="r" b="b"/>
              <a:pathLst>
                <a:path w="43" h="63">
                  <a:moveTo>
                    <a:pt x="19" y="3"/>
                  </a:moveTo>
                  <a:cubicBezTo>
                    <a:pt x="8" y="5"/>
                    <a:pt x="0" y="20"/>
                    <a:pt x="1" y="35"/>
                  </a:cubicBezTo>
                  <a:cubicBezTo>
                    <a:pt x="2" y="51"/>
                    <a:pt x="14" y="63"/>
                    <a:pt x="25" y="59"/>
                  </a:cubicBezTo>
                  <a:cubicBezTo>
                    <a:pt x="36" y="56"/>
                    <a:pt x="43" y="41"/>
                    <a:pt x="42" y="25"/>
                  </a:cubicBezTo>
                  <a:cubicBezTo>
                    <a:pt x="40" y="10"/>
                    <a:pt x="30" y="0"/>
                    <a:pt x="1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2" name="Freeform 65"/>
            <p:cNvSpPr/>
            <p:nvPr/>
          </p:nvSpPr>
          <p:spPr bwMode="auto">
            <a:xfrm>
              <a:off x="8293404" y="12444191"/>
              <a:ext cx="119063" cy="173038"/>
            </a:xfrm>
            <a:custGeom>
              <a:avLst/>
              <a:gdLst>
                <a:gd name="T0" fmla="*/ 19 w 44"/>
                <a:gd name="T1" fmla="*/ 5 h 64"/>
                <a:gd name="T2" fmla="*/ 2 w 44"/>
                <a:gd name="T3" fmla="*/ 40 h 64"/>
                <a:gd name="T4" fmla="*/ 25 w 44"/>
                <a:gd name="T5" fmla="*/ 60 h 64"/>
                <a:gd name="T6" fmla="*/ 42 w 44"/>
                <a:gd name="T7" fmla="*/ 23 h 64"/>
                <a:gd name="T8" fmla="*/ 19 w 44"/>
                <a:gd name="T9" fmla="*/ 5 h 64"/>
              </a:gdLst>
              <a:ahLst/>
              <a:cxnLst>
                <a:cxn ang="0">
                  <a:pos x="T0" y="T1"/>
                </a:cxn>
                <a:cxn ang="0">
                  <a:pos x="T2" y="T3"/>
                </a:cxn>
                <a:cxn ang="0">
                  <a:pos x="T4" y="T5"/>
                </a:cxn>
                <a:cxn ang="0">
                  <a:pos x="T6" y="T7"/>
                </a:cxn>
                <a:cxn ang="0">
                  <a:pos x="T8" y="T9"/>
                </a:cxn>
              </a:cxnLst>
              <a:rect l="0" t="0" r="r" b="b"/>
              <a:pathLst>
                <a:path w="44" h="64">
                  <a:moveTo>
                    <a:pt x="19" y="5"/>
                  </a:moveTo>
                  <a:cubicBezTo>
                    <a:pt x="8" y="9"/>
                    <a:pt x="0" y="26"/>
                    <a:pt x="2" y="40"/>
                  </a:cubicBezTo>
                  <a:cubicBezTo>
                    <a:pt x="4" y="55"/>
                    <a:pt x="14" y="64"/>
                    <a:pt x="25" y="60"/>
                  </a:cubicBezTo>
                  <a:cubicBezTo>
                    <a:pt x="37" y="56"/>
                    <a:pt x="44" y="39"/>
                    <a:pt x="42" y="23"/>
                  </a:cubicBezTo>
                  <a:cubicBezTo>
                    <a:pt x="40" y="9"/>
                    <a:pt x="30" y="0"/>
                    <a:pt x="19"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3" name="Freeform 66"/>
            <p:cNvSpPr/>
            <p:nvPr/>
          </p:nvSpPr>
          <p:spPr bwMode="auto">
            <a:xfrm>
              <a:off x="8510891" y="12353703"/>
              <a:ext cx="115888" cy="174625"/>
            </a:xfrm>
            <a:custGeom>
              <a:avLst/>
              <a:gdLst>
                <a:gd name="T0" fmla="*/ 19 w 43"/>
                <a:gd name="T1" fmla="*/ 5 h 64"/>
                <a:gd name="T2" fmla="*/ 1 w 43"/>
                <a:gd name="T3" fmla="*/ 40 h 64"/>
                <a:gd name="T4" fmla="*/ 24 w 43"/>
                <a:gd name="T5" fmla="*/ 59 h 64"/>
                <a:gd name="T6" fmla="*/ 42 w 43"/>
                <a:gd name="T7" fmla="*/ 23 h 64"/>
                <a:gd name="T8" fmla="*/ 19 w 43"/>
                <a:gd name="T9" fmla="*/ 5 h 64"/>
              </a:gdLst>
              <a:ahLst/>
              <a:cxnLst>
                <a:cxn ang="0">
                  <a:pos x="T0" y="T1"/>
                </a:cxn>
                <a:cxn ang="0">
                  <a:pos x="T2" y="T3"/>
                </a:cxn>
                <a:cxn ang="0">
                  <a:pos x="T4" y="T5"/>
                </a:cxn>
                <a:cxn ang="0">
                  <a:pos x="T6" y="T7"/>
                </a:cxn>
                <a:cxn ang="0">
                  <a:pos x="T8" y="T9"/>
                </a:cxn>
              </a:cxnLst>
              <a:rect l="0" t="0" r="r" b="b"/>
              <a:pathLst>
                <a:path w="43" h="64">
                  <a:moveTo>
                    <a:pt x="19" y="5"/>
                  </a:moveTo>
                  <a:cubicBezTo>
                    <a:pt x="8" y="10"/>
                    <a:pt x="0" y="25"/>
                    <a:pt x="1" y="40"/>
                  </a:cubicBezTo>
                  <a:cubicBezTo>
                    <a:pt x="2" y="55"/>
                    <a:pt x="13" y="64"/>
                    <a:pt x="24" y="59"/>
                  </a:cubicBezTo>
                  <a:cubicBezTo>
                    <a:pt x="35" y="53"/>
                    <a:pt x="43" y="37"/>
                    <a:pt x="42" y="23"/>
                  </a:cubicBezTo>
                  <a:cubicBezTo>
                    <a:pt x="40" y="8"/>
                    <a:pt x="31" y="0"/>
                    <a:pt x="19"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4" name="Freeform 67"/>
            <p:cNvSpPr/>
            <p:nvPr/>
          </p:nvSpPr>
          <p:spPr bwMode="auto">
            <a:xfrm>
              <a:off x="8725204" y="12248928"/>
              <a:ext cx="115888" cy="169863"/>
            </a:xfrm>
            <a:custGeom>
              <a:avLst/>
              <a:gdLst>
                <a:gd name="T0" fmla="*/ 19 w 43"/>
                <a:gd name="T1" fmla="*/ 6 h 63"/>
                <a:gd name="T2" fmla="*/ 1 w 43"/>
                <a:gd name="T3" fmla="*/ 42 h 63"/>
                <a:gd name="T4" fmla="*/ 25 w 43"/>
                <a:gd name="T5" fmla="*/ 56 h 63"/>
                <a:gd name="T6" fmla="*/ 42 w 43"/>
                <a:gd name="T7" fmla="*/ 20 h 63"/>
                <a:gd name="T8" fmla="*/ 19 w 43"/>
                <a:gd name="T9" fmla="*/ 6 h 63"/>
              </a:gdLst>
              <a:ahLst/>
              <a:cxnLst>
                <a:cxn ang="0">
                  <a:pos x="T0" y="T1"/>
                </a:cxn>
                <a:cxn ang="0">
                  <a:pos x="T2" y="T3"/>
                </a:cxn>
                <a:cxn ang="0">
                  <a:pos x="T4" y="T5"/>
                </a:cxn>
                <a:cxn ang="0">
                  <a:pos x="T6" y="T7"/>
                </a:cxn>
                <a:cxn ang="0">
                  <a:pos x="T8" y="T9"/>
                </a:cxn>
              </a:cxnLst>
              <a:rect l="0" t="0" r="r" b="b"/>
              <a:pathLst>
                <a:path w="43" h="63">
                  <a:moveTo>
                    <a:pt x="19" y="6"/>
                  </a:moveTo>
                  <a:cubicBezTo>
                    <a:pt x="8" y="12"/>
                    <a:pt x="0" y="28"/>
                    <a:pt x="1" y="42"/>
                  </a:cubicBezTo>
                  <a:cubicBezTo>
                    <a:pt x="2" y="56"/>
                    <a:pt x="14" y="63"/>
                    <a:pt x="25" y="56"/>
                  </a:cubicBezTo>
                  <a:cubicBezTo>
                    <a:pt x="36" y="49"/>
                    <a:pt x="43" y="33"/>
                    <a:pt x="42" y="20"/>
                  </a:cubicBezTo>
                  <a:cubicBezTo>
                    <a:pt x="40" y="6"/>
                    <a:pt x="30" y="0"/>
                    <a:pt x="19"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5" name="Freeform 68"/>
            <p:cNvSpPr/>
            <p:nvPr/>
          </p:nvSpPr>
          <p:spPr bwMode="auto">
            <a:xfrm>
              <a:off x="8939516" y="12128278"/>
              <a:ext cx="115888" cy="166688"/>
            </a:xfrm>
            <a:custGeom>
              <a:avLst/>
              <a:gdLst>
                <a:gd name="T0" fmla="*/ 20 w 43"/>
                <a:gd name="T1" fmla="*/ 6 h 61"/>
                <a:gd name="T2" fmla="*/ 1 w 43"/>
                <a:gd name="T3" fmla="*/ 43 h 61"/>
                <a:gd name="T4" fmla="*/ 24 w 43"/>
                <a:gd name="T5" fmla="*/ 55 h 61"/>
                <a:gd name="T6" fmla="*/ 42 w 43"/>
                <a:gd name="T7" fmla="*/ 19 h 61"/>
                <a:gd name="T8" fmla="*/ 20 w 43"/>
                <a:gd name="T9" fmla="*/ 6 h 61"/>
              </a:gdLst>
              <a:ahLst/>
              <a:cxnLst>
                <a:cxn ang="0">
                  <a:pos x="T0" y="T1"/>
                </a:cxn>
                <a:cxn ang="0">
                  <a:pos x="T2" y="T3"/>
                </a:cxn>
                <a:cxn ang="0">
                  <a:pos x="T4" y="T5"/>
                </a:cxn>
                <a:cxn ang="0">
                  <a:pos x="T6" y="T7"/>
                </a:cxn>
                <a:cxn ang="0">
                  <a:pos x="T8" y="T9"/>
                </a:cxn>
              </a:cxnLst>
              <a:rect l="0" t="0" r="r" b="b"/>
              <a:pathLst>
                <a:path w="43" h="61">
                  <a:moveTo>
                    <a:pt x="20" y="6"/>
                  </a:moveTo>
                  <a:cubicBezTo>
                    <a:pt x="9" y="12"/>
                    <a:pt x="0" y="29"/>
                    <a:pt x="1" y="43"/>
                  </a:cubicBezTo>
                  <a:cubicBezTo>
                    <a:pt x="3" y="55"/>
                    <a:pt x="13" y="61"/>
                    <a:pt x="24" y="55"/>
                  </a:cubicBezTo>
                  <a:cubicBezTo>
                    <a:pt x="35" y="48"/>
                    <a:pt x="43" y="32"/>
                    <a:pt x="42" y="19"/>
                  </a:cubicBezTo>
                  <a:cubicBezTo>
                    <a:pt x="41" y="6"/>
                    <a:pt x="32" y="0"/>
                    <a:pt x="2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6" name="Freeform 69"/>
            <p:cNvSpPr/>
            <p:nvPr/>
          </p:nvSpPr>
          <p:spPr bwMode="auto">
            <a:xfrm>
              <a:off x="9153829" y="12001278"/>
              <a:ext cx="119063" cy="160338"/>
            </a:xfrm>
            <a:custGeom>
              <a:avLst/>
              <a:gdLst>
                <a:gd name="T0" fmla="*/ 20 w 44"/>
                <a:gd name="T1" fmla="*/ 7 h 59"/>
                <a:gd name="T2" fmla="*/ 2 w 44"/>
                <a:gd name="T3" fmla="*/ 41 h 59"/>
                <a:gd name="T4" fmla="*/ 25 w 44"/>
                <a:gd name="T5" fmla="*/ 51 h 59"/>
                <a:gd name="T6" fmla="*/ 42 w 44"/>
                <a:gd name="T7" fmla="*/ 16 h 59"/>
                <a:gd name="T8" fmla="*/ 20 w 44"/>
                <a:gd name="T9" fmla="*/ 7 h 59"/>
              </a:gdLst>
              <a:ahLst/>
              <a:cxnLst>
                <a:cxn ang="0">
                  <a:pos x="T0" y="T1"/>
                </a:cxn>
                <a:cxn ang="0">
                  <a:pos x="T2" y="T3"/>
                </a:cxn>
                <a:cxn ang="0">
                  <a:pos x="T4" y="T5"/>
                </a:cxn>
                <a:cxn ang="0">
                  <a:pos x="T6" y="T7"/>
                </a:cxn>
                <a:cxn ang="0">
                  <a:pos x="T8" y="T9"/>
                </a:cxn>
              </a:cxnLst>
              <a:rect l="0" t="0" r="r" b="b"/>
              <a:pathLst>
                <a:path w="44" h="59">
                  <a:moveTo>
                    <a:pt x="20" y="7"/>
                  </a:moveTo>
                  <a:cubicBezTo>
                    <a:pt x="9" y="13"/>
                    <a:pt x="0" y="29"/>
                    <a:pt x="2" y="41"/>
                  </a:cubicBezTo>
                  <a:cubicBezTo>
                    <a:pt x="3" y="54"/>
                    <a:pt x="14" y="59"/>
                    <a:pt x="25" y="51"/>
                  </a:cubicBezTo>
                  <a:cubicBezTo>
                    <a:pt x="36" y="43"/>
                    <a:pt x="44" y="28"/>
                    <a:pt x="42" y="16"/>
                  </a:cubicBezTo>
                  <a:cubicBezTo>
                    <a:pt x="41" y="4"/>
                    <a:pt x="31" y="0"/>
                    <a:pt x="2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7" name="Freeform 70"/>
            <p:cNvSpPr/>
            <p:nvPr/>
          </p:nvSpPr>
          <p:spPr bwMode="auto">
            <a:xfrm>
              <a:off x="9371316" y="11867928"/>
              <a:ext cx="115888" cy="152400"/>
            </a:xfrm>
            <a:custGeom>
              <a:avLst/>
              <a:gdLst>
                <a:gd name="T0" fmla="*/ 19 w 43"/>
                <a:gd name="T1" fmla="*/ 7 h 56"/>
                <a:gd name="T2" fmla="*/ 1 w 43"/>
                <a:gd name="T3" fmla="*/ 41 h 56"/>
                <a:gd name="T4" fmla="*/ 24 w 43"/>
                <a:gd name="T5" fmla="*/ 49 h 56"/>
                <a:gd name="T6" fmla="*/ 42 w 43"/>
                <a:gd name="T7" fmla="*/ 14 h 56"/>
                <a:gd name="T8" fmla="*/ 19 w 43"/>
                <a:gd name="T9" fmla="*/ 7 h 56"/>
              </a:gdLst>
              <a:ahLst/>
              <a:cxnLst>
                <a:cxn ang="0">
                  <a:pos x="T0" y="T1"/>
                </a:cxn>
                <a:cxn ang="0">
                  <a:pos x="T2" y="T3"/>
                </a:cxn>
                <a:cxn ang="0">
                  <a:pos x="T4" y="T5"/>
                </a:cxn>
                <a:cxn ang="0">
                  <a:pos x="T6" y="T7"/>
                </a:cxn>
                <a:cxn ang="0">
                  <a:pos x="T8" y="T9"/>
                </a:cxn>
              </a:cxnLst>
              <a:rect l="0" t="0" r="r" b="b"/>
              <a:pathLst>
                <a:path w="43" h="56">
                  <a:moveTo>
                    <a:pt x="19" y="7"/>
                  </a:moveTo>
                  <a:cubicBezTo>
                    <a:pt x="8" y="14"/>
                    <a:pt x="0" y="30"/>
                    <a:pt x="1" y="41"/>
                  </a:cubicBezTo>
                  <a:cubicBezTo>
                    <a:pt x="2" y="52"/>
                    <a:pt x="13" y="56"/>
                    <a:pt x="24" y="49"/>
                  </a:cubicBezTo>
                  <a:cubicBezTo>
                    <a:pt x="35" y="41"/>
                    <a:pt x="43" y="26"/>
                    <a:pt x="42" y="14"/>
                  </a:cubicBezTo>
                  <a:cubicBezTo>
                    <a:pt x="40" y="3"/>
                    <a:pt x="30" y="0"/>
                    <a:pt x="1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8" name="Freeform 71"/>
            <p:cNvSpPr/>
            <p:nvPr/>
          </p:nvSpPr>
          <p:spPr bwMode="auto">
            <a:xfrm>
              <a:off x="9585629" y="11734578"/>
              <a:ext cx="119063" cy="141288"/>
            </a:xfrm>
            <a:custGeom>
              <a:avLst/>
              <a:gdLst>
                <a:gd name="T0" fmla="*/ 19 w 44"/>
                <a:gd name="T1" fmla="*/ 7 h 52"/>
                <a:gd name="T2" fmla="*/ 1 w 44"/>
                <a:gd name="T3" fmla="*/ 39 h 52"/>
                <a:gd name="T4" fmla="*/ 24 w 44"/>
                <a:gd name="T5" fmla="*/ 45 h 52"/>
                <a:gd name="T6" fmla="*/ 42 w 44"/>
                <a:gd name="T7" fmla="*/ 12 h 52"/>
                <a:gd name="T8" fmla="*/ 19 w 44"/>
                <a:gd name="T9" fmla="*/ 7 h 52"/>
              </a:gdLst>
              <a:ahLst/>
              <a:cxnLst>
                <a:cxn ang="0">
                  <a:pos x="T0" y="T1"/>
                </a:cxn>
                <a:cxn ang="0">
                  <a:pos x="T2" y="T3"/>
                </a:cxn>
                <a:cxn ang="0">
                  <a:pos x="T4" y="T5"/>
                </a:cxn>
                <a:cxn ang="0">
                  <a:pos x="T6" y="T7"/>
                </a:cxn>
                <a:cxn ang="0">
                  <a:pos x="T8" y="T9"/>
                </a:cxn>
              </a:cxnLst>
              <a:rect l="0" t="0" r="r" b="b"/>
              <a:pathLst>
                <a:path w="44" h="52">
                  <a:moveTo>
                    <a:pt x="19" y="7"/>
                  </a:moveTo>
                  <a:cubicBezTo>
                    <a:pt x="8" y="14"/>
                    <a:pt x="0" y="29"/>
                    <a:pt x="1" y="39"/>
                  </a:cubicBezTo>
                  <a:cubicBezTo>
                    <a:pt x="3" y="49"/>
                    <a:pt x="13" y="52"/>
                    <a:pt x="24" y="45"/>
                  </a:cubicBezTo>
                  <a:cubicBezTo>
                    <a:pt x="36" y="38"/>
                    <a:pt x="44" y="23"/>
                    <a:pt x="42" y="12"/>
                  </a:cubicBezTo>
                  <a:cubicBezTo>
                    <a:pt x="40" y="2"/>
                    <a:pt x="30" y="0"/>
                    <a:pt x="1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9" name="Freeform 72"/>
            <p:cNvSpPr/>
            <p:nvPr/>
          </p:nvSpPr>
          <p:spPr bwMode="auto">
            <a:xfrm>
              <a:off x="9801529" y="11604403"/>
              <a:ext cx="117475" cy="130175"/>
            </a:xfrm>
            <a:custGeom>
              <a:avLst/>
              <a:gdLst>
                <a:gd name="T0" fmla="*/ 19 w 43"/>
                <a:gd name="T1" fmla="*/ 7 h 48"/>
                <a:gd name="T2" fmla="*/ 1 w 43"/>
                <a:gd name="T3" fmla="*/ 37 h 48"/>
                <a:gd name="T4" fmla="*/ 23 w 43"/>
                <a:gd name="T5" fmla="*/ 41 h 48"/>
                <a:gd name="T6" fmla="*/ 42 w 43"/>
                <a:gd name="T7" fmla="*/ 11 h 48"/>
                <a:gd name="T8" fmla="*/ 19 w 43"/>
                <a:gd name="T9" fmla="*/ 7 h 48"/>
              </a:gdLst>
              <a:ahLst/>
              <a:cxnLst>
                <a:cxn ang="0">
                  <a:pos x="T0" y="T1"/>
                </a:cxn>
                <a:cxn ang="0">
                  <a:pos x="T2" y="T3"/>
                </a:cxn>
                <a:cxn ang="0">
                  <a:pos x="T4" y="T5"/>
                </a:cxn>
                <a:cxn ang="0">
                  <a:pos x="T6" y="T7"/>
                </a:cxn>
                <a:cxn ang="0">
                  <a:pos x="T8" y="T9"/>
                </a:cxn>
              </a:cxnLst>
              <a:rect l="0" t="0" r="r" b="b"/>
              <a:pathLst>
                <a:path w="43" h="48">
                  <a:moveTo>
                    <a:pt x="19" y="7"/>
                  </a:moveTo>
                  <a:cubicBezTo>
                    <a:pt x="8" y="14"/>
                    <a:pt x="0" y="27"/>
                    <a:pt x="1" y="37"/>
                  </a:cubicBezTo>
                  <a:cubicBezTo>
                    <a:pt x="2" y="46"/>
                    <a:pt x="13" y="48"/>
                    <a:pt x="23" y="41"/>
                  </a:cubicBezTo>
                  <a:cubicBezTo>
                    <a:pt x="35" y="34"/>
                    <a:pt x="43" y="20"/>
                    <a:pt x="42" y="11"/>
                  </a:cubicBezTo>
                  <a:cubicBezTo>
                    <a:pt x="40" y="2"/>
                    <a:pt x="30" y="0"/>
                    <a:pt x="1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0" name="Freeform 73"/>
            <p:cNvSpPr/>
            <p:nvPr/>
          </p:nvSpPr>
          <p:spPr bwMode="auto">
            <a:xfrm>
              <a:off x="10015841" y="11480578"/>
              <a:ext cx="117475" cy="119063"/>
            </a:xfrm>
            <a:custGeom>
              <a:avLst/>
              <a:gdLst>
                <a:gd name="T0" fmla="*/ 21 w 43"/>
                <a:gd name="T1" fmla="*/ 6 h 44"/>
                <a:gd name="T2" fmla="*/ 1 w 43"/>
                <a:gd name="T3" fmla="*/ 34 h 44"/>
                <a:gd name="T4" fmla="*/ 24 w 43"/>
                <a:gd name="T5" fmla="*/ 37 h 44"/>
                <a:gd name="T6" fmla="*/ 42 w 43"/>
                <a:gd name="T7" fmla="*/ 10 h 44"/>
                <a:gd name="T8" fmla="*/ 21 w 43"/>
                <a:gd name="T9" fmla="*/ 6 h 44"/>
              </a:gdLst>
              <a:ahLst/>
              <a:cxnLst>
                <a:cxn ang="0">
                  <a:pos x="T0" y="T1"/>
                </a:cxn>
                <a:cxn ang="0">
                  <a:pos x="T2" y="T3"/>
                </a:cxn>
                <a:cxn ang="0">
                  <a:pos x="T4" y="T5"/>
                </a:cxn>
                <a:cxn ang="0">
                  <a:pos x="T6" y="T7"/>
                </a:cxn>
                <a:cxn ang="0">
                  <a:pos x="T8" y="T9"/>
                </a:cxn>
              </a:cxnLst>
              <a:rect l="0" t="0" r="r" b="b"/>
              <a:pathLst>
                <a:path w="43" h="44">
                  <a:moveTo>
                    <a:pt x="21" y="6"/>
                  </a:moveTo>
                  <a:cubicBezTo>
                    <a:pt x="9" y="12"/>
                    <a:pt x="0" y="25"/>
                    <a:pt x="1" y="34"/>
                  </a:cubicBezTo>
                  <a:cubicBezTo>
                    <a:pt x="3" y="42"/>
                    <a:pt x="13" y="44"/>
                    <a:pt x="24" y="37"/>
                  </a:cubicBezTo>
                  <a:cubicBezTo>
                    <a:pt x="35" y="30"/>
                    <a:pt x="43" y="19"/>
                    <a:pt x="42" y="10"/>
                  </a:cubicBezTo>
                  <a:cubicBezTo>
                    <a:pt x="41" y="2"/>
                    <a:pt x="32" y="0"/>
                    <a:pt x="2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1" name="Freeform 74"/>
            <p:cNvSpPr/>
            <p:nvPr/>
          </p:nvSpPr>
          <p:spPr bwMode="auto">
            <a:xfrm>
              <a:off x="10233329" y="11366278"/>
              <a:ext cx="117475" cy="103188"/>
            </a:xfrm>
            <a:custGeom>
              <a:avLst/>
              <a:gdLst>
                <a:gd name="T0" fmla="*/ 19 w 43"/>
                <a:gd name="T1" fmla="*/ 6 h 38"/>
                <a:gd name="T2" fmla="*/ 1 w 43"/>
                <a:gd name="T3" fmla="*/ 30 h 38"/>
                <a:gd name="T4" fmla="*/ 23 w 43"/>
                <a:gd name="T5" fmla="*/ 32 h 38"/>
                <a:gd name="T6" fmla="*/ 41 w 43"/>
                <a:gd name="T7" fmla="*/ 7 h 38"/>
                <a:gd name="T8" fmla="*/ 19 w 43"/>
                <a:gd name="T9" fmla="*/ 6 h 38"/>
              </a:gdLst>
              <a:ahLst/>
              <a:cxnLst>
                <a:cxn ang="0">
                  <a:pos x="T0" y="T1"/>
                </a:cxn>
                <a:cxn ang="0">
                  <a:pos x="T2" y="T3"/>
                </a:cxn>
                <a:cxn ang="0">
                  <a:pos x="T4" y="T5"/>
                </a:cxn>
                <a:cxn ang="0">
                  <a:pos x="T6" y="T7"/>
                </a:cxn>
                <a:cxn ang="0">
                  <a:pos x="T8" y="T9"/>
                </a:cxn>
              </a:cxnLst>
              <a:rect l="0" t="0" r="r" b="b"/>
              <a:pathLst>
                <a:path w="43" h="38">
                  <a:moveTo>
                    <a:pt x="19" y="6"/>
                  </a:moveTo>
                  <a:cubicBezTo>
                    <a:pt x="8" y="12"/>
                    <a:pt x="0" y="23"/>
                    <a:pt x="1" y="30"/>
                  </a:cubicBezTo>
                  <a:cubicBezTo>
                    <a:pt x="2" y="37"/>
                    <a:pt x="12" y="38"/>
                    <a:pt x="23" y="32"/>
                  </a:cubicBezTo>
                  <a:cubicBezTo>
                    <a:pt x="35" y="26"/>
                    <a:pt x="43" y="15"/>
                    <a:pt x="41" y="7"/>
                  </a:cubicBezTo>
                  <a:cubicBezTo>
                    <a:pt x="40" y="1"/>
                    <a:pt x="30" y="0"/>
                    <a:pt x="19"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2" name="Freeform 75"/>
            <p:cNvSpPr/>
            <p:nvPr/>
          </p:nvSpPr>
          <p:spPr bwMode="auto">
            <a:xfrm>
              <a:off x="10450816" y="11263091"/>
              <a:ext cx="114300" cy="92075"/>
            </a:xfrm>
            <a:custGeom>
              <a:avLst/>
              <a:gdLst>
                <a:gd name="T0" fmla="*/ 19 w 42"/>
                <a:gd name="T1" fmla="*/ 5 h 34"/>
                <a:gd name="T2" fmla="*/ 0 w 42"/>
                <a:gd name="T3" fmla="*/ 26 h 34"/>
                <a:gd name="T4" fmla="*/ 23 w 42"/>
                <a:gd name="T5" fmla="*/ 28 h 34"/>
                <a:gd name="T6" fmla="*/ 41 w 42"/>
                <a:gd name="T7" fmla="*/ 7 h 34"/>
                <a:gd name="T8" fmla="*/ 19 w 42"/>
                <a:gd name="T9" fmla="*/ 5 h 34"/>
              </a:gdLst>
              <a:ahLst/>
              <a:cxnLst>
                <a:cxn ang="0">
                  <a:pos x="T0" y="T1"/>
                </a:cxn>
                <a:cxn ang="0">
                  <a:pos x="T2" y="T3"/>
                </a:cxn>
                <a:cxn ang="0">
                  <a:pos x="T4" y="T5"/>
                </a:cxn>
                <a:cxn ang="0">
                  <a:pos x="T6" y="T7"/>
                </a:cxn>
                <a:cxn ang="0">
                  <a:pos x="T8" y="T9"/>
                </a:cxn>
              </a:cxnLst>
              <a:rect l="0" t="0" r="r" b="b"/>
              <a:pathLst>
                <a:path w="42" h="34">
                  <a:moveTo>
                    <a:pt x="19" y="5"/>
                  </a:moveTo>
                  <a:cubicBezTo>
                    <a:pt x="8" y="10"/>
                    <a:pt x="0" y="19"/>
                    <a:pt x="0" y="26"/>
                  </a:cubicBezTo>
                  <a:cubicBezTo>
                    <a:pt x="1" y="33"/>
                    <a:pt x="12" y="34"/>
                    <a:pt x="23" y="28"/>
                  </a:cubicBezTo>
                  <a:cubicBezTo>
                    <a:pt x="34" y="22"/>
                    <a:pt x="42" y="13"/>
                    <a:pt x="41" y="7"/>
                  </a:cubicBezTo>
                  <a:cubicBezTo>
                    <a:pt x="40" y="1"/>
                    <a:pt x="30" y="0"/>
                    <a:pt x="19"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3" name="Freeform 76"/>
            <p:cNvSpPr/>
            <p:nvPr/>
          </p:nvSpPr>
          <p:spPr bwMode="auto">
            <a:xfrm>
              <a:off x="10661954" y="11175778"/>
              <a:ext cx="117475" cy="76200"/>
            </a:xfrm>
            <a:custGeom>
              <a:avLst/>
              <a:gdLst>
                <a:gd name="T0" fmla="*/ 20 w 43"/>
                <a:gd name="T1" fmla="*/ 4 h 28"/>
                <a:gd name="T2" fmla="*/ 1 w 43"/>
                <a:gd name="T3" fmla="*/ 22 h 28"/>
                <a:gd name="T4" fmla="*/ 25 w 43"/>
                <a:gd name="T5" fmla="*/ 23 h 28"/>
                <a:gd name="T6" fmla="*/ 42 w 43"/>
                <a:gd name="T7" fmla="*/ 6 h 28"/>
                <a:gd name="T8" fmla="*/ 20 w 43"/>
                <a:gd name="T9" fmla="*/ 4 h 28"/>
              </a:gdLst>
              <a:ahLst/>
              <a:cxnLst>
                <a:cxn ang="0">
                  <a:pos x="T0" y="T1"/>
                </a:cxn>
                <a:cxn ang="0">
                  <a:pos x="T2" y="T3"/>
                </a:cxn>
                <a:cxn ang="0">
                  <a:pos x="T4" y="T5"/>
                </a:cxn>
                <a:cxn ang="0">
                  <a:pos x="T6" y="T7"/>
                </a:cxn>
                <a:cxn ang="0">
                  <a:pos x="T8" y="T9"/>
                </a:cxn>
              </a:cxnLst>
              <a:rect l="0" t="0" r="r" b="b"/>
              <a:pathLst>
                <a:path w="43" h="28">
                  <a:moveTo>
                    <a:pt x="20" y="4"/>
                  </a:moveTo>
                  <a:cubicBezTo>
                    <a:pt x="9" y="8"/>
                    <a:pt x="0" y="17"/>
                    <a:pt x="1" y="22"/>
                  </a:cubicBezTo>
                  <a:cubicBezTo>
                    <a:pt x="2" y="28"/>
                    <a:pt x="13" y="28"/>
                    <a:pt x="25" y="23"/>
                  </a:cubicBezTo>
                  <a:cubicBezTo>
                    <a:pt x="36" y="18"/>
                    <a:pt x="43" y="11"/>
                    <a:pt x="42" y="6"/>
                  </a:cubicBezTo>
                  <a:cubicBezTo>
                    <a:pt x="41" y="1"/>
                    <a:pt x="31" y="0"/>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4" name="Freeform 77"/>
            <p:cNvSpPr/>
            <p:nvPr/>
          </p:nvSpPr>
          <p:spPr bwMode="auto">
            <a:xfrm>
              <a:off x="10879441" y="11107516"/>
              <a:ext cx="114300" cy="63500"/>
            </a:xfrm>
            <a:custGeom>
              <a:avLst/>
              <a:gdLst>
                <a:gd name="T0" fmla="*/ 20 w 42"/>
                <a:gd name="T1" fmla="*/ 3 h 23"/>
                <a:gd name="T2" fmla="*/ 0 w 42"/>
                <a:gd name="T3" fmla="*/ 17 h 23"/>
                <a:gd name="T4" fmla="*/ 23 w 42"/>
                <a:gd name="T5" fmla="*/ 19 h 23"/>
                <a:gd name="T6" fmla="*/ 41 w 42"/>
                <a:gd name="T7" fmla="*/ 6 h 23"/>
                <a:gd name="T8" fmla="*/ 20 w 42"/>
                <a:gd name="T9" fmla="*/ 3 h 23"/>
              </a:gdLst>
              <a:ahLst/>
              <a:cxnLst>
                <a:cxn ang="0">
                  <a:pos x="T0" y="T1"/>
                </a:cxn>
                <a:cxn ang="0">
                  <a:pos x="T2" y="T3"/>
                </a:cxn>
                <a:cxn ang="0">
                  <a:pos x="T4" y="T5"/>
                </a:cxn>
                <a:cxn ang="0">
                  <a:pos x="T6" y="T7"/>
                </a:cxn>
                <a:cxn ang="0">
                  <a:pos x="T8" y="T9"/>
                </a:cxn>
              </a:cxnLst>
              <a:rect l="0" t="0" r="r" b="b"/>
              <a:pathLst>
                <a:path w="42" h="23">
                  <a:moveTo>
                    <a:pt x="20" y="3"/>
                  </a:moveTo>
                  <a:cubicBezTo>
                    <a:pt x="9" y="6"/>
                    <a:pt x="0" y="13"/>
                    <a:pt x="0" y="17"/>
                  </a:cubicBezTo>
                  <a:cubicBezTo>
                    <a:pt x="1" y="22"/>
                    <a:pt x="12" y="23"/>
                    <a:pt x="23" y="19"/>
                  </a:cubicBezTo>
                  <a:cubicBezTo>
                    <a:pt x="34" y="16"/>
                    <a:pt x="42" y="10"/>
                    <a:pt x="41" y="6"/>
                  </a:cubicBezTo>
                  <a:cubicBezTo>
                    <a:pt x="40" y="1"/>
                    <a:pt x="31" y="0"/>
                    <a:pt x="2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5" name="Freeform 78"/>
            <p:cNvSpPr/>
            <p:nvPr/>
          </p:nvSpPr>
          <p:spPr bwMode="auto">
            <a:xfrm>
              <a:off x="11093754" y="11061478"/>
              <a:ext cx="114300" cy="49213"/>
            </a:xfrm>
            <a:custGeom>
              <a:avLst/>
              <a:gdLst>
                <a:gd name="T0" fmla="*/ 19 w 42"/>
                <a:gd name="T1" fmla="*/ 2 h 18"/>
                <a:gd name="T2" fmla="*/ 0 w 42"/>
                <a:gd name="T3" fmla="*/ 13 h 18"/>
                <a:gd name="T4" fmla="*/ 23 w 42"/>
                <a:gd name="T5" fmla="*/ 15 h 18"/>
                <a:gd name="T6" fmla="*/ 41 w 42"/>
                <a:gd name="T7" fmla="*/ 5 h 18"/>
                <a:gd name="T8" fmla="*/ 19 w 42"/>
                <a:gd name="T9" fmla="*/ 2 h 18"/>
              </a:gdLst>
              <a:ahLst/>
              <a:cxnLst>
                <a:cxn ang="0">
                  <a:pos x="T0" y="T1"/>
                </a:cxn>
                <a:cxn ang="0">
                  <a:pos x="T2" y="T3"/>
                </a:cxn>
                <a:cxn ang="0">
                  <a:pos x="T4" y="T5"/>
                </a:cxn>
                <a:cxn ang="0">
                  <a:pos x="T6" y="T7"/>
                </a:cxn>
                <a:cxn ang="0">
                  <a:pos x="T8" y="T9"/>
                </a:cxn>
              </a:cxnLst>
              <a:rect l="0" t="0" r="r" b="b"/>
              <a:pathLst>
                <a:path w="42" h="18">
                  <a:moveTo>
                    <a:pt x="19" y="2"/>
                  </a:moveTo>
                  <a:cubicBezTo>
                    <a:pt x="8" y="4"/>
                    <a:pt x="0" y="9"/>
                    <a:pt x="0" y="13"/>
                  </a:cubicBezTo>
                  <a:cubicBezTo>
                    <a:pt x="1" y="17"/>
                    <a:pt x="12" y="18"/>
                    <a:pt x="23" y="15"/>
                  </a:cubicBezTo>
                  <a:cubicBezTo>
                    <a:pt x="34" y="13"/>
                    <a:pt x="42" y="8"/>
                    <a:pt x="41" y="5"/>
                  </a:cubicBezTo>
                  <a:cubicBezTo>
                    <a:pt x="40" y="2"/>
                    <a:pt x="30" y="0"/>
                    <a:pt x="1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6" name="Freeform 79"/>
            <p:cNvSpPr/>
            <p:nvPr/>
          </p:nvSpPr>
          <p:spPr bwMode="auto">
            <a:xfrm>
              <a:off x="11308066" y="10888441"/>
              <a:ext cx="122238" cy="149225"/>
            </a:xfrm>
            <a:custGeom>
              <a:avLst/>
              <a:gdLst>
                <a:gd name="T0" fmla="*/ 20 w 45"/>
                <a:gd name="T1" fmla="*/ 27 h 55"/>
                <a:gd name="T2" fmla="*/ 1 w 45"/>
                <a:gd name="T3" fmla="*/ 52 h 55"/>
                <a:gd name="T4" fmla="*/ 25 w 45"/>
                <a:gd name="T5" fmla="*/ 33 h 55"/>
                <a:gd name="T6" fmla="*/ 43 w 45"/>
                <a:gd name="T7" fmla="*/ 1 h 55"/>
                <a:gd name="T8" fmla="*/ 20 w 45"/>
                <a:gd name="T9" fmla="*/ 27 h 55"/>
              </a:gdLst>
              <a:ahLst/>
              <a:cxnLst>
                <a:cxn ang="0">
                  <a:pos x="T0" y="T1"/>
                </a:cxn>
                <a:cxn ang="0">
                  <a:pos x="T2" y="T3"/>
                </a:cxn>
                <a:cxn ang="0">
                  <a:pos x="T4" y="T5"/>
                </a:cxn>
                <a:cxn ang="0">
                  <a:pos x="T6" y="T7"/>
                </a:cxn>
                <a:cxn ang="0">
                  <a:pos x="T8" y="T9"/>
                </a:cxn>
              </a:cxnLst>
              <a:rect l="0" t="0" r="r" b="b"/>
              <a:pathLst>
                <a:path w="45" h="55">
                  <a:moveTo>
                    <a:pt x="20" y="27"/>
                  </a:moveTo>
                  <a:cubicBezTo>
                    <a:pt x="9" y="41"/>
                    <a:pt x="0" y="50"/>
                    <a:pt x="1" y="52"/>
                  </a:cubicBezTo>
                  <a:cubicBezTo>
                    <a:pt x="2" y="55"/>
                    <a:pt x="13" y="48"/>
                    <a:pt x="25" y="33"/>
                  </a:cubicBezTo>
                  <a:cubicBezTo>
                    <a:pt x="37" y="18"/>
                    <a:pt x="45" y="2"/>
                    <a:pt x="43" y="1"/>
                  </a:cubicBezTo>
                  <a:cubicBezTo>
                    <a:pt x="42" y="0"/>
                    <a:pt x="32" y="13"/>
                    <a:pt x="20"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7" name="Freeform 80"/>
            <p:cNvSpPr/>
            <p:nvPr/>
          </p:nvSpPr>
          <p:spPr bwMode="auto">
            <a:xfrm>
              <a:off x="11536666" y="10442353"/>
              <a:ext cx="122238" cy="255588"/>
            </a:xfrm>
            <a:custGeom>
              <a:avLst/>
              <a:gdLst>
                <a:gd name="T0" fmla="*/ 25 w 45"/>
                <a:gd name="T1" fmla="*/ 47 h 94"/>
                <a:gd name="T2" fmla="*/ 44 w 45"/>
                <a:gd name="T3" fmla="*/ 0 h 94"/>
                <a:gd name="T4" fmla="*/ 20 w 45"/>
                <a:gd name="T5" fmla="*/ 45 h 94"/>
                <a:gd name="T6" fmla="*/ 0 w 45"/>
                <a:gd name="T7" fmla="*/ 92 h 94"/>
                <a:gd name="T8" fmla="*/ 25 w 45"/>
                <a:gd name="T9" fmla="*/ 47 h 94"/>
              </a:gdLst>
              <a:ahLst/>
              <a:cxnLst>
                <a:cxn ang="0">
                  <a:pos x="T0" y="T1"/>
                </a:cxn>
                <a:cxn ang="0">
                  <a:pos x="T2" y="T3"/>
                </a:cxn>
                <a:cxn ang="0">
                  <a:pos x="T4" y="T5"/>
                </a:cxn>
                <a:cxn ang="0">
                  <a:pos x="T6" y="T7"/>
                </a:cxn>
                <a:cxn ang="0">
                  <a:pos x="T8" y="T9"/>
                </a:cxn>
              </a:cxnLst>
              <a:rect l="0" t="0" r="r" b="b"/>
              <a:pathLst>
                <a:path w="45" h="94">
                  <a:moveTo>
                    <a:pt x="25" y="47"/>
                  </a:moveTo>
                  <a:cubicBezTo>
                    <a:pt x="37" y="22"/>
                    <a:pt x="45" y="0"/>
                    <a:pt x="44" y="0"/>
                  </a:cubicBezTo>
                  <a:cubicBezTo>
                    <a:pt x="42" y="0"/>
                    <a:pt x="32" y="20"/>
                    <a:pt x="20" y="45"/>
                  </a:cubicBezTo>
                  <a:cubicBezTo>
                    <a:pt x="8" y="70"/>
                    <a:pt x="0" y="90"/>
                    <a:pt x="0" y="92"/>
                  </a:cubicBezTo>
                  <a:cubicBezTo>
                    <a:pt x="1" y="94"/>
                    <a:pt x="13" y="73"/>
                    <a:pt x="25"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8" name="Freeform 81"/>
            <p:cNvSpPr/>
            <p:nvPr/>
          </p:nvSpPr>
          <p:spPr bwMode="auto">
            <a:xfrm>
              <a:off x="11763679" y="9940703"/>
              <a:ext cx="125413" cy="255588"/>
            </a:xfrm>
            <a:custGeom>
              <a:avLst/>
              <a:gdLst>
                <a:gd name="T0" fmla="*/ 27 w 46"/>
                <a:gd name="T1" fmla="*/ 45 h 94"/>
                <a:gd name="T2" fmla="*/ 44 w 46"/>
                <a:gd name="T3" fmla="*/ 1 h 94"/>
                <a:gd name="T4" fmla="*/ 20 w 46"/>
                <a:gd name="T5" fmla="*/ 44 h 94"/>
                <a:gd name="T6" fmla="*/ 1 w 46"/>
                <a:gd name="T7" fmla="*/ 93 h 94"/>
                <a:gd name="T8" fmla="*/ 27 w 46"/>
                <a:gd name="T9" fmla="*/ 45 h 94"/>
              </a:gdLst>
              <a:ahLst/>
              <a:cxnLst>
                <a:cxn ang="0">
                  <a:pos x="T0" y="T1"/>
                </a:cxn>
                <a:cxn ang="0">
                  <a:pos x="T2" y="T3"/>
                </a:cxn>
                <a:cxn ang="0">
                  <a:pos x="T4" y="T5"/>
                </a:cxn>
                <a:cxn ang="0">
                  <a:pos x="T6" y="T7"/>
                </a:cxn>
                <a:cxn ang="0">
                  <a:pos x="T8" y="T9"/>
                </a:cxn>
              </a:cxnLst>
              <a:rect l="0" t="0" r="r" b="b"/>
              <a:pathLst>
                <a:path w="46" h="94">
                  <a:moveTo>
                    <a:pt x="27" y="45"/>
                  </a:moveTo>
                  <a:cubicBezTo>
                    <a:pt x="39" y="20"/>
                    <a:pt x="46" y="1"/>
                    <a:pt x="44" y="1"/>
                  </a:cubicBezTo>
                  <a:cubicBezTo>
                    <a:pt x="42" y="0"/>
                    <a:pt x="32" y="18"/>
                    <a:pt x="20" y="44"/>
                  </a:cubicBezTo>
                  <a:cubicBezTo>
                    <a:pt x="8" y="69"/>
                    <a:pt x="0" y="91"/>
                    <a:pt x="1" y="93"/>
                  </a:cubicBezTo>
                  <a:cubicBezTo>
                    <a:pt x="2" y="94"/>
                    <a:pt x="14" y="71"/>
                    <a:pt x="27"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9" name="Freeform 82"/>
            <p:cNvSpPr/>
            <p:nvPr/>
          </p:nvSpPr>
          <p:spPr bwMode="auto">
            <a:xfrm>
              <a:off x="11992279" y="9597803"/>
              <a:ext cx="122238" cy="152400"/>
            </a:xfrm>
            <a:custGeom>
              <a:avLst/>
              <a:gdLst>
                <a:gd name="T0" fmla="*/ 26 w 45"/>
                <a:gd name="T1" fmla="*/ 26 h 56"/>
                <a:gd name="T2" fmla="*/ 43 w 45"/>
                <a:gd name="T3" fmla="*/ 2 h 56"/>
                <a:gd name="T4" fmla="*/ 19 w 45"/>
                <a:gd name="T5" fmla="*/ 21 h 56"/>
                <a:gd name="T6" fmla="*/ 1 w 45"/>
                <a:gd name="T7" fmla="*/ 54 h 56"/>
                <a:gd name="T8" fmla="*/ 26 w 45"/>
                <a:gd name="T9" fmla="*/ 26 h 56"/>
              </a:gdLst>
              <a:ahLst/>
              <a:cxnLst>
                <a:cxn ang="0">
                  <a:pos x="T0" y="T1"/>
                </a:cxn>
                <a:cxn ang="0">
                  <a:pos x="T2" y="T3"/>
                </a:cxn>
                <a:cxn ang="0">
                  <a:pos x="T4" y="T5"/>
                </a:cxn>
                <a:cxn ang="0">
                  <a:pos x="T6" y="T7"/>
                </a:cxn>
                <a:cxn ang="0">
                  <a:pos x="T8" y="T9"/>
                </a:cxn>
              </a:cxnLst>
              <a:rect l="0" t="0" r="r" b="b"/>
              <a:pathLst>
                <a:path w="45" h="56">
                  <a:moveTo>
                    <a:pt x="26" y="26"/>
                  </a:moveTo>
                  <a:cubicBezTo>
                    <a:pt x="38" y="12"/>
                    <a:pt x="45" y="3"/>
                    <a:pt x="43" y="2"/>
                  </a:cubicBezTo>
                  <a:cubicBezTo>
                    <a:pt x="41" y="0"/>
                    <a:pt x="31" y="6"/>
                    <a:pt x="19" y="21"/>
                  </a:cubicBezTo>
                  <a:cubicBezTo>
                    <a:pt x="8" y="35"/>
                    <a:pt x="0" y="52"/>
                    <a:pt x="1" y="54"/>
                  </a:cubicBezTo>
                  <a:cubicBezTo>
                    <a:pt x="2" y="56"/>
                    <a:pt x="14" y="40"/>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0" name="Freeform 83"/>
            <p:cNvSpPr/>
            <p:nvPr/>
          </p:nvSpPr>
          <p:spPr bwMode="auto">
            <a:xfrm>
              <a:off x="1032179" y="12575953"/>
              <a:ext cx="120650" cy="338138"/>
            </a:xfrm>
            <a:custGeom>
              <a:avLst/>
              <a:gdLst>
                <a:gd name="T0" fmla="*/ 18 w 44"/>
                <a:gd name="T1" fmla="*/ 5 h 124"/>
                <a:gd name="T2" fmla="*/ 2 w 44"/>
                <a:gd name="T3" fmla="*/ 65 h 124"/>
                <a:gd name="T4" fmla="*/ 27 w 44"/>
                <a:gd name="T5" fmla="*/ 116 h 124"/>
                <a:gd name="T6" fmla="*/ 41 w 44"/>
                <a:gd name="T7" fmla="*/ 44 h 124"/>
                <a:gd name="T8" fmla="*/ 18 w 44"/>
                <a:gd name="T9" fmla="*/ 5 h 124"/>
              </a:gdLst>
              <a:ahLst/>
              <a:cxnLst>
                <a:cxn ang="0">
                  <a:pos x="T0" y="T1"/>
                </a:cxn>
                <a:cxn ang="0">
                  <a:pos x="T2" y="T3"/>
                </a:cxn>
                <a:cxn ang="0">
                  <a:pos x="T4" y="T5"/>
                </a:cxn>
                <a:cxn ang="0">
                  <a:pos x="T6" y="T7"/>
                </a:cxn>
                <a:cxn ang="0">
                  <a:pos x="T8" y="T9"/>
                </a:cxn>
              </a:cxnLst>
              <a:rect l="0" t="0" r="r" b="b"/>
              <a:pathLst>
                <a:path w="44" h="124">
                  <a:moveTo>
                    <a:pt x="18" y="5"/>
                  </a:moveTo>
                  <a:cubicBezTo>
                    <a:pt x="7" y="10"/>
                    <a:pt x="0" y="34"/>
                    <a:pt x="2" y="65"/>
                  </a:cubicBezTo>
                  <a:cubicBezTo>
                    <a:pt x="4" y="97"/>
                    <a:pt x="16" y="124"/>
                    <a:pt x="27" y="116"/>
                  </a:cubicBezTo>
                  <a:cubicBezTo>
                    <a:pt x="38" y="108"/>
                    <a:pt x="44" y="74"/>
                    <a:pt x="41" y="44"/>
                  </a:cubicBezTo>
                  <a:cubicBezTo>
                    <a:pt x="39" y="14"/>
                    <a:pt x="29" y="0"/>
                    <a:pt x="18"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1" name="Freeform 84"/>
            <p:cNvSpPr/>
            <p:nvPr/>
          </p:nvSpPr>
          <p:spPr bwMode="auto">
            <a:xfrm>
              <a:off x="824216" y="12696603"/>
              <a:ext cx="122238" cy="360363"/>
            </a:xfrm>
            <a:custGeom>
              <a:avLst/>
              <a:gdLst>
                <a:gd name="T0" fmla="*/ 17 w 45"/>
                <a:gd name="T1" fmla="*/ 10 h 133"/>
                <a:gd name="T2" fmla="*/ 3 w 45"/>
                <a:gd name="T3" fmla="*/ 81 h 133"/>
                <a:gd name="T4" fmla="*/ 27 w 45"/>
                <a:gd name="T5" fmla="*/ 125 h 133"/>
                <a:gd name="T6" fmla="*/ 41 w 45"/>
                <a:gd name="T7" fmla="*/ 44 h 133"/>
                <a:gd name="T8" fmla="*/ 17 w 45"/>
                <a:gd name="T9" fmla="*/ 10 h 133"/>
              </a:gdLst>
              <a:ahLst/>
              <a:cxnLst>
                <a:cxn ang="0">
                  <a:pos x="T0" y="T1"/>
                </a:cxn>
                <a:cxn ang="0">
                  <a:pos x="T2" y="T3"/>
                </a:cxn>
                <a:cxn ang="0">
                  <a:pos x="T4" y="T5"/>
                </a:cxn>
                <a:cxn ang="0">
                  <a:pos x="T6" y="T7"/>
                </a:cxn>
                <a:cxn ang="0">
                  <a:pos x="T8" y="T9"/>
                </a:cxn>
              </a:cxnLst>
              <a:rect l="0" t="0" r="r" b="b"/>
              <a:pathLst>
                <a:path w="45" h="133">
                  <a:moveTo>
                    <a:pt x="17" y="10"/>
                  </a:moveTo>
                  <a:cubicBezTo>
                    <a:pt x="7" y="20"/>
                    <a:pt x="0" y="50"/>
                    <a:pt x="3" y="81"/>
                  </a:cubicBezTo>
                  <a:cubicBezTo>
                    <a:pt x="6" y="111"/>
                    <a:pt x="17" y="133"/>
                    <a:pt x="27" y="125"/>
                  </a:cubicBezTo>
                  <a:cubicBezTo>
                    <a:pt x="38" y="117"/>
                    <a:pt x="45" y="78"/>
                    <a:pt x="41" y="44"/>
                  </a:cubicBezTo>
                  <a:cubicBezTo>
                    <a:pt x="38" y="12"/>
                    <a:pt x="28" y="0"/>
                    <a:pt x="1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2" name="Freeform 85"/>
            <p:cNvSpPr/>
            <p:nvPr/>
          </p:nvSpPr>
          <p:spPr bwMode="auto">
            <a:xfrm>
              <a:off x="621016" y="12891866"/>
              <a:ext cx="119063" cy="347663"/>
            </a:xfrm>
            <a:custGeom>
              <a:avLst/>
              <a:gdLst>
                <a:gd name="T0" fmla="*/ 18 w 44"/>
                <a:gd name="T1" fmla="*/ 11 h 128"/>
                <a:gd name="T2" fmla="*/ 3 w 44"/>
                <a:gd name="T3" fmla="*/ 83 h 128"/>
                <a:gd name="T4" fmla="*/ 27 w 44"/>
                <a:gd name="T5" fmla="*/ 119 h 128"/>
                <a:gd name="T6" fmla="*/ 41 w 44"/>
                <a:gd name="T7" fmla="*/ 43 h 128"/>
                <a:gd name="T8" fmla="*/ 18 w 44"/>
                <a:gd name="T9" fmla="*/ 11 h 128"/>
              </a:gdLst>
              <a:ahLst/>
              <a:cxnLst>
                <a:cxn ang="0">
                  <a:pos x="T0" y="T1"/>
                </a:cxn>
                <a:cxn ang="0">
                  <a:pos x="T2" y="T3"/>
                </a:cxn>
                <a:cxn ang="0">
                  <a:pos x="T4" y="T5"/>
                </a:cxn>
                <a:cxn ang="0">
                  <a:pos x="T6" y="T7"/>
                </a:cxn>
                <a:cxn ang="0">
                  <a:pos x="T8" y="T9"/>
                </a:cxn>
              </a:cxnLst>
              <a:rect l="0" t="0" r="r" b="b"/>
              <a:pathLst>
                <a:path w="44" h="128">
                  <a:moveTo>
                    <a:pt x="18" y="11"/>
                  </a:moveTo>
                  <a:cubicBezTo>
                    <a:pt x="7" y="22"/>
                    <a:pt x="0" y="54"/>
                    <a:pt x="3" y="83"/>
                  </a:cubicBezTo>
                  <a:cubicBezTo>
                    <a:pt x="6" y="111"/>
                    <a:pt x="17" y="128"/>
                    <a:pt x="27" y="119"/>
                  </a:cubicBezTo>
                  <a:cubicBezTo>
                    <a:pt x="37" y="109"/>
                    <a:pt x="44" y="74"/>
                    <a:pt x="41" y="43"/>
                  </a:cubicBezTo>
                  <a:cubicBezTo>
                    <a:pt x="39" y="12"/>
                    <a:pt x="29" y="0"/>
                    <a:pt x="18"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3" name="Freeform 86"/>
            <p:cNvSpPr/>
            <p:nvPr/>
          </p:nvSpPr>
          <p:spPr bwMode="auto">
            <a:xfrm>
              <a:off x="1238554" y="12490228"/>
              <a:ext cx="122238" cy="295275"/>
            </a:xfrm>
            <a:custGeom>
              <a:avLst/>
              <a:gdLst>
                <a:gd name="T0" fmla="*/ 20 w 45"/>
                <a:gd name="T1" fmla="*/ 3 h 109"/>
                <a:gd name="T2" fmla="*/ 3 w 45"/>
                <a:gd name="T3" fmla="*/ 58 h 109"/>
                <a:gd name="T4" fmla="*/ 27 w 45"/>
                <a:gd name="T5" fmla="*/ 103 h 109"/>
                <a:gd name="T6" fmla="*/ 43 w 45"/>
                <a:gd name="T7" fmla="*/ 40 h 109"/>
                <a:gd name="T8" fmla="*/ 20 w 45"/>
                <a:gd name="T9" fmla="*/ 3 h 109"/>
              </a:gdLst>
              <a:ahLst/>
              <a:cxnLst>
                <a:cxn ang="0">
                  <a:pos x="T0" y="T1"/>
                </a:cxn>
                <a:cxn ang="0">
                  <a:pos x="T2" y="T3"/>
                </a:cxn>
                <a:cxn ang="0">
                  <a:pos x="T4" y="T5"/>
                </a:cxn>
                <a:cxn ang="0">
                  <a:pos x="T6" y="T7"/>
                </a:cxn>
                <a:cxn ang="0">
                  <a:pos x="T8" y="T9"/>
                </a:cxn>
              </a:cxnLst>
              <a:rect l="0" t="0" r="r" b="b"/>
              <a:pathLst>
                <a:path w="45" h="109">
                  <a:moveTo>
                    <a:pt x="20" y="3"/>
                  </a:moveTo>
                  <a:cubicBezTo>
                    <a:pt x="8" y="7"/>
                    <a:pt x="0" y="28"/>
                    <a:pt x="3" y="58"/>
                  </a:cubicBezTo>
                  <a:cubicBezTo>
                    <a:pt x="5" y="85"/>
                    <a:pt x="17" y="109"/>
                    <a:pt x="27" y="103"/>
                  </a:cubicBezTo>
                  <a:cubicBezTo>
                    <a:pt x="38" y="98"/>
                    <a:pt x="45" y="67"/>
                    <a:pt x="43" y="40"/>
                  </a:cubicBezTo>
                  <a:cubicBezTo>
                    <a:pt x="40" y="12"/>
                    <a:pt x="31" y="0"/>
                    <a:pt x="2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4" name="Freeform 87"/>
            <p:cNvSpPr/>
            <p:nvPr/>
          </p:nvSpPr>
          <p:spPr bwMode="auto">
            <a:xfrm>
              <a:off x="1451279" y="12421966"/>
              <a:ext cx="122238" cy="255588"/>
            </a:xfrm>
            <a:custGeom>
              <a:avLst/>
              <a:gdLst>
                <a:gd name="T0" fmla="*/ 18 w 45"/>
                <a:gd name="T1" fmla="*/ 3 h 94"/>
                <a:gd name="T2" fmla="*/ 2 w 45"/>
                <a:gd name="T3" fmla="*/ 48 h 94"/>
                <a:gd name="T4" fmla="*/ 26 w 45"/>
                <a:gd name="T5" fmla="*/ 90 h 94"/>
                <a:gd name="T6" fmla="*/ 42 w 45"/>
                <a:gd name="T7" fmla="*/ 31 h 94"/>
                <a:gd name="T8" fmla="*/ 18 w 45"/>
                <a:gd name="T9" fmla="*/ 3 h 94"/>
              </a:gdLst>
              <a:ahLst/>
              <a:cxnLst>
                <a:cxn ang="0">
                  <a:pos x="T0" y="T1"/>
                </a:cxn>
                <a:cxn ang="0">
                  <a:pos x="T2" y="T3"/>
                </a:cxn>
                <a:cxn ang="0">
                  <a:pos x="T4" y="T5"/>
                </a:cxn>
                <a:cxn ang="0">
                  <a:pos x="T6" y="T7"/>
                </a:cxn>
                <a:cxn ang="0">
                  <a:pos x="T8" y="T9"/>
                </a:cxn>
              </a:cxnLst>
              <a:rect l="0" t="0" r="r" b="b"/>
              <a:pathLst>
                <a:path w="45" h="94">
                  <a:moveTo>
                    <a:pt x="18" y="3"/>
                  </a:moveTo>
                  <a:cubicBezTo>
                    <a:pt x="7" y="7"/>
                    <a:pt x="0" y="24"/>
                    <a:pt x="2" y="48"/>
                  </a:cubicBezTo>
                  <a:cubicBezTo>
                    <a:pt x="5" y="73"/>
                    <a:pt x="16" y="94"/>
                    <a:pt x="26" y="90"/>
                  </a:cubicBezTo>
                  <a:cubicBezTo>
                    <a:pt x="38" y="85"/>
                    <a:pt x="45" y="55"/>
                    <a:pt x="42" y="31"/>
                  </a:cubicBezTo>
                  <a:cubicBezTo>
                    <a:pt x="39" y="8"/>
                    <a:pt x="29" y="0"/>
                    <a:pt x="1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5" name="Freeform 88"/>
            <p:cNvSpPr/>
            <p:nvPr/>
          </p:nvSpPr>
          <p:spPr bwMode="auto">
            <a:xfrm>
              <a:off x="1662416" y="12380691"/>
              <a:ext cx="119063" cy="209550"/>
            </a:xfrm>
            <a:custGeom>
              <a:avLst/>
              <a:gdLst>
                <a:gd name="T0" fmla="*/ 20 w 44"/>
                <a:gd name="T1" fmla="*/ 1 h 77"/>
                <a:gd name="T2" fmla="*/ 2 w 44"/>
                <a:gd name="T3" fmla="*/ 37 h 77"/>
                <a:gd name="T4" fmla="*/ 26 w 44"/>
                <a:gd name="T5" fmla="*/ 73 h 77"/>
                <a:gd name="T6" fmla="*/ 42 w 44"/>
                <a:gd name="T7" fmla="*/ 27 h 77"/>
                <a:gd name="T8" fmla="*/ 20 w 44"/>
                <a:gd name="T9" fmla="*/ 1 h 77"/>
              </a:gdLst>
              <a:ahLst/>
              <a:cxnLst>
                <a:cxn ang="0">
                  <a:pos x="T0" y="T1"/>
                </a:cxn>
                <a:cxn ang="0">
                  <a:pos x="T2" y="T3"/>
                </a:cxn>
                <a:cxn ang="0">
                  <a:pos x="T4" y="T5"/>
                </a:cxn>
                <a:cxn ang="0">
                  <a:pos x="T6" y="T7"/>
                </a:cxn>
                <a:cxn ang="0">
                  <a:pos x="T8" y="T9"/>
                </a:cxn>
              </a:cxnLst>
              <a:rect l="0" t="0" r="r" b="b"/>
              <a:pathLst>
                <a:path w="44" h="77">
                  <a:moveTo>
                    <a:pt x="20" y="1"/>
                  </a:moveTo>
                  <a:cubicBezTo>
                    <a:pt x="8" y="2"/>
                    <a:pt x="0" y="15"/>
                    <a:pt x="2" y="37"/>
                  </a:cubicBezTo>
                  <a:cubicBezTo>
                    <a:pt x="4" y="57"/>
                    <a:pt x="15" y="77"/>
                    <a:pt x="26" y="73"/>
                  </a:cubicBezTo>
                  <a:cubicBezTo>
                    <a:pt x="37" y="70"/>
                    <a:pt x="44" y="46"/>
                    <a:pt x="42" y="27"/>
                  </a:cubicBezTo>
                  <a:cubicBezTo>
                    <a:pt x="40" y="7"/>
                    <a:pt x="31" y="0"/>
                    <a:pt x="2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6" name="Freeform 89"/>
            <p:cNvSpPr/>
            <p:nvPr/>
          </p:nvSpPr>
          <p:spPr bwMode="auto">
            <a:xfrm>
              <a:off x="1873554" y="12356878"/>
              <a:ext cx="120650" cy="168275"/>
            </a:xfrm>
            <a:custGeom>
              <a:avLst/>
              <a:gdLst>
                <a:gd name="T0" fmla="*/ 20 w 44"/>
                <a:gd name="T1" fmla="*/ 1 h 62"/>
                <a:gd name="T2" fmla="*/ 2 w 44"/>
                <a:gd name="T3" fmla="*/ 26 h 62"/>
                <a:gd name="T4" fmla="*/ 27 w 44"/>
                <a:gd name="T5" fmla="*/ 58 h 62"/>
                <a:gd name="T6" fmla="*/ 42 w 44"/>
                <a:gd name="T7" fmla="*/ 19 h 62"/>
                <a:gd name="T8" fmla="*/ 20 w 44"/>
                <a:gd name="T9" fmla="*/ 1 h 62"/>
              </a:gdLst>
              <a:ahLst/>
              <a:cxnLst>
                <a:cxn ang="0">
                  <a:pos x="T0" y="T1"/>
                </a:cxn>
                <a:cxn ang="0">
                  <a:pos x="T2" y="T3"/>
                </a:cxn>
                <a:cxn ang="0">
                  <a:pos x="T4" y="T5"/>
                </a:cxn>
                <a:cxn ang="0">
                  <a:pos x="T6" y="T7"/>
                </a:cxn>
                <a:cxn ang="0">
                  <a:pos x="T8" y="T9"/>
                </a:cxn>
              </a:cxnLst>
              <a:rect l="0" t="0" r="r" b="b"/>
              <a:pathLst>
                <a:path w="44" h="62">
                  <a:moveTo>
                    <a:pt x="20" y="1"/>
                  </a:moveTo>
                  <a:cubicBezTo>
                    <a:pt x="9" y="1"/>
                    <a:pt x="0" y="9"/>
                    <a:pt x="2" y="26"/>
                  </a:cubicBezTo>
                  <a:cubicBezTo>
                    <a:pt x="4" y="43"/>
                    <a:pt x="15" y="62"/>
                    <a:pt x="27" y="58"/>
                  </a:cubicBezTo>
                  <a:cubicBezTo>
                    <a:pt x="37" y="54"/>
                    <a:pt x="44" y="34"/>
                    <a:pt x="42" y="19"/>
                  </a:cubicBezTo>
                  <a:cubicBezTo>
                    <a:pt x="40" y="4"/>
                    <a:pt x="31" y="0"/>
                    <a:pt x="2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7" name="Freeform 90"/>
            <p:cNvSpPr/>
            <p:nvPr/>
          </p:nvSpPr>
          <p:spPr bwMode="auto">
            <a:xfrm>
              <a:off x="2087866" y="12352116"/>
              <a:ext cx="120650" cy="120650"/>
            </a:xfrm>
            <a:custGeom>
              <a:avLst/>
              <a:gdLst>
                <a:gd name="T0" fmla="*/ 20 w 44"/>
                <a:gd name="T1" fmla="*/ 0 h 45"/>
                <a:gd name="T2" fmla="*/ 2 w 44"/>
                <a:gd name="T3" fmla="*/ 16 h 45"/>
                <a:gd name="T4" fmla="*/ 26 w 44"/>
                <a:gd name="T5" fmla="*/ 43 h 45"/>
                <a:gd name="T6" fmla="*/ 42 w 44"/>
                <a:gd name="T7" fmla="*/ 14 h 45"/>
                <a:gd name="T8" fmla="*/ 20 w 44"/>
                <a:gd name="T9" fmla="*/ 0 h 45"/>
              </a:gdLst>
              <a:ahLst/>
              <a:cxnLst>
                <a:cxn ang="0">
                  <a:pos x="T0" y="T1"/>
                </a:cxn>
                <a:cxn ang="0">
                  <a:pos x="T2" y="T3"/>
                </a:cxn>
                <a:cxn ang="0">
                  <a:pos x="T4" y="T5"/>
                </a:cxn>
                <a:cxn ang="0">
                  <a:pos x="T6" y="T7"/>
                </a:cxn>
                <a:cxn ang="0">
                  <a:pos x="T8" y="T9"/>
                </a:cxn>
              </a:cxnLst>
              <a:rect l="0" t="0" r="r" b="b"/>
              <a:pathLst>
                <a:path w="44" h="45">
                  <a:moveTo>
                    <a:pt x="20" y="0"/>
                  </a:moveTo>
                  <a:cubicBezTo>
                    <a:pt x="9" y="0"/>
                    <a:pt x="0" y="4"/>
                    <a:pt x="2" y="16"/>
                  </a:cubicBezTo>
                  <a:cubicBezTo>
                    <a:pt x="3" y="30"/>
                    <a:pt x="14" y="45"/>
                    <a:pt x="26" y="43"/>
                  </a:cubicBezTo>
                  <a:cubicBezTo>
                    <a:pt x="36" y="40"/>
                    <a:pt x="44" y="25"/>
                    <a:pt x="42" y="14"/>
                  </a:cubicBezTo>
                  <a:cubicBezTo>
                    <a:pt x="40" y="3"/>
                    <a:pt x="31"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8" name="Freeform 91"/>
            <p:cNvSpPr/>
            <p:nvPr/>
          </p:nvSpPr>
          <p:spPr bwMode="auto">
            <a:xfrm>
              <a:off x="2305354" y="12353703"/>
              <a:ext cx="114300" cy="87313"/>
            </a:xfrm>
            <a:custGeom>
              <a:avLst/>
              <a:gdLst>
                <a:gd name="T0" fmla="*/ 19 w 42"/>
                <a:gd name="T1" fmla="*/ 0 h 32"/>
                <a:gd name="T2" fmla="*/ 0 w 42"/>
                <a:gd name="T3" fmla="*/ 11 h 32"/>
                <a:gd name="T4" fmla="*/ 24 w 42"/>
                <a:gd name="T5" fmla="*/ 31 h 32"/>
                <a:gd name="T6" fmla="*/ 41 w 42"/>
                <a:gd name="T7" fmla="*/ 11 h 32"/>
                <a:gd name="T8" fmla="*/ 19 w 42"/>
                <a:gd name="T9" fmla="*/ 0 h 32"/>
              </a:gdLst>
              <a:ahLst/>
              <a:cxnLst>
                <a:cxn ang="0">
                  <a:pos x="T0" y="T1"/>
                </a:cxn>
                <a:cxn ang="0">
                  <a:pos x="T2" y="T3"/>
                </a:cxn>
                <a:cxn ang="0">
                  <a:pos x="T4" y="T5"/>
                </a:cxn>
                <a:cxn ang="0">
                  <a:pos x="T6" y="T7"/>
                </a:cxn>
                <a:cxn ang="0">
                  <a:pos x="T8" y="T9"/>
                </a:cxn>
              </a:cxnLst>
              <a:rect l="0" t="0" r="r" b="b"/>
              <a:pathLst>
                <a:path w="42" h="32">
                  <a:moveTo>
                    <a:pt x="19" y="0"/>
                  </a:moveTo>
                  <a:cubicBezTo>
                    <a:pt x="8" y="0"/>
                    <a:pt x="0" y="2"/>
                    <a:pt x="0" y="11"/>
                  </a:cubicBezTo>
                  <a:cubicBezTo>
                    <a:pt x="1" y="20"/>
                    <a:pt x="13" y="32"/>
                    <a:pt x="24" y="31"/>
                  </a:cubicBezTo>
                  <a:cubicBezTo>
                    <a:pt x="35" y="30"/>
                    <a:pt x="42" y="18"/>
                    <a:pt x="41" y="11"/>
                  </a:cubicBezTo>
                  <a:cubicBezTo>
                    <a:pt x="40" y="3"/>
                    <a:pt x="30" y="1"/>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9" name="Freeform 92"/>
            <p:cNvSpPr/>
            <p:nvPr/>
          </p:nvSpPr>
          <p:spPr bwMode="auto">
            <a:xfrm>
              <a:off x="2519666" y="12361641"/>
              <a:ext cx="117475" cy="65088"/>
            </a:xfrm>
            <a:custGeom>
              <a:avLst/>
              <a:gdLst>
                <a:gd name="T0" fmla="*/ 19 w 43"/>
                <a:gd name="T1" fmla="*/ 1 h 24"/>
                <a:gd name="T2" fmla="*/ 1 w 43"/>
                <a:gd name="T3" fmla="*/ 8 h 24"/>
                <a:gd name="T4" fmla="*/ 24 w 43"/>
                <a:gd name="T5" fmla="*/ 23 h 24"/>
                <a:gd name="T6" fmla="*/ 41 w 43"/>
                <a:gd name="T7" fmla="*/ 10 h 24"/>
                <a:gd name="T8" fmla="*/ 19 w 43"/>
                <a:gd name="T9" fmla="*/ 1 h 24"/>
              </a:gdLst>
              <a:ahLst/>
              <a:cxnLst>
                <a:cxn ang="0">
                  <a:pos x="T0" y="T1"/>
                </a:cxn>
                <a:cxn ang="0">
                  <a:pos x="T2" y="T3"/>
                </a:cxn>
                <a:cxn ang="0">
                  <a:pos x="T4" y="T5"/>
                </a:cxn>
                <a:cxn ang="0">
                  <a:pos x="T6" y="T7"/>
                </a:cxn>
                <a:cxn ang="0">
                  <a:pos x="T8" y="T9"/>
                </a:cxn>
              </a:cxnLst>
              <a:rect l="0" t="0" r="r" b="b"/>
              <a:pathLst>
                <a:path w="43" h="24">
                  <a:moveTo>
                    <a:pt x="19" y="1"/>
                  </a:moveTo>
                  <a:cubicBezTo>
                    <a:pt x="8" y="0"/>
                    <a:pt x="0" y="2"/>
                    <a:pt x="1" y="8"/>
                  </a:cubicBezTo>
                  <a:cubicBezTo>
                    <a:pt x="1" y="14"/>
                    <a:pt x="13" y="24"/>
                    <a:pt x="24" y="23"/>
                  </a:cubicBezTo>
                  <a:cubicBezTo>
                    <a:pt x="35" y="22"/>
                    <a:pt x="43" y="15"/>
                    <a:pt x="41" y="10"/>
                  </a:cubicBezTo>
                  <a:cubicBezTo>
                    <a:pt x="40" y="5"/>
                    <a:pt x="31" y="1"/>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0" name="Freeform 93"/>
            <p:cNvSpPr/>
            <p:nvPr/>
          </p:nvSpPr>
          <p:spPr bwMode="auto">
            <a:xfrm>
              <a:off x="2733979" y="12375928"/>
              <a:ext cx="117475" cy="49213"/>
            </a:xfrm>
            <a:custGeom>
              <a:avLst/>
              <a:gdLst>
                <a:gd name="T0" fmla="*/ 19 w 43"/>
                <a:gd name="T1" fmla="*/ 1 h 18"/>
                <a:gd name="T2" fmla="*/ 1 w 43"/>
                <a:gd name="T3" fmla="*/ 7 h 18"/>
                <a:gd name="T4" fmla="*/ 23 w 43"/>
                <a:gd name="T5" fmla="*/ 17 h 18"/>
                <a:gd name="T6" fmla="*/ 42 w 43"/>
                <a:gd name="T7" fmla="*/ 9 h 18"/>
                <a:gd name="T8" fmla="*/ 19 w 43"/>
                <a:gd name="T9" fmla="*/ 1 h 18"/>
              </a:gdLst>
              <a:ahLst/>
              <a:cxnLst>
                <a:cxn ang="0">
                  <a:pos x="T0" y="T1"/>
                </a:cxn>
                <a:cxn ang="0">
                  <a:pos x="T2" y="T3"/>
                </a:cxn>
                <a:cxn ang="0">
                  <a:pos x="T4" y="T5"/>
                </a:cxn>
                <a:cxn ang="0">
                  <a:pos x="T6" y="T7"/>
                </a:cxn>
                <a:cxn ang="0">
                  <a:pos x="T8" y="T9"/>
                </a:cxn>
              </a:cxnLst>
              <a:rect l="0" t="0" r="r" b="b"/>
              <a:pathLst>
                <a:path w="43" h="18">
                  <a:moveTo>
                    <a:pt x="19" y="1"/>
                  </a:moveTo>
                  <a:cubicBezTo>
                    <a:pt x="8" y="0"/>
                    <a:pt x="0" y="3"/>
                    <a:pt x="1" y="7"/>
                  </a:cubicBezTo>
                  <a:cubicBezTo>
                    <a:pt x="2" y="11"/>
                    <a:pt x="13" y="17"/>
                    <a:pt x="23" y="17"/>
                  </a:cubicBezTo>
                  <a:cubicBezTo>
                    <a:pt x="35" y="18"/>
                    <a:pt x="43" y="14"/>
                    <a:pt x="42" y="9"/>
                  </a:cubicBezTo>
                  <a:cubicBezTo>
                    <a:pt x="40" y="5"/>
                    <a:pt x="30" y="1"/>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1" name="Freeform 94"/>
            <p:cNvSpPr/>
            <p:nvPr/>
          </p:nvSpPr>
          <p:spPr bwMode="auto">
            <a:xfrm>
              <a:off x="2951466" y="12388628"/>
              <a:ext cx="114300" cy="41275"/>
            </a:xfrm>
            <a:custGeom>
              <a:avLst/>
              <a:gdLst>
                <a:gd name="T0" fmla="*/ 19 w 42"/>
                <a:gd name="T1" fmla="*/ 0 h 15"/>
                <a:gd name="T2" fmla="*/ 0 w 42"/>
                <a:gd name="T3" fmla="*/ 7 h 15"/>
                <a:gd name="T4" fmla="*/ 24 w 42"/>
                <a:gd name="T5" fmla="*/ 15 h 15"/>
                <a:gd name="T6" fmla="*/ 41 w 42"/>
                <a:gd name="T7" fmla="*/ 9 h 15"/>
                <a:gd name="T8" fmla="*/ 19 w 42"/>
                <a:gd name="T9" fmla="*/ 0 h 15"/>
              </a:gdLst>
              <a:ahLst/>
              <a:cxnLst>
                <a:cxn ang="0">
                  <a:pos x="T0" y="T1"/>
                </a:cxn>
                <a:cxn ang="0">
                  <a:pos x="T2" y="T3"/>
                </a:cxn>
                <a:cxn ang="0">
                  <a:pos x="T4" y="T5"/>
                </a:cxn>
                <a:cxn ang="0">
                  <a:pos x="T6" y="T7"/>
                </a:cxn>
                <a:cxn ang="0">
                  <a:pos x="T8" y="T9"/>
                </a:cxn>
              </a:cxnLst>
              <a:rect l="0" t="0" r="r" b="b"/>
              <a:pathLst>
                <a:path w="42" h="15">
                  <a:moveTo>
                    <a:pt x="19" y="0"/>
                  </a:moveTo>
                  <a:cubicBezTo>
                    <a:pt x="8" y="0"/>
                    <a:pt x="0" y="2"/>
                    <a:pt x="0" y="7"/>
                  </a:cubicBezTo>
                  <a:cubicBezTo>
                    <a:pt x="1" y="11"/>
                    <a:pt x="12" y="15"/>
                    <a:pt x="24" y="15"/>
                  </a:cubicBezTo>
                  <a:cubicBezTo>
                    <a:pt x="35" y="15"/>
                    <a:pt x="42" y="13"/>
                    <a:pt x="41" y="9"/>
                  </a:cubicBezTo>
                  <a:cubicBezTo>
                    <a:pt x="40" y="5"/>
                    <a:pt x="30" y="1"/>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2" name="Freeform 95"/>
            <p:cNvSpPr/>
            <p:nvPr/>
          </p:nvSpPr>
          <p:spPr bwMode="auto">
            <a:xfrm>
              <a:off x="3165779" y="12399741"/>
              <a:ext cx="117475" cy="41275"/>
            </a:xfrm>
            <a:custGeom>
              <a:avLst/>
              <a:gdLst>
                <a:gd name="T0" fmla="*/ 20 w 43"/>
                <a:gd name="T1" fmla="*/ 0 h 15"/>
                <a:gd name="T2" fmla="*/ 1 w 43"/>
                <a:gd name="T3" fmla="*/ 6 h 15"/>
                <a:gd name="T4" fmla="*/ 24 w 43"/>
                <a:gd name="T5" fmla="*/ 14 h 15"/>
                <a:gd name="T6" fmla="*/ 42 w 43"/>
                <a:gd name="T7" fmla="*/ 8 h 15"/>
                <a:gd name="T8" fmla="*/ 20 w 43"/>
                <a:gd name="T9" fmla="*/ 0 h 15"/>
              </a:gdLst>
              <a:ahLst/>
              <a:cxnLst>
                <a:cxn ang="0">
                  <a:pos x="T0" y="T1"/>
                </a:cxn>
                <a:cxn ang="0">
                  <a:pos x="T2" y="T3"/>
                </a:cxn>
                <a:cxn ang="0">
                  <a:pos x="T4" y="T5"/>
                </a:cxn>
                <a:cxn ang="0">
                  <a:pos x="T6" y="T7"/>
                </a:cxn>
                <a:cxn ang="0">
                  <a:pos x="T8" y="T9"/>
                </a:cxn>
              </a:cxnLst>
              <a:rect l="0" t="0" r="r" b="b"/>
              <a:pathLst>
                <a:path w="43" h="15">
                  <a:moveTo>
                    <a:pt x="20" y="0"/>
                  </a:moveTo>
                  <a:cubicBezTo>
                    <a:pt x="9" y="0"/>
                    <a:pt x="0" y="2"/>
                    <a:pt x="1" y="6"/>
                  </a:cubicBezTo>
                  <a:cubicBezTo>
                    <a:pt x="1" y="11"/>
                    <a:pt x="12" y="14"/>
                    <a:pt x="24" y="14"/>
                  </a:cubicBezTo>
                  <a:cubicBezTo>
                    <a:pt x="35" y="15"/>
                    <a:pt x="43" y="12"/>
                    <a:pt x="42" y="8"/>
                  </a:cubicBezTo>
                  <a:cubicBezTo>
                    <a:pt x="41" y="4"/>
                    <a:pt x="31" y="1"/>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3" name="Freeform 96"/>
            <p:cNvSpPr/>
            <p:nvPr/>
          </p:nvSpPr>
          <p:spPr bwMode="auto">
            <a:xfrm>
              <a:off x="3380091" y="12406091"/>
              <a:ext cx="117475" cy="39688"/>
            </a:xfrm>
            <a:custGeom>
              <a:avLst/>
              <a:gdLst>
                <a:gd name="T0" fmla="*/ 20 w 43"/>
                <a:gd name="T1" fmla="*/ 1 h 15"/>
                <a:gd name="T2" fmla="*/ 1 w 43"/>
                <a:gd name="T3" fmla="*/ 7 h 15"/>
                <a:gd name="T4" fmla="*/ 24 w 43"/>
                <a:gd name="T5" fmla="*/ 15 h 15"/>
                <a:gd name="T6" fmla="*/ 42 w 43"/>
                <a:gd name="T7" fmla="*/ 7 h 15"/>
                <a:gd name="T8" fmla="*/ 20 w 43"/>
                <a:gd name="T9" fmla="*/ 1 h 15"/>
              </a:gdLst>
              <a:ahLst/>
              <a:cxnLst>
                <a:cxn ang="0">
                  <a:pos x="T0" y="T1"/>
                </a:cxn>
                <a:cxn ang="0">
                  <a:pos x="T2" y="T3"/>
                </a:cxn>
                <a:cxn ang="0">
                  <a:pos x="T4" y="T5"/>
                </a:cxn>
                <a:cxn ang="0">
                  <a:pos x="T6" y="T7"/>
                </a:cxn>
                <a:cxn ang="0">
                  <a:pos x="T8" y="T9"/>
                </a:cxn>
              </a:cxnLst>
              <a:rect l="0" t="0" r="r" b="b"/>
              <a:pathLst>
                <a:path w="43" h="15">
                  <a:moveTo>
                    <a:pt x="20" y="1"/>
                  </a:moveTo>
                  <a:cubicBezTo>
                    <a:pt x="9" y="0"/>
                    <a:pt x="0" y="3"/>
                    <a:pt x="1" y="7"/>
                  </a:cubicBezTo>
                  <a:cubicBezTo>
                    <a:pt x="3" y="11"/>
                    <a:pt x="13" y="15"/>
                    <a:pt x="24" y="15"/>
                  </a:cubicBezTo>
                  <a:cubicBezTo>
                    <a:pt x="35" y="15"/>
                    <a:pt x="43" y="11"/>
                    <a:pt x="42" y="7"/>
                  </a:cubicBezTo>
                  <a:cubicBezTo>
                    <a:pt x="41" y="4"/>
                    <a:pt x="32" y="1"/>
                    <a:pt x="2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4" name="Freeform 97"/>
            <p:cNvSpPr/>
            <p:nvPr/>
          </p:nvSpPr>
          <p:spPr bwMode="auto">
            <a:xfrm>
              <a:off x="3594404" y="12406091"/>
              <a:ext cx="117475" cy="38100"/>
            </a:xfrm>
            <a:custGeom>
              <a:avLst/>
              <a:gdLst>
                <a:gd name="T0" fmla="*/ 19 w 43"/>
                <a:gd name="T1" fmla="*/ 0 h 14"/>
                <a:gd name="T2" fmla="*/ 1 w 43"/>
                <a:gd name="T3" fmla="*/ 7 h 14"/>
                <a:gd name="T4" fmla="*/ 24 w 43"/>
                <a:gd name="T5" fmla="*/ 13 h 14"/>
                <a:gd name="T6" fmla="*/ 42 w 43"/>
                <a:gd name="T7" fmla="*/ 5 h 14"/>
                <a:gd name="T8" fmla="*/ 19 w 43"/>
                <a:gd name="T9" fmla="*/ 0 h 14"/>
              </a:gdLst>
              <a:ahLst/>
              <a:cxnLst>
                <a:cxn ang="0">
                  <a:pos x="T0" y="T1"/>
                </a:cxn>
                <a:cxn ang="0">
                  <a:pos x="T2" y="T3"/>
                </a:cxn>
                <a:cxn ang="0">
                  <a:pos x="T4" y="T5"/>
                </a:cxn>
                <a:cxn ang="0">
                  <a:pos x="T6" y="T7"/>
                </a:cxn>
                <a:cxn ang="0">
                  <a:pos x="T8" y="T9"/>
                </a:cxn>
              </a:cxnLst>
              <a:rect l="0" t="0" r="r" b="b"/>
              <a:pathLst>
                <a:path w="43" h="14">
                  <a:moveTo>
                    <a:pt x="19" y="0"/>
                  </a:moveTo>
                  <a:cubicBezTo>
                    <a:pt x="8" y="1"/>
                    <a:pt x="0" y="4"/>
                    <a:pt x="1" y="7"/>
                  </a:cubicBezTo>
                  <a:cubicBezTo>
                    <a:pt x="3" y="11"/>
                    <a:pt x="13" y="14"/>
                    <a:pt x="24" y="13"/>
                  </a:cubicBezTo>
                  <a:cubicBezTo>
                    <a:pt x="35" y="13"/>
                    <a:pt x="43" y="9"/>
                    <a:pt x="42" y="5"/>
                  </a:cubicBezTo>
                  <a:cubicBezTo>
                    <a:pt x="40" y="2"/>
                    <a:pt x="30" y="0"/>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5" name="Freeform 98"/>
            <p:cNvSpPr/>
            <p:nvPr/>
          </p:nvSpPr>
          <p:spPr bwMode="auto">
            <a:xfrm>
              <a:off x="3808716" y="12388628"/>
              <a:ext cx="117475" cy="41275"/>
            </a:xfrm>
            <a:custGeom>
              <a:avLst/>
              <a:gdLst>
                <a:gd name="T0" fmla="*/ 19 w 43"/>
                <a:gd name="T1" fmla="*/ 2 h 15"/>
                <a:gd name="T2" fmla="*/ 1 w 43"/>
                <a:gd name="T3" fmla="*/ 9 h 15"/>
                <a:gd name="T4" fmla="*/ 25 w 43"/>
                <a:gd name="T5" fmla="*/ 14 h 15"/>
                <a:gd name="T6" fmla="*/ 42 w 43"/>
                <a:gd name="T7" fmla="*/ 5 h 15"/>
                <a:gd name="T8" fmla="*/ 19 w 43"/>
                <a:gd name="T9" fmla="*/ 2 h 15"/>
              </a:gdLst>
              <a:ahLst/>
              <a:cxnLst>
                <a:cxn ang="0">
                  <a:pos x="T0" y="T1"/>
                </a:cxn>
                <a:cxn ang="0">
                  <a:pos x="T2" y="T3"/>
                </a:cxn>
                <a:cxn ang="0">
                  <a:pos x="T4" y="T5"/>
                </a:cxn>
                <a:cxn ang="0">
                  <a:pos x="T6" y="T7"/>
                </a:cxn>
                <a:cxn ang="0">
                  <a:pos x="T8" y="T9"/>
                </a:cxn>
              </a:cxnLst>
              <a:rect l="0" t="0" r="r" b="b"/>
              <a:pathLst>
                <a:path w="43" h="15">
                  <a:moveTo>
                    <a:pt x="19" y="2"/>
                  </a:moveTo>
                  <a:cubicBezTo>
                    <a:pt x="9" y="3"/>
                    <a:pt x="0" y="6"/>
                    <a:pt x="1" y="9"/>
                  </a:cubicBezTo>
                  <a:cubicBezTo>
                    <a:pt x="2" y="12"/>
                    <a:pt x="14" y="15"/>
                    <a:pt x="25" y="14"/>
                  </a:cubicBezTo>
                  <a:cubicBezTo>
                    <a:pt x="36" y="12"/>
                    <a:pt x="43" y="9"/>
                    <a:pt x="42" y="5"/>
                  </a:cubicBezTo>
                  <a:cubicBezTo>
                    <a:pt x="40" y="2"/>
                    <a:pt x="31" y="0"/>
                    <a:pt x="1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6" name="Freeform 99"/>
            <p:cNvSpPr/>
            <p:nvPr/>
          </p:nvSpPr>
          <p:spPr bwMode="auto">
            <a:xfrm>
              <a:off x="4023029" y="12367991"/>
              <a:ext cx="114300" cy="39688"/>
            </a:xfrm>
            <a:custGeom>
              <a:avLst/>
              <a:gdLst>
                <a:gd name="T0" fmla="*/ 20 w 42"/>
                <a:gd name="T1" fmla="*/ 1 h 15"/>
                <a:gd name="T2" fmla="*/ 1 w 42"/>
                <a:gd name="T3" fmla="*/ 10 h 15"/>
                <a:gd name="T4" fmla="*/ 23 w 42"/>
                <a:gd name="T5" fmla="*/ 14 h 15"/>
                <a:gd name="T6" fmla="*/ 41 w 42"/>
                <a:gd name="T7" fmla="*/ 5 h 15"/>
                <a:gd name="T8" fmla="*/ 20 w 42"/>
                <a:gd name="T9" fmla="*/ 1 h 15"/>
              </a:gdLst>
              <a:ahLst/>
              <a:cxnLst>
                <a:cxn ang="0">
                  <a:pos x="T0" y="T1"/>
                </a:cxn>
                <a:cxn ang="0">
                  <a:pos x="T2" y="T3"/>
                </a:cxn>
                <a:cxn ang="0">
                  <a:pos x="T4" y="T5"/>
                </a:cxn>
                <a:cxn ang="0">
                  <a:pos x="T6" y="T7"/>
                </a:cxn>
                <a:cxn ang="0">
                  <a:pos x="T8" y="T9"/>
                </a:cxn>
              </a:cxnLst>
              <a:rect l="0" t="0" r="r" b="b"/>
              <a:pathLst>
                <a:path w="42" h="15">
                  <a:moveTo>
                    <a:pt x="20" y="1"/>
                  </a:moveTo>
                  <a:cubicBezTo>
                    <a:pt x="9" y="3"/>
                    <a:pt x="0" y="6"/>
                    <a:pt x="1" y="10"/>
                  </a:cubicBezTo>
                  <a:cubicBezTo>
                    <a:pt x="2" y="13"/>
                    <a:pt x="13" y="15"/>
                    <a:pt x="23" y="14"/>
                  </a:cubicBezTo>
                  <a:cubicBezTo>
                    <a:pt x="34" y="13"/>
                    <a:pt x="42" y="9"/>
                    <a:pt x="41" y="5"/>
                  </a:cubicBezTo>
                  <a:cubicBezTo>
                    <a:pt x="40" y="2"/>
                    <a:pt x="31" y="0"/>
                    <a:pt x="2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7" name="Freeform 100"/>
            <p:cNvSpPr/>
            <p:nvPr/>
          </p:nvSpPr>
          <p:spPr bwMode="auto">
            <a:xfrm>
              <a:off x="4238929" y="12342591"/>
              <a:ext cx="112713" cy="44450"/>
            </a:xfrm>
            <a:custGeom>
              <a:avLst/>
              <a:gdLst>
                <a:gd name="T0" fmla="*/ 19 w 42"/>
                <a:gd name="T1" fmla="*/ 1 h 16"/>
                <a:gd name="T2" fmla="*/ 1 w 42"/>
                <a:gd name="T3" fmla="*/ 10 h 16"/>
                <a:gd name="T4" fmla="*/ 24 w 42"/>
                <a:gd name="T5" fmla="*/ 14 h 16"/>
                <a:gd name="T6" fmla="*/ 41 w 42"/>
                <a:gd name="T7" fmla="*/ 5 h 16"/>
                <a:gd name="T8" fmla="*/ 19 w 42"/>
                <a:gd name="T9" fmla="*/ 1 h 16"/>
              </a:gdLst>
              <a:ahLst/>
              <a:cxnLst>
                <a:cxn ang="0">
                  <a:pos x="T0" y="T1"/>
                </a:cxn>
                <a:cxn ang="0">
                  <a:pos x="T2" y="T3"/>
                </a:cxn>
                <a:cxn ang="0">
                  <a:pos x="T4" y="T5"/>
                </a:cxn>
                <a:cxn ang="0">
                  <a:pos x="T6" y="T7"/>
                </a:cxn>
                <a:cxn ang="0">
                  <a:pos x="T8" y="T9"/>
                </a:cxn>
              </a:cxnLst>
              <a:rect l="0" t="0" r="r" b="b"/>
              <a:pathLst>
                <a:path w="42" h="16">
                  <a:moveTo>
                    <a:pt x="19" y="1"/>
                  </a:moveTo>
                  <a:cubicBezTo>
                    <a:pt x="8" y="3"/>
                    <a:pt x="0" y="6"/>
                    <a:pt x="1" y="10"/>
                  </a:cubicBezTo>
                  <a:cubicBezTo>
                    <a:pt x="1" y="13"/>
                    <a:pt x="12" y="16"/>
                    <a:pt x="24" y="14"/>
                  </a:cubicBezTo>
                  <a:cubicBezTo>
                    <a:pt x="35" y="13"/>
                    <a:pt x="42" y="9"/>
                    <a:pt x="41" y="5"/>
                  </a:cubicBezTo>
                  <a:cubicBezTo>
                    <a:pt x="40" y="1"/>
                    <a:pt x="30" y="0"/>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8" name="Freeform 101"/>
            <p:cNvSpPr/>
            <p:nvPr/>
          </p:nvSpPr>
          <p:spPr bwMode="auto">
            <a:xfrm>
              <a:off x="4450066" y="12315603"/>
              <a:ext cx="114300" cy="46038"/>
            </a:xfrm>
            <a:custGeom>
              <a:avLst/>
              <a:gdLst>
                <a:gd name="T0" fmla="*/ 20 w 42"/>
                <a:gd name="T1" fmla="*/ 2 h 17"/>
                <a:gd name="T2" fmla="*/ 1 w 42"/>
                <a:gd name="T3" fmla="*/ 11 h 17"/>
                <a:gd name="T4" fmla="*/ 23 w 42"/>
                <a:gd name="T5" fmla="*/ 15 h 17"/>
                <a:gd name="T6" fmla="*/ 41 w 42"/>
                <a:gd name="T7" fmla="*/ 6 h 17"/>
                <a:gd name="T8" fmla="*/ 20 w 42"/>
                <a:gd name="T9" fmla="*/ 2 h 17"/>
              </a:gdLst>
              <a:ahLst/>
              <a:cxnLst>
                <a:cxn ang="0">
                  <a:pos x="T0" y="T1"/>
                </a:cxn>
                <a:cxn ang="0">
                  <a:pos x="T2" y="T3"/>
                </a:cxn>
                <a:cxn ang="0">
                  <a:pos x="T4" y="T5"/>
                </a:cxn>
                <a:cxn ang="0">
                  <a:pos x="T6" y="T7"/>
                </a:cxn>
                <a:cxn ang="0">
                  <a:pos x="T8" y="T9"/>
                </a:cxn>
              </a:cxnLst>
              <a:rect l="0" t="0" r="r" b="b"/>
              <a:pathLst>
                <a:path w="42" h="17">
                  <a:moveTo>
                    <a:pt x="20" y="2"/>
                  </a:moveTo>
                  <a:cubicBezTo>
                    <a:pt x="9" y="3"/>
                    <a:pt x="0" y="7"/>
                    <a:pt x="1" y="11"/>
                  </a:cubicBezTo>
                  <a:cubicBezTo>
                    <a:pt x="2" y="14"/>
                    <a:pt x="12" y="17"/>
                    <a:pt x="23" y="15"/>
                  </a:cubicBezTo>
                  <a:cubicBezTo>
                    <a:pt x="34" y="14"/>
                    <a:pt x="42" y="10"/>
                    <a:pt x="41" y="6"/>
                  </a:cubicBezTo>
                  <a:cubicBezTo>
                    <a:pt x="41" y="2"/>
                    <a:pt x="32" y="0"/>
                    <a:pt x="2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9" name="Freeform 102"/>
            <p:cNvSpPr/>
            <p:nvPr/>
          </p:nvSpPr>
          <p:spPr bwMode="auto">
            <a:xfrm>
              <a:off x="4664379" y="12291791"/>
              <a:ext cx="114300" cy="46038"/>
            </a:xfrm>
            <a:custGeom>
              <a:avLst/>
              <a:gdLst>
                <a:gd name="T0" fmla="*/ 19 w 42"/>
                <a:gd name="T1" fmla="*/ 1 h 17"/>
                <a:gd name="T2" fmla="*/ 1 w 42"/>
                <a:gd name="T3" fmla="*/ 10 h 17"/>
                <a:gd name="T4" fmla="*/ 23 w 42"/>
                <a:gd name="T5" fmla="*/ 16 h 17"/>
                <a:gd name="T6" fmla="*/ 41 w 42"/>
                <a:gd name="T7" fmla="*/ 7 h 17"/>
                <a:gd name="T8" fmla="*/ 19 w 42"/>
                <a:gd name="T9" fmla="*/ 1 h 17"/>
              </a:gdLst>
              <a:ahLst/>
              <a:cxnLst>
                <a:cxn ang="0">
                  <a:pos x="T0" y="T1"/>
                </a:cxn>
                <a:cxn ang="0">
                  <a:pos x="T2" y="T3"/>
                </a:cxn>
                <a:cxn ang="0">
                  <a:pos x="T4" y="T5"/>
                </a:cxn>
                <a:cxn ang="0">
                  <a:pos x="T6" y="T7"/>
                </a:cxn>
                <a:cxn ang="0">
                  <a:pos x="T8" y="T9"/>
                </a:cxn>
              </a:cxnLst>
              <a:rect l="0" t="0" r="r" b="b"/>
              <a:pathLst>
                <a:path w="42" h="17">
                  <a:moveTo>
                    <a:pt x="19" y="1"/>
                  </a:moveTo>
                  <a:cubicBezTo>
                    <a:pt x="9" y="2"/>
                    <a:pt x="0" y="6"/>
                    <a:pt x="1" y="10"/>
                  </a:cubicBezTo>
                  <a:cubicBezTo>
                    <a:pt x="1" y="15"/>
                    <a:pt x="12" y="17"/>
                    <a:pt x="23" y="16"/>
                  </a:cubicBezTo>
                  <a:cubicBezTo>
                    <a:pt x="34" y="15"/>
                    <a:pt x="42" y="11"/>
                    <a:pt x="41" y="7"/>
                  </a:cubicBezTo>
                  <a:cubicBezTo>
                    <a:pt x="40" y="2"/>
                    <a:pt x="31" y="0"/>
                    <a:pt x="1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0" name="Freeform 103"/>
            <p:cNvSpPr/>
            <p:nvPr/>
          </p:nvSpPr>
          <p:spPr bwMode="auto">
            <a:xfrm>
              <a:off x="4875516" y="12269566"/>
              <a:ext cx="117475" cy="52388"/>
            </a:xfrm>
            <a:custGeom>
              <a:avLst/>
              <a:gdLst>
                <a:gd name="T0" fmla="*/ 20 w 43"/>
                <a:gd name="T1" fmla="*/ 1 h 19"/>
                <a:gd name="T2" fmla="*/ 1 w 43"/>
                <a:gd name="T3" fmla="*/ 11 h 19"/>
                <a:gd name="T4" fmla="*/ 24 w 43"/>
                <a:gd name="T5" fmla="*/ 18 h 19"/>
                <a:gd name="T6" fmla="*/ 41 w 43"/>
                <a:gd name="T7" fmla="*/ 7 h 19"/>
                <a:gd name="T8" fmla="*/ 20 w 43"/>
                <a:gd name="T9" fmla="*/ 1 h 19"/>
              </a:gdLst>
              <a:ahLst/>
              <a:cxnLst>
                <a:cxn ang="0">
                  <a:pos x="T0" y="T1"/>
                </a:cxn>
                <a:cxn ang="0">
                  <a:pos x="T2" y="T3"/>
                </a:cxn>
                <a:cxn ang="0">
                  <a:pos x="T4" y="T5"/>
                </a:cxn>
                <a:cxn ang="0">
                  <a:pos x="T6" y="T7"/>
                </a:cxn>
                <a:cxn ang="0">
                  <a:pos x="T8" y="T9"/>
                </a:cxn>
              </a:cxnLst>
              <a:rect l="0" t="0" r="r" b="b"/>
              <a:pathLst>
                <a:path w="43" h="19">
                  <a:moveTo>
                    <a:pt x="20" y="1"/>
                  </a:moveTo>
                  <a:cubicBezTo>
                    <a:pt x="9" y="2"/>
                    <a:pt x="0" y="6"/>
                    <a:pt x="1" y="11"/>
                  </a:cubicBezTo>
                  <a:cubicBezTo>
                    <a:pt x="2" y="15"/>
                    <a:pt x="13" y="19"/>
                    <a:pt x="24" y="18"/>
                  </a:cubicBezTo>
                  <a:cubicBezTo>
                    <a:pt x="35" y="17"/>
                    <a:pt x="43" y="12"/>
                    <a:pt x="41" y="7"/>
                  </a:cubicBezTo>
                  <a:cubicBezTo>
                    <a:pt x="40" y="3"/>
                    <a:pt x="31" y="0"/>
                    <a:pt x="2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1" name="Freeform 104"/>
            <p:cNvSpPr/>
            <p:nvPr/>
          </p:nvSpPr>
          <p:spPr bwMode="auto">
            <a:xfrm>
              <a:off x="5089829" y="12253691"/>
              <a:ext cx="114300" cy="53975"/>
            </a:xfrm>
            <a:custGeom>
              <a:avLst/>
              <a:gdLst>
                <a:gd name="T0" fmla="*/ 19 w 42"/>
                <a:gd name="T1" fmla="*/ 0 h 20"/>
                <a:gd name="T2" fmla="*/ 1 w 42"/>
                <a:gd name="T3" fmla="*/ 10 h 20"/>
                <a:gd name="T4" fmla="*/ 24 w 42"/>
                <a:gd name="T5" fmla="*/ 19 h 20"/>
                <a:gd name="T6" fmla="*/ 41 w 42"/>
                <a:gd name="T7" fmla="*/ 8 h 20"/>
                <a:gd name="T8" fmla="*/ 19 w 42"/>
                <a:gd name="T9" fmla="*/ 0 h 20"/>
              </a:gdLst>
              <a:ahLst/>
              <a:cxnLst>
                <a:cxn ang="0">
                  <a:pos x="T0" y="T1"/>
                </a:cxn>
                <a:cxn ang="0">
                  <a:pos x="T2" y="T3"/>
                </a:cxn>
                <a:cxn ang="0">
                  <a:pos x="T4" y="T5"/>
                </a:cxn>
                <a:cxn ang="0">
                  <a:pos x="T6" y="T7"/>
                </a:cxn>
                <a:cxn ang="0">
                  <a:pos x="T8" y="T9"/>
                </a:cxn>
              </a:cxnLst>
              <a:rect l="0" t="0" r="r" b="b"/>
              <a:pathLst>
                <a:path w="42" h="20">
                  <a:moveTo>
                    <a:pt x="19" y="0"/>
                  </a:moveTo>
                  <a:cubicBezTo>
                    <a:pt x="8" y="1"/>
                    <a:pt x="0" y="6"/>
                    <a:pt x="1" y="10"/>
                  </a:cubicBezTo>
                  <a:cubicBezTo>
                    <a:pt x="1" y="16"/>
                    <a:pt x="12" y="20"/>
                    <a:pt x="24" y="19"/>
                  </a:cubicBezTo>
                  <a:cubicBezTo>
                    <a:pt x="35" y="19"/>
                    <a:pt x="42" y="14"/>
                    <a:pt x="41" y="8"/>
                  </a:cubicBezTo>
                  <a:cubicBezTo>
                    <a:pt x="40" y="3"/>
                    <a:pt x="30" y="0"/>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2" name="Freeform 105"/>
            <p:cNvSpPr/>
            <p:nvPr/>
          </p:nvSpPr>
          <p:spPr bwMode="auto">
            <a:xfrm>
              <a:off x="5302554" y="12242578"/>
              <a:ext cx="115888" cy="60325"/>
            </a:xfrm>
            <a:custGeom>
              <a:avLst/>
              <a:gdLst>
                <a:gd name="T0" fmla="*/ 19 w 43"/>
                <a:gd name="T1" fmla="*/ 0 h 22"/>
                <a:gd name="T2" fmla="*/ 1 w 43"/>
                <a:gd name="T3" fmla="*/ 11 h 22"/>
                <a:gd name="T4" fmla="*/ 24 w 43"/>
                <a:gd name="T5" fmla="*/ 21 h 22"/>
                <a:gd name="T6" fmla="*/ 42 w 43"/>
                <a:gd name="T7" fmla="*/ 10 h 22"/>
                <a:gd name="T8" fmla="*/ 19 w 43"/>
                <a:gd name="T9" fmla="*/ 0 h 22"/>
              </a:gdLst>
              <a:ahLst/>
              <a:cxnLst>
                <a:cxn ang="0">
                  <a:pos x="T0" y="T1"/>
                </a:cxn>
                <a:cxn ang="0">
                  <a:pos x="T2" y="T3"/>
                </a:cxn>
                <a:cxn ang="0">
                  <a:pos x="T4" y="T5"/>
                </a:cxn>
                <a:cxn ang="0">
                  <a:pos x="T6" y="T7"/>
                </a:cxn>
                <a:cxn ang="0">
                  <a:pos x="T8" y="T9"/>
                </a:cxn>
              </a:cxnLst>
              <a:rect l="0" t="0" r="r" b="b"/>
              <a:pathLst>
                <a:path w="43" h="22">
                  <a:moveTo>
                    <a:pt x="19" y="0"/>
                  </a:moveTo>
                  <a:cubicBezTo>
                    <a:pt x="8" y="1"/>
                    <a:pt x="0" y="6"/>
                    <a:pt x="1" y="11"/>
                  </a:cubicBezTo>
                  <a:cubicBezTo>
                    <a:pt x="3" y="17"/>
                    <a:pt x="13" y="21"/>
                    <a:pt x="24" y="21"/>
                  </a:cubicBezTo>
                  <a:cubicBezTo>
                    <a:pt x="35" y="22"/>
                    <a:pt x="43" y="16"/>
                    <a:pt x="42" y="10"/>
                  </a:cubicBezTo>
                  <a:cubicBezTo>
                    <a:pt x="40" y="4"/>
                    <a:pt x="30" y="0"/>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3" name="Freeform 106"/>
            <p:cNvSpPr/>
            <p:nvPr/>
          </p:nvSpPr>
          <p:spPr bwMode="auto">
            <a:xfrm>
              <a:off x="5516866" y="12245753"/>
              <a:ext cx="115888" cy="69850"/>
            </a:xfrm>
            <a:custGeom>
              <a:avLst/>
              <a:gdLst>
                <a:gd name="T0" fmla="*/ 20 w 43"/>
                <a:gd name="T1" fmla="*/ 1 h 26"/>
                <a:gd name="T2" fmla="*/ 1 w 43"/>
                <a:gd name="T3" fmla="*/ 11 h 26"/>
                <a:gd name="T4" fmla="*/ 24 w 43"/>
                <a:gd name="T5" fmla="*/ 25 h 26"/>
                <a:gd name="T6" fmla="*/ 42 w 43"/>
                <a:gd name="T7" fmla="*/ 15 h 26"/>
                <a:gd name="T8" fmla="*/ 20 w 43"/>
                <a:gd name="T9" fmla="*/ 1 h 26"/>
              </a:gdLst>
              <a:ahLst/>
              <a:cxnLst>
                <a:cxn ang="0">
                  <a:pos x="T0" y="T1"/>
                </a:cxn>
                <a:cxn ang="0">
                  <a:pos x="T2" y="T3"/>
                </a:cxn>
                <a:cxn ang="0">
                  <a:pos x="T4" y="T5"/>
                </a:cxn>
                <a:cxn ang="0">
                  <a:pos x="T6" y="T7"/>
                </a:cxn>
                <a:cxn ang="0">
                  <a:pos x="T8" y="T9"/>
                </a:cxn>
              </a:cxnLst>
              <a:rect l="0" t="0" r="r" b="b"/>
              <a:pathLst>
                <a:path w="43" h="26">
                  <a:moveTo>
                    <a:pt x="20" y="1"/>
                  </a:moveTo>
                  <a:cubicBezTo>
                    <a:pt x="9" y="0"/>
                    <a:pt x="0" y="5"/>
                    <a:pt x="1" y="11"/>
                  </a:cubicBezTo>
                  <a:cubicBezTo>
                    <a:pt x="2" y="17"/>
                    <a:pt x="13" y="24"/>
                    <a:pt x="24" y="25"/>
                  </a:cubicBezTo>
                  <a:cubicBezTo>
                    <a:pt x="35" y="26"/>
                    <a:pt x="43" y="22"/>
                    <a:pt x="42" y="15"/>
                  </a:cubicBezTo>
                  <a:cubicBezTo>
                    <a:pt x="41" y="8"/>
                    <a:pt x="32" y="2"/>
                    <a:pt x="2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4" name="Freeform 107"/>
            <p:cNvSpPr/>
            <p:nvPr/>
          </p:nvSpPr>
          <p:spPr bwMode="auto">
            <a:xfrm>
              <a:off x="5731179" y="12266391"/>
              <a:ext cx="115888" cy="82550"/>
            </a:xfrm>
            <a:custGeom>
              <a:avLst/>
              <a:gdLst>
                <a:gd name="T0" fmla="*/ 20 w 43"/>
                <a:gd name="T1" fmla="*/ 2 h 30"/>
                <a:gd name="T2" fmla="*/ 1 w 43"/>
                <a:gd name="T3" fmla="*/ 11 h 30"/>
                <a:gd name="T4" fmla="*/ 24 w 43"/>
                <a:gd name="T5" fmla="*/ 29 h 30"/>
                <a:gd name="T6" fmla="*/ 42 w 43"/>
                <a:gd name="T7" fmla="*/ 18 h 30"/>
                <a:gd name="T8" fmla="*/ 20 w 43"/>
                <a:gd name="T9" fmla="*/ 2 h 30"/>
              </a:gdLst>
              <a:ahLst/>
              <a:cxnLst>
                <a:cxn ang="0">
                  <a:pos x="T0" y="T1"/>
                </a:cxn>
                <a:cxn ang="0">
                  <a:pos x="T2" y="T3"/>
                </a:cxn>
                <a:cxn ang="0">
                  <a:pos x="T4" y="T5"/>
                </a:cxn>
                <a:cxn ang="0">
                  <a:pos x="T6" y="T7"/>
                </a:cxn>
                <a:cxn ang="0">
                  <a:pos x="T8" y="T9"/>
                </a:cxn>
              </a:cxnLst>
              <a:rect l="0" t="0" r="r" b="b"/>
              <a:pathLst>
                <a:path w="43" h="30">
                  <a:moveTo>
                    <a:pt x="20" y="2"/>
                  </a:moveTo>
                  <a:cubicBezTo>
                    <a:pt x="9" y="0"/>
                    <a:pt x="0" y="4"/>
                    <a:pt x="1" y="11"/>
                  </a:cubicBezTo>
                  <a:cubicBezTo>
                    <a:pt x="2" y="18"/>
                    <a:pt x="13" y="27"/>
                    <a:pt x="24" y="29"/>
                  </a:cubicBezTo>
                  <a:cubicBezTo>
                    <a:pt x="35" y="30"/>
                    <a:pt x="43" y="26"/>
                    <a:pt x="42" y="18"/>
                  </a:cubicBezTo>
                  <a:cubicBezTo>
                    <a:pt x="40" y="11"/>
                    <a:pt x="31" y="3"/>
                    <a:pt x="2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5" name="Freeform 108"/>
            <p:cNvSpPr/>
            <p:nvPr/>
          </p:nvSpPr>
          <p:spPr bwMode="auto">
            <a:xfrm>
              <a:off x="5945491" y="12302903"/>
              <a:ext cx="115888" cy="95250"/>
            </a:xfrm>
            <a:custGeom>
              <a:avLst/>
              <a:gdLst>
                <a:gd name="T0" fmla="*/ 19 w 43"/>
                <a:gd name="T1" fmla="*/ 2 h 35"/>
                <a:gd name="T2" fmla="*/ 1 w 43"/>
                <a:gd name="T3" fmla="*/ 12 h 35"/>
                <a:gd name="T4" fmla="*/ 24 w 43"/>
                <a:gd name="T5" fmla="*/ 33 h 35"/>
                <a:gd name="T6" fmla="*/ 41 w 43"/>
                <a:gd name="T7" fmla="*/ 22 h 35"/>
                <a:gd name="T8" fmla="*/ 19 w 43"/>
                <a:gd name="T9" fmla="*/ 2 h 35"/>
              </a:gdLst>
              <a:ahLst/>
              <a:cxnLst>
                <a:cxn ang="0">
                  <a:pos x="T0" y="T1"/>
                </a:cxn>
                <a:cxn ang="0">
                  <a:pos x="T2" y="T3"/>
                </a:cxn>
                <a:cxn ang="0">
                  <a:pos x="T4" y="T5"/>
                </a:cxn>
                <a:cxn ang="0">
                  <a:pos x="T6" y="T7"/>
                </a:cxn>
                <a:cxn ang="0">
                  <a:pos x="T8" y="T9"/>
                </a:cxn>
              </a:cxnLst>
              <a:rect l="0" t="0" r="r" b="b"/>
              <a:pathLst>
                <a:path w="43" h="35">
                  <a:moveTo>
                    <a:pt x="19" y="2"/>
                  </a:moveTo>
                  <a:cubicBezTo>
                    <a:pt x="8" y="0"/>
                    <a:pt x="0" y="5"/>
                    <a:pt x="1" y="12"/>
                  </a:cubicBezTo>
                  <a:cubicBezTo>
                    <a:pt x="2" y="20"/>
                    <a:pt x="13" y="30"/>
                    <a:pt x="24" y="33"/>
                  </a:cubicBezTo>
                  <a:cubicBezTo>
                    <a:pt x="35" y="35"/>
                    <a:pt x="43" y="30"/>
                    <a:pt x="41" y="22"/>
                  </a:cubicBezTo>
                  <a:cubicBezTo>
                    <a:pt x="40" y="13"/>
                    <a:pt x="30" y="5"/>
                    <a:pt x="1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6" name="Freeform 109"/>
            <p:cNvSpPr/>
            <p:nvPr/>
          </p:nvSpPr>
          <p:spPr bwMode="auto">
            <a:xfrm>
              <a:off x="6156629" y="12345766"/>
              <a:ext cx="117475" cy="107950"/>
            </a:xfrm>
            <a:custGeom>
              <a:avLst/>
              <a:gdLst>
                <a:gd name="T0" fmla="*/ 21 w 43"/>
                <a:gd name="T1" fmla="*/ 3 h 40"/>
                <a:gd name="T2" fmla="*/ 2 w 43"/>
                <a:gd name="T3" fmla="*/ 15 h 40"/>
                <a:gd name="T4" fmla="*/ 24 w 43"/>
                <a:gd name="T5" fmla="*/ 37 h 40"/>
                <a:gd name="T6" fmla="*/ 42 w 43"/>
                <a:gd name="T7" fmla="*/ 25 h 40"/>
                <a:gd name="T8" fmla="*/ 21 w 43"/>
                <a:gd name="T9" fmla="*/ 3 h 40"/>
              </a:gdLst>
              <a:ahLst/>
              <a:cxnLst>
                <a:cxn ang="0">
                  <a:pos x="T0" y="T1"/>
                </a:cxn>
                <a:cxn ang="0">
                  <a:pos x="T2" y="T3"/>
                </a:cxn>
                <a:cxn ang="0">
                  <a:pos x="T4" y="T5"/>
                </a:cxn>
                <a:cxn ang="0">
                  <a:pos x="T6" y="T7"/>
                </a:cxn>
                <a:cxn ang="0">
                  <a:pos x="T8" y="T9"/>
                </a:cxn>
              </a:cxnLst>
              <a:rect l="0" t="0" r="r" b="b"/>
              <a:pathLst>
                <a:path w="43" h="40">
                  <a:moveTo>
                    <a:pt x="21" y="3"/>
                  </a:moveTo>
                  <a:cubicBezTo>
                    <a:pt x="9" y="0"/>
                    <a:pt x="0" y="6"/>
                    <a:pt x="2" y="15"/>
                  </a:cubicBezTo>
                  <a:cubicBezTo>
                    <a:pt x="3" y="24"/>
                    <a:pt x="14" y="34"/>
                    <a:pt x="24" y="37"/>
                  </a:cubicBezTo>
                  <a:cubicBezTo>
                    <a:pt x="35" y="40"/>
                    <a:pt x="43" y="35"/>
                    <a:pt x="42" y="25"/>
                  </a:cubicBezTo>
                  <a:cubicBezTo>
                    <a:pt x="41" y="16"/>
                    <a:pt x="32" y="6"/>
                    <a:pt x="2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7" name="Freeform 110"/>
            <p:cNvSpPr/>
            <p:nvPr/>
          </p:nvSpPr>
          <p:spPr bwMode="auto">
            <a:xfrm>
              <a:off x="6374116" y="12398153"/>
              <a:ext cx="117475" cy="115888"/>
            </a:xfrm>
            <a:custGeom>
              <a:avLst/>
              <a:gdLst>
                <a:gd name="T0" fmla="*/ 19 w 43"/>
                <a:gd name="T1" fmla="*/ 2 h 43"/>
                <a:gd name="T2" fmla="*/ 1 w 43"/>
                <a:gd name="T3" fmla="*/ 15 h 43"/>
                <a:gd name="T4" fmla="*/ 24 w 43"/>
                <a:gd name="T5" fmla="*/ 40 h 43"/>
                <a:gd name="T6" fmla="*/ 41 w 43"/>
                <a:gd name="T7" fmla="*/ 26 h 43"/>
                <a:gd name="T8" fmla="*/ 19 w 43"/>
                <a:gd name="T9" fmla="*/ 2 h 43"/>
              </a:gdLst>
              <a:ahLst/>
              <a:cxnLst>
                <a:cxn ang="0">
                  <a:pos x="T0" y="T1"/>
                </a:cxn>
                <a:cxn ang="0">
                  <a:pos x="T2" y="T3"/>
                </a:cxn>
                <a:cxn ang="0">
                  <a:pos x="T4" y="T5"/>
                </a:cxn>
                <a:cxn ang="0">
                  <a:pos x="T6" y="T7"/>
                </a:cxn>
                <a:cxn ang="0">
                  <a:pos x="T8" y="T9"/>
                </a:cxn>
              </a:cxnLst>
              <a:rect l="0" t="0" r="r" b="b"/>
              <a:pathLst>
                <a:path w="43" h="43">
                  <a:moveTo>
                    <a:pt x="19" y="2"/>
                  </a:moveTo>
                  <a:cubicBezTo>
                    <a:pt x="8" y="0"/>
                    <a:pt x="0" y="6"/>
                    <a:pt x="1" y="15"/>
                  </a:cubicBezTo>
                  <a:cubicBezTo>
                    <a:pt x="2" y="26"/>
                    <a:pt x="13" y="37"/>
                    <a:pt x="24" y="40"/>
                  </a:cubicBezTo>
                  <a:cubicBezTo>
                    <a:pt x="35" y="43"/>
                    <a:pt x="43" y="37"/>
                    <a:pt x="41" y="26"/>
                  </a:cubicBezTo>
                  <a:cubicBezTo>
                    <a:pt x="40" y="15"/>
                    <a:pt x="30" y="5"/>
                    <a:pt x="1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8" name="Freeform 111"/>
            <p:cNvSpPr/>
            <p:nvPr/>
          </p:nvSpPr>
          <p:spPr bwMode="auto">
            <a:xfrm>
              <a:off x="6585254" y="12445778"/>
              <a:ext cx="117475" cy="130175"/>
            </a:xfrm>
            <a:custGeom>
              <a:avLst/>
              <a:gdLst>
                <a:gd name="T0" fmla="*/ 20 w 43"/>
                <a:gd name="T1" fmla="*/ 3 h 48"/>
                <a:gd name="T2" fmla="*/ 2 w 43"/>
                <a:gd name="T3" fmla="*/ 19 h 48"/>
                <a:gd name="T4" fmla="*/ 24 w 43"/>
                <a:gd name="T5" fmla="*/ 44 h 48"/>
                <a:gd name="T6" fmla="*/ 42 w 43"/>
                <a:gd name="T7" fmla="*/ 29 h 48"/>
                <a:gd name="T8" fmla="*/ 20 w 43"/>
                <a:gd name="T9" fmla="*/ 3 h 48"/>
              </a:gdLst>
              <a:ahLst/>
              <a:cxnLst>
                <a:cxn ang="0">
                  <a:pos x="T0" y="T1"/>
                </a:cxn>
                <a:cxn ang="0">
                  <a:pos x="T2" y="T3"/>
                </a:cxn>
                <a:cxn ang="0">
                  <a:pos x="T4" y="T5"/>
                </a:cxn>
                <a:cxn ang="0">
                  <a:pos x="T6" y="T7"/>
                </a:cxn>
                <a:cxn ang="0">
                  <a:pos x="T8" y="T9"/>
                </a:cxn>
              </a:cxnLst>
              <a:rect l="0" t="0" r="r" b="b"/>
              <a:pathLst>
                <a:path w="43" h="48">
                  <a:moveTo>
                    <a:pt x="20" y="3"/>
                  </a:moveTo>
                  <a:cubicBezTo>
                    <a:pt x="9" y="0"/>
                    <a:pt x="0" y="7"/>
                    <a:pt x="2" y="19"/>
                  </a:cubicBezTo>
                  <a:cubicBezTo>
                    <a:pt x="3" y="29"/>
                    <a:pt x="13" y="41"/>
                    <a:pt x="24" y="44"/>
                  </a:cubicBezTo>
                  <a:cubicBezTo>
                    <a:pt x="35" y="48"/>
                    <a:pt x="43" y="41"/>
                    <a:pt x="42" y="29"/>
                  </a:cubicBezTo>
                  <a:cubicBezTo>
                    <a:pt x="41" y="18"/>
                    <a:pt x="32" y="6"/>
                    <a:pt x="2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9" name="Freeform 112"/>
            <p:cNvSpPr/>
            <p:nvPr/>
          </p:nvSpPr>
          <p:spPr bwMode="auto">
            <a:xfrm>
              <a:off x="6799566" y="12494991"/>
              <a:ext cx="117475" cy="136525"/>
            </a:xfrm>
            <a:custGeom>
              <a:avLst/>
              <a:gdLst>
                <a:gd name="T0" fmla="*/ 19 w 43"/>
                <a:gd name="T1" fmla="*/ 2 h 50"/>
                <a:gd name="T2" fmla="*/ 1 w 43"/>
                <a:gd name="T3" fmla="*/ 19 h 50"/>
                <a:gd name="T4" fmla="*/ 25 w 43"/>
                <a:gd name="T5" fmla="*/ 48 h 50"/>
                <a:gd name="T6" fmla="*/ 42 w 43"/>
                <a:gd name="T7" fmla="*/ 29 h 50"/>
                <a:gd name="T8" fmla="*/ 19 w 43"/>
                <a:gd name="T9" fmla="*/ 2 h 50"/>
              </a:gdLst>
              <a:ahLst/>
              <a:cxnLst>
                <a:cxn ang="0">
                  <a:pos x="T0" y="T1"/>
                </a:cxn>
                <a:cxn ang="0">
                  <a:pos x="T2" y="T3"/>
                </a:cxn>
                <a:cxn ang="0">
                  <a:pos x="T4" y="T5"/>
                </a:cxn>
                <a:cxn ang="0">
                  <a:pos x="T6" y="T7"/>
                </a:cxn>
                <a:cxn ang="0">
                  <a:pos x="T8" y="T9"/>
                </a:cxn>
              </a:cxnLst>
              <a:rect l="0" t="0" r="r" b="b"/>
              <a:pathLst>
                <a:path w="43" h="50">
                  <a:moveTo>
                    <a:pt x="19" y="2"/>
                  </a:moveTo>
                  <a:cubicBezTo>
                    <a:pt x="8" y="0"/>
                    <a:pt x="0" y="8"/>
                    <a:pt x="1" y="19"/>
                  </a:cubicBezTo>
                  <a:cubicBezTo>
                    <a:pt x="2" y="32"/>
                    <a:pt x="14" y="45"/>
                    <a:pt x="25" y="48"/>
                  </a:cubicBezTo>
                  <a:cubicBezTo>
                    <a:pt x="36" y="50"/>
                    <a:pt x="43" y="42"/>
                    <a:pt x="42" y="29"/>
                  </a:cubicBezTo>
                  <a:cubicBezTo>
                    <a:pt x="40" y="16"/>
                    <a:pt x="30" y="4"/>
                    <a:pt x="1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0" name="Freeform 113"/>
            <p:cNvSpPr/>
            <p:nvPr/>
          </p:nvSpPr>
          <p:spPr bwMode="auto">
            <a:xfrm>
              <a:off x="419404" y="13118878"/>
              <a:ext cx="117475" cy="307975"/>
            </a:xfrm>
            <a:custGeom>
              <a:avLst/>
              <a:gdLst>
                <a:gd name="T0" fmla="*/ 17 w 43"/>
                <a:gd name="T1" fmla="*/ 13 h 113"/>
                <a:gd name="T2" fmla="*/ 2 w 43"/>
                <a:gd name="T3" fmla="*/ 77 h 113"/>
                <a:gd name="T4" fmla="*/ 25 w 43"/>
                <a:gd name="T5" fmla="*/ 104 h 113"/>
                <a:gd name="T6" fmla="*/ 40 w 43"/>
                <a:gd name="T7" fmla="*/ 33 h 113"/>
                <a:gd name="T8" fmla="*/ 17 w 43"/>
                <a:gd name="T9" fmla="*/ 13 h 113"/>
              </a:gdLst>
              <a:ahLst/>
              <a:cxnLst>
                <a:cxn ang="0">
                  <a:pos x="T0" y="T1"/>
                </a:cxn>
                <a:cxn ang="0">
                  <a:pos x="T2" y="T3"/>
                </a:cxn>
                <a:cxn ang="0">
                  <a:pos x="T4" y="T5"/>
                </a:cxn>
                <a:cxn ang="0">
                  <a:pos x="T6" y="T7"/>
                </a:cxn>
                <a:cxn ang="0">
                  <a:pos x="T8" y="T9"/>
                </a:cxn>
              </a:cxnLst>
              <a:rect l="0" t="0" r="r" b="b"/>
              <a:pathLst>
                <a:path w="43" h="113">
                  <a:moveTo>
                    <a:pt x="17" y="13"/>
                  </a:moveTo>
                  <a:cubicBezTo>
                    <a:pt x="6" y="25"/>
                    <a:pt x="0" y="54"/>
                    <a:pt x="2" y="77"/>
                  </a:cubicBezTo>
                  <a:cubicBezTo>
                    <a:pt x="4" y="100"/>
                    <a:pt x="15" y="113"/>
                    <a:pt x="25" y="104"/>
                  </a:cubicBezTo>
                  <a:cubicBezTo>
                    <a:pt x="36" y="94"/>
                    <a:pt x="43" y="61"/>
                    <a:pt x="40" y="33"/>
                  </a:cubicBezTo>
                  <a:cubicBezTo>
                    <a:pt x="37" y="7"/>
                    <a:pt x="27" y="0"/>
                    <a:pt x="17"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1" name="Freeform 114"/>
            <p:cNvSpPr/>
            <p:nvPr/>
          </p:nvSpPr>
          <p:spPr bwMode="auto">
            <a:xfrm>
              <a:off x="216204" y="13347478"/>
              <a:ext cx="115888" cy="247650"/>
            </a:xfrm>
            <a:custGeom>
              <a:avLst/>
              <a:gdLst>
                <a:gd name="T0" fmla="*/ 17 w 43"/>
                <a:gd name="T1" fmla="*/ 12 h 91"/>
                <a:gd name="T2" fmla="*/ 1 w 43"/>
                <a:gd name="T3" fmla="*/ 64 h 91"/>
                <a:gd name="T4" fmla="*/ 24 w 43"/>
                <a:gd name="T5" fmla="*/ 83 h 91"/>
                <a:gd name="T6" fmla="*/ 40 w 43"/>
                <a:gd name="T7" fmla="*/ 26 h 91"/>
                <a:gd name="T8" fmla="*/ 17 w 43"/>
                <a:gd name="T9" fmla="*/ 12 h 91"/>
              </a:gdLst>
              <a:ahLst/>
              <a:cxnLst>
                <a:cxn ang="0">
                  <a:pos x="T0" y="T1"/>
                </a:cxn>
                <a:cxn ang="0">
                  <a:pos x="T2" y="T3"/>
                </a:cxn>
                <a:cxn ang="0">
                  <a:pos x="T4" y="T5"/>
                </a:cxn>
                <a:cxn ang="0">
                  <a:pos x="T6" y="T7"/>
                </a:cxn>
                <a:cxn ang="0">
                  <a:pos x="T8" y="T9"/>
                </a:cxn>
              </a:cxnLst>
              <a:rect l="0" t="0" r="r" b="b"/>
              <a:pathLst>
                <a:path w="43" h="91">
                  <a:moveTo>
                    <a:pt x="17" y="12"/>
                  </a:moveTo>
                  <a:cubicBezTo>
                    <a:pt x="7" y="23"/>
                    <a:pt x="0" y="46"/>
                    <a:pt x="1" y="64"/>
                  </a:cubicBezTo>
                  <a:cubicBezTo>
                    <a:pt x="3" y="81"/>
                    <a:pt x="14" y="91"/>
                    <a:pt x="24" y="83"/>
                  </a:cubicBezTo>
                  <a:cubicBezTo>
                    <a:pt x="36" y="75"/>
                    <a:pt x="43" y="49"/>
                    <a:pt x="40" y="26"/>
                  </a:cubicBezTo>
                  <a:cubicBezTo>
                    <a:pt x="38" y="5"/>
                    <a:pt x="28" y="0"/>
                    <a:pt x="17"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2" name="Freeform 115"/>
            <p:cNvSpPr/>
            <p:nvPr/>
          </p:nvSpPr>
          <p:spPr bwMode="auto">
            <a:xfrm>
              <a:off x="6255054" y="12280678"/>
              <a:ext cx="114300" cy="106363"/>
            </a:xfrm>
            <a:custGeom>
              <a:avLst/>
              <a:gdLst>
                <a:gd name="T0" fmla="*/ 41 w 42"/>
                <a:gd name="T1" fmla="*/ 23 h 39"/>
                <a:gd name="T2" fmla="*/ 19 w 42"/>
                <a:gd name="T3" fmla="*/ 2 h 39"/>
                <a:gd name="T4" fmla="*/ 1 w 42"/>
                <a:gd name="T5" fmla="*/ 15 h 39"/>
                <a:gd name="T6" fmla="*/ 23 w 42"/>
                <a:gd name="T7" fmla="*/ 36 h 39"/>
                <a:gd name="T8" fmla="*/ 41 w 42"/>
                <a:gd name="T9" fmla="*/ 23 h 39"/>
              </a:gdLst>
              <a:ahLst/>
              <a:cxnLst>
                <a:cxn ang="0">
                  <a:pos x="T0" y="T1"/>
                </a:cxn>
                <a:cxn ang="0">
                  <a:pos x="T2" y="T3"/>
                </a:cxn>
                <a:cxn ang="0">
                  <a:pos x="T4" y="T5"/>
                </a:cxn>
                <a:cxn ang="0">
                  <a:pos x="T6" y="T7"/>
                </a:cxn>
                <a:cxn ang="0">
                  <a:pos x="T8" y="T9"/>
                </a:cxn>
              </a:cxnLst>
              <a:rect l="0" t="0" r="r" b="b"/>
              <a:pathLst>
                <a:path w="42" h="39">
                  <a:moveTo>
                    <a:pt x="41" y="23"/>
                  </a:moveTo>
                  <a:cubicBezTo>
                    <a:pt x="40" y="14"/>
                    <a:pt x="30" y="4"/>
                    <a:pt x="19" y="2"/>
                  </a:cubicBezTo>
                  <a:cubicBezTo>
                    <a:pt x="8" y="0"/>
                    <a:pt x="0" y="6"/>
                    <a:pt x="1" y="15"/>
                  </a:cubicBezTo>
                  <a:cubicBezTo>
                    <a:pt x="2" y="24"/>
                    <a:pt x="12" y="34"/>
                    <a:pt x="23" y="36"/>
                  </a:cubicBezTo>
                  <a:cubicBezTo>
                    <a:pt x="34" y="39"/>
                    <a:pt x="42" y="33"/>
                    <a:pt x="41"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3" name="Freeform 116"/>
            <p:cNvSpPr/>
            <p:nvPr/>
          </p:nvSpPr>
          <p:spPr bwMode="auto">
            <a:xfrm>
              <a:off x="6040741" y="12242578"/>
              <a:ext cx="115888" cy="95250"/>
            </a:xfrm>
            <a:custGeom>
              <a:avLst/>
              <a:gdLst>
                <a:gd name="T0" fmla="*/ 23 w 43"/>
                <a:gd name="T1" fmla="*/ 33 h 35"/>
                <a:gd name="T2" fmla="*/ 41 w 43"/>
                <a:gd name="T3" fmla="*/ 21 h 35"/>
                <a:gd name="T4" fmla="*/ 19 w 43"/>
                <a:gd name="T5" fmla="*/ 2 h 35"/>
                <a:gd name="T6" fmla="*/ 1 w 43"/>
                <a:gd name="T7" fmla="*/ 14 h 35"/>
                <a:gd name="T8" fmla="*/ 23 w 43"/>
                <a:gd name="T9" fmla="*/ 33 h 35"/>
              </a:gdLst>
              <a:ahLst/>
              <a:cxnLst>
                <a:cxn ang="0">
                  <a:pos x="T0" y="T1"/>
                </a:cxn>
                <a:cxn ang="0">
                  <a:pos x="T2" y="T3"/>
                </a:cxn>
                <a:cxn ang="0">
                  <a:pos x="T4" y="T5"/>
                </a:cxn>
                <a:cxn ang="0">
                  <a:pos x="T6" y="T7"/>
                </a:cxn>
                <a:cxn ang="0">
                  <a:pos x="T8" y="T9"/>
                </a:cxn>
              </a:cxnLst>
              <a:rect l="0" t="0" r="r" b="b"/>
              <a:pathLst>
                <a:path w="43" h="35">
                  <a:moveTo>
                    <a:pt x="23" y="33"/>
                  </a:moveTo>
                  <a:cubicBezTo>
                    <a:pt x="35" y="35"/>
                    <a:pt x="43" y="30"/>
                    <a:pt x="41" y="21"/>
                  </a:cubicBezTo>
                  <a:cubicBezTo>
                    <a:pt x="40" y="13"/>
                    <a:pt x="30" y="4"/>
                    <a:pt x="19" y="2"/>
                  </a:cubicBezTo>
                  <a:cubicBezTo>
                    <a:pt x="8" y="0"/>
                    <a:pt x="0" y="5"/>
                    <a:pt x="1" y="14"/>
                  </a:cubicBezTo>
                  <a:cubicBezTo>
                    <a:pt x="3" y="22"/>
                    <a:pt x="12" y="30"/>
                    <a:pt x="23"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4" name="Freeform 117"/>
            <p:cNvSpPr/>
            <p:nvPr/>
          </p:nvSpPr>
          <p:spPr bwMode="auto">
            <a:xfrm>
              <a:off x="5826429" y="12212416"/>
              <a:ext cx="115888" cy="82550"/>
            </a:xfrm>
            <a:custGeom>
              <a:avLst/>
              <a:gdLst>
                <a:gd name="T0" fmla="*/ 24 w 43"/>
                <a:gd name="T1" fmla="*/ 28 h 30"/>
                <a:gd name="T2" fmla="*/ 42 w 43"/>
                <a:gd name="T3" fmla="*/ 18 h 30"/>
                <a:gd name="T4" fmla="*/ 19 w 43"/>
                <a:gd name="T5" fmla="*/ 1 h 30"/>
                <a:gd name="T6" fmla="*/ 2 w 43"/>
                <a:gd name="T7" fmla="*/ 12 h 30"/>
                <a:gd name="T8" fmla="*/ 24 w 43"/>
                <a:gd name="T9" fmla="*/ 28 h 30"/>
              </a:gdLst>
              <a:ahLst/>
              <a:cxnLst>
                <a:cxn ang="0">
                  <a:pos x="T0" y="T1"/>
                </a:cxn>
                <a:cxn ang="0">
                  <a:pos x="T2" y="T3"/>
                </a:cxn>
                <a:cxn ang="0">
                  <a:pos x="T4" y="T5"/>
                </a:cxn>
                <a:cxn ang="0">
                  <a:pos x="T6" y="T7"/>
                </a:cxn>
                <a:cxn ang="0">
                  <a:pos x="T8" y="T9"/>
                </a:cxn>
              </a:cxnLst>
              <a:rect l="0" t="0" r="r" b="b"/>
              <a:pathLst>
                <a:path w="43" h="30">
                  <a:moveTo>
                    <a:pt x="24" y="28"/>
                  </a:moveTo>
                  <a:cubicBezTo>
                    <a:pt x="35" y="30"/>
                    <a:pt x="43" y="25"/>
                    <a:pt x="42" y="18"/>
                  </a:cubicBezTo>
                  <a:cubicBezTo>
                    <a:pt x="40" y="10"/>
                    <a:pt x="30" y="3"/>
                    <a:pt x="19" y="1"/>
                  </a:cubicBezTo>
                  <a:cubicBezTo>
                    <a:pt x="8" y="0"/>
                    <a:pt x="0" y="5"/>
                    <a:pt x="2" y="12"/>
                  </a:cubicBezTo>
                  <a:cubicBezTo>
                    <a:pt x="3" y="20"/>
                    <a:pt x="13" y="27"/>
                    <a:pt x="24"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5" name="Freeform 118"/>
            <p:cNvSpPr/>
            <p:nvPr/>
          </p:nvSpPr>
          <p:spPr bwMode="auto">
            <a:xfrm>
              <a:off x="5612116" y="12193366"/>
              <a:ext cx="115888" cy="68263"/>
            </a:xfrm>
            <a:custGeom>
              <a:avLst/>
              <a:gdLst>
                <a:gd name="T0" fmla="*/ 24 w 43"/>
                <a:gd name="T1" fmla="*/ 24 h 25"/>
                <a:gd name="T2" fmla="*/ 42 w 43"/>
                <a:gd name="T3" fmla="*/ 14 h 25"/>
                <a:gd name="T4" fmla="*/ 19 w 43"/>
                <a:gd name="T5" fmla="*/ 1 h 25"/>
                <a:gd name="T6" fmla="*/ 2 w 43"/>
                <a:gd name="T7" fmla="*/ 11 h 25"/>
                <a:gd name="T8" fmla="*/ 24 w 43"/>
                <a:gd name="T9" fmla="*/ 24 h 25"/>
              </a:gdLst>
              <a:ahLst/>
              <a:cxnLst>
                <a:cxn ang="0">
                  <a:pos x="T0" y="T1"/>
                </a:cxn>
                <a:cxn ang="0">
                  <a:pos x="T2" y="T3"/>
                </a:cxn>
                <a:cxn ang="0">
                  <a:pos x="T4" y="T5"/>
                </a:cxn>
                <a:cxn ang="0">
                  <a:pos x="T6" y="T7"/>
                </a:cxn>
                <a:cxn ang="0">
                  <a:pos x="T8" y="T9"/>
                </a:cxn>
              </a:cxnLst>
              <a:rect l="0" t="0" r="r" b="b"/>
              <a:pathLst>
                <a:path w="43" h="25">
                  <a:moveTo>
                    <a:pt x="24" y="24"/>
                  </a:moveTo>
                  <a:cubicBezTo>
                    <a:pt x="35" y="25"/>
                    <a:pt x="43" y="21"/>
                    <a:pt x="42" y="14"/>
                  </a:cubicBezTo>
                  <a:cubicBezTo>
                    <a:pt x="40" y="7"/>
                    <a:pt x="30" y="1"/>
                    <a:pt x="19" y="1"/>
                  </a:cubicBezTo>
                  <a:cubicBezTo>
                    <a:pt x="8" y="0"/>
                    <a:pt x="0" y="5"/>
                    <a:pt x="2" y="11"/>
                  </a:cubicBezTo>
                  <a:cubicBezTo>
                    <a:pt x="3" y="17"/>
                    <a:pt x="13" y="23"/>
                    <a:pt x="24"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6" name="Freeform 119"/>
            <p:cNvSpPr/>
            <p:nvPr/>
          </p:nvSpPr>
          <p:spPr bwMode="auto">
            <a:xfrm>
              <a:off x="5399391" y="12188603"/>
              <a:ext cx="114300" cy="57150"/>
            </a:xfrm>
            <a:custGeom>
              <a:avLst/>
              <a:gdLst>
                <a:gd name="T0" fmla="*/ 22 w 42"/>
                <a:gd name="T1" fmla="*/ 20 h 21"/>
                <a:gd name="T2" fmla="*/ 41 w 42"/>
                <a:gd name="T3" fmla="*/ 11 h 21"/>
                <a:gd name="T4" fmla="*/ 20 w 42"/>
                <a:gd name="T5" fmla="*/ 0 h 21"/>
                <a:gd name="T6" fmla="*/ 1 w 42"/>
                <a:gd name="T7" fmla="*/ 10 h 21"/>
                <a:gd name="T8" fmla="*/ 22 w 42"/>
                <a:gd name="T9" fmla="*/ 20 h 21"/>
              </a:gdLst>
              <a:ahLst/>
              <a:cxnLst>
                <a:cxn ang="0">
                  <a:pos x="T0" y="T1"/>
                </a:cxn>
                <a:cxn ang="0">
                  <a:pos x="T2" y="T3"/>
                </a:cxn>
                <a:cxn ang="0">
                  <a:pos x="T4" y="T5"/>
                </a:cxn>
                <a:cxn ang="0">
                  <a:pos x="T6" y="T7"/>
                </a:cxn>
                <a:cxn ang="0">
                  <a:pos x="T8" y="T9"/>
                </a:cxn>
              </a:cxnLst>
              <a:rect l="0" t="0" r="r" b="b"/>
              <a:pathLst>
                <a:path w="42" h="21">
                  <a:moveTo>
                    <a:pt x="22" y="20"/>
                  </a:moveTo>
                  <a:cubicBezTo>
                    <a:pt x="34" y="21"/>
                    <a:pt x="42" y="17"/>
                    <a:pt x="41" y="11"/>
                  </a:cubicBezTo>
                  <a:cubicBezTo>
                    <a:pt x="41" y="5"/>
                    <a:pt x="31" y="0"/>
                    <a:pt x="20" y="0"/>
                  </a:cubicBezTo>
                  <a:cubicBezTo>
                    <a:pt x="9" y="0"/>
                    <a:pt x="0" y="4"/>
                    <a:pt x="1" y="10"/>
                  </a:cubicBezTo>
                  <a:cubicBezTo>
                    <a:pt x="2" y="15"/>
                    <a:pt x="11" y="20"/>
                    <a:pt x="22"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7" name="Freeform 120"/>
            <p:cNvSpPr/>
            <p:nvPr/>
          </p:nvSpPr>
          <p:spPr bwMode="auto">
            <a:xfrm>
              <a:off x="5188254" y="12199716"/>
              <a:ext cx="111125" cy="50800"/>
            </a:xfrm>
            <a:custGeom>
              <a:avLst/>
              <a:gdLst>
                <a:gd name="T0" fmla="*/ 22 w 41"/>
                <a:gd name="T1" fmla="*/ 18 h 19"/>
                <a:gd name="T2" fmla="*/ 41 w 41"/>
                <a:gd name="T3" fmla="*/ 8 h 19"/>
                <a:gd name="T4" fmla="*/ 19 w 41"/>
                <a:gd name="T5" fmla="*/ 1 h 19"/>
                <a:gd name="T6" fmla="*/ 0 w 41"/>
                <a:gd name="T7" fmla="*/ 10 h 19"/>
                <a:gd name="T8" fmla="*/ 22 w 41"/>
                <a:gd name="T9" fmla="*/ 18 h 19"/>
              </a:gdLst>
              <a:ahLst/>
              <a:cxnLst>
                <a:cxn ang="0">
                  <a:pos x="T0" y="T1"/>
                </a:cxn>
                <a:cxn ang="0">
                  <a:pos x="T2" y="T3"/>
                </a:cxn>
                <a:cxn ang="0">
                  <a:pos x="T4" y="T5"/>
                </a:cxn>
                <a:cxn ang="0">
                  <a:pos x="T6" y="T7"/>
                </a:cxn>
                <a:cxn ang="0">
                  <a:pos x="T8" y="T9"/>
                </a:cxn>
              </a:cxnLst>
              <a:rect l="0" t="0" r="r" b="b"/>
              <a:pathLst>
                <a:path w="41" h="19">
                  <a:moveTo>
                    <a:pt x="22" y="18"/>
                  </a:moveTo>
                  <a:cubicBezTo>
                    <a:pt x="33" y="18"/>
                    <a:pt x="41" y="13"/>
                    <a:pt x="41" y="8"/>
                  </a:cubicBezTo>
                  <a:cubicBezTo>
                    <a:pt x="40" y="3"/>
                    <a:pt x="30" y="0"/>
                    <a:pt x="19" y="1"/>
                  </a:cubicBezTo>
                  <a:cubicBezTo>
                    <a:pt x="8" y="1"/>
                    <a:pt x="0" y="6"/>
                    <a:pt x="0" y="10"/>
                  </a:cubicBezTo>
                  <a:cubicBezTo>
                    <a:pt x="1" y="15"/>
                    <a:pt x="11" y="19"/>
                    <a:pt x="22"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8" name="Freeform 121"/>
            <p:cNvSpPr/>
            <p:nvPr/>
          </p:nvSpPr>
          <p:spPr bwMode="auto">
            <a:xfrm>
              <a:off x="4973941" y="12218766"/>
              <a:ext cx="114300" cy="47625"/>
            </a:xfrm>
            <a:custGeom>
              <a:avLst/>
              <a:gdLst>
                <a:gd name="T0" fmla="*/ 23 w 42"/>
                <a:gd name="T1" fmla="*/ 17 h 18"/>
                <a:gd name="T2" fmla="*/ 41 w 42"/>
                <a:gd name="T3" fmla="*/ 7 h 18"/>
                <a:gd name="T4" fmla="*/ 18 w 42"/>
                <a:gd name="T5" fmla="*/ 1 h 18"/>
                <a:gd name="T6" fmla="*/ 1 w 42"/>
                <a:gd name="T7" fmla="*/ 11 h 18"/>
                <a:gd name="T8" fmla="*/ 23 w 42"/>
                <a:gd name="T9" fmla="*/ 17 h 18"/>
              </a:gdLst>
              <a:ahLst/>
              <a:cxnLst>
                <a:cxn ang="0">
                  <a:pos x="T0" y="T1"/>
                </a:cxn>
                <a:cxn ang="0">
                  <a:pos x="T2" y="T3"/>
                </a:cxn>
                <a:cxn ang="0">
                  <a:pos x="T4" y="T5"/>
                </a:cxn>
                <a:cxn ang="0">
                  <a:pos x="T6" y="T7"/>
                </a:cxn>
                <a:cxn ang="0">
                  <a:pos x="T8" y="T9"/>
                </a:cxn>
              </a:cxnLst>
              <a:rect l="0" t="0" r="r" b="b"/>
              <a:pathLst>
                <a:path w="42" h="18">
                  <a:moveTo>
                    <a:pt x="23" y="17"/>
                  </a:moveTo>
                  <a:cubicBezTo>
                    <a:pt x="34" y="16"/>
                    <a:pt x="42" y="11"/>
                    <a:pt x="41" y="7"/>
                  </a:cubicBezTo>
                  <a:cubicBezTo>
                    <a:pt x="39" y="2"/>
                    <a:pt x="29" y="0"/>
                    <a:pt x="18" y="1"/>
                  </a:cubicBezTo>
                  <a:cubicBezTo>
                    <a:pt x="7" y="3"/>
                    <a:pt x="0" y="7"/>
                    <a:pt x="1" y="11"/>
                  </a:cubicBezTo>
                  <a:cubicBezTo>
                    <a:pt x="2" y="15"/>
                    <a:pt x="12" y="18"/>
                    <a:pt x="23"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9" name="Freeform 122"/>
            <p:cNvSpPr/>
            <p:nvPr/>
          </p:nvSpPr>
          <p:spPr bwMode="auto">
            <a:xfrm>
              <a:off x="4759629" y="12242578"/>
              <a:ext cx="115888" cy="42863"/>
            </a:xfrm>
            <a:custGeom>
              <a:avLst/>
              <a:gdLst>
                <a:gd name="T0" fmla="*/ 24 w 43"/>
                <a:gd name="T1" fmla="*/ 15 h 16"/>
                <a:gd name="T2" fmla="*/ 41 w 43"/>
                <a:gd name="T3" fmla="*/ 6 h 16"/>
                <a:gd name="T4" fmla="*/ 19 w 43"/>
                <a:gd name="T5" fmla="*/ 2 h 16"/>
                <a:gd name="T6" fmla="*/ 2 w 43"/>
                <a:gd name="T7" fmla="*/ 11 h 16"/>
                <a:gd name="T8" fmla="*/ 24 w 43"/>
                <a:gd name="T9" fmla="*/ 15 h 16"/>
              </a:gdLst>
              <a:ahLst/>
              <a:cxnLst>
                <a:cxn ang="0">
                  <a:pos x="T0" y="T1"/>
                </a:cxn>
                <a:cxn ang="0">
                  <a:pos x="T2" y="T3"/>
                </a:cxn>
                <a:cxn ang="0">
                  <a:pos x="T4" y="T5"/>
                </a:cxn>
                <a:cxn ang="0">
                  <a:pos x="T6" y="T7"/>
                </a:cxn>
                <a:cxn ang="0">
                  <a:pos x="T8" y="T9"/>
                </a:cxn>
              </a:cxnLst>
              <a:rect l="0" t="0" r="r" b="b"/>
              <a:pathLst>
                <a:path w="43" h="16">
                  <a:moveTo>
                    <a:pt x="24" y="15"/>
                  </a:moveTo>
                  <a:cubicBezTo>
                    <a:pt x="35" y="14"/>
                    <a:pt x="43" y="9"/>
                    <a:pt x="41" y="6"/>
                  </a:cubicBezTo>
                  <a:cubicBezTo>
                    <a:pt x="40" y="2"/>
                    <a:pt x="30" y="0"/>
                    <a:pt x="19" y="2"/>
                  </a:cubicBezTo>
                  <a:cubicBezTo>
                    <a:pt x="8" y="3"/>
                    <a:pt x="0" y="7"/>
                    <a:pt x="2" y="11"/>
                  </a:cubicBezTo>
                  <a:cubicBezTo>
                    <a:pt x="3" y="14"/>
                    <a:pt x="13" y="16"/>
                    <a:pt x="24"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0" name="Freeform 123"/>
            <p:cNvSpPr/>
            <p:nvPr/>
          </p:nvSpPr>
          <p:spPr bwMode="auto">
            <a:xfrm>
              <a:off x="4546904" y="12269566"/>
              <a:ext cx="114300" cy="41275"/>
            </a:xfrm>
            <a:custGeom>
              <a:avLst/>
              <a:gdLst>
                <a:gd name="T0" fmla="*/ 23 w 42"/>
                <a:gd name="T1" fmla="*/ 14 h 15"/>
                <a:gd name="T2" fmla="*/ 41 w 42"/>
                <a:gd name="T3" fmla="*/ 5 h 15"/>
                <a:gd name="T4" fmla="*/ 18 w 42"/>
                <a:gd name="T5" fmla="*/ 2 h 15"/>
                <a:gd name="T6" fmla="*/ 1 w 42"/>
                <a:gd name="T7" fmla="*/ 11 h 15"/>
                <a:gd name="T8" fmla="*/ 23 w 42"/>
                <a:gd name="T9" fmla="*/ 14 h 15"/>
              </a:gdLst>
              <a:ahLst/>
              <a:cxnLst>
                <a:cxn ang="0">
                  <a:pos x="T0" y="T1"/>
                </a:cxn>
                <a:cxn ang="0">
                  <a:pos x="T2" y="T3"/>
                </a:cxn>
                <a:cxn ang="0">
                  <a:pos x="T4" y="T5"/>
                </a:cxn>
                <a:cxn ang="0">
                  <a:pos x="T6" y="T7"/>
                </a:cxn>
                <a:cxn ang="0">
                  <a:pos x="T8" y="T9"/>
                </a:cxn>
              </a:cxnLst>
              <a:rect l="0" t="0" r="r" b="b"/>
              <a:pathLst>
                <a:path w="42" h="15">
                  <a:moveTo>
                    <a:pt x="23" y="14"/>
                  </a:moveTo>
                  <a:cubicBezTo>
                    <a:pt x="34" y="13"/>
                    <a:pt x="42" y="8"/>
                    <a:pt x="41" y="5"/>
                  </a:cubicBezTo>
                  <a:cubicBezTo>
                    <a:pt x="39" y="2"/>
                    <a:pt x="29" y="0"/>
                    <a:pt x="18" y="2"/>
                  </a:cubicBezTo>
                  <a:cubicBezTo>
                    <a:pt x="7" y="4"/>
                    <a:pt x="0" y="7"/>
                    <a:pt x="1" y="11"/>
                  </a:cubicBezTo>
                  <a:cubicBezTo>
                    <a:pt x="3" y="14"/>
                    <a:pt x="12" y="15"/>
                    <a:pt x="23"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1" name="Freeform 124"/>
            <p:cNvSpPr/>
            <p:nvPr/>
          </p:nvSpPr>
          <p:spPr bwMode="auto">
            <a:xfrm>
              <a:off x="4332591" y="12299728"/>
              <a:ext cx="117475" cy="38100"/>
            </a:xfrm>
            <a:custGeom>
              <a:avLst/>
              <a:gdLst>
                <a:gd name="T0" fmla="*/ 24 w 43"/>
                <a:gd name="T1" fmla="*/ 13 h 14"/>
                <a:gd name="T2" fmla="*/ 42 w 43"/>
                <a:gd name="T3" fmla="*/ 4 h 14"/>
                <a:gd name="T4" fmla="*/ 19 w 43"/>
                <a:gd name="T5" fmla="*/ 2 h 14"/>
                <a:gd name="T6" fmla="*/ 2 w 43"/>
                <a:gd name="T7" fmla="*/ 10 h 14"/>
                <a:gd name="T8" fmla="*/ 24 w 43"/>
                <a:gd name="T9" fmla="*/ 13 h 14"/>
              </a:gdLst>
              <a:ahLst/>
              <a:cxnLst>
                <a:cxn ang="0">
                  <a:pos x="T0" y="T1"/>
                </a:cxn>
                <a:cxn ang="0">
                  <a:pos x="T2" y="T3"/>
                </a:cxn>
                <a:cxn ang="0">
                  <a:pos x="T4" y="T5"/>
                </a:cxn>
                <a:cxn ang="0">
                  <a:pos x="T6" y="T7"/>
                </a:cxn>
                <a:cxn ang="0">
                  <a:pos x="T8" y="T9"/>
                </a:cxn>
              </a:cxnLst>
              <a:rect l="0" t="0" r="r" b="b"/>
              <a:pathLst>
                <a:path w="43" h="14">
                  <a:moveTo>
                    <a:pt x="24" y="13"/>
                  </a:moveTo>
                  <a:cubicBezTo>
                    <a:pt x="35" y="11"/>
                    <a:pt x="43" y="7"/>
                    <a:pt x="42" y="4"/>
                  </a:cubicBezTo>
                  <a:cubicBezTo>
                    <a:pt x="40" y="1"/>
                    <a:pt x="30" y="0"/>
                    <a:pt x="19" y="2"/>
                  </a:cubicBezTo>
                  <a:cubicBezTo>
                    <a:pt x="8" y="3"/>
                    <a:pt x="0" y="7"/>
                    <a:pt x="2" y="10"/>
                  </a:cubicBezTo>
                  <a:cubicBezTo>
                    <a:pt x="3" y="13"/>
                    <a:pt x="13" y="14"/>
                    <a:pt x="2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2" name="Freeform 125"/>
            <p:cNvSpPr/>
            <p:nvPr/>
          </p:nvSpPr>
          <p:spPr bwMode="auto">
            <a:xfrm>
              <a:off x="4121454" y="12326716"/>
              <a:ext cx="114300" cy="38100"/>
            </a:xfrm>
            <a:custGeom>
              <a:avLst/>
              <a:gdLst>
                <a:gd name="T0" fmla="*/ 23 w 42"/>
                <a:gd name="T1" fmla="*/ 12 h 14"/>
                <a:gd name="T2" fmla="*/ 41 w 42"/>
                <a:gd name="T3" fmla="*/ 4 h 14"/>
                <a:gd name="T4" fmla="*/ 19 w 42"/>
                <a:gd name="T5" fmla="*/ 2 h 14"/>
                <a:gd name="T6" fmla="*/ 1 w 42"/>
                <a:gd name="T7" fmla="*/ 9 h 14"/>
                <a:gd name="T8" fmla="*/ 23 w 42"/>
                <a:gd name="T9" fmla="*/ 12 h 14"/>
              </a:gdLst>
              <a:ahLst/>
              <a:cxnLst>
                <a:cxn ang="0">
                  <a:pos x="T0" y="T1"/>
                </a:cxn>
                <a:cxn ang="0">
                  <a:pos x="T2" y="T3"/>
                </a:cxn>
                <a:cxn ang="0">
                  <a:pos x="T4" y="T5"/>
                </a:cxn>
                <a:cxn ang="0">
                  <a:pos x="T6" y="T7"/>
                </a:cxn>
                <a:cxn ang="0">
                  <a:pos x="T8" y="T9"/>
                </a:cxn>
              </a:cxnLst>
              <a:rect l="0" t="0" r="r" b="b"/>
              <a:pathLst>
                <a:path w="42" h="14">
                  <a:moveTo>
                    <a:pt x="23" y="12"/>
                  </a:moveTo>
                  <a:cubicBezTo>
                    <a:pt x="34" y="11"/>
                    <a:pt x="42" y="7"/>
                    <a:pt x="41" y="4"/>
                  </a:cubicBezTo>
                  <a:cubicBezTo>
                    <a:pt x="40" y="1"/>
                    <a:pt x="30" y="0"/>
                    <a:pt x="19" y="2"/>
                  </a:cubicBezTo>
                  <a:cubicBezTo>
                    <a:pt x="8" y="3"/>
                    <a:pt x="0" y="6"/>
                    <a:pt x="1" y="9"/>
                  </a:cubicBezTo>
                  <a:cubicBezTo>
                    <a:pt x="2" y="12"/>
                    <a:pt x="12" y="14"/>
                    <a:pt x="23"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3" name="Freeform 126"/>
            <p:cNvSpPr/>
            <p:nvPr/>
          </p:nvSpPr>
          <p:spPr bwMode="auto">
            <a:xfrm>
              <a:off x="3910316" y="12353703"/>
              <a:ext cx="111125" cy="33338"/>
            </a:xfrm>
            <a:custGeom>
              <a:avLst/>
              <a:gdLst>
                <a:gd name="T0" fmla="*/ 22 w 41"/>
                <a:gd name="T1" fmla="*/ 11 h 12"/>
                <a:gd name="T2" fmla="*/ 41 w 41"/>
                <a:gd name="T3" fmla="*/ 4 h 12"/>
                <a:gd name="T4" fmla="*/ 19 w 41"/>
                <a:gd name="T5" fmla="*/ 1 h 12"/>
                <a:gd name="T6" fmla="*/ 0 w 41"/>
                <a:gd name="T7" fmla="*/ 8 h 12"/>
                <a:gd name="T8" fmla="*/ 22 w 41"/>
                <a:gd name="T9" fmla="*/ 11 h 12"/>
              </a:gdLst>
              <a:ahLst/>
              <a:cxnLst>
                <a:cxn ang="0">
                  <a:pos x="T0" y="T1"/>
                </a:cxn>
                <a:cxn ang="0">
                  <a:pos x="T2" y="T3"/>
                </a:cxn>
                <a:cxn ang="0">
                  <a:pos x="T4" y="T5"/>
                </a:cxn>
                <a:cxn ang="0">
                  <a:pos x="T6" y="T7"/>
                </a:cxn>
                <a:cxn ang="0">
                  <a:pos x="T8" y="T9"/>
                </a:cxn>
              </a:cxnLst>
              <a:rect l="0" t="0" r="r" b="b"/>
              <a:pathLst>
                <a:path w="41" h="12">
                  <a:moveTo>
                    <a:pt x="22" y="11"/>
                  </a:moveTo>
                  <a:cubicBezTo>
                    <a:pt x="33" y="10"/>
                    <a:pt x="41" y="6"/>
                    <a:pt x="41" y="4"/>
                  </a:cubicBezTo>
                  <a:cubicBezTo>
                    <a:pt x="40" y="1"/>
                    <a:pt x="30" y="0"/>
                    <a:pt x="19" y="1"/>
                  </a:cubicBezTo>
                  <a:cubicBezTo>
                    <a:pt x="8" y="2"/>
                    <a:pt x="0" y="5"/>
                    <a:pt x="0" y="8"/>
                  </a:cubicBezTo>
                  <a:cubicBezTo>
                    <a:pt x="1" y="10"/>
                    <a:pt x="11" y="12"/>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4" name="Freeform 127"/>
            <p:cNvSpPr/>
            <p:nvPr/>
          </p:nvSpPr>
          <p:spPr bwMode="auto">
            <a:xfrm>
              <a:off x="3692829" y="12372753"/>
              <a:ext cx="115888" cy="30163"/>
            </a:xfrm>
            <a:custGeom>
              <a:avLst/>
              <a:gdLst>
                <a:gd name="T0" fmla="*/ 24 w 43"/>
                <a:gd name="T1" fmla="*/ 11 h 11"/>
                <a:gd name="T2" fmla="*/ 42 w 43"/>
                <a:gd name="T3" fmla="*/ 4 h 11"/>
                <a:gd name="T4" fmla="*/ 19 w 43"/>
                <a:gd name="T5" fmla="*/ 1 h 11"/>
                <a:gd name="T6" fmla="*/ 2 w 43"/>
                <a:gd name="T7" fmla="*/ 6 h 11"/>
                <a:gd name="T8" fmla="*/ 24 w 43"/>
                <a:gd name="T9" fmla="*/ 11 h 11"/>
              </a:gdLst>
              <a:ahLst/>
              <a:cxnLst>
                <a:cxn ang="0">
                  <a:pos x="T0" y="T1"/>
                </a:cxn>
                <a:cxn ang="0">
                  <a:pos x="T2" y="T3"/>
                </a:cxn>
                <a:cxn ang="0">
                  <a:pos x="T4" y="T5"/>
                </a:cxn>
                <a:cxn ang="0">
                  <a:pos x="T6" y="T7"/>
                </a:cxn>
                <a:cxn ang="0">
                  <a:pos x="T8" y="T9"/>
                </a:cxn>
              </a:cxnLst>
              <a:rect l="0" t="0" r="r" b="b"/>
              <a:pathLst>
                <a:path w="43" h="11">
                  <a:moveTo>
                    <a:pt x="24" y="11"/>
                  </a:moveTo>
                  <a:cubicBezTo>
                    <a:pt x="35" y="10"/>
                    <a:pt x="43" y="7"/>
                    <a:pt x="42" y="4"/>
                  </a:cubicBezTo>
                  <a:cubicBezTo>
                    <a:pt x="40" y="1"/>
                    <a:pt x="30" y="0"/>
                    <a:pt x="19" y="1"/>
                  </a:cubicBezTo>
                  <a:cubicBezTo>
                    <a:pt x="8" y="1"/>
                    <a:pt x="0" y="3"/>
                    <a:pt x="2" y="6"/>
                  </a:cubicBezTo>
                  <a:cubicBezTo>
                    <a:pt x="3" y="9"/>
                    <a:pt x="13" y="11"/>
                    <a:pt x="2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5" name="Freeform 128"/>
            <p:cNvSpPr/>
            <p:nvPr/>
          </p:nvSpPr>
          <p:spPr bwMode="auto">
            <a:xfrm>
              <a:off x="3481691" y="12379103"/>
              <a:ext cx="111125" cy="28575"/>
            </a:xfrm>
            <a:custGeom>
              <a:avLst/>
              <a:gdLst>
                <a:gd name="T0" fmla="*/ 20 w 41"/>
                <a:gd name="T1" fmla="*/ 11 h 11"/>
                <a:gd name="T2" fmla="*/ 41 w 41"/>
                <a:gd name="T3" fmla="*/ 6 h 11"/>
                <a:gd name="T4" fmla="*/ 21 w 41"/>
                <a:gd name="T5" fmla="*/ 0 h 11"/>
                <a:gd name="T6" fmla="*/ 0 w 41"/>
                <a:gd name="T7" fmla="*/ 4 h 11"/>
                <a:gd name="T8" fmla="*/ 20 w 41"/>
                <a:gd name="T9" fmla="*/ 11 h 11"/>
              </a:gdLst>
              <a:ahLst/>
              <a:cxnLst>
                <a:cxn ang="0">
                  <a:pos x="T0" y="T1"/>
                </a:cxn>
                <a:cxn ang="0">
                  <a:pos x="T2" y="T3"/>
                </a:cxn>
                <a:cxn ang="0">
                  <a:pos x="T4" y="T5"/>
                </a:cxn>
                <a:cxn ang="0">
                  <a:pos x="T6" y="T7"/>
                </a:cxn>
                <a:cxn ang="0">
                  <a:pos x="T8" y="T9"/>
                </a:cxn>
              </a:cxnLst>
              <a:rect l="0" t="0" r="r" b="b"/>
              <a:pathLst>
                <a:path w="41" h="11">
                  <a:moveTo>
                    <a:pt x="20" y="11"/>
                  </a:moveTo>
                  <a:cubicBezTo>
                    <a:pt x="32" y="11"/>
                    <a:pt x="40" y="9"/>
                    <a:pt x="41" y="6"/>
                  </a:cubicBezTo>
                  <a:cubicBezTo>
                    <a:pt x="41" y="3"/>
                    <a:pt x="32" y="0"/>
                    <a:pt x="21" y="0"/>
                  </a:cubicBezTo>
                  <a:cubicBezTo>
                    <a:pt x="10" y="0"/>
                    <a:pt x="1" y="1"/>
                    <a:pt x="0" y="4"/>
                  </a:cubicBezTo>
                  <a:cubicBezTo>
                    <a:pt x="0" y="8"/>
                    <a:pt x="9" y="11"/>
                    <a:pt x="2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6" name="Freeform 129"/>
            <p:cNvSpPr/>
            <p:nvPr/>
          </p:nvSpPr>
          <p:spPr bwMode="auto">
            <a:xfrm>
              <a:off x="3264204" y="12372753"/>
              <a:ext cx="115888" cy="33338"/>
            </a:xfrm>
            <a:custGeom>
              <a:avLst/>
              <a:gdLst>
                <a:gd name="T0" fmla="*/ 24 w 43"/>
                <a:gd name="T1" fmla="*/ 12 h 12"/>
                <a:gd name="T2" fmla="*/ 42 w 43"/>
                <a:gd name="T3" fmla="*/ 6 h 12"/>
                <a:gd name="T4" fmla="*/ 19 w 43"/>
                <a:gd name="T5" fmla="*/ 0 h 12"/>
                <a:gd name="T6" fmla="*/ 1 w 43"/>
                <a:gd name="T7" fmla="*/ 5 h 12"/>
                <a:gd name="T8" fmla="*/ 24 w 43"/>
                <a:gd name="T9" fmla="*/ 12 h 12"/>
              </a:gdLst>
              <a:ahLst/>
              <a:cxnLst>
                <a:cxn ang="0">
                  <a:pos x="T0" y="T1"/>
                </a:cxn>
                <a:cxn ang="0">
                  <a:pos x="T2" y="T3"/>
                </a:cxn>
                <a:cxn ang="0">
                  <a:pos x="T4" y="T5"/>
                </a:cxn>
                <a:cxn ang="0">
                  <a:pos x="T6" y="T7"/>
                </a:cxn>
                <a:cxn ang="0">
                  <a:pos x="T8" y="T9"/>
                </a:cxn>
              </a:cxnLst>
              <a:rect l="0" t="0" r="r" b="b"/>
              <a:pathLst>
                <a:path w="43" h="12">
                  <a:moveTo>
                    <a:pt x="24" y="12"/>
                  </a:moveTo>
                  <a:cubicBezTo>
                    <a:pt x="35" y="12"/>
                    <a:pt x="43" y="9"/>
                    <a:pt x="42" y="6"/>
                  </a:cubicBezTo>
                  <a:cubicBezTo>
                    <a:pt x="40" y="3"/>
                    <a:pt x="30" y="1"/>
                    <a:pt x="19" y="0"/>
                  </a:cubicBezTo>
                  <a:cubicBezTo>
                    <a:pt x="8" y="0"/>
                    <a:pt x="0" y="2"/>
                    <a:pt x="1" y="5"/>
                  </a:cubicBezTo>
                  <a:cubicBezTo>
                    <a:pt x="3" y="9"/>
                    <a:pt x="12" y="12"/>
                    <a:pt x="2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7" name="Freeform 130"/>
            <p:cNvSpPr/>
            <p:nvPr/>
          </p:nvSpPr>
          <p:spPr bwMode="auto">
            <a:xfrm>
              <a:off x="3049891" y="12361641"/>
              <a:ext cx="112713" cy="36513"/>
            </a:xfrm>
            <a:custGeom>
              <a:avLst/>
              <a:gdLst>
                <a:gd name="T0" fmla="*/ 23 w 42"/>
                <a:gd name="T1" fmla="*/ 13 h 13"/>
                <a:gd name="T2" fmla="*/ 41 w 42"/>
                <a:gd name="T3" fmla="*/ 7 h 13"/>
                <a:gd name="T4" fmla="*/ 19 w 42"/>
                <a:gd name="T5" fmla="*/ 0 h 13"/>
                <a:gd name="T6" fmla="*/ 1 w 42"/>
                <a:gd name="T7" fmla="*/ 5 h 13"/>
                <a:gd name="T8" fmla="*/ 23 w 42"/>
                <a:gd name="T9" fmla="*/ 13 h 13"/>
              </a:gdLst>
              <a:ahLst/>
              <a:cxnLst>
                <a:cxn ang="0">
                  <a:pos x="T0" y="T1"/>
                </a:cxn>
                <a:cxn ang="0">
                  <a:pos x="T2" y="T3"/>
                </a:cxn>
                <a:cxn ang="0">
                  <a:pos x="T4" y="T5"/>
                </a:cxn>
                <a:cxn ang="0">
                  <a:pos x="T6" y="T7"/>
                </a:cxn>
                <a:cxn ang="0">
                  <a:pos x="T8" y="T9"/>
                </a:cxn>
              </a:cxnLst>
              <a:rect l="0" t="0" r="r" b="b"/>
              <a:pathLst>
                <a:path w="42" h="13">
                  <a:moveTo>
                    <a:pt x="23" y="13"/>
                  </a:moveTo>
                  <a:cubicBezTo>
                    <a:pt x="34" y="13"/>
                    <a:pt x="42" y="11"/>
                    <a:pt x="41" y="7"/>
                  </a:cubicBezTo>
                  <a:cubicBezTo>
                    <a:pt x="40" y="4"/>
                    <a:pt x="30" y="1"/>
                    <a:pt x="19" y="0"/>
                  </a:cubicBezTo>
                  <a:cubicBezTo>
                    <a:pt x="8" y="0"/>
                    <a:pt x="0" y="2"/>
                    <a:pt x="1" y="5"/>
                  </a:cubicBezTo>
                  <a:cubicBezTo>
                    <a:pt x="2" y="9"/>
                    <a:pt x="12" y="12"/>
                    <a:pt x="23"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8" name="Freeform 131"/>
            <p:cNvSpPr/>
            <p:nvPr/>
          </p:nvSpPr>
          <p:spPr bwMode="auto">
            <a:xfrm>
              <a:off x="2832404" y="12345766"/>
              <a:ext cx="115888" cy="41275"/>
            </a:xfrm>
            <a:custGeom>
              <a:avLst/>
              <a:gdLst>
                <a:gd name="T0" fmla="*/ 24 w 43"/>
                <a:gd name="T1" fmla="*/ 14 h 15"/>
                <a:gd name="T2" fmla="*/ 42 w 43"/>
                <a:gd name="T3" fmla="*/ 9 h 15"/>
                <a:gd name="T4" fmla="*/ 19 w 43"/>
                <a:gd name="T5" fmla="*/ 1 h 15"/>
                <a:gd name="T6" fmla="*/ 1 w 43"/>
                <a:gd name="T7" fmla="*/ 6 h 15"/>
                <a:gd name="T8" fmla="*/ 24 w 43"/>
                <a:gd name="T9" fmla="*/ 14 h 15"/>
              </a:gdLst>
              <a:ahLst/>
              <a:cxnLst>
                <a:cxn ang="0">
                  <a:pos x="T0" y="T1"/>
                </a:cxn>
                <a:cxn ang="0">
                  <a:pos x="T2" y="T3"/>
                </a:cxn>
                <a:cxn ang="0">
                  <a:pos x="T4" y="T5"/>
                </a:cxn>
                <a:cxn ang="0">
                  <a:pos x="T6" y="T7"/>
                </a:cxn>
                <a:cxn ang="0">
                  <a:pos x="T8" y="T9"/>
                </a:cxn>
              </a:cxnLst>
              <a:rect l="0" t="0" r="r" b="b"/>
              <a:pathLst>
                <a:path w="43" h="15">
                  <a:moveTo>
                    <a:pt x="24" y="14"/>
                  </a:moveTo>
                  <a:cubicBezTo>
                    <a:pt x="35" y="15"/>
                    <a:pt x="43" y="12"/>
                    <a:pt x="42" y="9"/>
                  </a:cubicBezTo>
                  <a:cubicBezTo>
                    <a:pt x="40" y="5"/>
                    <a:pt x="30" y="2"/>
                    <a:pt x="19" y="1"/>
                  </a:cubicBezTo>
                  <a:cubicBezTo>
                    <a:pt x="8" y="0"/>
                    <a:pt x="0" y="3"/>
                    <a:pt x="1" y="6"/>
                  </a:cubicBezTo>
                  <a:cubicBezTo>
                    <a:pt x="3" y="10"/>
                    <a:pt x="13" y="14"/>
                    <a:pt x="2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9" name="Freeform 132"/>
            <p:cNvSpPr/>
            <p:nvPr/>
          </p:nvSpPr>
          <p:spPr bwMode="auto">
            <a:xfrm>
              <a:off x="2618091" y="12333066"/>
              <a:ext cx="114300" cy="39688"/>
            </a:xfrm>
            <a:custGeom>
              <a:avLst/>
              <a:gdLst>
                <a:gd name="T0" fmla="*/ 23 w 42"/>
                <a:gd name="T1" fmla="*/ 14 h 15"/>
                <a:gd name="T2" fmla="*/ 41 w 42"/>
                <a:gd name="T3" fmla="*/ 8 h 15"/>
                <a:gd name="T4" fmla="*/ 19 w 42"/>
                <a:gd name="T5" fmla="*/ 1 h 15"/>
                <a:gd name="T6" fmla="*/ 1 w 42"/>
                <a:gd name="T7" fmla="*/ 6 h 15"/>
                <a:gd name="T8" fmla="*/ 23 w 42"/>
                <a:gd name="T9" fmla="*/ 14 h 15"/>
              </a:gdLst>
              <a:ahLst/>
              <a:cxnLst>
                <a:cxn ang="0">
                  <a:pos x="T0" y="T1"/>
                </a:cxn>
                <a:cxn ang="0">
                  <a:pos x="T2" y="T3"/>
                </a:cxn>
                <a:cxn ang="0">
                  <a:pos x="T4" y="T5"/>
                </a:cxn>
                <a:cxn ang="0">
                  <a:pos x="T6" y="T7"/>
                </a:cxn>
                <a:cxn ang="0">
                  <a:pos x="T8" y="T9"/>
                </a:cxn>
              </a:cxnLst>
              <a:rect l="0" t="0" r="r" b="b"/>
              <a:pathLst>
                <a:path w="42" h="15">
                  <a:moveTo>
                    <a:pt x="23" y="14"/>
                  </a:moveTo>
                  <a:cubicBezTo>
                    <a:pt x="34" y="15"/>
                    <a:pt x="42" y="12"/>
                    <a:pt x="41" y="8"/>
                  </a:cubicBezTo>
                  <a:cubicBezTo>
                    <a:pt x="40" y="5"/>
                    <a:pt x="30" y="1"/>
                    <a:pt x="19" y="1"/>
                  </a:cubicBezTo>
                  <a:cubicBezTo>
                    <a:pt x="8" y="0"/>
                    <a:pt x="0" y="2"/>
                    <a:pt x="1" y="6"/>
                  </a:cubicBezTo>
                  <a:cubicBezTo>
                    <a:pt x="2" y="10"/>
                    <a:pt x="12" y="14"/>
                    <a:pt x="23"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0" name="Freeform 133"/>
            <p:cNvSpPr/>
            <p:nvPr/>
          </p:nvSpPr>
          <p:spPr bwMode="auto">
            <a:xfrm>
              <a:off x="2400604" y="12318778"/>
              <a:ext cx="117475" cy="41275"/>
            </a:xfrm>
            <a:custGeom>
              <a:avLst/>
              <a:gdLst>
                <a:gd name="T0" fmla="*/ 24 w 43"/>
                <a:gd name="T1" fmla="*/ 15 h 15"/>
                <a:gd name="T2" fmla="*/ 42 w 43"/>
                <a:gd name="T3" fmla="*/ 8 h 15"/>
                <a:gd name="T4" fmla="*/ 19 w 43"/>
                <a:gd name="T5" fmla="*/ 1 h 15"/>
                <a:gd name="T6" fmla="*/ 2 w 43"/>
                <a:gd name="T7" fmla="*/ 7 h 15"/>
                <a:gd name="T8" fmla="*/ 24 w 43"/>
                <a:gd name="T9" fmla="*/ 15 h 15"/>
              </a:gdLst>
              <a:ahLst/>
              <a:cxnLst>
                <a:cxn ang="0">
                  <a:pos x="T0" y="T1"/>
                </a:cxn>
                <a:cxn ang="0">
                  <a:pos x="T2" y="T3"/>
                </a:cxn>
                <a:cxn ang="0">
                  <a:pos x="T4" y="T5"/>
                </a:cxn>
                <a:cxn ang="0">
                  <a:pos x="T6" y="T7"/>
                </a:cxn>
                <a:cxn ang="0">
                  <a:pos x="T8" y="T9"/>
                </a:cxn>
              </a:cxnLst>
              <a:rect l="0" t="0" r="r" b="b"/>
              <a:pathLst>
                <a:path w="43" h="15">
                  <a:moveTo>
                    <a:pt x="24" y="15"/>
                  </a:moveTo>
                  <a:cubicBezTo>
                    <a:pt x="35" y="15"/>
                    <a:pt x="43" y="12"/>
                    <a:pt x="42" y="8"/>
                  </a:cubicBezTo>
                  <a:cubicBezTo>
                    <a:pt x="40" y="4"/>
                    <a:pt x="30" y="1"/>
                    <a:pt x="19" y="1"/>
                  </a:cubicBezTo>
                  <a:cubicBezTo>
                    <a:pt x="8" y="0"/>
                    <a:pt x="0" y="3"/>
                    <a:pt x="2" y="7"/>
                  </a:cubicBezTo>
                  <a:cubicBezTo>
                    <a:pt x="3" y="11"/>
                    <a:pt x="13" y="15"/>
                    <a:pt x="24"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1" name="Freeform 134"/>
            <p:cNvSpPr/>
            <p:nvPr/>
          </p:nvSpPr>
          <p:spPr bwMode="auto">
            <a:xfrm>
              <a:off x="2186291" y="12310841"/>
              <a:ext cx="117475" cy="42863"/>
            </a:xfrm>
            <a:custGeom>
              <a:avLst/>
              <a:gdLst>
                <a:gd name="T0" fmla="*/ 24 w 43"/>
                <a:gd name="T1" fmla="*/ 16 h 16"/>
                <a:gd name="T2" fmla="*/ 41 w 43"/>
                <a:gd name="T3" fmla="*/ 8 h 16"/>
                <a:gd name="T4" fmla="*/ 19 w 43"/>
                <a:gd name="T5" fmla="*/ 0 h 16"/>
                <a:gd name="T6" fmla="*/ 1 w 43"/>
                <a:gd name="T7" fmla="*/ 8 h 16"/>
                <a:gd name="T8" fmla="*/ 24 w 43"/>
                <a:gd name="T9" fmla="*/ 16 h 16"/>
              </a:gdLst>
              <a:ahLst/>
              <a:cxnLst>
                <a:cxn ang="0">
                  <a:pos x="T0" y="T1"/>
                </a:cxn>
                <a:cxn ang="0">
                  <a:pos x="T2" y="T3"/>
                </a:cxn>
                <a:cxn ang="0">
                  <a:pos x="T4" y="T5"/>
                </a:cxn>
                <a:cxn ang="0">
                  <a:pos x="T6" y="T7"/>
                </a:cxn>
                <a:cxn ang="0">
                  <a:pos x="T8" y="T9"/>
                </a:cxn>
              </a:cxnLst>
              <a:rect l="0" t="0" r="r" b="b"/>
              <a:pathLst>
                <a:path w="43" h="16">
                  <a:moveTo>
                    <a:pt x="24" y="16"/>
                  </a:moveTo>
                  <a:cubicBezTo>
                    <a:pt x="35" y="16"/>
                    <a:pt x="43" y="12"/>
                    <a:pt x="41" y="8"/>
                  </a:cubicBezTo>
                  <a:cubicBezTo>
                    <a:pt x="40" y="4"/>
                    <a:pt x="30" y="1"/>
                    <a:pt x="19" y="0"/>
                  </a:cubicBezTo>
                  <a:cubicBezTo>
                    <a:pt x="8" y="0"/>
                    <a:pt x="0" y="3"/>
                    <a:pt x="1" y="8"/>
                  </a:cubicBezTo>
                  <a:cubicBezTo>
                    <a:pt x="3" y="12"/>
                    <a:pt x="13" y="15"/>
                    <a:pt x="24"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2" name="Freeform 135"/>
            <p:cNvSpPr/>
            <p:nvPr/>
          </p:nvSpPr>
          <p:spPr bwMode="auto">
            <a:xfrm>
              <a:off x="1971979" y="12310841"/>
              <a:ext cx="114300" cy="42863"/>
            </a:xfrm>
            <a:custGeom>
              <a:avLst/>
              <a:gdLst>
                <a:gd name="T0" fmla="*/ 23 w 42"/>
                <a:gd name="T1" fmla="*/ 16 h 16"/>
                <a:gd name="T2" fmla="*/ 41 w 42"/>
                <a:gd name="T3" fmla="*/ 7 h 16"/>
                <a:gd name="T4" fmla="*/ 20 w 42"/>
                <a:gd name="T5" fmla="*/ 0 h 16"/>
                <a:gd name="T6" fmla="*/ 1 w 42"/>
                <a:gd name="T7" fmla="*/ 8 h 16"/>
                <a:gd name="T8" fmla="*/ 23 w 42"/>
                <a:gd name="T9" fmla="*/ 16 h 16"/>
              </a:gdLst>
              <a:ahLst/>
              <a:cxnLst>
                <a:cxn ang="0">
                  <a:pos x="T0" y="T1"/>
                </a:cxn>
                <a:cxn ang="0">
                  <a:pos x="T2" y="T3"/>
                </a:cxn>
                <a:cxn ang="0">
                  <a:pos x="T4" y="T5"/>
                </a:cxn>
                <a:cxn ang="0">
                  <a:pos x="T6" y="T7"/>
                </a:cxn>
                <a:cxn ang="0">
                  <a:pos x="T8" y="T9"/>
                </a:cxn>
              </a:cxnLst>
              <a:rect l="0" t="0" r="r" b="b"/>
              <a:pathLst>
                <a:path w="42" h="16">
                  <a:moveTo>
                    <a:pt x="23" y="16"/>
                  </a:moveTo>
                  <a:cubicBezTo>
                    <a:pt x="34" y="16"/>
                    <a:pt x="42" y="12"/>
                    <a:pt x="41" y="7"/>
                  </a:cubicBezTo>
                  <a:cubicBezTo>
                    <a:pt x="41" y="3"/>
                    <a:pt x="31" y="0"/>
                    <a:pt x="20" y="0"/>
                  </a:cubicBezTo>
                  <a:cubicBezTo>
                    <a:pt x="9" y="0"/>
                    <a:pt x="0" y="3"/>
                    <a:pt x="1" y="8"/>
                  </a:cubicBezTo>
                  <a:cubicBezTo>
                    <a:pt x="2" y="12"/>
                    <a:pt x="11" y="16"/>
                    <a:pt x="23"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3" name="Freeform 136"/>
            <p:cNvSpPr/>
            <p:nvPr/>
          </p:nvSpPr>
          <p:spPr bwMode="auto">
            <a:xfrm>
              <a:off x="1757666" y="12315603"/>
              <a:ext cx="114300" cy="57150"/>
            </a:xfrm>
            <a:custGeom>
              <a:avLst/>
              <a:gdLst>
                <a:gd name="T0" fmla="*/ 23 w 42"/>
                <a:gd name="T1" fmla="*/ 20 h 21"/>
                <a:gd name="T2" fmla="*/ 41 w 42"/>
                <a:gd name="T3" fmla="*/ 8 h 21"/>
                <a:gd name="T4" fmla="*/ 19 w 42"/>
                <a:gd name="T5" fmla="*/ 1 h 21"/>
                <a:gd name="T6" fmla="*/ 1 w 42"/>
                <a:gd name="T7" fmla="*/ 11 h 21"/>
                <a:gd name="T8" fmla="*/ 23 w 42"/>
                <a:gd name="T9" fmla="*/ 20 h 21"/>
              </a:gdLst>
              <a:ahLst/>
              <a:cxnLst>
                <a:cxn ang="0">
                  <a:pos x="T0" y="T1"/>
                </a:cxn>
                <a:cxn ang="0">
                  <a:pos x="T2" y="T3"/>
                </a:cxn>
                <a:cxn ang="0">
                  <a:pos x="T4" y="T5"/>
                </a:cxn>
                <a:cxn ang="0">
                  <a:pos x="T6" y="T7"/>
                </a:cxn>
                <a:cxn ang="0">
                  <a:pos x="T8" y="T9"/>
                </a:cxn>
              </a:cxnLst>
              <a:rect l="0" t="0" r="r" b="b"/>
              <a:pathLst>
                <a:path w="42" h="21">
                  <a:moveTo>
                    <a:pt x="23" y="20"/>
                  </a:moveTo>
                  <a:cubicBezTo>
                    <a:pt x="34" y="19"/>
                    <a:pt x="42" y="12"/>
                    <a:pt x="41" y="8"/>
                  </a:cubicBezTo>
                  <a:cubicBezTo>
                    <a:pt x="40" y="3"/>
                    <a:pt x="30" y="0"/>
                    <a:pt x="19" y="1"/>
                  </a:cubicBezTo>
                  <a:cubicBezTo>
                    <a:pt x="8" y="2"/>
                    <a:pt x="0" y="6"/>
                    <a:pt x="1" y="11"/>
                  </a:cubicBezTo>
                  <a:cubicBezTo>
                    <a:pt x="2" y="15"/>
                    <a:pt x="12" y="21"/>
                    <a:pt x="23"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4" name="Freeform 137"/>
            <p:cNvSpPr/>
            <p:nvPr/>
          </p:nvSpPr>
          <p:spPr bwMode="auto">
            <a:xfrm>
              <a:off x="1546529" y="12334653"/>
              <a:ext cx="111125" cy="76200"/>
            </a:xfrm>
            <a:custGeom>
              <a:avLst/>
              <a:gdLst>
                <a:gd name="T0" fmla="*/ 22 w 41"/>
                <a:gd name="T1" fmla="*/ 26 h 28"/>
                <a:gd name="T2" fmla="*/ 41 w 41"/>
                <a:gd name="T3" fmla="*/ 8 h 28"/>
                <a:gd name="T4" fmla="*/ 19 w 41"/>
                <a:gd name="T5" fmla="*/ 2 h 28"/>
                <a:gd name="T6" fmla="*/ 0 w 41"/>
                <a:gd name="T7" fmla="*/ 13 h 28"/>
                <a:gd name="T8" fmla="*/ 22 w 41"/>
                <a:gd name="T9" fmla="*/ 26 h 28"/>
              </a:gdLst>
              <a:ahLst/>
              <a:cxnLst>
                <a:cxn ang="0">
                  <a:pos x="T0" y="T1"/>
                </a:cxn>
                <a:cxn ang="0">
                  <a:pos x="T2" y="T3"/>
                </a:cxn>
                <a:cxn ang="0">
                  <a:pos x="T4" y="T5"/>
                </a:cxn>
                <a:cxn ang="0">
                  <a:pos x="T6" y="T7"/>
                </a:cxn>
                <a:cxn ang="0">
                  <a:pos x="T8" y="T9"/>
                </a:cxn>
              </a:cxnLst>
              <a:rect l="0" t="0" r="r" b="b"/>
              <a:pathLst>
                <a:path w="41" h="28">
                  <a:moveTo>
                    <a:pt x="22" y="26"/>
                  </a:moveTo>
                  <a:cubicBezTo>
                    <a:pt x="33" y="24"/>
                    <a:pt x="41" y="13"/>
                    <a:pt x="41" y="8"/>
                  </a:cubicBezTo>
                  <a:cubicBezTo>
                    <a:pt x="40" y="3"/>
                    <a:pt x="30" y="0"/>
                    <a:pt x="19" y="2"/>
                  </a:cubicBezTo>
                  <a:cubicBezTo>
                    <a:pt x="8" y="3"/>
                    <a:pt x="0" y="8"/>
                    <a:pt x="0" y="13"/>
                  </a:cubicBezTo>
                  <a:cubicBezTo>
                    <a:pt x="1" y="19"/>
                    <a:pt x="11" y="28"/>
                    <a:pt x="22"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5" name="Freeform 138"/>
            <p:cNvSpPr/>
            <p:nvPr/>
          </p:nvSpPr>
          <p:spPr bwMode="auto">
            <a:xfrm>
              <a:off x="1330629" y="12369578"/>
              <a:ext cx="114300" cy="106363"/>
            </a:xfrm>
            <a:custGeom>
              <a:avLst/>
              <a:gdLst>
                <a:gd name="T0" fmla="*/ 24 w 42"/>
                <a:gd name="T1" fmla="*/ 34 h 39"/>
                <a:gd name="T2" fmla="*/ 41 w 42"/>
                <a:gd name="T3" fmla="*/ 8 h 39"/>
                <a:gd name="T4" fmla="*/ 19 w 42"/>
                <a:gd name="T5" fmla="*/ 3 h 39"/>
                <a:gd name="T6" fmla="*/ 1 w 42"/>
                <a:gd name="T7" fmla="*/ 17 h 39"/>
                <a:gd name="T8" fmla="*/ 24 w 42"/>
                <a:gd name="T9" fmla="*/ 34 h 39"/>
              </a:gdLst>
              <a:ahLst/>
              <a:cxnLst>
                <a:cxn ang="0">
                  <a:pos x="T0" y="T1"/>
                </a:cxn>
                <a:cxn ang="0">
                  <a:pos x="T2" y="T3"/>
                </a:cxn>
                <a:cxn ang="0">
                  <a:pos x="T4" y="T5"/>
                </a:cxn>
                <a:cxn ang="0">
                  <a:pos x="T6" y="T7"/>
                </a:cxn>
                <a:cxn ang="0">
                  <a:pos x="T8" y="T9"/>
                </a:cxn>
              </a:cxnLst>
              <a:rect l="0" t="0" r="r" b="b"/>
              <a:pathLst>
                <a:path w="42" h="39">
                  <a:moveTo>
                    <a:pt x="24" y="34"/>
                  </a:moveTo>
                  <a:cubicBezTo>
                    <a:pt x="35" y="31"/>
                    <a:pt x="42" y="13"/>
                    <a:pt x="41" y="8"/>
                  </a:cubicBezTo>
                  <a:cubicBezTo>
                    <a:pt x="39" y="2"/>
                    <a:pt x="29" y="0"/>
                    <a:pt x="19" y="3"/>
                  </a:cubicBezTo>
                  <a:cubicBezTo>
                    <a:pt x="8" y="5"/>
                    <a:pt x="0" y="9"/>
                    <a:pt x="1" y="17"/>
                  </a:cubicBezTo>
                  <a:cubicBezTo>
                    <a:pt x="3" y="26"/>
                    <a:pt x="13" y="39"/>
                    <a:pt x="24"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6" name="Freeform 139"/>
            <p:cNvSpPr/>
            <p:nvPr/>
          </p:nvSpPr>
          <p:spPr bwMode="auto">
            <a:xfrm>
              <a:off x="1119491" y="12421966"/>
              <a:ext cx="114300" cy="134938"/>
            </a:xfrm>
            <a:custGeom>
              <a:avLst/>
              <a:gdLst>
                <a:gd name="T0" fmla="*/ 24 w 42"/>
                <a:gd name="T1" fmla="*/ 46 h 50"/>
                <a:gd name="T2" fmla="*/ 41 w 42"/>
                <a:gd name="T3" fmla="*/ 10 h 50"/>
                <a:gd name="T4" fmla="*/ 19 w 42"/>
                <a:gd name="T5" fmla="*/ 5 h 50"/>
                <a:gd name="T6" fmla="*/ 1 w 42"/>
                <a:gd name="T7" fmla="*/ 24 h 50"/>
                <a:gd name="T8" fmla="*/ 24 w 42"/>
                <a:gd name="T9" fmla="*/ 46 h 50"/>
              </a:gdLst>
              <a:ahLst/>
              <a:cxnLst>
                <a:cxn ang="0">
                  <a:pos x="T0" y="T1"/>
                </a:cxn>
                <a:cxn ang="0">
                  <a:pos x="T2" y="T3"/>
                </a:cxn>
                <a:cxn ang="0">
                  <a:pos x="T4" y="T5"/>
                </a:cxn>
                <a:cxn ang="0">
                  <a:pos x="T6" y="T7"/>
                </a:cxn>
                <a:cxn ang="0">
                  <a:pos x="T8" y="T9"/>
                </a:cxn>
              </a:cxnLst>
              <a:rect l="0" t="0" r="r" b="b"/>
              <a:pathLst>
                <a:path w="42" h="50">
                  <a:moveTo>
                    <a:pt x="24" y="46"/>
                  </a:moveTo>
                  <a:cubicBezTo>
                    <a:pt x="35" y="41"/>
                    <a:pt x="42" y="19"/>
                    <a:pt x="41" y="10"/>
                  </a:cubicBezTo>
                  <a:cubicBezTo>
                    <a:pt x="40" y="0"/>
                    <a:pt x="30" y="1"/>
                    <a:pt x="19" y="5"/>
                  </a:cubicBezTo>
                  <a:cubicBezTo>
                    <a:pt x="8" y="8"/>
                    <a:pt x="0" y="13"/>
                    <a:pt x="1" y="24"/>
                  </a:cubicBezTo>
                  <a:cubicBezTo>
                    <a:pt x="3" y="35"/>
                    <a:pt x="13" y="50"/>
                    <a:pt x="24"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7" name="Freeform 140"/>
            <p:cNvSpPr/>
            <p:nvPr/>
          </p:nvSpPr>
          <p:spPr bwMode="auto">
            <a:xfrm>
              <a:off x="909941" y="12494991"/>
              <a:ext cx="114300" cy="171450"/>
            </a:xfrm>
            <a:custGeom>
              <a:avLst/>
              <a:gdLst>
                <a:gd name="T0" fmla="*/ 24 w 42"/>
                <a:gd name="T1" fmla="*/ 57 h 63"/>
                <a:gd name="T2" fmla="*/ 40 w 42"/>
                <a:gd name="T3" fmla="*/ 13 h 63"/>
                <a:gd name="T4" fmla="*/ 18 w 42"/>
                <a:gd name="T5" fmla="*/ 7 h 63"/>
                <a:gd name="T6" fmla="*/ 1 w 42"/>
                <a:gd name="T7" fmla="*/ 34 h 63"/>
                <a:gd name="T8" fmla="*/ 24 w 42"/>
                <a:gd name="T9" fmla="*/ 57 h 63"/>
              </a:gdLst>
              <a:ahLst/>
              <a:cxnLst>
                <a:cxn ang="0">
                  <a:pos x="T0" y="T1"/>
                </a:cxn>
                <a:cxn ang="0">
                  <a:pos x="T2" y="T3"/>
                </a:cxn>
                <a:cxn ang="0">
                  <a:pos x="T4" y="T5"/>
                </a:cxn>
                <a:cxn ang="0">
                  <a:pos x="T6" y="T7"/>
                </a:cxn>
                <a:cxn ang="0">
                  <a:pos x="T8" y="T9"/>
                </a:cxn>
              </a:cxnLst>
              <a:rect l="0" t="0" r="r" b="b"/>
              <a:pathLst>
                <a:path w="42" h="63">
                  <a:moveTo>
                    <a:pt x="24" y="57"/>
                  </a:moveTo>
                  <a:cubicBezTo>
                    <a:pt x="35" y="51"/>
                    <a:pt x="42" y="26"/>
                    <a:pt x="40" y="13"/>
                  </a:cubicBezTo>
                  <a:cubicBezTo>
                    <a:pt x="39" y="0"/>
                    <a:pt x="29" y="2"/>
                    <a:pt x="18" y="7"/>
                  </a:cubicBezTo>
                  <a:cubicBezTo>
                    <a:pt x="8" y="12"/>
                    <a:pt x="0" y="19"/>
                    <a:pt x="1" y="34"/>
                  </a:cubicBezTo>
                  <a:cubicBezTo>
                    <a:pt x="3" y="49"/>
                    <a:pt x="13" y="63"/>
                    <a:pt x="24"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8" name="Freeform 141"/>
            <p:cNvSpPr/>
            <p:nvPr/>
          </p:nvSpPr>
          <p:spPr bwMode="auto">
            <a:xfrm>
              <a:off x="705154" y="12620403"/>
              <a:ext cx="112713" cy="227013"/>
            </a:xfrm>
            <a:custGeom>
              <a:avLst/>
              <a:gdLst>
                <a:gd name="T0" fmla="*/ 40 w 42"/>
                <a:gd name="T1" fmla="*/ 16 h 84"/>
                <a:gd name="T2" fmla="*/ 18 w 42"/>
                <a:gd name="T3" fmla="*/ 14 h 84"/>
                <a:gd name="T4" fmla="*/ 2 w 42"/>
                <a:gd name="T5" fmla="*/ 54 h 84"/>
                <a:gd name="T6" fmla="*/ 25 w 42"/>
                <a:gd name="T7" fmla="*/ 73 h 84"/>
                <a:gd name="T8" fmla="*/ 40 w 42"/>
                <a:gd name="T9" fmla="*/ 16 h 84"/>
              </a:gdLst>
              <a:ahLst/>
              <a:cxnLst>
                <a:cxn ang="0">
                  <a:pos x="T0" y="T1"/>
                </a:cxn>
                <a:cxn ang="0">
                  <a:pos x="T2" y="T3"/>
                </a:cxn>
                <a:cxn ang="0">
                  <a:pos x="T4" y="T5"/>
                </a:cxn>
                <a:cxn ang="0">
                  <a:pos x="T6" y="T7"/>
                </a:cxn>
                <a:cxn ang="0">
                  <a:pos x="T8" y="T9"/>
                </a:cxn>
              </a:cxnLst>
              <a:rect l="0" t="0" r="r" b="b"/>
              <a:pathLst>
                <a:path w="42" h="84">
                  <a:moveTo>
                    <a:pt x="40" y="16"/>
                  </a:moveTo>
                  <a:cubicBezTo>
                    <a:pt x="38" y="0"/>
                    <a:pt x="28" y="4"/>
                    <a:pt x="18" y="14"/>
                  </a:cubicBezTo>
                  <a:cubicBezTo>
                    <a:pt x="7" y="23"/>
                    <a:pt x="0" y="37"/>
                    <a:pt x="2" y="54"/>
                  </a:cubicBezTo>
                  <a:cubicBezTo>
                    <a:pt x="4" y="72"/>
                    <a:pt x="14" y="84"/>
                    <a:pt x="25" y="73"/>
                  </a:cubicBezTo>
                  <a:cubicBezTo>
                    <a:pt x="35" y="62"/>
                    <a:pt x="42" y="32"/>
                    <a:pt x="4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9" name="Freeform 142"/>
            <p:cNvSpPr/>
            <p:nvPr/>
          </p:nvSpPr>
          <p:spPr bwMode="auto">
            <a:xfrm>
              <a:off x="11862104" y="9726391"/>
              <a:ext cx="119063" cy="219075"/>
            </a:xfrm>
            <a:custGeom>
              <a:avLst/>
              <a:gdLst>
                <a:gd name="T0" fmla="*/ 43 w 44"/>
                <a:gd name="T1" fmla="*/ 2 h 81"/>
                <a:gd name="T2" fmla="*/ 20 w 44"/>
                <a:gd name="T3" fmla="*/ 35 h 81"/>
                <a:gd name="T4" fmla="*/ 1 w 44"/>
                <a:gd name="T5" fmla="*/ 79 h 81"/>
                <a:gd name="T6" fmla="*/ 24 w 44"/>
                <a:gd name="T7" fmla="*/ 42 h 81"/>
                <a:gd name="T8" fmla="*/ 43 w 44"/>
                <a:gd name="T9" fmla="*/ 2 h 81"/>
              </a:gdLst>
              <a:ahLst/>
              <a:cxnLst>
                <a:cxn ang="0">
                  <a:pos x="T0" y="T1"/>
                </a:cxn>
                <a:cxn ang="0">
                  <a:pos x="T2" y="T3"/>
                </a:cxn>
                <a:cxn ang="0">
                  <a:pos x="T4" y="T5"/>
                </a:cxn>
                <a:cxn ang="0">
                  <a:pos x="T6" y="T7"/>
                </a:cxn>
                <a:cxn ang="0">
                  <a:pos x="T8" y="T9"/>
                </a:cxn>
              </a:cxnLst>
              <a:rect l="0" t="0" r="r" b="b"/>
              <a:pathLst>
                <a:path w="44" h="81">
                  <a:moveTo>
                    <a:pt x="43" y="2"/>
                  </a:moveTo>
                  <a:cubicBezTo>
                    <a:pt x="42" y="0"/>
                    <a:pt x="31" y="13"/>
                    <a:pt x="20" y="35"/>
                  </a:cubicBezTo>
                  <a:cubicBezTo>
                    <a:pt x="8" y="56"/>
                    <a:pt x="0" y="77"/>
                    <a:pt x="1" y="79"/>
                  </a:cubicBezTo>
                  <a:cubicBezTo>
                    <a:pt x="2" y="81"/>
                    <a:pt x="12" y="63"/>
                    <a:pt x="24" y="42"/>
                  </a:cubicBezTo>
                  <a:cubicBezTo>
                    <a:pt x="36" y="20"/>
                    <a:pt x="44" y="4"/>
                    <a:pt x="4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0" name="Freeform 143"/>
            <p:cNvSpPr/>
            <p:nvPr/>
          </p:nvSpPr>
          <p:spPr bwMode="auto">
            <a:xfrm>
              <a:off x="11636679" y="10182003"/>
              <a:ext cx="122238" cy="260350"/>
            </a:xfrm>
            <a:custGeom>
              <a:avLst/>
              <a:gdLst>
                <a:gd name="T0" fmla="*/ 43 w 45"/>
                <a:gd name="T1" fmla="*/ 0 h 96"/>
                <a:gd name="T2" fmla="*/ 19 w 45"/>
                <a:gd name="T3" fmla="*/ 48 h 96"/>
                <a:gd name="T4" fmla="*/ 1 w 45"/>
                <a:gd name="T5" fmla="*/ 96 h 96"/>
                <a:gd name="T6" fmla="*/ 25 w 45"/>
                <a:gd name="T7" fmla="*/ 48 h 96"/>
                <a:gd name="T8" fmla="*/ 43 w 45"/>
                <a:gd name="T9" fmla="*/ 0 h 96"/>
              </a:gdLst>
              <a:ahLst/>
              <a:cxnLst>
                <a:cxn ang="0">
                  <a:pos x="T0" y="T1"/>
                </a:cxn>
                <a:cxn ang="0">
                  <a:pos x="T2" y="T3"/>
                </a:cxn>
                <a:cxn ang="0">
                  <a:pos x="T4" y="T5"/>
                </a:cxn>
                <a:cxn ang="0">
                  <a:pos x="T6" y="T7"/>
                </a:cxn>
                <a:cxn ang="0">
                  <a:pos x="T8" y="T9"/>
                </a:cxn>
              </a:cxnLst>
              <a:rect l="0" t="0" r="r" b="b"/>
              <a:pathLst>
                <a:path w="45" h="96">
                  <a:moveTo>
                    <a:pt x="43" y="0"/>
                  </a:moveTo>
                  <a:cubicBezTo>
                    <a:pt x="42" y="0"/>
                    <a:pt x="31" y="21"/>
                    <a:pt x="19" y="48"/>
                  </a:cubicBezTo>
                  <a:cubicBezTo>
                    <a:pt x="8" y="74"/>
                    <a:pt x="0" y="96"/>
                    <a:pt x="1" y="96"/>
                  </a:cubicBezTo>
                  <a:cubicBezTo>
                    <a:pt x="3" y="96"/>
                    <a:pt x="13" y="75"/>
                    <a:pt x="25" y="48"/>
                  </a:cubicBezTo>
                  <a:cubicBezTo>
                    <a:pt x="37" y="22"/>
                    <a:pt x="45" y="0"/>
                    <a:pt x="4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1" name="Freeform 144"/>
            <p:cNvSpPr/>
            <p:nvPr/>
          </p:nvSpPr>
          <p:spPr bwMode="auto">
            <a:xfrm>
              <a:off x="11411254" y="10674128"/>
              <a:ext cx="119063" cy="207963"/>
            </a:xfrm>
            <a:custGeom>
              <a:avLst/>
              <a:gdLst>
                <a:gd name="T0" fmla="*/ 24 w 44"/>
                <a:gd name="T1" fmla="*/ 44 h 77"/>
                <a:gd name="T2" fmla="*/ 43 w 44"/>
                <a:gd name="T3" fmla="*/ 1 h 77"/>
                <a:gd name="T4" fmla="*/ 20 w 44"/>
                <a:gd name="T5" fmla="*/ 39 h 77"/>
                <a:gd name="T6" fmla="*/ 1 w 44"/>
                <a:gd name="T7" fmla="*/ 75 h 77"/>
                <a:gd name="T8" fmla="*/ 24 w 44"/>
                <a:gd name="T9" fmla="*/ 44 h 77"/>
              </a:gdLst>
              <a:ahLst/>
              <a:cxnLst>
                <a:cxn ang="0">
                  <a:pos x="T0" y="T1"/>
                </a:cxn>
                <a:cxn ang="0">
                  <a:pos x="T2" y="T3"/>
                </a:cxn>
                <a:cxn ang="0">
                  <a:pos x="T4" y="T5"/>
                </a:cxn>
                <a:cxn ang="0">
                  <a:pos x="T6" y="T7"/>
                </a:cxn>
                <a:cxn ang="0">
                  <a:pos x="T8" y="T9"/>
                </a:cxn>
              </a:cxnLst>
              <a:rect l="0" t="0" r="r" b="b"/>
              <a:pathLst>
                <a:path w="44" h="77">
                  <a:moveTo>
                    <a:pt x="24" y="44"/>
                  </a:moveTo>
                  <a:cubicBezTo>
                    <a:pt x="36" y="23"/>
                    <a:pt x="44" y="2"/>
                    <a:pt x="43" y="1"/>
                  </a:cubicBezTo>
                  <a:cubicBezTo>
                    <a:pt x="42" y="0"/>
                    <a:pt x="32" y="19"/>
                    <a:pt x="20" y="39"/>
                  </a:cubicBezTo>
                  <a:cubicBezTo>
                    <a:pt x="9" y="59"/>
                    <a:pt x="0" y="74"/>
                    <a:pt x="1" y="75"/>
                  </a:cubicBezTo>
                  <a:cubicBezTo>
                    <a:pt x="2" y="77"/>
                    <a:pt x="12" y="65"/>
                    <a:pt x="24"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2" name="Freeform 145"/>
            <p:cNvSpPr/>
            <p:nvPr/>
          </p:nvSpPr>
          <p:spPr bwMode="auto">
            <a:xfrm>
              <a:off x="11192179" y="10999566"/>
              <a:ext cx="115888" cy="61913"/>
            </a:xfrm>
            <a:custGeom>
              <a:avLst/>
              <a:gdLst>
                <a:gd name="T0" fmla="*/ 20 w 43"/>
                <a:gd name="T1" fmla="*/ 8 h 23"/>
                <a:gd name="T2" fmla="*/ 1 w 43"/>
                <a:gd name="T3" fmla="*/ 16 h 23"/>
                <a:gd name="T4" fmla="*/ 23 w 43"/>
                <a:gd name="T5" fmla="*/ 18 h 23"/>
                <a:gd name="T6" fmla="*/ 42 w 43"/>
                <a:gd name="T7" fmla="*/ 2 h 23"/>
                <a:gd name="T8" fmla="*/ 20 w 43"/>
                <a:gd name="T9" fmla="*/ 8 h 23"/>
              </a:gdLst>
              <a:ahLst/>
              <a:cxnLst>
                <a:cxn ang="0">
                  <a:pos x="T0" y="T1"/>
                </a:cxn>
                <a:cxn ang="0">
                  <a:pos x="T2" y="T3"/>
                </a:cxn>
                <a:cxn ang="0">
                  <a:pos x="T4" y="T5"/>
                </a:cxn>
                <a:cxn ang="0">
                  <a:pos x="T6" y="T7"/>
                </a:cxn>
                <a:cxn ang="0">
                  <a:pos x="T8" y="T9"/>
                </a:cxn>
              </a:cxnLst>
              <a:rect l="0" t="0" r="r" b="b"/>
              <a:pathLst>
                <a:path w="43" h="23">
                  <a:moveTo>
                    <a:pt x="20" y="8"/>
                  </a:moveTo>
                  <a:cubicBezTo>
                    <a:pt x="8" y="10"/>
                    <a:pt x="0" y="13"/>
                    <a:pt x="1" y="16"/>
                  </a:cubicBezTo>
                  <a:cubicBezTo>
                    <a:pt x="2" y="20"/>
                    <a:pt x="12" y="23"/>
                    <a:pt x="23" y="18"/>
                  </a:cubicBezTo>
                  <a:cubicBezTo>
                    <a:pt x="35" y="14"/>
                    <a:pt x="43" y="4"/>
                    <a:pt x="42" y="2"/>
                  </a:cubicBezTo>
                  <a:cubicBezTo>
                    <a:pt x="41" y="0"/>
                    <a:pt x="31" y="5"/>
                    <a:pt x="2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3" name="Freeform 146"/>
            <p:cNvSpPr/>
            <p:nvPr/>
          </p:nvSpPr>
          <p:spPr bwMode="auto">
            <a:xfrm>
              <a:off x="10979454" y="11045603"/>
              <a:ext cx="111125" cy="50800"/>
            </a:xfrm>
            <a:custGeom>
              <a:avLst/>
              <a:gdLst>
                <a:gd name="T0" fmla="*/ 22 w 41"/>
                <a:gd name="T1" fmla="*/ 16 h 19"/>
                <a:gd name="T2" fmla="*/ 41 w 41"/>
                <a:gd name="T3" fmla="*/ 5 h 19"/>
                <a:gd name="T4" fmla="*/ 19 w 41"/>
                <a:gd name="T5" fmla="*/ 2 h 19"/>
                <a:gd name="T6" fmla="*/ 0 w 41"/>
                <a:gd name="T7" fmla="*/ 13 h 19"/>
                <a:gd name="T8" fmla="*/ 22 w 41"/>
                <a:gd name="T9" fmla="*/ 16 h 19"/>
              </a:gdLst>
              <a:ahLst/>
              <a:cxnLst>
                <a:cxn ang="0">
                  <a:pos x="T0" y="T1"/>
                </a:cxn>
                <a:cxn ang="0">
                  <a:pos x="T2" y="T3"/>
                </a:cxn>
                <a:cxn ang="0">
                  <a:pos x="T4" y="T5"/>
                </a:cxn>
                <a:cxn ang="0">
                  <a:pos x="T6" y="T7"/>
                </a:cxn>
                <a:cxn ang="0">
                  <a:pos x="T8" y="T9"/>
                </a:cxn>
              </a:cxnLst>
              <a:rect l="0" t="0" r="r" b="b"/>
              <a:pathLst>
                <a:path w="41" h="19">
                  <a:moveTo>
                    <a:pt x="22" y="16"/>
                  </a:moveTo>
                  <a:cubicBezTo>
                    <a:pt x="33" y="14"/>
                    <a:pt x="41" y="9"/>
                    <a:pt x="41" y="5"/>
                  </a:cubicBezTo>
                  <a:cubicBezTo>
                    <a:pt x="40" y="2"/>
                    <a:pt x="30" y="0"/>
                    <a:pt x="19" y="2"/>
                  </a:cubicBezTo>
                  <a:cubicBezTo>
                    <a:pt x="8" y="4"/>
                    <a:pt x="0" y="9"/>
                    <a:pt x="0" y="13"/>
                  </a:cubicBezTo>
                  <a:cubicBezTo>
                    <a:pt x="1" y="18"/>
                    <a:pt x="10" y="19"/>
                    <a:pt x="22"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4" name="Freeform 147"/>
            <p:cNvSpPr/>
            <p:nvPr/>
          </p:nvSpPr>
          <p:spPr bwMode="auto">
            <a:xfrm>
              <a:off x="10763554" y="11094816"/>
              <a:ext cx="115888" cy="65088"/>
            </a:xfrm>
            <a:custGeom>
              <a:avLst/>
              <a:gdLst>
                <a:gd name="T0" fmla="*/ 24 w 43"/>
                <a:gd name="T1" fmla="*/ 20 h 24"/>
                <a:gd name="T2" fmla="*/ 41 w 43"/>
                <a:gd name="T3" fmla="*/ 5 h 24"/>
                <a:gd name="T4" fmla="*/ 19 w 43"/>
                <a:gd name="T5" fmla="*/ 3 h 24"/>
                <a:gd name="T6" fmla="*/ 1 w 43"/>
                <a:gd name="T7" fmla="*/ 18 h 24"/>
                <a:gd name="T8" fmla="*/ 24 w 43"/>
                <a:gd name="T9" fmla="*/ 20 h 24"/>
              </a:gdLst>
              <a:ahLst/>
              <a:cxnLst>
                <a:cxn ang="0">
                  <a:pos x="T0" y="T1"/>
                </a:cxn>
                <a:cxn ang="0">
                  <a:pos x="T2" y="T3"/>
                </a:cxn>
                <a:cxn ang="0">
                  <a:pos x="T4" y="T5"/>
                </a:cxn>
                <a:cxn ang="0">
                  <a:pos x="T6" y="T7"/>
                </a:cxn>
                <a:cxn ang="0">
                  <a:pos x="T8" y="T9"/>
                </a:cxn>
              </a:cxnLst>
              <a:rect l="0" t="0" r="r" b="b"/>
              <a:pathLst>
                <a:path w="43" h="24">
                  <a:moveTo>
                    <a:pt x="24" y="20"/>
                  </a:moveTo>
                  <a:cubicBezTo>
                    <a:pt x="35" y="17"/>
                    <a:pt x="43" y="10"/>
                    <a:pt x="41" y="5"/>
                  </a:cubicBezTo>
                  <a:cubicBezTo>
                    <a:pt x="40" y="1"/>
                    <a:pt x="30" y="0"/>
                    <a:pt x="19" y="3"/>
                  </a:cubicBezTo>
                  <a:cubicBezTo>
                    <a:pt x="8" y="6"/>
                    <a:pt x="0" y="13"/>
                    <a:pt x="1" y="18"/>
                  </a:cubicBezTo>
                  <a:cubicBezTo>
                    <a:pt x="2" y="24"/>
                    <a:pt x="12" y="24"/>
                    <a:pt x="24"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5" name="Freeform 148"/>
            <p:cNvSpPr/>
            <p:nvPr/>
          </p:nvSpPr>
          <p:spPr bwMode="auto">
            <a:xfrm>
              <a:off x="10549241" y="11161491"/>
              <a:ext cx="112713" cy="82550"/>
            </a:xfrm>
            <a:custGeom>
              <a:avLst/>
              <a:gdLst>
                <a:gd name="T0" fmla="*/ 22 w 42"/>
                <a:gd name="T1" fmla="*/ 25 h 30"/>
                <a:gd name="T2" fmla="*/ 41 w 42"/>
                <a:gd name="T3" fmla="*/ 7 h 30"/>
                <a:gd name="T4" fmla="*/ 19 w 42"/>
                <a:gd name="T5" fmla="*/ 4 h 30"/>
                <a:gd name="T6" fmla="*/ 1 w 42"/>
                <a:gd name="T7" fmla="*/ 22 h 30"/>
                <a:gd name="T8" fmla="*/ 22 w 42"/>
                <a:gd name="T9" fmla="*/ 25 h 30"/>
              </a:gdLst>
              <a:ahLst/>
              <a:cxnLst>
                <a:cxn ang="0">
                  <a:pos x="T0" y="T1"/>
                </a:cxn>
                <a:cxn ang="0">
                  <a:pos x="T2" y="T3"/>
                </a:cxn>
                <a:cxn ang="0">
                  <a:pos x="T4" y="T5"/>
                </a:cxn>
                <a:cxn ang="0">
                  <a:pos x="T6" y="T7"/>
                </a:cxn>
                <a:cxn ang="0">
                  <a:pos x="T8" y="T9"/>
                </a:cxn>
              </a:cxnLst>
              <a:rect l="0" t="0" r="r" b="b"/>
              <a:pathLst>
                <a:path w="42" h="30">
                  <a:moveTo>
                    <a:pt x="22" y="25"/>
                  </a:moveTo>
                  <a:cubicBezTo>
                    <a:pt x="34" y="21"/>
                    <a:pt x="42" y="13"/>
                    <a:pt x="41" y="7"/>
                  </a:cubicBezTo>
                  <a:cubicBezTo>
                    <a:pt x="40" y="1"/>
                    <a:pt x="30" y="0"/>
                    <a:pt x="19" y="4"/>
                  </a:cubicBezTo>
                  <a:cubicBezTo>
                    <a:pt x="8" y="8"/>
                    <a:pt x="0" y="16"/>
                    <a:pt x="1" y="22"/>
                  </a:cubicBezTo>
                  <a:cubicBezTo>
                    <a:pt x="2" y="29"/>
                    <a:pt x="11" y="30"/>
                    <a:pt x="22"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6" name="Freeform 149"/>
            <p:cNvSpPr/>
            <p:nvPr/>
          </p:nvSpPr>
          <p:spPr bwMode="auto">
            <a:xfrm>
              <a:off x="10331754" y="11245628"/>
              <a:ext cx="115888" cy="95250"/>
            </a:xfrm>
            <a:custGeom>
              <a:avLst/>
              <a:gdLst>
                <a:gd name="T0" fmla="*/ 23 w 43"/>
                <a:gd name="T1" fmla="*/ 30 h 35"/>
                <a:gd name="T2" fmla="*/ 42 w 43"/>
                <a:gd name="T3" fmla="*/ 8 h 35"/>
                <a:gd name="T4" fmla="*/ 20 w 43"/>
                <a:gd name="T5" fmla="*/ 5 h 35"/>
                <a:gd name="T6" fmla="*/ 1 w 43"/>
                <a:gd name="T7" fmla="*/ 27 h 35"/>
                <a:gd name="T8" fmla="*/ 23 w 43"/>
                <a:gd name="T9" fmla="*/ 30 h 35"/>
              </a:gdLst>
              <a:ahLst/>
              <a:cxnLst>
                <a:cxn ang="0">
                  <a:pos x="T0" y="T1"/>
                </a:cxn>
                <a:cxn ang="0">
                  <a:pos x="T2" y="T3"/>
                </a:cxn>
                <a:cxn ang="0">
                  <a:pos x="T4" y="T5"/>
                </a:cxn>
                <a:cxn ang="0">
                  <a:pos x="T6" y="T7"/>
                </a:cxn>
                <a:cxn ang="0">
                  <a:pos x="T8" y="T9"/>
                </a:cxn>
              </a:cxnLst>
              <a:rect l="0" t="0" r="r" b="b"/>
              <a:pathLst>
                <a:path w="43" h="35">
                  <a:moveTo>
                    <a:pt x="23" y="30"/>
                  </a:moveTo>
                  <a:cubicBezTo>
                    <a:pt x="34" y="24"/>
                    <a:pt x="43" y="15"/>
                    <a:pt x="42" y="8"/>
                  </a:cubicBezTo>
                  <a:cubicBezTo>
                    <a:pt x="41" y="2"/>
                    <a:pt x="31" y="0"/>
                    <a:pt x="20" y="5"/>
                  </a:cubicBezTo>
                  <a:cubicBezTo>
                    <a:pt x="9" y="10"/>
                    <a:pt x="0" y="20"/>
                    <a:pt x="1" y="27"/>
                  </a:cubicBezTo>
                  <a:cubicBezTo>
                    <a:pt x="2" y="34"/>
                    <a:pt x="12" y="35"/>
                    <a:pt x="23"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7" name="Freeform 150"/>
            <p:cNvSpPr/>
            <p:nvPr/>
          </p:nvSpPr>
          <p:spPr bwMode="auto">
            <a:xfrm>
              <a:off x="10117441" y="11347228"/>
              <a:ext cx="114300" cy="107950"/>
            </a:xfrm>
            <a:custGeom>
              <a:avLst/>
              <a:gdLst>
                <a:gd name="T0" fmla="*/ 22 w 42"/>
                <a:gd name="T1" fmla="*/ 34 h 40"/>
                <a:gd name="T2" fmla="*/ 41 w 42"/>
                <a:gd name="T3" fmla="*/ 10 h 40"/>
                <a:gd name="T4" fmla="*/ 20 w 42"/>
                <a:gd name="T5" fmla="*/ 5 h 40"/>
                <a:gd name="T6" fmla="*/ 1 w 42"/>
                <a:gd name="T7" fmla="*/ 30 h 40"/>
                <a:gd name="T8" fmla="*/ 22 w 42"/>
                <a:gd name="T9" fmla="*/ 34 h 40"/>
              </a:gdLst>
              <a:ahLst/>
              <a:cxnLst>
                <a:cxn ang="0">
                  <a:pos x="T0" y="T1"/>
                </a:cxn>
                <a:cxn ang="0">
                  <a:pos x="T2" y="T3"/>
                </a:cxn>
                <a:cxn ang="0">
                  <a:pos x="T4" y="T5"/>
                </a:cxn>
                <a:cxn ang="0">
                  <a:pos x="T6" y="T7"/>
                </a:cxn>
                <a:cxn ang="0">
                  <a:pos x="T8" y="T9"/>
                </a:cxn>
              </a:cxnLst>
              <a:rect l="0" t="0" r="r" b="b"/>
              <a:pathLst>
                <a:path w="42" h="40">
                  <a:moveTo>
                    <a:pt x="22" y="34"/>
                  </a:moveTo>
                  <a:cubicBezTo>
                    <a:pt x="33" y="28"/>
                    <a:pt x="42" y="17"/>
                    <a:pt x="41" y="10"/>
                  </a:cubicBezTo>
                  <a:cubicBezTo>
                    <a:pt x="41" y="2"/>
                    <a:pt x="31" y="0"/>
                    <a:pt x="20" y="5"/>
                  </a:cubicBezTo>
                  <a:cubicBezTo>
                    <a:pt x="8" y="10"/>
                    <a:pt x="0" y="21"/>
                    <a:pt x="1" y="30"/>
                  </a:cubicBezTo>
                  <a:cubicBezTo>
                    <a:pt x="1" y="38"/>
                    <a:pt x="11" y="40"/>
                    <a:pt x="2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8" name="Freeform 151"/>
            <p:cNvSpPr/>
            <p:nvPr/>
          </p:nvSpPr>
          <p:spPr bwMode="auto">
            <a:xfrm>
              <a:off x="9899954" y="11455178"/>
              <a:ext cx="115888" cy="122238"/>
            </a:xfrm>
            <a:custGeom>
              <a:avLst/>
              <a:gdLst>
                <a:gd name="T0" fmla="*/ 24 w 43"/>
                <a:gd name="T1" fmla="*/ 38 h 45"/>
                <a:gd name="T2" fmla="*/ 41 w 43"/>
                <a:gd name="T3" fmla="*/ 11 h 45"/>
                <a:gd name="T4" fmla="*/ 18 w 43"/>
                <a:gd name="T5" fmla="*/ 7 h 45"/>
                <a:gd name="T6" fmla="*/ 1 w 43"/>
                <a:gd name="T7" fmla="*/ 34 h 45"/>
                <a:gd name="T8" fmla="*/ 24 w 43"/>
                <a:gd name="T9" fmla="*/ 38 h 45"/>
              </a:gdLst>
              <a:ahLst/>
              <a:cxnLst>
                <a:cxn ang="0">
                  <a:pos x="T0" y="T1"/>
                </a:cxn>
                <a:cxn ang="0">
                  <a:pos x="T2" y="T3"/>
                </a:cxn>
                <a:cxn ang="0">
                  <a:pos x="T4" y="T5"/>
                </a:cxn>
                <a:cxn ang="0">
                  <a:pos x="T6" y="T7"/>
                </a:cxn>
                <a:cxn ang="0">
                  <a:pos x="T8" y="T9"/>
                </a:cxn>
              </a:cxnLst>
              <a:rect l="0" t="0" r="r" b="b"/>
              <a:pathLst>
                <a:path w="43" h="45">
                  <a:moveTo>
                    <a:pt x="24" y="38"/>
                  </a:moveTo>
                  <a:cubicBezTo>
                    <a:pt x="35" y="31"/>
                    <a:pt x="43" y="19"/>
                    <a:pt x="41" y="11"/>
                  </a:cubicBezTo>
                  <a:cubicBezTo>
                    <a:pt x="40" y="2"/>
                    <a:pt x="30" y="0"/>
                    <a:pt x="18" y="7"/>
                  </a:cubicBezTo>
                  <a:cubicBezTo>
                    <a:pt x="7" y="13"/>
                    <a:pt x="0" y="25"/>
                    <a:pt x="1" y="34"/>
                  </a:cubicBezTo>
                  <a:cubicBezTo>
                    <a:pt x="3" y="43"/>
                    <a:pt x="13" y="45"/>
                    <a:pt x="24"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9" name="Freeform 152"/>
            <p:cNvSpPr/>
            <p:nvPr/>
          </p:nvSpPr>
          <p:spPr bwMode="auto">
            <a:xfrm>
              <a:off x="9682466" y="11574241"/>
              <a:ext cx="117475" cy="133350"/>
            </a:xfrm>
            <a:custGeom>
              <a:avLst/>
              <a:gdLst>
                <a:gd name="T0" fmla="*/ 23 w 43"/>
                <a:gd name="T1" fmla="*/ 42 h 49"/>
                <a:gd name="T2" fmla="*/ 42 w 43"/>
                <a:gd name="T3" fmla="*/ 12 h 49"/>
                <a:gd name="T4" fmla="*/ 20 w 43"/>
                <a:gd name="T5" fmla="*/ 6 h 49"/>
                <a:gd name="T6" fmla="*/ 1 w 43"/>
                <a:gd name="T7" fmla="*/ 36 h 49"/>
                <a:gd name="T8" fmla="*/ 23 w 43"/>
                <a:gd name="T9" fmla="*/ 42 h 49"/>
              </a:gdLst>
              <a:ahLst/>
              <a:cxnLst>
                <a:cxn ang="0">
                  <a:pos x="T0" y="T1"/>
                </a:cxn>
                <a:cxn ang="0">
                  <a:pos x="T2" y="T3"/>
                </a:cxn>
                <a:cxn ang="0">
                  <a:pos x="T4" y="T5"/>
                </a:cxn>
                <a:cxn ang="0">
                  <a:pos x="T6" y="T7"/>
                </a:cxn>
                <a:cxn ang="0">
                  <a:pos x="T8" y="T9"/>
                </a:cxn>
              </a:cxnLst>
              <a:rect l="0" t="0" r="r" b="b"/>
              <a:pathLst>
                <a:path w="43" h="49">
                  <a:moveTo>
                    <a:pt x="23" y="42"/>
                  </a:moveTo>
                  <a:cubicBezTo>
                    <a:pt x="35" y="35"/>
                    <a:pt x="43" y="22"/>
                    <a:pt x="42" y="12"/>
                  </a:cubicBezTo>
                  <a:cubicBezTo>
                    <a:pt x="41" y="3"/>
                    <a:pt x="31" y="0"/>
                    <a:pt x="20" y="6"/>
                  </a:cubicBezTo>
                  <a:cubicBezTo>
                    <a:pt x="8" y="12"/>
                    <a:pt x="0" y="25"/>
                    <a:pt x="1" y="36"/>
                  </a:cubicBezTo>
                  <a:cubicBezTo>
                    <a:pt x="2" y="46"/>
                    <a:pt x="12" y="49"/>
                    <a:pt x="23"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0" name="Freeform 153"/>
            <p:cNvSpPr/>
            <p:nvPr/>
          </p:nvSpPr>
          <p:spPr bwMode="auto">
            <a:xfrm>
              <a:off x="9464979" y="11696478"/>
              <a:ext cx="120650" cy="144463"/>
            </a:xfrm>
            <a:custGeom>
              <a:avLst/>
              <a:gdLst>
                <a:gd name="T0" fmla="*/ 25 w 44"/>
                <a:gd name="T1" fmla="*/ 45 h 53"/>
                <a:gd name="T2" fmla="*/ 42 w 44"/>
                <a:gd name="T3" fmla="*/ 13 h 53"/>
                <a:gd name="T4" fmla="*/ 19 w 44"/>
                <a:gd name="T5" fmla="*/ 7 h 53"/>
                <a:gd name="T6" fmla="*/ 2 w 44"/>
                <a:gd name="T7" fmla="*/ 39 h 53"/>
                <a:gd name="T8" fmla="*/ 25 w 44"/>
                <a:gd name="T9" fmla="*/ 45 h 53"/>
              </a:gdLst>
              <a:ahLst/>
              <a:cxnLst>
                <a:cxn ang="0">
                  <a:pos x="T0" y="T1"/>
                </a:cxn>
                <a:cxn ang="0">
                  <a:pos x="T2" y="T3"/>
                </a:cxn>
                <a:cxn ang="0">
                  <a:pos x="T4" y="T5"/>
                </a:cxn>
                <a:cxn ang="0">
                  <a:pos x="T6" y="T7"/>
                </a:cxn>
                <a:cxn ang="0">
                  <a:pos x="T8" y="T9"/>
                </a:cxn>
              </a:cxnLst>
              <a:rect l="0" t="0" r="r" b="b"/>
              <a:pathLst>
                <a:path w="44" h="53">
                  <a:moveTo>
                    <a:pt x="25" y="45"/>
                  </a:moveTo>
                  <a:cubicBezTo>
                    <a:pt x="36" y="38"/>
                    <a:pt x="44" y="24"/>
                    <a:pt x="42" y="13"/>
                  </a:cubicBezTo>
                  <a:cubicBezTo>
                    <a:pt x="40" y="3"/>
                    <a:pt x="30" y="0"/>
                    <a:pt x="19" y="7"/>
                  </a:cubicBezTo>
                  <a:cubicBezTo>
                    <a:pt x="8" y="13"/>
                    <a:pt x="0" y="28"/>
                    <a:pt x="2" y="39"/>
                  </a:cubicBezTo>
                  <a:cubicBezTo>
                    <a:pt x="3" y="50"/>
                    <a:pt x="13" y="53"/>
                    <a:pt x="25"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1" name="Freeform 154"/>
            <p:cNvSpPr/>
            <p:nvPr/>
          </p:nvSpPr>
          <p:spPr bwMode="auto">
            <a:xfrm>
              <a:off x="9250666" y="11818716"/>
              <a:ext cx="117475" cy="155575"/>
            </a:xfrm>
            <a:custGeom>
              <a:avLst/>
              <a:gdLst>
                <a:gd name="T0" fmla="*/ 24 w 43"/>
                <a:gd name="T1" fmla="*/ 50 h 57"/>
                <a:gd name="T2" fmla="*/ 42 w 43"/>
                <a:gd name="T3" fmla="*/ 16 h 57"/>
                <a:gd name="T4" fmla="*/ 18 w 43"/>
                <a:gd name="T5" fmla="*/ 7 h 57"/>
                <a:gd name="T6" fmla="*/ 1 w 43"/>
                <a:gd name="T7" fmla="*/ 41 h 57"/>
                <a:gd name="T8" fmla="*/ 24 w 43"/>
                <a:gd name="T9" fmla="*/ 50 h 57"/>
              </a:gdLst>
              <a:ahLst/>
              <a:cxnLst>
                <a:cxn ang="0">
                  <a:pos x="T0" y="T1"/>
                </a:cxn>
                <a:cxn ang="0">
                  <a:pos x="T2" y="T3"/>
                </a:cxn>
                <a:cxn ang="0">
                  <a:pos x="T4" y="T5"/>
                </a:cxn>
                <a:cxn ang="0">
                  <a:pos x="T6" y="T7"/>
                </a:cxn>
                <a:cxn ang="0">
                  <a:pos x="T8" y="T9"/>
                </a:cxn>
              </a:cxnLst>
              <a:rect l="0" t="0" r="r" b="b"/>
              <a:pathLst>
                <a:path w="43" h="57">
                  <a:moveTo>
                    <a:pt x="24" y="50"/>
                  </a:moveTo>
                  <a:cubicBezTo>
                    <a:pt x="35" y="43"/>
                    <a:pt x="43" y="27"/>
                    <a:pt x="42" y="16"/>
                  </a:cubicBezTo>
                  <a:cubicBezTo>
                    <a:pt x="40" y="4"/>
                    <a:pt x="30" y="0"/>
                    <a:pt x="18" y="7"/>
                  </a:cubicBezTo>
                  <a:cubicBezTo>
                    <a:pt x="7" y="14"/>
                    <a:pt x="0" y="29"/>
                    <a:pt x="1" y="41"/>
                  </a:cubicBezTo>
                  <a:cubicBezTo>
                    <a:pt x="3" y="53"/>
                    <a:pt x="13" y="57"/>
                    <a:pt x="24"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2" name="Freeform 155"/>
            <p:cNvSpPr/>
            <p:nvPr/>
          </p:nvSpPr>
          <p:spPr bwMode="auto">
            <a:xfrm>
              <a:off x="9034766" y="11940953"/>
              <a:ext cx="115888" cy="160338"/>
            </a:xfrm>
            <a:custGeom>
              <a:avLst/>
              <a:gdLst>
                <a:gd name="T0" fmla="*/ 24 w 43"/>
                <a:gd name="T1" fmla="*/ 53 h 59"/>
                <a:gd name="T2" fmla="*/ 42 w 43"/>
                <a:gd name="T3" fmla="*/ 18 h 59"/>
                <a:gd name="T4" fmla="*/ 19 w 43"/>
                <a:gd name="T5" fmla="*/ 6 h 59"/>
                <a:gd name="T6" fmla="*/ 2 w 43"/>
                <a:gd name="T7" fmla="*/ 41 h 59"/>
                <a:gd name="T8" fmla="*/ 24 w 43"/>
                <a:gd name="T9" fmla="*/ 53 h 59"/>
              </a:gdLst>
              <a:ahLst/>
              <a:cxnLst>
                <a:cxn ang="0">
                  <a:pos x="T0" y="T1"/>
                </a:cxn>
                <a:cxn ang="0">
                  <a:pos x="T2" y="T3"/>
                </a:cxn>
                <a:cxn ang="0">
                  <a:pos x="T4" y="T5"/>
                </a:cxn>
                <a:cxn ang="0">
                  <a:pos x="T6" y="T7"/>
                </a:cxn>
                <a:cxn ang="0">
                  <a:pos x="T8" y="T9"/>
                </a:cxn>
              </a:cxnLst>
              <a:rect l="0" t="0" r="r" b="b"/>
              <a:pathLst>
                <a:path w="43" h="59">
                  <a:moveTo>
                    <a:pt x="24" y="53"/>
                  </a:moveTo>
                  <a:cubicBezTo>
                    <a:pt x="35" y="46"/>
                    <a:pt x="43" y="31"/>
                    <a:pt x="42" y="18"/>
                  </a:cubicBezTo>
                  <a:cubicBezTo>
                    <a:pt x="41" y="6"/>
                    <a:pt x="31" y="0"/>
                    <a:pt x="19" y="6"/>
                  </a:cubicBezTo>
                  <a:cubicBezTo>
                    <a:pt x="8" y="12"/>
                    <a:pt x="0" y="28"/>
                    <a:pt x="2" y="41"/>
                  </a:cubicBezTo>
                  <a:cubicBezTo>
                    <a:pt x="3" y="54"/>
                    <a:pt x="13" y="59"/>
                    <a:pt x="24"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3" name="Freeform 156"/>
            <p:cNvSpPr/>
            <p:nvPr/>
          </p:nvSpPr>
          <p:spPr bwMode="auto">
            <a:xfrm>
              <a:off x="8818866" y="12058428"/>
              <a:ext cx="117475" cy="165100"/>
            </a:xfrm>
            <a:custGeom>
              <a:avLst/>
              <a:gdLst>
                <a:gd name="T0" fmla="*/ 23 w 43"/>
                <a:gd name="T1" fmla="*/ 55 h 61"/>
                <a:gd name="T2" fmla="*/ 42 w 43"/>
                <a:gd name="T3" fmla="*/ 20 h 61"/>
                <a:gd name="T4" fmla="*/ 19 w 43"/>
                <a:gd name="T5" fmla="*/ 5 h 61"/>
                <a:gd name="T6" fmla="*/ 1 w 43"/>
                <a:gd name="T7" fmla="*/ 40 h 61"/>
                <a:gd name="T8" fmla="*/ 23 w 43"/>
                <a:gd name="T9" fmla="*/ 55 h 61"/>
              </a:gdLst>
              <a:ahLst/>
              <a:cxnLst>
                <a:cxn ang="0">
                  <a:pos x="T0" y="T1"/>
                </a:cxn>
                <a:cxn ang="0">
                  <a:pos x="T2" y="T3"/>
                </a:cxn>
                <a:cxn ang="0">
                  <a:pos x="T4" y="T5"/>
                </a:cxn>
                <a:cxn ang="0">
                  <a:pos x="T6" y="T7"/>
                </a:cxn>
                <a:cxn ang="0">
                  <a:pos x="T8" y="T9"/>
                </a:cxn>
              </a:cxnLst>
              <a:rect l="0" t="0" r="r" b="b"/>
              <a:pathLst>
                <a:path w="43" h="61">
                  <a:moveTo>
                    <a:pt x="23" y="55"/>
                  </a:moveTo>
                  <a:cubicBezTo>
                    <a:pt x="34" y="50"/>
                    <a:pt x="43" y="34"/>
                    <a:pt x="42" y="20"/>
                  </a:cubicBezTo>
                  <a:cubicBezTo>
                    <a:pt x="41" y="7"/>
                    <a:pt x="31" y="0"/>
                    <a:pt x="19" y="5"/>
                  </a:cubicBezTo>
                  <a:cubicBezTo>
                    <a:pt x="8" y="11"/>
                    <a:pt x="0" y="26"/>
                    <a:pt x="1" y="40"/>
                  </a:cubicBezTo>
                  <a:cubicBezTo>
                    <a:pt x="2" y="54"/>
                    <a:pt x="12" y="61"/>
                    <a:pt x="23"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4" name="Freeform 157"/>
            <p:cNvSpPr/>
            <p:nvPr/>
          </p:nvSpPr>
          <p:spPr bwMode="auto">
            <a:xfrm>
              <a:off x="8604554" y="12164791"/>
              <a:ext cx="117475" cy="169863"/>
            </a:xfrm>
            <a:custGeom>
              <a:avLst/>
              <a:gdLst>
                <a:gd name="T0" fmla="*/ 23 w 43"/>
                <a:gd name="T1" fmla="*/ 57 h 63"/>
                <a:gd name="T2" fmla="*/ 41 w 43"/>
                <a:gd name="T3" fmla="*/ 22 h 63"/>
                <a:gd name="T4" fmla="*/ 19 w 43"/>
                <a:gd name="T5" fmla="*/ 5 h 63"/>
                <a:gd name="T6" fmla="*/ 1 w 43"/>
                <a:gd name="T7" fmla="*/ 41 h 63"/>
                <a:gd name="T8" fmla="*/ 23 w 43"/>
                <a:gd name="T9" fmla="*/ 57 h 63"/>
              </a:gdLst>
              <a:ahLst/>
              <a:cxnLst>
                <a:cxn ang="0">
                  <a:pos x="T0" y="T1"/>
                </a:cxn>
                <a:cxn ang="0">
                  <a:pos x="T2" y="T3"/>
                </a:cxn>
                <a:cxn ang="0">
                  <a:pos x="T4" y="T5"/>
                </a:cxn>
                <a:cxn ang="0">
                  <a:pos x="T6" y="T7"/>
                </a:cxn>
                <a:cxn ang="0">
                  <a:pos x="T8" y="T9"/>
                </a:cxn>
              </a:cxnLst>
              <a:rect l="0" t="0" r="r" b="b"/>
              <a:pathLst>
                <a:path w="43" h="63">
                  <a:moveTo>
                    <a:pt x="23" y="57"/>
                  </a:moveTo>
                  <a:cubicBezTo>
                    <a:pt x="35" y="52"/>
                    <a:pt x="43" y="36"/>
                    <a:pt x="41" y="22"/>
                  </a:cubicBezTo>
                  <a:cubicBezTo>
                    <a:pt x="40" y="8"/>
                    <a:pt x="30" y="0"/>
                    <a:pt x="19" y="5"/>
                  </a:cubicBezTo>
                  <a:cubicBezTo>
                    <a:pt x="7" y="10"/>
                    <a:pt x="0" y="26"/>
                    <a:pt x="1" y="41"/>
                  </a:cubicBezTo>
                  <a:cubicBezTo>
                    <a:pt x="2" y="55"/>
                    <a:pt x="12" y="63"/>
                    <a:pt x="23"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5" name="Freeform 158"/>
            <p:cNvSpPr/>
            <p:nvPr/>
          </p:nvSpPr>
          <p:spPr bwMode="auto">
            <a:xfrm>
              <a:off x="8388654" y="12256866"/>
              <a:ext cx="119063" cy="173038"/>
            </a:xfrm>
            <a:custGeom>
              <a:avLst/>
              <a:gdLst>
                <a:gd name="T0" fmla="*/ 25 w 44"/>
                <a:gd name="T1" fmla="*/ 59 h 64"/>
                <a:gd name="T2" fmla="*/ 42 w 44"/>
                <a:gd name="T3" fmla="*/ 23 h 64"/>
                <a:gd name="T4" fmla="*/ 18 w 44"/>
                <a:gd name="T5" fmla="*/ 5 h 64"/>
                <a:gd name="T6" fmla="*/ 2 w 44"/>
                <a:gd name="T7" fmla="*/ 41 h 64"/>
                <a:gd name="T8" fmla="*/ 25 w 44"/>
                <a:gd name="T9" fmla="*/ 59 h 64"/>
              </a:gdLst>
              <a:ahLst/>
              <a:cxnLst>
                <a:cxn ang="0">
                  <a:pos x="T0" y="T1"/>
                </a:cxn>
                <a:cxn ang="0">
                  <a:pos x="T2" y="T3"/>
                </a:cxn>
                <a:cxn ang="0">
                  <a:pos x="T4" y="T5"/>
                </a:cxn>
                <a:cxn ang="0">
                  <a:pos x="T6" y="T7"/>
                </a:cxn>
                <a:cxn ang="0">
                  <a:pos x="T8" y="T9"/>
                </a:cxn>
              </a:cxnLst>
              <a:rect l="0" t="0" r="r" b="b"/>
              <a:pathLst>
                <a:path w="44" h="64">
                  <a:moveTo>
                    <a:pt x="25" y="59"/>
                  </a:moveTo>
                  <a:cubicBezTo>
                    <a:pt x="36" y="54"/>
                    <a:pt x="44" y="37"/>
                    <a:pt x="42" y="23"/>
                  </a:cubicBezTo>
                  <a:cubicBezTo>
                    <a:pt x="40" y="8"/>
                    <a:pt x="30" y="0"/>
                    <a:pt x="18" y="5"/>
                  </a:cubicBezTo>
                  <a:cubicBezTo>
                    <a:pt x="7" y="10"/>
                    <a:pt x="0" y="26"/>
                    <a:pt x="2" y="41"/>
                  </a:cubicBezTo>
                  <a:cubicBezTo>
                    <a:pt x="4" y="56"/>
                    <a:pt x="14" y="64"/>
                    <a:pt x="25"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6" name="Freeform 159"/>
            <p:cNvSpPr/>
            <p:nvPr/>
          </p:nvSpPr>
          <p:spPr bwMode="auto">
            <a:xfrm>
              <a:off x="8174341" y="12334653"/>
              <a:ext cx="115888" cy="168275"/>
            </a:xfrm>
            <a:custGeom>
              <a:avLst/>
              <a:gdLst>
                <a:gd name="T0" fmla="*/ 24 w 43"/>
                <a:gd name="T1" fmla="*/ 59 h 62"/>
                <a:gd name="T2" fmla="*/ 42 w 43"/>
                <a:gd name="T3" fmla="*/ 25 h 62"/>
                <a:gd name="T4" fmla="*/ 20 w 43"/>
                <a:gd name="T5" fmla="*/ 3 h 62"/>
                <a:gd name="T6" fmla="*/ 2 w 43"/>
                <a:gd name="T7" fmla="*/ 36 h 62"/>
                <a:gd name="T8" fmla="*/ 24 w 43"/>
                <a:gd name="T9" fmla="*/ 59 h 62"/>
              </a:gdLst>
              <a:ahLst/>
              <a:cxnLst>
                <a:cxn ang="0">
                  <a:pos x="T0" y="T1"/>
                </a:cxn>
                <a:cxn ang="0">
                  <a:pos x="T2" y="T3"/>
                </a:cxn>
                <a:cxn ang="0">
                  <a:pos x="T4" y="T5"/>
                </a:cxn>
                <a:cxn ang="0">
                  <a:pos x="T6" y="T7"/>
                </a:cxn>
                <a:cxn ang="0">
                  <a:pos x="T8" y="T9"/>
                </a:cxn>
              </a:cxnLst>
              <a:rect l="0" t="0" r="r" b="b"/>
              <a:pathLst>
                <a:path w="43" h="62">
                  <a:moveTo>
                    <a:pt x="24" y="59"/>
                  </a:moveTo>
                  <a:cubicBezTo>
                    <a:pt x="35" y="56"/>
                    <a:pt x="43" y="41"/>
                    <a:pt x="42" y="25"/>
                  </a:cubicBezTo>
                  <a:cubicBezTo>
                    <a:pt x="41" y="10"/>
                    <a:pt x="31" y="0"/>
                    <a:pt x="20" y="3"/>
                  </a:cubicBezTo>
                  <a:cubicBezTo>
                    <a:pt x="8" y="6"/>
                    <a:pt x="0" y="21"/>
                    <a:pt x="2" y="36"/>
                  </a:cubicBezTo>
                  <a:cubicBezTo>
                    <a:pt x="3" y="52"/>
                    <a:pt x="13" y="62"/>
                    <a:pt x="24"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7" name="Freeform 160"/>
            <p:cNvSpPr/>
            <p:nvPr/>
          </p:nvSpPr>
          <p:spPr bwMode="auto">
            <a:xfrm>
              <a:off x="7960029" y="12388628"/>
              <a:ext cx="119063" cy="168275"/>
            </a:xfrm>
            <a:custGeom>
              <a:avLst/>
              <a:gdLst>
                <a:gd name="T0" fmla="*/ 25 w 44"/>
                <a:gd name="T1" fmla="*/ 59 h 62"/>
                <a:gd name="T2" fmla="*/ 42 w 44"/>
                <a:gd name="T3" fmla="*/ 26 h 62"/>
                <a:gd name="T4" fmla="*/ 19 w 44"/>
                <a:gd name="T5" fmla="*/ 2 h 62"/>
                <a:gd name="T6" fmla="*/ 2 w 44"/>
                <a:gd name="T7" fmla="*/ 35 h 62"/>
                <a:gd name="T8" fmla="*/ 25 w 44"/>
                <a:gd name="T9" fmla="*/ 59 h 62"/>
              </a:gdLst>
              <a:ahLst/>
              <a:cxnLst>
                <a:cxn ang="0">
                  <a:pos x="T0" y="T1"/>
                </a:cxn>
                <a:cxn ang="0">
                  <a:pos x="T2" y="T3"/>
                </a:cxn>
                <a:cxn ang="0">
                  <a:pos x="T4" y="T5"/>
                </a:cxn>
                <a:cxn ang="0">
                  <a:pos x="T6" y="T7"/>
                </a:cxn>
                <a:cxn ang="0">
                  <a:pos x="T8" y="T9"/>
                </a:cxn>
              </a:cxnLst>
              <a:rect l="0" t="0" r="r" b="b"/>
              <a:pathLst>
                <a:path w="44" h="62">
                  <a:moveTo>
                    <a:pt x="25" y="59"/>
                  </a:moveTo>
                  <a:cubicBezTo>
                    <a:pt x="36" y="57"/>
                    <a:pt x="44" y="42"/>
                    <a:pt x="42" y="26"/>
                  </a:cubicBezTo>
                  <a:cubicBezTo>
                    <a:pt x="40" y="11"/>
                    <a:pt x="30" y="0"/>
                    <a:pt x="19" y="2"/>
                  </a:cubicBezTo>
                  <a:cubicBezTo>
                    <a:pt x="8" y="4"/>
                    <a:pt x="0" y="19"/>
                    <a:pt x="2" y="35"/>
                  </a:cubicBezTo>
                  <a:cubicBezTo>
                    <a:pt x="4" y="51"/>
                    <a:pt x="14" y="62"/>
                    <a:pt x="25"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8" name="Freeform 161"/>
            <p:cNvSpPr/>
            <p:nvPr/>
          </p:nvSpPr>
          <p:spPr bwMode="auto">
            <a:xfrm>
              <a:off x="7747304" y="12421966"/>
              <a:ext cx="117475" cy="160338"/>
            </a:xfrm>
            <a:custGeom>
              <a:avLst/>
              <a:gdLst>
                <a:gd name="T0" fmla="*/ 24 w 43"/>
                <a:gd name="T1" fmla="*/ 59 h 59"/>
                <a:gd name="T2" fmla="*/ 41 w 43"/>
                <a:gd name="T3" fmla="*/ 28 h 59"/>
                <a:gd name="T4" fmla="*/ 19 w 43"/>
                <a:gd name="T5" fmla="*/ 1 h 59"/>
                <a:gd name="T6" fmla="*/ 1 w 43"/>
                <a:gd name="T7" fmla="*/ 32 h 59"/>
                <a:gd name="T8" fmla="*/ 24 w 43"/>
                <a:gd name="T9" fmla="*/ 59 h 59"/>
              </a:gdLst>
              <a:ahLst/>
              <a:cxnLst>
                <a:cxn ang="0">
                  <a:pos x="T0" y="T1"/>
                </a:cxn>
                <a:cxn ang="0">
                  <a:pos x="T2" y="T3"/>
                </a:cxn>
                <a:cxn ang="0">
                  <a:pos x="T4" y="T5"/>
                </a:cxn>
                <a:cxn ang="0">
                  <a:pos x="T6" y="T7"/>
                </a:cxn>
                <a:cxn ang="0">
                  <a:pos x="T8" y="T9"/>
                </a:cxn>
              </a:cxnLst>
              <a:rect l="0" t="0" r="r" b="b"/>
              <a:pathLst>
                <a:path w="43" h="59">
                  <a:moveTo>
                    <a:pt x="24" y="59"/>
                  </a:moveTo>
                  <a:cubicBezTo>
                    <a:pt x="35" y="58"/>
                    <a:pt x="43" y="44"/>
                    <a:pt x="41" y="28"/>
                  </a:cubicBezTo>
                  <a:cubicBezTo>
                    <a:pt x="40" y="13"/>
                    <a:pt x="30" y="0"/>
                    <a:pt x="19" y="1"/>
                  </a:cubicBezTo>
                  <a:cubicBezTo>
                    <a:pt x="8" y="2"/>
                    <a:pt x="0" y="16"/>
                    <a:pt x="1" y="32"/>
                  </a:cubicBezTo>
                  <a:cubicBezTo>
                    <a:pt x="3" y="48"/>
                    <a:pt x="13" y="59"/>
                    <a:pt x="24"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9" name="Freeform 162"/>
            <p:cNvSpPr/>
            <p:nvPr/>
          </p:nvSpPr>
          <p:spPr bwMode="auto">
            <a:xfrm>
              <a:off x="7532991" y="12437841"/>
              <a:ext cx="117475" cy="152400"/>
            </a:xfrm>
            <a:custGeom>
              <a:avLst/>
              <a:gdLst>
                <a:gd name="T0" fmla="*/ 42 w 43"/>
                <a:gd name="T1" fmla="*/ 28 h 56"/>
                <a:gd name="T2" fmla="*/ 19 w 43"/>
                <a:gd name="T3" fmla="*/ 1 h 56"/>
                <a:gd name="T4" fmla="*/ 2 w 43"/>
                <a:gd name="T5" fmla="*/ 29 h 56"/>
                <a:gd name="T6" fmla="*/ 25 w 43"/>
                <a:gd name="T7" fmla="*/ 56 h 56"/>
                <a:gd name="T8" fmla="*/ 42 w 43"/>
                <a:gd name="T9" fmla="*/ 28 h 56"/>
              </a:gdLst>
              <a:ahLst/>
              <a:cxnLst>
                <a:cxn ang="0">
                  <a:pos x="T0" y="T1"/>
                </a:cxn>
                <a:cxn ang="0">
                  <a:pos x="T2" y="T3"/>
                </a:cxn>
                <a:cxn ang="0">
                  <a:pos x="T4" y="T5"/>
                </a:cxn>
                <a:cxn ang="0">
                  <a:pos x="T6" y="T7"/>
                </a:cxn>
                <a:cxn ang="0">
                  <a:pos x="T8" y="T9"/>
                </a:cxn>
              </a:cxnLst>
              <a:rect l="0" t="0" r="r" b="b"/>
              <a:pathLst>
                <a:path w="43" h="56">
                  <a:moveTo>
                    <a:pt x="42" y="28"/>
                  </a:moveTo>
                  <a:cubicBezTo>
                    <a:pt x="40" y="13"/>
                    <a:pt x="30" y="0"/>
                    <a:pt x="19" y="1"/>
                  </a:cubicBezTo>
                  <a:cubicBezTo>
                    <a:pt x="8" y="1"/>
                    <a:pt x="0" y="14"/>
                    <a:pt x="2" y="29"/>
                  </a:cubicBezTo>
                  <a:cubicBezTo>
                    <a:pt x="3" y="44"/>
                    <a:pt x="13" y="56"/>
                    <a:pt x="25" y="56"/>
                  </a:cubicBezTo>
                  <a:cubicBezTo>
                    <a:pt x="36" y="56"/>
                    <a:pt x="43" y="43"/>
                    <a:pt x="42"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0" name="Freeform 163"/>
            <p:cNvSpPr/>
            <p:nvPr/>
          </p:nvSpPr>
          <p:spPr bwMode="auto">
            <a:xfrm>
              <a:off x="7321854" y="12436253"/>
              <a:ext cx="114300" cy="149225"/>
            </a:xfrm>
            <a:custGeom>
              <a:avLst/>
              <a:gdLst>
                <a:gd name="T0" fmla="*/ 23 w 42"/>
                <a:gd name="T1" fmla="*/ 54 h 55"/>
                <a:gd name="T2" fmla="*/ 41 w 42"/>
                <a:gd name="T3" fmla="*/ 30 h 55"/>
                <a:gd name="T4" fmla="*/ 19 w 42"/>
                <a:gd name="T5" fmla="*/ 1 h 55"/>
                <a:gd name="T6" fmla="*/ 1 w 42"/>
                <a:gd name="T7" fmla="*/ 25 h 55"/>
                <a:gd name="T8" fmla="*/ 23 w 42"/>
                <a:gd name="T9" fmla="*/ 54 h 55"/>
              </a:gdLst>
              <a:ahLst/>
              <a:cxnLst>
                <a:cxn ang="0">
                  <a:pos x="T0" y="T1"/>
                </a:cxn>
                <a:cxn ang="0">
                  <a:pos x="T2" y="T3"/>
                </a:cxn>
                <a:cxn ang="0">
                  <a:pos x="T4" y="T5"/>
                </a:cxn>
                <a:cxn ang="0">
                  <a:pos x="T6" y="T7"/>
                </a:cxn>
                <a:cxn ang="0">
                  <a:pos x="T8" y="T9"/>
                </a:cxn>
              </a:cxnLst>
              <a:rect l="0" t="0" r="r" b="b"/>
              <a:pathLst>
                <a:path w="42" h="55">
                  <a:moveTo>
                    <a:pt x="23" y="54"/>
                  </a:moveTo>
                  <a:cubicBezTo>
                    <a:pt x="34" y="55"/>
                    <a:pt x="42" y="45"/>
                    <a:pt x="41" y="30"/>
                  </a:cubicBezTo>
                  <a:cubicBezTo>
                    <a:pt x="40" y="15"/>
                    <a:pt x="30" y="2"/>
                    <a:pt x="19" y="1"/>
                  </a:cubicBezTo>
                  <a:cubicBezTo>
                    <a:pt x="8" y="0"/>
                    <a:pt x="0" y="11"/>
                    <a:pt x="1" y="25"/>
                  </a:cubicBezTo>
                  <a:cubicBezTo>
                    <a:pt x="2" y="40"/>
                    <a:pt x="12" y="53"/>
                    <a:pt x="23"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1" name="Freeform 164"/>
            <p:cNvSpPr/>
            <p:nvPr/>
          </p:nvSpPr>
          <p:spPr bwMode="auto">
            <a:xfrm>
              <a:off x="7107541" y="12418791"/>
              <a:ext cx="115888" cy="144463"/>
            </a:xfrm>
            <a:custGeom>
              <a:avLst/>
              <a:gdLst>
                <a:gd name="T0" fmla="*/ 42 w 43"/>
                <a:gd name="T1" fmla="*/ 29 h 53"/>
                <a:gd name="T2" fmla="*/ 19 w 43"/>
                <a:gd name="T3" fmla="*/ 1 h 53"/>
                <a:gd name="T4" fmla="*/ 2 w 43"/>
                <a:gd name="T5" fmla="*/ 24 h 53"/>
                <a:gd name="T6" fmla="*/ 24 w 43"/>
                <a:gd name="T7" fmla="*/ 51 h 53"/>
                <a:gd name="T8" fmla="*/ 42 w 43"/>
                <a:gd name="T9" fmla="*/ 29 h 53"/>
              </a:gdLst>
              <a:ahLst/>
              <a:cxnLst>
                <a:cxn ang="0">
                  <a:pos x="T0" y="T1"/>
                </a:cxn>
                <a:cxn ang="0">
                  <a:pos x="T2" y="T3"/>
                </a:cxn>
                <a:cxn ang="0">
                  <a:pos x="T4" y="T5"/>
                </a:cxn>
                <a:cxn ang="0">
                  <a:pos x="T6" y="T7"/>
                </a:cxn>
                <a:cxn ang="0">
                  <a:pos x="T8" y="T9"/>
                </a:cxn>
              </a:cxnLst>
              <a:rect l="0" t="0" r="r" b="b"/>
              <a:pathLst>
                <a:path w="43" h="53">
                  <a:moveTo>
                    <a:pt x="42" y="29"/>
                  </a:moveTo>
                  <a:cubicBezTo>
                    <a:pt x="40" y="15"/>
                    <a:pt x="30" y="2"/>
                    <a:pt x="19" y="1"/>
                  </a:cubicBezTo>
                  <a:cubicBezTo>
                    <a:pt x="8" y="0"/>
                    <a:pt x="0" y="10"/>
                    <a:pt x="2" y="24"/>
                  </a:cubicBezTo>
                  <a:cubicBezTo>
                    <a:pt x="3" y="38"/>
                    <a:pt x="13" y="50"/>
                    <a:pt x="24" y="51"/>
                  </a:cubicBezTo>
                  <a:cubicBezTo>
                    <a:pt x="35" y="53"/>
                    <a:pt x="43" y="43"/>
                    <a:pt x="42"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2" name="Freeform 165"/>
            <p:cNvSpPr/>
            <p:nvPr/>
          </p:nvSpPr>
          <p:spPr bwMode="auto">
            <a:xfrm>
              <a:off x="6894816" y="12391803"/>
              <a:ext cx="114300" cy="138113"/>
            </a:xfrm>
            <a:custGeom>
              <a:avLst/>
              <a:gdLst>
                <a:gd name="T0" fmla="*/ 23 w 42"/>
                <a:gd name="T1" fmla="*/ 48 h 51"/>
                <a:gd name="T2" fmla="*/ 41 w 42"/>
                <a:gd name="T3" fmla="*/ 29 h 51"/>
                <a:gd name="T4" fmla="*/ 19 w 42"/>
                <a:gd name="T5" fmla="*/ 2 h 51"/>
                <a:gd name="T6" fmla="*/ 1 w 42"/>
                <a:gd name="T7" fmla="*/ 21 h 51"/>
                <a:gd name="T8" fmla="*/ 23 w 42"/>
                <a:gd name="T9" fmla="*/ 48 h 51"/>
              </a:gdLst>
              <a:ahLst/>
              <a:cxnLst>
                <a:cxn ang="0">
                  <a:pos x="T0" y="T1"/>
                </a:cxn>
                <a:cxn ang="0">
                  <a:pos x="T2" y="T3"/>
                </a:cxn>
                <a:cxn ang="0">
                  <a:pos x="T4" y="T5"/>
                </a:cxn>
                <a:cxn ang="0">
                  <a:pos x="T6" y="T7"/>
                </a:cxn>
                <a:cxn ang="0">
                  <a:pos x="T8" y="T9"/>
                </a:cxn>
              </a:cxnLst>
              <a:rect l="0" t="0" r="r" b="b"/>
              <a:pathLst>
                <a:path w="42" h="51">
                  <a:moveTo>
                    <a:pt x="23" y="48"/>
                  </a:moveTo>
                  <a:cubicBezTo>
                    <a:pt x="34" y="51"/>
                    <a:pt x="42" y="42"/>
                    <a:pt x="41" y="29"/>
                  </a:cubicBezTo>
                  <a:cubicBezTo>
                    <a:pt x="40" y="17"/>
                    <a:pt x="30" y="4"/>
                    <a:pt x="19" y="2"/>
                  </a:cubicBezTo>
                  <a:cubicBezTo>
                    <a:pt x="8" y="0"/>
                    <a:pt x="0" y="9"/>
                    <a:pt x="1" y="21"/>
                  </a:cubicBezTo>
                  <a:cubicBezTo>
                    <a:pt x="2" y="34"/>
                    <a:pt x="12" y="46"/>
                    <a:pt x="23"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3" name="Freeform 166"/>
            <p:cNvSpPr/>
            <p:nvPr/>
          </p:nvSpPr>
          <p:spPr bwMode="auto">
            <a:xfrm>
              <a:off x="6680504" y="12356878"/>
              <a:ext cx="117475" cy="130175"/>
            </a:xfrm>
            <a:custGeom>
              <a:avLst/>
              <a:gdLst>
                <a:gd name="T0" fmla="*/ 42 w 43"/>
                <a:gd name="T1" fmla="*/ 28 h 48"/>
                <a:gd name="T2" fmla="*/ 19 w 43"/>
                <a:gd name="T3" fmla="*/ 3 h 48"/>
                <a:gd name="T4" fmla="*/ 1 w 43"/>
                <a:gd name="T5" fmla="*/ 20 h 48"/>
                <a:gd name="T6" fmla="*/ 24 w 43"/>
                <a:gd name="T7" fmla="*/ 45 h 48"/>
                <a:gd name="T8" fmla="*/ 42 w 43"/>
                <a:gd name="T9" fmla="*/ 28 h 48"/>
              </a:gdLst>
              <a:ahLst/>
              <a:cxnLst>
                <a:cxn ang="0">
                  <a:pos x="T0" y="T1"/>
                </a:cxn>
                <a:cxn ang="0">
                  <a:pos x="T2" y="T3"/>
                </a:cxn>
                <a:cxn ang="0">
                  <a:pos x="T4" y="T5"/>
                </a:cxn>
                <a:cxn ang="0">
                  <a:pos x="T6" y="T7"/>
                </a:cxn>
                <a:cxn ang="0">
                  <a:pos x="T8" y="T9"/>
                </a:cxn>
              </a:cxnLst>
              <a:rect l="0" t="0" r="r" b="b"/>
              <a:pathLst>
                <a:path w="43" h="48">
                  <a:moveTo>
                    <a:pt x="42" y="28"/>
                  </a:moveTo>
                  <a:cubicBezTo>
                    <a:pt x="40" y="16"/>
                    <a:pt x="30" y="5"/>
                    <a:pt x="19" y="3"/>
                  </a:cubicBezTo>
                  <a:cubicBezTo>
                    <a:pt x="8" y="0"/>
                    <a:pt x="0" y="8"/>
                    <a:pt x="1" y="20"/>
                  </a:cubicBezTo>
                  <a:cubicBezTo>
                    <a:pt x="3" y="31"/>
                    <a:pt x="12" y="43"/>
                    <a:pt x="24" y="45"/>
                  </a:cubicBezTo>
                  <a:cubicBezTo>
                    <a:pt x="35" y="48"/>
                    <a:pt x="43" y="40"/>
                    <a:pt x="42"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4" name="Freeform 167"/>
            <p:cNvSpPr/>
            <p:nvPr/>
          </p:nvSpPr>
          <p:spPr bwMode="auto">
            <a:xfrm>
              <a:off x="6469366" y="12318778"/>
              <a:ext cx="114300" cy="119063"/>
            </a:xfrm>
            <a:custGeom>
              <a:avLst/>
              <a:gdLst>
                <a:gd name="T0" fmla="*/ 41 w 42"/>
                <a:gd name="T1" fmla="*/ 26 h 44"/>
                <a:gd name="T2" fmla="*/ 18 w 42"/>
                <a:gd name="T3" fmla="*/ 2 h 44"/>
                <a:gd name="T4" fmla="*/ 1 w 42"/>
                <a:gd name="T5" fmla="*/ 17 h 44"/>
                <a:gd name="T6" fmla="*/ 23 w 42"/>
                <a:gd name="T7" fmla="*/ 41 h 44"/>
                <a:gd name="T8" fmla="*/ 41 w 42"/>
                <a:gd name="T9" fmla="*/ 26 h 44"/>
              </a:gdLst>
              <a:ahLst/>
              <a:cxnLst>
                <a:cxn ang="0">
                  <a:pos x="T0" y="T1"/>
                </a:cxn>
                <a:cxn ang="0">
                  <a:pos x="T2" y="T3"/>
                </a:cxn>
                <a:cxn ang="0">
                  <a:pos x="T4" y="T5"/>
                </a:cxn>
                <a:cxn ang="0">
                  <a:pos x="T6" y="T7"/>
                </a:cxn>
                <a:cxn ang="0">
                  <a:pos x="T8" y="T9"/>
                </a:cxn>
              </a:cxnLst>
              <a:rect l="0" t="0" r="r" b="b"/>
              <a:pathLst>
                <a:path w="42" h="44">
                  <a:moveTo>
                    <a:pt x="41" y="26"/>
                  </a:moveTo>
                  <a:cubicBezTo>
                    <a:pt x="40" y="15"/>
                    <a:pt x="29" y="4"/>
                    <a:pt x="18" y="2"/>
                  </a:cubicBezTo>
                  <a:cubicBezTo>
                    <a:pt x="7" y="0"/>
                    <a:pt x="0" y="7"/>
                    <a:pt x="1" y="17"/>
                  </a:cubicBezTo>
                  <a:cubicBezTo>
                    <a:pt x="2" y="28"/>
                    <a:pt x="12" y="38"/>
                    <a:pt x="23" y="41"/>
                  </a:cubicBezTo>
                  <a:cubicBezTo>
                    <a:pt x="34" y="44"/>
                    <a:pt x="42" y="37"/>
                    <a:pt x="4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5" name="Freeform 168"/>
            <p:cNvSpPr/>
            <p:nvPr/>
          </p:nvSpPr>
          <p:spPr bwMode="auto">
            <a:xfrm>
              <a:off x="503541" y="12828366"/>
              <a:ext cx="111125" cy="242888"/>
            </a:xfrm>
            <a:custGeom>
              <a:avLst/>
              <a:gdLst>
                <a:gd name="T0" fmla="*/ 39 w 41"/>
                <a:gd name="T1" fmla="*/ 18 h 89"/>
                <a:gd name="T2" fmla="*/ 18 w 41"/>
                <a:gd name="T3" fmla="*/ 14 h 89"/>
                <a:gd name="T4" fmla="*/ 1 w 41"/>
                <a:gd name="T5" fmla="*/ 61 h 89"/>
                <a:gd name="T6" fmla="*/ 23 w 41"/>
                <a:gd name="T7" fmla="*/ 78 h 89"/>
                <a:gd name="T8" fmla="*/ 39 w 41"/>
                <a:gd name="T9" fmla="*/ 18 h 89"/>
              </a:gdLst>
              <a:ahLst/>
              <a:cxnLst>
                <a:cxn ang="0">
                  <a:pos x="T0" y="T1"/>
                </a:cxn>
                <a:cxn ang="0">
                  <a:pos x="T2" y="T3"/>
                </a:cxn>
                <a:cxn ang="0">
                  <a:pos x="T4" y="T5"/>
                </a:cxn>
                <a:cxn ang="0">
                  <a:pos x="T6" y="T7"/>
                </a:cxn>
                <a:cxn ang="0">
                  <a:pos x="T8" y="T9"/>
                </a:cxn>
              </a:cxnLst>
              <a:rect l="0" t="0" r="r" b="b"/>
              <a:pathLst>
                <a:path w="41" h="89">
                  <a:moveTo>
                    <a:pt x="39" y="18"/>
                  </a:moveTo>
                  <a:cubicBezTo>
                    <a:pt x="38" y="0"/>
                    <a:pt x="28" y="2"/>
                    <a:pt x="18" y="14"/>
                  </a:cubicBezTo>
                  <a:cubicBezTo>
                    <a:pt x="7" y="26"/>
                    <a:pt x="0" y="44"/>
                    <a:pt x="1" y="61"/>
                  </a:cubicBezTo>
                  <a:cubicBezTo>
                    <a:pt x="3" y="79"/>
                    <a:pt x="12" y="89"/>
                    <a:pt x="23" y="78"/>
                  </a:cubicBezTo>
                  <a:cubicBezTo>
                    <a:pt x="34" y="66"/>
                    <a:pt x="41" y="36"/>
                    <a:pt x="39"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6" name="Freeform 169"/>
            <p:cNvSpPr/>
            <p:nvPr/>
          </p:nvSpPr>
          <p:spPr bwMode="auto">
            <a:xfrm>
              <a:off x="300341" y="13072841"/>
              <a:ext cx="114300" cy="228600"/>
            </a:xfrm>
            <a:custGeom>
              <a:avLst/>
              <a:gdLst>
                <a:gd name="T0" fmla="*/ 25 w 42"/>
                <a:gd name="T1" fmla="*/ 72 h 84"/>
                <a:gd name="T2" fmla="*/ 40 w 42"/>
                <a:gd name="T3" fmla="*/ 16 h 84"/>
                <a:gd name="T4" fmla="*/ 18 w 42"/>
                <a:gd name="T5" fmla="*/ 17 h 84"/>
                <a:gd name="T6" fmla="*/ 2 w 42"/>
                <a:gd name="T7" fmla="*/ 63 h 84"/>
                <a:gd name="T8" fmla="*/ 25 w 42"/>
                <a:gd name="T9" fmla="*/ 72 h 84"/>
              </a:gdLst>
              <a:ahLst/>
              <a:cxnLst>
                <a:cxn ang="0">
                  <a:pos x="T0" y="T1"/>
                </a:cxn>
                <a:cxn ang="0">
                  <a:pos x="T2" y="T3"/>
                </a:cxn>
                <a:cxn ang="0">
                  <a:pos x="T4" y="T5"/>
                </a:cxn>
                <a:cxn ang="0">
                  <a:pos x="T6" y="T7"/>
                </a:cxn>
                <a:cxn ang="0">
                  <a:pos x="T8" y="T9"/>
                </a:cxn>
              </a:cxnLst>
              <a:rect l="0" t="0" r="r" b="b"/>
              <a:pathLst>
                <a:path w="42" h="84">
                  <a:moveTo>
                    <a:pt x="25" y="72"/>
                  </a:moveTo>
                  <a:cubicBezTo>
                    <a:pt x="35" y="60"/>
                    <a:pt x="42" y="32"/>
                    <a:pt x="40" y="16"/>
                  </a:cubicBezTo>
                  <a:cubicBezTo>
                    <a:pt x="38" y="0"/>
                    <a:pt x="28" y="4"/>
                    <a:pt x="18" y="17"/>
                  </a:cubicBezTo>
                  <a:cubicBezTo>
                    <a:pt x="7" y="30"/>
                    <a:pt x="0" y="48"/>
                    <a:pt x="2" y="63"/>
                  </a:cubicBezTo>
                  <a:cubicBezTo>
                    <a:pt x="4" y="78"/>
                    <a:pt x="14" y="84"/>
                    <a:pt x="25"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7" name="Freeform 170"/>
            <p:cNvSpPr/>
            <p:nvPr/>
          </p:nvSpPr>
          <p:spPr bwMode="auto">
            <a:xfrm>
              <a:off x="6350304" y="12201303"/>
              <a:ext cx="111125" cy="109538"/>
            </a:xfrm>
            <a:custGeom>
              <a:avLst/>
              <a:gdLst>
                <a:gd name="T0" fmla="*/ 23 w 41"/>
                <a:gd name="T1" fmla="*/ 38 h 40"/>
                <a:gd name="T2" fmla="*/ 40 w 41"/>
                <a:gd name="T3" fmla="*/ 24 h 40"/>
                <a:gd name="T4" fmla="*/ 19 w 41"/>
                <a:gd name="T5" fmla="*/ 2 h 40"/>
                <a:gd name="T6" fmla="*/ 1 w 41"/>
                <a:gd name="T7" fmla="*/ 16 h 40"/>
                <a:gd name="T8" fmla="*/ 23 w 41"/>
                <a:gd name="T9" fmla="*/ 38 h 40"/>
              </a:gdLst>
              <a:ahLst/>
              <a:cxnLst>
                <a:cxn ang="0">
                  <a:pos x="T0" y="T1"/>
                </a:cxn>
                <a:cxn ang="0">
                  <a:pos x="T2" y="T3"/>
                </a:cxn>
                <a:cxn ang="0">
                  <a:pos x="T4" y="T5"/>
                </a:cxn>
                <a:cxn ang="0">
                  <a:pos x="T6" y="T7"/>
                </a:cxn>
                <a:cxn ang="0">
                  <a:pos x="T8" y="T9"/>
                </a:cxn>
              </a:cxnLst>
              <a:rect l="0" t="0" r="r" b="b"/>
              <a:pathLst>
                <a:path w="41" h="40">
                  <a:moveTo>
                    <a:pt x="23" y="38"/>
                  </a:moveTo>
                  <a:cubicBezTo>
                    <a:pt x="33" y="40"/>
                    <a:pt x="41" y="34"/>
                    <a:pt x="40" y="24"/>
                  </a:cubicBezTo>
                  <a:cubicBezTo>
                    <a:pt x="40" y="14"/>
                    <a:pt x="30" y="4"/>
                    <a:pt x="19" y="2"/>
                  </a:cubicBezTo>
                  <a:cubicBezTo>
                    <a:pt x="9" y="0"/>
                    <a:pt x="0" y="7"/>
                    <a:pt x="1" y="16"/>
                  </a:cubicBezTo>
                  <a:cubicBezTo>
                    <a:pt x="2" y="26"/>
                    <a:pt x="12" y="36"/>
                    <a:pt x="23"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8" name="Freeform 171"/>
            <p:cNvSpPr/>
            <p:nvPr/>
          </p:nvSpPr>
          <p:spPr bwMode="auto">
            <a:xfrm>
              <a:off x="6561441" y="12231466"/>
              <a:ext cx="114300" cy="120650"/>
            </a:xfrm>
            <a:custGeom>
              <a:avLst/>
              <a:gdLst>
                <a:gd name="T0" fmla="*/ 23 w 42"/>
                <a:gd name="T1" fmla="*/ 42 h 44"/>
                <a:gd name="T2" fmla="*/ 41 w 42"/>
                <a:gd name="T3" fmla="*/ 24 h 44"/>
                <a:gd name="T4" fmla="*/ 19 w 42"/>
                <a:gd name="T5" fmla="*/ 1 h 44"/>
                <a:gd name="T6" fmla="*/ 2 w 42"/>
                <a:gd name="T7" fmla="*/ 19 h 44"/>
                <a:gd name="T8" fmla="*/ 23 w 42"/>
                <a:gd name="T9" fmla="*/ 42 h 44"/>
              </a:gdLst>
              <a:ahLst/>
              <a:cxnLst>
                <a:cxn ang="0">
                  <a:pos x="T0" y="T1"/>
                </a:cxn>
                <a:cxn ang="0">
                  <a:pos x="T2" y="T3"/>
                </a:cxn>
                <a:cxn ang="0">
                  <a:pos x="T4" y="T5"/>
                </a:cxn>
                <a:cxn ang="0">
                  <a:pos x="T6" y="T7"/>
                </a:cxn>
                <a:cxn ang="0">
                  <a:pos x="T8" y="T9"/>
                </a:cxn>
              </a:cxnLst>
              <a:rect l="0" t="0" r="r" b="b"/>
              <a:pathLst>
                <a:path w="42" h="44">
                  <a:moveTo>
                    <a:pt x="23" y="42"/>
                  </a:moveTo>
                  <a:cubicBezTo>
                    <a:pt x="34" y="44"/>
                    <a:pt x="42" y="36"/>
                    <a:pt x="41" y="24"/>
                  </a:cubicBezTo>
                  <a:cubicBezTo>
                    <a:pt x="40" y="13"/>
                    <a:pt x="30" y="2"/>
                    <a:pt x="19" y="1"/>
                  </a:cubicBezTo>
                  <a:cubicBezTo>
                    <a:pt x="8" y="0"/>
                    <a:pt x="0" y="8"/>
                    <a:pt x="2" y="19"/>
                  </a:cubicBezTo>
                  <a:cubicBezTo>
                    <a:pt x="4" y="29"/>
                    <a:pt x="13" y="39"/>
                    <a:pt x="23"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9" name="Freeform 172"/>
            <p:cNvSpPr/>
            <p:nvPr/>
          </p:nvSpPr>
          <p:spPr bwMode="auto">
            <a:xfrm>
              <a:off x="6775754" y="12256866"/>
              <a:ext cx="114300" cy="130175"/>
            </a:xfrm>
            <a:custGeom>
              <a:avLst/>
              <a:gdLst>
                <a:gd name="T0" fmla="*/ 23 w 42"/>
                <a:gd name="T1" fmla="*/ 46 h 48"/>
                <a:gd name="T2" fmla="*/ 40 w 42"/>
                <a:gd name="T3" fmla="*/ 27 h 48"/>
                <a:gd name="T4" fmla="*/ 18 w 42"/>
                <a:gd name="T5" fmla="*/ 1 h 48"/>
                <a:gd name="T6" fmla="*/ 2 w 42"/>
                <a:gd name="T7" fmla="*/ 22 h 48"/>
                <a:gd name="T8" fmla="*/ 23 w 42"/>
                <a:gd name="T9" fmla="*/ 46 h 48"/>
              </a:gdLst>
              <a:ahLst/>
              <a:cxnLst>
                <a:cxn ang="0">
                  <a:pos x="T0" y="T1"/>
                </a:cxn>
                <a:cxn ang="0">
                  <a:pos x="T2" y="T3"/>
                </a:cxn>
                <a:cxn ang="0">
                  <a:pos x="T4" y="T5"/>
                </a:cxn>
                <a:cxn ang="0">
                  <a:pos x="T6" y="T7"/>
                </a:cxn>
                <a:cxn ang="0">
                  <a:pos x="T8" y="T9"/>
                </a:cxn>
              </a:cxnLst>
              <a:rect l="0" t="0" r="r" b="b"/>
              <a:pathLst>
                <a:path w="42" h="48">
                  <a:moveTo>
                    <a:pt x="23" y="46"/>
                  </a:moveTo>
                  <a:cubicBezTo>
                    <a:pt x="33" y="48"/>
                    <a:pt x="42" y="39"/>
                    <a:pt x="40" y="27"/>
                  </a:cubicBezTo>
                  <a:cubicBezTo>
                    <a:pt x="39" y="14"/>
                    <a:pt x="29" y="2"/>
                    <a:pt x="18" y="1"/>
                  </a:cubicBezTo>
                  <a:cubicBezTo>
                    <a:pt x="8" y="0"/>
                    <a:pt x="0" y="9"/>
                    <a:pt x="2" y="22"/>
                  </a:cubicBezTo>
                  <a:cubicBezTo>
                    <a:pt x="3" y="33"/>
                    <a:pt x="12" y="44"/>
                    <a:pt x="2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0" name="Freeform 173"/>
            <p:cNvSpPr/>
            <p:nvPr/>
          </p:nvSpPr>
          <p:spPr bwMode="auto">
            <a:xfrm>
              <a:off x="6986891" y="12277503"/>
              <a:ext cx="114300" cy="139700"/>
            </a:xfrm>
            <a:custGeom>
              <a:avLst/>
              <a:gdLst>
                <a:gd name="T0" fmla="*/ 24 w 42"/>
                <a:gd name="T1" fmla="*/ 49 h 51"/>
                <a:gd name="T2" fmla="*/ 41 w 42"/>
                <a:gd name="T3" fmla="*/ 27 h 51"/>
                <a:gd name="T4" fmla="*/ 18 w 42"/>
                <a:gd name="T5" fmla="*/ 0 h 51"/>
                <a:gd name="T6" fmla="*/ 2 w 42"/>
                <a:gd name="T7" fmla="*/ 24 h 51"/>
                <a:gd name="T8" fmla="*/ 24 w 42"/>
                <a:gd name="T9" fmla="*/ 49 h 51"/>
              </a:gdLst>
              <a:ahLst/>
              <a:cxnLst>
                <a:cxn ang="0">
                  <a:pos x="T0" y="T1"/>
                </a:cxn>
                <a:cxn ang="0">
                  <a:pos x="T2" y="T3"/>
                </a:cxn>
                <a:cxn ang="0">
                  <a:pos x="T4" y="T5"/>
                </a:cxn>
                <a:cxn ang="0">
                  <a:pos x="T6" y="T7"/>
                </a:cxn>
                <a:cxn ang="0">
                  <a:pos x="T8" y="T9"/>
                </a:cxn>
              </a:cxnLst>
              <a:rect l="0" t="0" r="r" b="b"/>
              <a:pathLst>
                <a:path w="42" h="51">
                  <a:moveTo>
                    <a:pt x="24" y="49"/>
                  </a:moveTo>
                  <a:cubicBezTo>
                    <a:pt x="34" y="51"/>
                    <a:pt x="42" y="40"/>
                    <a:pt x="41" y="27"/>
                  </a:cubicBezTo>
                  <a:cubicBezTo>
                    <a:pt x="39" y="13"/>
                    <a:pt x="29" y="1"/>
                    <a:pt x="18" y="0"/>
                  </a:cubicBezTo>
                  <a:cubicBezTo>
                    <a:pt x="8" y="0"/>
                    <a:pt x="0" y="10"/>
                    <a:pt x="2" y="24"/>
                  </a:cubicBezTo>
                  <a:cubicBezTo>
                    <a:pt x="4" y="37"/>
                    <a:pt x="13" y="48"/>
                    <a:pt x="24"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1" name="Freeform 174"/>
            <p:cNvSpPr/>
            <p:nvPr/>
          </p:nvSpPr>
          <p:spPr bwMode="auto">
            <a:xfrm>
              <a:off x="7202791" y="12288616"/>
              <a:ext cx="112713" cy="147638"/>
            </a:xfrm>
            <a:custGeom>
              <a:avLst/>
              <a:gdLst>
                <a:gd name="T0" fmla="*/ 24 w 42"/>
                <a:gd name="T1" fmla="*/ 53 h 54"/>
                <a:gd name="T2" fmla="*/ 40 w 42"/>
                <a:gd name="T3" fmla="*/ 27 h 54"/>
                <a:gd name="T4" fmla="*/ 17 w 42"/>
                <a:gd name="T5" fmla="*/ 1 h 54"/>
                <a:gd name="T6" fmla="*/ 2 w 42"/>
                <a:gd name="T7" fmla="*/ 28 h 54"/>
                <a:gd name="T8" fmla="*/ 24 w 42"/>
                <a:gd name="T9" fmla="*/ 53 h 54"/>
              </a:gdLst>
              <a:ahLst/>
              <a:cxnLst>
                <a:cxn ang="0">
                  <a:pos x="T0" y="T1"/>
                </a:cxn>
                <a:cxn ang="0">
                  <a:pos x="T2" y="T3"/>
                </a:cxn>
                <a:cxn ang="0">
                  <a:pos x="T4" y="T5"/>
                </a:cxn>
                <a:cxn ang="0">
                  <a:pos x="T6" y="T7"/>
                </a:cxn>
                <a:cxn ang="0">
                  <a:pos x="T8" y="T9"/>
                </a:cxn>
              </a:cxnLst>
              <a:rect l="0" t="0" r="r" b="b"/>
              <a:pathLst>
                <a:path w="42" h="54">
                  <a:moveTo>
                    <a:pt x="24" y="53"/>
                  </a:moveTo>
                  <a:cubicBezTo>
                    <a:pt x="35" y="54"/>
                    <a:pt x="42" y="42"/>
                    <a:pt x="40" y="27"/>
                  </a:cubicBezTo>
                  <a:cubicBezTo>
                    <a:pt x="38" y="12"/>
                    <a:pt x="28" y="0"/>
                    <a:pt x="17" y="1"/>
                  </a:cubicBezTo>
                  <a:cubicBezTo>
                    <a:pt x="6" y="1"/>
                    <a:pt x="0" y="13"/>
                    <a:pt x="2" y="28"/>
                  </a:cubicBezTo>
                  <a:cubicBezTo>
                    <a:pt x="4" y="41"/>
                    <a:pt x="14" y="53"/>
                    <a:pt x="24"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2" name="Freeform 175"/>
            <p:cNvSpPr/>
            <p:nvPr/>
          </p:nvSpPr>
          <p:spPr bwMode="auto">
            <a:xfrm>
              <a:off x="7413929" y="12288616"/>
              <a:ext cx="114300" cy="152400"/>
            </a:xfrm>
            <a:custGeom>
              <a:avLst/>
              <a:gdLst>
                <a:gd name="T0" fmla="*/ 24 w 42"/>
                <a:gd name="T1" fmla="*/ 56 h 56"/>
                <a:gd name="T2" fmla="*/ 41 w 42"/>
                <a:gd name="T3" fmla="*/ 28 h 56"/>
                <a:gd name="T4" fmla="*/ 18 w 42"/>
                <a:gd name="T5" fmla="*/ 1 h 56"/>
                <a:gd name="T6" fmla="*/ 2 w 42"/>
                <a:gd name="T7" fmla="*/ 30 h 56"/>
                <a:gd name="T8" fmla="*/ 24 w 42"/>
                <a:gd name="T9" fmla="*/ 56 h 56"/>
              </a:gdLst>
              <a:ahLst/>
              <a:cxnLst>
                <a:cxn ang="0">
                  <a:pos x="T0" y="T1"/>
                </a:cxn>
                <a:cxn ang="0">
                  <a:pos x="T2" y="T3"/>
                </a:cxn>
                <a:cxn ang="0">
                  <a:pos x="T4" y="T5"/>
                </a:cxn>
                <a:cxn ang="0">
                  <a:pos x="T6" y="T7"/>
                </a:cxn>
                <a:cxn ang="0">
                  <a:pos x="T8" y="T9"/>
                </a:cxn>
              </a:cxnLst>
              <a:rect l="0" t="0" r="r" b="b"/>
              <a:pathLst>
                <a:path w="42" h="56">
                  <a:moveTo>
                    <a:pt x="24" y="56"/>
                  </a:moveTo>
                  <a:cubicBezTo>
                    <a:pt x="35" y="56"/>
                    <a:pt x="42" y="43"/>
                    <a:pt x="41" y="28"/>
                  </a:cubicBezTo>
                  <a:cubicBezTo>
                    <a:pt x="39" y="12"/>
                    <a:pt x="29" y="0"/>
                    <a:pt x="18" y="1"/>
                  </a:cubicBezTo>
                  <a:cubicBezTo>
                    <a:pt x="7" y="2"/>
                    <a:pt x="0" y="15"/>
                    <a:pt x="2" y="30"/>
                  </a:cubicBezTo>
                  <a:cubicBezTo>
                    <a:pt x="4" y="45"/>
                    <a:pt x="14" y="56"/>
                    <a:pt x="24"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3" name="Freeform 176"/>
            <p:cNvSpPr/>
            <p:nvPr/>
          </p:nvSpPr>
          <p:spPr bwMode="auto">
            <a:xfrm>
              <a:off x="7628241" y="12277503"/>
              <a:ext cx="114300" cy="163513"/>
            </a:xfrm>
            <a:custGeom>
              <a:avLst/>
              <a:gdLst>
                <a:gd name="T0" fmla="*/ 24 w 42"/>
                <a:gd name="T1" fmla="*/ 58 h 60"/>
                <a:gd name="T2" fmla="*/ 40 w 42"/>
                <a:gd name="T3" fmla="*/ 28 h 60"/>
                <a:gd name="T4" fmla="*/ 18 w 42"/>
                <a:gd name="T5" fmla="*/ 1 h 60"/>
                <a:gd name="T6" fmla="*/ 2 w 42"/>
                <a:gd name="T7" fmla="*/ 31 h 60"/>
                <a:gd name="T8" fmla="*/ 24 w 42"/>
                <a:gd name="T9" fmla="*/ 58 h 60"/>
              </a:gdLst>
              <a:ahLst/>
              <a:cxnLst>
                <a:cxn ang="0">
                  <a:pos x="T0" y="T1"/>
                </a:cxn>
                <a:cxn ang="0">
                  <a:pos x="T2" y="T3"/>
                </a:cxn>
                <a:cxn ang="0">
                  <a:pos x="T4" y="T5"/>
                </a:cxn>
                <a:cxn ang="0">
                  <a:pos x="T6" y="T7"/>
                </a:cxn>
                <a:cxn ang="0">
                  <a:pos x="T8" y="T9"/>
                </a:cxn>
              </a:cxnLst>
              <a:rect l="0" t="0" r="r" b="b"/>
              <a:pathLst>
                <a:path w="42" h="60">
                  <a:moveTo>
                    <a:pt x="24" y="58"/>
                  </a:moveTo>
                  <a:cubicBezTo>
                    <a:pt x="35" y="57"/>
                    <a:pt x="42" y="43"/>
                    <a:pt x="40" y="28"/>
                  </a:cubicBezTo>
                  <a:cubicBezTo>
                    <a:pt x="39" y="12"/>
                    <a:pt x="29" y="0"/>
                    <a:pt x="18" y="1"/>
                  </a:cubicBezTo>
                  <a:cubicBezTo>
                    <a:pt x="7" y="2"/>
                    <a:pt x="0" y="16"/>
                    <a:pt x="2" y="31"/>
                  </a:cubicBezTo>
                  <a:cubicBezTo>
                    <a:pt x="3" y="47"/>
                    <a:pt x="14" y="60"/>
                    <a:pt x="24"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4" name="Freeform 177"/>
            <p:cNvSpPr/>
            <p:nvPr/>
          </p:nvSpPr>
          <p:spPr bwMode="auto">
            <a:xfrm>
              <a:off x="7839379" y="12248928"/>
              <a:ext cx="114300" cy="169863"/>
            </a:xfrm>
            <a:custGeom>
              <a:avLst/>
              <a:gdLst>
                <a:gd name="T0" fmla="*/ 24 w 42"/>
                <a:gd name="T1" fmla="*/ 61 h 63"/>
                <a:gd name="T2" fmla="*/ 41 w 42"/>
                <a:gd name="T3" fmla="*/ 30 h 63"/>
                <a:gd name="T4" fmla="*/ 19 w 42"/>
                <a:gd name="T5" fmla="*/ 2 h 63"/>
                <a:gd name="T6" fmla="*/ 2 w 42"/>
                <a:gd name="T7" fmla="*/ 34 h 63"/>
                <a:gd name="T8" fmla="*/ 24 w 42"/>
                <a:gd name="T9" fmla="*/ 61 h 63"/>
              </a:gdLst>
              <a:ahLst/>
              <a:cxnLst>
                <a:cxn ang="0">
                  <a:pos x="T0" y="T1"/>
                </a:cxn>
                <a:cxn ang="0">
                  <a:pos x="T2" y="T3"/>
                </a:cxn>
                <a:cxn ang="0">
                  <a:pos x="T4" y="T5"/>
                </a:cxn>
                <a:cxn ang="0">
                  <a:pos x="T6" y="T7"/>
                </a:cxn>
                <a:cxn ang="0">
                  <a:pos x="T8" y="T9"/>
                </a:cxn>
              </a:cxnLst>
              <a:rect l="0" t="0" r="r" b="b"/>
              <a:pathLst>
                <a:path w="42" h="63">
                  <a:moveTo>
                    <a:pt x="24" y="61"/>
                  </a:moveTo>
                  <a:cubicBezTo>
                    <a:pt x="34" y="59"/>
                    <a:pt x="42" y="45"/>
                    <a:pt x="41" y="30"/>
                  </a:cubicBezTo>
                  <a:cubicBezTo>
                    <a:pt x="40" y="13"/>
                    <a:pt x="30" y="0"/>
                    <a:pt x="19" y="2"/>
                  </a:cubicBezTo>
                  <a:cubicBezTo>
                    <a:pt x="8" y="3"/>
                    <a:pt x="0" y="18"/>
                    <a:pt x="2" y="34"/>
                  </a:cubicBezTo>
                  <a:cubicBezTo>
                    <a:pt x="3" y="51"/>
                    <a:pt x="14" y="63"/>
                    <a:pt x="24"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5" name="Freeform 178"/>
            <p:cNvSpPr/>
            <p:nvPr/>
          </p:nvSpPr>
          <p:spPr bwMode="auto">
            <a:xfrm>
              <a:off x="8053691" y="12207653"/>
              <a:ext cx="114300" cy="171450"/>
            </a:xfrm>
            <a:custGeom>
              <a:avLst/>
              <a:gdLst>
                <a:gd name="T0" fmla="*/ 23 w 42"/>
                <a:gd name="T1" fmla="*/ 61 h 63"/>
                <a:gd name="T2" fmla="*/ 41 w 42"/>
                <a:gd name="T3" fmla="*/ 27 h 63"/>
                <a:gd name="T4" fmla="*/ 18 w 42"/>
                <a:gd name="T5" fmla="*/ 3 h 63"/>
                <a:gd name="T6" fmla="*/ 2 w 42"/>
                <a:gd name="T7" fmla="*/ 37 h 63"/>
                <a:gd name="T8" fmla="*/ 23 w 42"/>
                <a:gd name="T9" fmla="*/ 61 h 63"/>
              </a:gdLst>
              <a:ahLst/>
              <a:cxnLst>
                <a:cxn ang="0">
                  <a:pos x="T0" y="T1"/>
                </a:cxn>
                <a:cxn ang="0">
                  <a:pos x="T2" y="T3"/>
                </a:cxn>
                <a:cxn ang="0">
                  <a:pos x="T4" y="T5"/>
                </a:cxn>
                <a:cxn ang="0">
                  <a:pos x="T6" y="T7"/>
                </a:cxn>
                <a:cxn ang="0">
                  <a:pos x="T8" y="T9"/>
                </a:cxn>
              </a:cxnLst>
              <a:rect l="0" t="0" r="r" b="b"/>
              <a:pathLst>
                <a:path w="42" h="63">
                  <a:moveTo>
                    <a:pt x="23" y="61"/>
                  </a:moveTo>
                  <a:cubicBezTo>
                    <a:pt x="34" y="59"/>
                    <a:pt x="42" y="43"/>
                    <a:pt x="41" y="27"/>
                  </a:cubicBezTo>
                  <a:cubicBezTo>
                    <a:pt x="39" y="11"/>
                    <a:pt x="29" y="0"/>
                    <a:pt x="18" y="3"/>
                  </a:cubicBezTo>
                  <a:cubicBezTo>
                    <a:pt x="7" y="5"/>
                    <a:pt x="0" y="21"/>
                    <a:pt x="2" y="37"/>
                  </a:cubicBezTo>
                  <a:cubicBezTo>
                    <a:pt x="3" y="53"/>
                    <a:pt x="13" y="63"/>
                    <a:pt x="23"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6" name="Freeform 179"/>
            <p:cNvSpPr/>
            <p:nvPr/>
          </p:nvSpPr>
          <p:spPr bwMode="auto">
            <a:xfrm>
              <a:off x="8268004" y="12147328"/>
              <a:ext cx="114300" cy="171450"/>
            </a:xfrm>
            <a:custGeom>
              <a:avLst/>
              <a:gdLst>
                <a:gd name="T0" fmla="*/ 24 w 42"/>
                <a:gd name="T1" fmla="*/ 60 h 63"/>
                <a:gd name="T2" fmla="*/ 41 w 42"/>
                <a:gd name="T3" fmla="*/ 26 h 63"/>
                <a:gd name="T4" fmla="*/ 19 w 42"/>
                <a:gd name="T5" fmla="*/ 3 h 63"/>
                <a:gd name="T6" fmla="*/ 1 w 42"/>
                <a:gd name="T7" fmla="*/ 37 h 63"/>
                <a:gd name="T8" fmla="*/ 24 w 42"/>
                <a:gd name="T9" fmla="*/ 60 h 63"/>
              </a:gdLst>
              <a:ahLst/>
              <a:cxnLst>
                <a:cxn ang="0">
                  <a:pos x="T0" y="T1"/>
                </a:cxn>
                <a:cxn ang="0">
                  <a:pos x="T2" y="T3"/>
                </a:cxn>
                <a:cxn ang="0">
                  <a:pos x="T4" y="T5"/>
                </a:cxn>
                <a:cxn ang="0">
                  <a:pos x="T6" y="T7"/>
                </a:cxn>
                <a:cxn ang="0">
                  <a:pos x="T8" y="T9"/>
                </a:cxn>
              </a:cxnLst>
              <a:rect l="0" t="0" r="r" b="b"/>
              <a:pathLst>
                <a:path w="42" h="63">
                  <a:moveTo>
                    <a:pt x="24" y="60"/>
                  </a:moveTo>
                  <a:cubicBezTo>
                    <a:pt x="34" y="56"/>
                    <a:pt x="42" y="41"/>
                    <a:pt x="41" y="26"/>
                  </a:cubicBezTo>
                  <a:cubicBezTo>
                    <a:pt x="40" y="10"/>
                    <a:pt x="30" y="0"/>
                    <a:pt x="19" y="3"/>
                  </a:cubicBezTo>
                  <a:cubicBezTo>
                    <a:pt x="8" y="5"/>
                    <a:pt x="0" y="21"/>
                    <a:pt x="1" y="37"/>
                  </a:cubicBezTo>
                  <a:cubicBezTo>
                    <a:pt x="3" y="53"/>
                    <a:pt x="13" y="63"/>
                    <a:pt x="24"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7" name="Freeform 180"/>
            <p:cNvSpPr/>
            <p:nvPr/>
          </p:nvSpPr>
          <p:spPr bwMode="auto">
            <a:xfrm>
              <a:off x="8482316" y="12066366"/>
              <a:ext cx="114300" cy="171450"/>
            </a:xfrm>
            <a:custGeom>
              <a:avLst/>
              <a:gdLst>
                <a:gd name="T0" fmla="*/ 23 w 42"/>
                <a:gd name="T1" fmla="*/ 59 h 63"/>
                <a:gd name="T2" fmla="*/ 41 w 42"/>
                <a:gd name="T3" fmla="*/ 24 h 63"/>
                <a:gd name="T4" fmla="*/ 19 w 42"/>
                <a:gd name="T5" fmla="*/ 4 h 63"/>
                <a:gd name="T6" fmla="*/ 2 w 42"/>
                <a:gd name="T7" fmla="*/ 40 h 63"/>
                <a:gd name="T8" fmla="*/ 23 w 42"/>
                <a:gd name="T9" fmla="*/ 59 h 63"/>
              </a:gdLst>
              <a:ahLst/>
              <a:cxnLst>
                <a:cxn ang="0">
                  <a:pos x="T0" y="T1"/>
                </a:cxn>
                <a:cxn ang="0">
                  <a:pos x="T2" y="T3"/>
                </a:cxn>
                <a:cxn ang="0">
                  <a:pos x="T4" y="T5"/>
                </a:cxn>
                <a:cxn ang="0">
                  <a:pos x="T6" y="T7"/>
                </a:cxn>
                <a:cxn ang="0">
                  <a:pos x="T8" y="T9"/>
                </a:cxn>
              </a:cxnLst>
              <a:rect l="0" t="0" r="r" b="b"/>
              <a:pathLst>
                <a:path w="42" h="63">
                  <a:moveTo>
                    <a:pt x="23" y="59"/>
                  </a:moveTo>
                  <a:cubicBezTo>
                    <a:pt x="34" y="56"/>
                    <a:pt x="42" y="39"/>
                    <a:pt x="41" y="24"/>
                  </a:cubicBezTo>
                  <a:cubicBezTo>
                    <a:pt x="40" y="9"/>
                    <a:pt x="30" y="0"/>
                    <a:pt x="19" y="4"/>
                  </a:cubicBezTo>
                  <a:cubicBezTo>
                    <a:pt x="8" y="8"/>
                    <a:pt x="0" y="25"/>
                    <a:pt x="2" y="40"/>
                  </a:cubicBezTo>
                  <a:cubicBezTo>
                    <a:pt x="3" y="54"/>
                    <a:pt x="12" y="63"/>
                    <a:pt x="23"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8" name="Freeform 181"/>
            <p:cNvSpPr/>
            <p:nvPr/>
          </p:nvSpPr>
          <p:spPr bwMode="auto">
            <a:xfrm>
              <a:off x="8698216" y="11974291"/>
              <a:ext cx="115888" cy="168275"/>
            </a:xfrm>
            <a:custGeom>
              <a:avLst/>
              <a:gdLst>
                <a:gd name="T0" fmla="*/ 23 w 43"/>
                <a:gd name="T1" fmla="*/ 57 h 62"/>
                <a:gd name="T2" fmla="*/ 41 w 43"/>
                <a:gd name="T3" fmla="*/ 22 h 62"/>
                <a:gd name="T4" fmla="*/ 19 w 43"/>
                <a:gd name="T5" fmla="*/ 5 h 62"/>
                <a:gd name="T6" fmla="*/ 2 w 43"/>
                <a:gd name="T7" fmla="*/ 40 h 62"/>
                <a:gd name="T8" fmla="*/ 23 w 43"/>
                <a:gd name="T9" fmla="*/ 57 h 62"/>
              </a:gdLst>
              <a:ahLst/>
              <a:cxnLst>
                <a:cxn ang="0">
                  <a:pos x="T0" y="T1"/>
                </a:cxn>
                <a:cxn ang="0">
                  <a:pos x="T2" y="T3"/>
                </a:cxn>
                <a:cxn ang="0">
                  <a:pos x="T4" y="T5"/>
                </a:cxn>
                <a:cxn ang="0">
                  <a:pos x="T6" y="T7"/>
                </a:cxn>
                <a:cxn ang="0">
                  <a:pos x="T8" y="T9"/>
                </a:cxn>
              </a:cxnLst>
              <a:rect l="0" t="0" r="r" b="b"/>
              <a:pathLst>
                <a:path w="43" h="62">
                  <a:moveTo>
                    <a:pt x="23" y="57"/>
                  </a:moveTo>
                  <a:cubicBezTo>
                    <a:pt x="34" y="53"/>
                    <a:pt x="43" y="36"/>
                    <a:pt x="41" y="22"/>
                  </a:cubicBezTo>
                  <a:cubicBezTo>
                    <a:pt x="40" y="8"/>
                    <a:pt x="30" y="0"/>
                    <a:pt x="19" y="5"/>
                  </a:cubicBezTo>
                  <a:cubicBezTo>
                    <a:pt x="8" y="10"/>
                    <a:pt x="0" y="26"/>
                    <a:pt x="2" y="40"/>
                  </a:cubicBezTo>
                  <a:cubicBezTo>
                    <a:pt x="4" y="54"/>
                    <a:pt x="13" y="62"/>
                    <a:pt x="23"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9" name="Freeform 182"/>
            <p:cNvSpPr/>
            <p:nvPr/>
          </p:nvSpPr>
          <p:spPr bwMode="auto">
            <a:xfrm>
              <a:off x="8914116" y="11867928"/>
              <a:ext cx="117475" cy="165100"/>
            </a:xfrm>
            <a:custGeom>
              <a:avLst/>
              <a:gdLst>
                <a:gd name="T0" fmla="*/ 24 w 43"/>
                <a:gd name="T1" fmla="*/ 55 h 61"/>
                <a:gd name="T2" fmla="*/ 41 w 43"/>
                <a:gd name="T3" fmla="*/ 20 h 61"/>
                <a:gd name="T4" fmla="*/ 18 w 43"/>
                <a:gd name="T5" fmla="*/ 7 h 61"/>
                <a:gd name="T6" fmla="*/ 2 w 43"/>
                <a:gd name="T7" fmla="*/ 42 h 61"/>
                <a:gd name="T8" fmla="*/ 24 w 43"/>
                <a:gd name="T9" fmla="*/ 55 h 61"/>
              </a:gdLst>
              <a:ahLst/>
              <a:cxnLst>
                <a:cxn ang="0">
                  <a:pos x="T0" y="T1"/>
                </a:cxn>
                <a:cxn ang="0">
                  <a:pos x="T2" y="T3"/>
                </a:cxn>
                <a:cxn ang="0">
                  <a:pos x="T4" y="T5"/>
                </a:cxn>
                <a:cxn ang="0">
                  <a:pos x="T6" y="T7"/>
                </a:cxn>
                <a:cxn ang="0">
                  <a:pos x="T8" y="T9"/>
                </a:cxn>
              </a:cxnLst>
              <a:rect l="0" t="0" r="r" b="b"/>
              <a:pathLst>
                <a:path w="43" h="61">
                  <a:moveTo>
                    <a:pt x="24" y="55"/>
                  </a:moveTo>
                  <a:cubicBezTo>
                    <a:pt x="35" y="49"/>
                    <a:pt x="43" y="33"/>
                    <a:pt x="41" y="20"/>
                  </a:cubicBezTo>
                  <a:cubicBezTo>
                    <a:pt x="39" y="6"/>
                    <a:pt x="28" y="0"/>
                    <a:pt x="18" y="7"/>
                  </a:cubicBezTo>
                  <a:cubicBezTo>
                    <a:pt x="7" y="13"/>
                    <a:pt x="0" y="29"/>
                    <a:pt x="2" y="42"/>
                  </a:cubicBezTo>
                  <a:cubicBezTo>
                    <a:pt x="4" y="55"/>
                    <a:pt x="14" y="61"/>
                    <a:pt x="24"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0" name="Freeform 183"/>
            <p:cNvSpPr/>
            <p:nvPr/>
          </p:nvSpPr>
          <p:spPr bwMode="auto">
            <a:xfrm>
              <a:off x="9128429" y="11759978"/>
              <a:ext cx="117475" cy="153988"/>
            </a:xfrm>
            <a:custGeom>
              <a:avLst/>
              <a:gdLst>
                <a:gd name="T0" fmla="*/ 24 w 43"/>
                <a:gd name="T1" fmla="*/ 52 h 57"/>
                <a:gd name="T2" fmla="*/ 42 w 43"/>
                <a:gd name="T3" fmla="*/ 18 h 57"/>
                <a:gd name="T4" fmla="*/ 19 w 43"/>
                <a:gd name="T5" fmla="*/ 6 h 57"/>
                <a:gd name="T6" fmla="*/ 2 w 43"/>
                <a:gd name="T7" fmla="*/ 40 h 57"/>
                <a:gd name="T8" fmla="*/ 24 w 43"/>
                <a:gd name="T9" fmla="*/ 52 h 57"/>
              </a:gdLst>
              <a:ahLst/>
              <a:cxnLst>
                <a:cxn ang="0">
                  <a:pos x="T0" y="T1"/>
                </a:cxn>
                <a:cxn ang="0">
                  <a:pos x="T2" y="T3"/>
                </a:cxn>
                <a:cxn ang="0">
                  <a:pos x="T4" y="T5"/>
                </a:cxn>
                <a:cxn ang="0">
                  <a:pos x="T6" y="T7"/>
                </a:cxn>
                <a:cxn ang="0">
                  <a:pos x="T8" y="T9"/>
                </a:cxn>
              </a:cxnLst>
              <a:rect l="0" t="0" r="r" b="b"/>
              <a:pathLst>
                <a:path w="43" h="57">
                  <a:moveTo>
                    <a:pt x="24" y="52"/>
                  </a:moveTo>
                  <a:cubicBezTo>
                    <a:pt x="35" y="46"/>
                    <a:pt x="43" y="30"/>
                    <a:pt x="42" y="18"/>
                  </a:cubicBezTo>
                  <a:cubicBezTo>
                    <a:pt x="40" y="5"/>
                    <a:pt x="30" y="0"/>
                    <a:pt x="19" y="6"/>
                  </a:cubicBezTo>
                  <a:cubicBezTo>
                    <a:pt x="8" y="12"/>
                    <a:pt x="0" y="27"/>
                    <a:pt x="2" y="40"/>
                  </a:cubicBezTo>
                  <a:cubicBezTo>
                    <a:pt x="4" y="52"/>
                    <a:pt x="14" y="57"/>
                    <a:pt x="2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1" name="Freeform 184"/>
            <p:cNvSpPr/>
            <p:nvPr/>
          </p:nvSpPr>
          <p:spPr bwMode="auto">
            <a:xfrm>
              <a:off x="9345916" y="11645678"/>
              <a:ext cx="117475" cy="146050"/>
            </a:xfrm>
            <a:custGeom>
              <a:avLst/>
              <a:gdLst>
                <a:gd name="T0" fmla="*/ 24 w 43"/>
                <a:gd name="T1" fmla="*/ 48 h 54"/>
                <a:gd name="T2" fmla="*/ 41 w 43"/>
                <a:gd name="T3" fmla="*/ 15 h 54"/>
                <a:gd name="T4" fmla="*/ 18 w 43"/>
                <a:gd name="T5" fmla="*/ 6 h 54"/>
                <a:gd name="T6" fmla="*/ 2 w 43"/>
                <a:gd name="T7" fmla="*/ 40 h 54"/>
                <a:gd name="T8" fmla="*/ 24 w 43"/>
                <a:gd name="T9" fmla="*/ 48 h 54"/>
              </a:gdLst>
              <a:ahLst/>
              <a:cxnLst>
                <a:cxn ang="0">
                  <a:pos x="T0" y="T1"/>
                </a:cxn>
                <a:cxn ang="0">
                  <a:pos x="T2" y="T3"/>
                </a:cxn>
                <a:cxn ang="0">
                  <a:pos x="T4" y="T5"/>
                </a:cxn>
                <a:cxn ang="0">
                  <a:pos x="T6" y="T7"/>
                </a:cxn>
                <a:cxn ang="0">
                  <a:pos x="T8" y="T9"/>
                </a:cxn>
              </a:cxnLst>
              <a:rect l="0" t="0" r="r" b="b"/>
              <a:pathLst>
                <a:path w="43" h="54">
                  <a:moveTo>
                    <a:pt x="24" y="48"/>
                  </a:moveTo>
                  <a:cubicBezTo>
                    <a:pt x="35" y="42"/>
                    <a:pt x="43" y="27"/>
                    <a:pt x="41" y="15"/>
                  </a:cubicBezTo>
                  <a:cubicBezTo>
                    <a:pt x="40" y="4"/>
                    <a:pt x="29" y="0"/>
                    <a:pt x="18" y="6"/>
                  </a:cubicBezTo>
                  <a:cubicBezTo>
                    <a:pt x="7" y="13"/>
                    <a:pt x="0" y="28"/>
                    <a:pt x="2" y="40"/>
                  </a:cubicBezTo>
                  <a:cubicBezTo>
                    <a:pt x="4" y="50"/>
                    <a:pt x="14" y="54"/>
                    <a:pt x="24"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2" name="Freeform 185"/>
            <p:cNvSpPr/>
            <p:nvPr/>
          </p:nvSpPr>
          <p:spPr bwMode="auto">
            <a:xfrm>
              <a:off x="9563404" y="11531378"/>
              <a:ext cx="114300" cy="138113"/>
            </a:xfrm>
            <a:custGeom>
              <a:avLst/>
              <a:gdLst>
                <a:gd name="T0" fmla="*/ 23 w 42"/>
                <a:gd name="T1" fmla="*/ 45 h 51"/>
                <a:gd name="T2" fmla="*/ 41 w 42"/>
                <a:gd name="T3" fmla="*/ 15 h 51"/>
                <a:gd name="T4" fmla="*/ 19 w 42"/>
                <a:gd name="T5" fmla="*/ 6 h 51"/>
                <a:gd name="T6" fmla="*/ 2 w 42"/>
                <a:gd name="T7" fmla="*/ 37 h 51"/>
                <a:gd name="T8" fmla="*/ 23 w 42"/>
                <a:gd name="T9" fmla="*/ 45 h 51"/>
              </a:gdLst>
              <a:ahLst/>
              <a:cxnLst>
                <a:cxn ang="0">
                  <a:pos x="T0" y="T1"/>
                </a:cxn>
                <a:cxn ang="0">
                  <a:pos x="T2" y="T3"/>
                </a:cxn>
                <a:cxn ang="0">
                  <a:pos x="T4" y="T5"/>
                </a:cxn>
                <a:cxn ang="0">
                  <a:pos x="T6" y="T7"/>
                </a:cxn>
                <a:cxn ang="0">
                  <a:pos x="T8" y="T9"/>
                </a:cxn>
              </a:cxnLst>
              <a:rect l="0" t="0" r="r" b="b"/>
              <a:pathLst>
                <a:path w="42" h="51">
                  <a:moveTo>
                    <a:pt x="23" y="45"/>
                  </a:moveTo>
                  <a:cubicBezTo>
                    <a:pt x="34" y="39"/>
                    <a:pt x="42" y="25"/>
                    <a:pt x="41" y="15"/>
                  </a:cubicBezTo>
                  <a:cubicBezTo>
                    <a:pt x="40" y="4"/>
                    <a:pt x="30" y="0"/>
                    <a:pt x="19" y="6"/>
                  </a:cubicBezTo>
                  <a:cubicBezTo>
                    <a:pt x="8" y="12"/>
                    <a:pt x="0" y="26"/>
                    <a:pt x="2" y="37"/>
                  </a:cubicBezTo>
                  <a:cubicBezTo>
                    <a:pt x="3" y="47"/>
                    <a:pt x="13" y="51"/>
                    <a:pt x="23"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3" name="Freeform 186"/>
            <p:cNvSpPr/>
            <p:nvPr/>
          </p:nvSpPr>
          <p:spPr bwMode="auto">
            <a:xfrm>
              <a:off x="9780891" y="11420253"/>
              <a:ext cx="114300" cy="127000"/>
            </a:xfrm>
            <a:custGeom>
              <a:avLst/>
              <a:gdLst>
                <a:gd name="T0" fmla="*/ 23 w 42"/>
                <a:gd name="T1" fmla="*/ 41 h 47"/>
                <a:gd name="T2" fmla="*/ 41 w 42"/>
                <a:gd name="T3" fmla="*/ 13 h 47"/>
                <a:gd name="T4" fmla="*/ 19 w 42"/>
                <a:gd name="T5" fmla="*/ 6 h 47"/>
                <a:gd name="T6" fmla="*/ 2 w 42"/>
                <a:gd name="T7" fmla="*/ 34 h 47"/>
                <a:gd name="T8" fmla="*/ 23 w 42"/>
                <a:gd name="T9" fmla="*/ 41 h 47"/>
              </a:gdLst>
              <a:ahLst/>
              <a:cxnLst>
                <a:cxn ang="0">
                  <a:pos x="T0" y="T1"/>
                </a:cxn>
                <a:cxn ang="0">
                  <a:pos x="T2" y="T3"/>
                </a:cxn>
                <a:cxn ang="0">
                  <a:pos x="T4" y="T5"/>
                </a:cxn>
                <a:cxn ang="0">
                  <a:pos x="T6" y="T7"/>
                </a:cxn>
                <a:cxn ang="0">
                  <a:pos x="T8" y="T9"/>
                </a:cxn>
              </a:cxnLst>
              <a:rect l="0" t="0" r="r" b="b"/>
              <a:pathLst>
                <a:path w="42" h="47">
                  <a:moveTo>
                    <a:pt x="23" y="41"/>
                  </a:moveTo>
                  <a:cubicBezTo>
                    <a:pt x="34" y="36"/>
                    <a:pt x="42" y="23"/>
                    <a:pt x="41" y="13"/>
                  </a:cubicBezTo>
                  <a:cubicBezTo>
                    <a:pt x="40" y="4"/>
                    <a:pt x="30" y="0"/>
                    <a:pt x="19" y="6"/>
                  </a:cubicBezTo>
                  <a:cubicBezTo>
                    <a:pt x="8" y="12"/>
                    <a:pt x="0" y="25"/>
                    <a:pt x="2" y="34"/>
                  </a:cubicBezTo>
                  <a:cubicBezTo>
                    <a:pt x="3" y="44"/>
                    <a:pt x="12" y="47"/>
                    <a:pt x="23"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4" name="Freeform 187"/>
            <p:cNvSpPr/>
            <p:nvPr/>
          </p:nvSpPr>
          <p:spPr bwMode="auto">
            <a:xfrm>
              <a:off x="9996791" y="11317066"/>
              <a:ext cx="114300" cy="114300"/>
            </a:xfrm>
            <a:custGeom>
              <a:avLst/>
              <a:gdLst>
                <a:gd name="T0" fmla="*/ 23 w 42"/>
                <a:gd name="T1" fmla="*/ 36 h 42"/>
                <a:gd name="T2" fmla="*/ 41 w 42"/>
                <a:gd name="T3" fmla="*/ 12 h 42"/>
                <a:gd name="T4" fmla="*/ 20 w 42"/>
                <a:gd name="T5" fmla="*/ 5 h 42"/>
                <a:gd name="T6" fmla="*/ 1 w 42"/>
                <a:gd name="T7" fmla="*/ 30 h 42"/>
                <a:gd name="T8" fmla="*/ 23 w 42"/>
                <a:gd name="T9" fmla="*/ 36 h 42"/>
              </a:gdLst>
              <a:ahLst/>
              <a:cxnLst>
                <a:cxn ang="0">
                  <a:pos x="T0" y="T1"/>
                </a:cxn>
                <a:cxn ang="0">
                  <a:pos x="T2" y="T3"/>
                </a:cxn>
                <a:cxn ang="0">
                  <a:pos x="T4" y="T5"/>
                </a:cxn>
                <a:cxn ang="0">
                  <a:pos x="T6" y="T7"/>
                </a:cxn>
                <a:cxn ang="0">
                  <a:pos x="T8" y="T9"/>
                </a:cxn>
              </a:cxnLst>
              <a:rect l="0" t="0" r="r" b="b"/>
              <a:pathLst>
                <a:path w="42" h="42">
                  <a:moveTo>
                    <a:pt x="23" y="36"/>
                  </a:moveTo>
                  <a:cubicBezTo>
                    <a:pt x="33" y="31"/>
                    <a:pt x="42" y="20"/>
                    <a:pt x="41" y="12"/>
                  </a:cubicBezTo>
                  <a:cubicBezTo>
                    <a:pt x="40" y="3"/>
                    <a:pt x="31" y="0"/>
                    <a:pt x="20" y="5"/>
                  </a:cubicBezTo>
                  <a:cubicBezTo>
                    <a:pt x="9" y="10"/>
                    <a:pt x="0" y="21"/>
                    <a:pt x="1" y="30"/>
                  </a:cubicBezTo>
                  <a:cubicBezTo>
                    <a:pt x="2" y="39"/>
                    <a:pt x="12" y="42"/>
                    <a:pt x="23"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5" name="Freeform 188"/>
            <p:cNvSpPr/>
            <p:nvPr/>
          </p:nvSpPr>
          <p:spPr bwMode="auto">
            <a:xfrm>
              <a:off x="10214279" y="11221816"/>
              <a:ext cx="114300" cy="100013"/>
            </a:xfrm>
            <a:custGeom>
              <a:avLst/>
              <a:gdLst>
                <a:gd name="T0" fmla="*/ 23 w 42"/>
                <a:gd name="T1" fmla="*/ 32 h 37"/>
                <a:gd name="T2" fmla="*/ 41 w 42"/>
                <a:gd name="T3" fmla="*/ 10 h 37"/>
                <a:gd name="T4" fmla="*/ 19 w 42"/>
                <a:gd name="T5" fmla="*/ 5 h 37"/>
                <a:gd name="T6" fmla="*/ 1 w 42"/>
                <a:gd name="T7" fmla="*/ 28 h 37"/>
                <a:gd name="T8" fmla="*/ 23 w 42"/>
                <a:gd name="T9" fmla="*/ 32 h 37"/>
              </a:gdLst>
              <a:ahLst/>
              <a:cxnLst>
                <a:cxn ang="0">
                  <a:pos x="T0" y="T1"/>
                </a:cxn>
                <a:cxn ang="0">
                  <a:pos x="T2" y="T3"/>
                </a:cxn>
                <a:cxn ang="0">
                  <a:pos x="T4" y="T5"/>
                </a:cxn>
                <a:cxn ang="0">
                  <a:pos x="T6" y="T7"/>
                </a:cxn>
                <a:cxn ang="0">
                  <a:pos x="T8" y="T9"/>
                </a:cxn>
              </a:cxnLst>
              <a:rect l="0" t="0" r="r" b="b"/>
              <a:pathLst>
                <a:path w="42" h="37">
                  <a:moveTo>
                    <a:pt x="23" y="32"/>
                  </a:moveTo>
                  <a:cubicBezTo>
                    <a:pt x="33" y="27"/>
                    <a:pt x="42" y="17"/>
                    <a:pt x="41" y="10"/>
                  </a:cubicBezTo>
                  <a:cubicBezTo>
                    <a:pt x="40" y="2"/>
                    <a:pt x="29" y="0"/>
                    <a:pt x="19" y="5"/>
                  </a:cubicBezTo>
                  <a:cubicBezTo>
                    <a:pt x="7" y="10"/>
                    <a:pt x="0" y="20"/>
                    <a:pt x="1" y="28"/>
                  </a:cubicBezTo>
                  <a:cubicBezTo>
                    <a:pt x="3" y="35"/>
                    <a:pt x="12" y="37"/>
                    <a:pt x="23"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6" name="Freeform 189"/>
            <p:cNvSpPr/>
            <p:nvPr/>
          </p:nvSpPr>
          <p:spPr bwMode="auto">
            <a:xfrm>
              <a:off x="10431766" y="11140853"/>
              <a:ext cx="111125" cy="87313"/>
            </a:xfrm>
            <a:custGeom>
              <a:avLst/>
              <a:gdLst>
                <a:gd name="T0" fmla="*/ 22 w 41"/>
                <a:gd name="T1" fmla="*/ 28 h 32"/>
                <a:gd name="T2" fmla="*/ 41 w 41"/>
                <a:gd name="T3" fmla="*/ 8 h 32"/>
                <a:gd name="T4" fmla="*/ 19 w 41"/>
                <a:gd name="T5" fmla="*/ 4 h 32"/>
                <a:gd name="T6" fmla="*/ 1 w 41"/>
                <a:gd name="T7" fmla="*/ 23 h 32"/>
                <a:gd name="T8" fmla="*/ 22 w 41"/>
                <a:gd name="T9" fmla="*/ 28 h 32"/>
              </a:gdLst>
              <a:ahLst/>
              <a:cxnLst>
                <a:cxn ang="0">
                  <a:pos x="T0" y="T1"/>
                </a:cxn>
                <a:cxn ang="0">
                  <a:pos x="T2" y="T3"/>
                </a:cxn>
                <a:cxn ang="0">
                  <a:pos x="T4" y="T5"/>
                </a:cxn>
                <a:cxn ang="0">
                  <a:pos x="T6" y="T7"/>
                </a:cxn>
                <a:cxn ang="0">
                  <a:pos x="T8" y="T9"/>
                </a:cxn>
              </a:cxnLst>
              <a:rect l="0" t="0" r="r" b="b"/>
              <a:pathLst>
                <a:path w="41" h="32">
                  <a:moveTo>
                    <a:pt x="22" y="28"/>
                  </a:moveTo>
                  <a:cubicBezTo>
                    <a:pt x="32" y="24"/>
                    <a:pt x="41" y="15"/>
                    <a:pt x="41" y="8"/>
                  </a:cubicBezTo>
                  <a:cubicBezTo>
                    <a:pt x="40" y="2"/>
                    <a:pt x="30" y="0"/>
                    <a:pt x="19" y="4"/>
                  </a:cubicBezTo>
                  <a:cubicBezTo>
                    <a:pt x="8" y="8"/>
                    <a:pt x="0" y="17"/>
                    <a:pt x="1" y="23"/>
                  </a:cubicBezTo>
                  <a:cubicBezTo>
                    <a:pt x="2" y="30"/>
                    <a:pt x="11" y="32"/>
                    <a:pt x="22"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7" name="Freeform 190"/>
            <p:cNvSpPr/>
            <p:nvPr/>
          </p:nvSpPr>
          <p:spPr bwMode="auto">
            <a:xfrm>
              <a:off x="10646079" y="11072591"/>
              <a:ext cx="114300" cy="69850"/>
            </a:xfrm>
            <a:custGeom>
              <a:avLst/>
              <a:gdLst>
                <a:gd name="T0" fmla="*/ 23 w 42"/>
                <a:gd name="T1" fmla="*/ 23 h 26"/>
                <a:gd name="T2" fmla="*/ 41 w 42"/>
                <a:gd name="T3" fmla="*/ 7 h 26"/>
                <a:gd name="T4" fmla="*/ 19 w 42"/>
                <a:gd name="T5" fmla="*/ 3 h 26"/>
                <a:gd name="T6" fmla="*/ 2 w 42"/>
                <a:gd name="T7" fmla="*/ 20 h 26"/>
                <a:gd name="T8" fmla="*/ 23 w 42"/>
                <a:gd name="T9" fmla="*/ 23 h 26"/>
              </a:gdLst>
              <a:ahLst/>
              <a:cxnLst>
                <a:cxn ang="0">
                  <a:pos x="T0" y="T1"/>
                </a:cxn>
                <a:cxn ang="0">
                  <a:pos x="T2" y="T3"/>
                </a:cxn>
                <a:cxn ang="0">
                  <a:pos x="T4" y="T5"/>
                </a:cxn>
                <a:cxn ang="0">
                  <a:pos x="T6" y="T7"/>
                </a:cxn>
                <a:cxn ang="0">
                  <a:pos x="T8" y="T9"/>
                </a:cxn>
              </a:cxnLst>
              <a:rect l="0" t="0" r="r" b="b"/>
              <a:pathLst>
                <a:path w="42" h="26">
                  <a:moveTo>
                    <a:pt x="23" y="23"/>
                  </a:moveTo>
                  <a:cubicBezTo>
                    <a:pt x="34" y="19"/>
                    <a:pt x="42" y="12"/>
                    <a:pt x="41" y="7"/>
                  </a:cubicBezTo>
                  <a:cubicBezTo>
                    <a:pt x="40" y="2"/>
                    <a:pt x="30" y="0"/>
                    <a:pt x="19" y="3"/>
                  </a:cubicBezTo>
                  <a:cubicBezTo>
                    <a:pt x="8" y="7"/>
                    <a:pt x="0" y="14"/>
                    <a:pt x="2" y="20"/>
                  </a:cubicBezTo>
                  <a:cubicBezTo>
                    <a:pt x="3" y="25"/>
                    <a:pt x="13" y="26"/>
                    <a:pt x="23"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8" name="Freeform 191"/>
            <p:cNvSpPr/>
            <p:nvPr/>
          </p:nvSpPr>
          <p:spPr bwMode="auto">
            <a:xfrm>
              <a:off x="10863566" y="11021791"/>
              <a:ext cx="114300" cy="58738"/>
            </a:xfrm>
            <a:custGeom>
              <a:avLst/>
              <a:gdLst>
                <a:gd name="T0" fmla="*/ 23 w 42"/>
                <a:gd name="T1" fmla="*/ 19 h 22"/>
                <a:gd name="T2" fmla="*/ 40 w 42"/>
                <a:gd name="T3" fmla="*/ 7 h 22"/>
                <a:gd name="T4" fmla="*/ 18 w 42"/>
                <a:gd name="T5" fmla="*/ 3 h 22"/>
                <a:gd name="T6" fmla="*/ 1 w 42"/>
                <a:gd name="T7" fmla="*/ 16 h 22"/>
                <a:gd name="T8" fmla="*/ 23 w 42"/>
                <a:gd name="T9" fmla="*/ 19 h 22"/>
              </a:gdLst>
              <a:ahLst/>
              <a:cxnLst>
                <a:cxn ang="0">
                  <a:pos x="T0" y="T1"/>
                </a:cxn>
                <a:cxn ang="0">
                  <a:pos x="T2" y="T3"/>
                </a:cxn>
                <a:cxn ang="0">
                  <a:pos x="T4" y="T5"/>
                </a:cxn>
                <a:cxn ang="0">
                  <a:pos x="T6" y="T7"/>
                </a:cxn>
                <a:cxn ang="0">
                  <a:pos x="T8" y="T9"/>
                </a:cxn>
              </a:cxnLst>
              <a:rect l="0" t="0" r="r" b="b"/>
              <a:pathLst>
                <a:path w="42" h="22">
                  <a:moveTo>
                    <a:pt x="23" y="19"/>
                  </a:moveTo>
                  <a:cubicBezTo>
                    <a:pt x="33" y="17"/>
                    <a:pt x="42" y="11"/>
                    <a:pt x="40" y="7"/>
                  </a:cubicBezTo>
                  <a:cubicBezTo>
                    <a:pt x="39" y="2"/>
                    <a:pt x="29" y="0"/>
                    <a:pt x="18" y="3"/>
                  </a:cubicBezTo>
                  <a:cubicBezTo>
                    <a:pt x="7" y="5"/>
                    <a:pt x="0" y="11"/>
                    <a:pt x="1" y="16"/>
                  </a:cubicBezTo>
                  <a:cubicBezTo>
                    <a:pt x="3" y="21"/>
                    <a:pt x="12" y="22"/>
                    <a:pt x="23"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9" name="Freeform 192"/>
            <p:cNvSpPr/>
            <p:nvPr/>
          </p:nvSpPr>
          <p:spPr bwMode="auto">
            <a:xfrm>
              <a:off x="11081054" y="10993216"/>
              <a:ext cx="107950" cy="44450"/>
            </a:xfrm>
            <a:custGeom>
              <a:avLst/>
              <a:gdLst>
                <a:gd name="T0" fmla="*/ 21 w 40"/>
                <a:gd name="T1" fmla="*/ 15 h 16"/>
                <a:gd name="T2" fmla="*/ 40 w 40"/>
                <a:gd name="T3" fmla="*/ 6 h 16"/>
                <a:gd name="T4" fmla="*/ 19 w 40"/>
                <a:gd name="T5" fmla="*/ 1 h 16"/>
                <a:gd name="T6" fmla="*/ 0 w 40"/>
                <a:gd name="T7" fmla="*/ 10 h 16"/>
                <a:gd name="T8" fmla="*/ 21 w 40"/>
                <a:gd name="T9" fmla="*/ 15 h 16"/>
              </a:gdLst>
              <a:ahLst/>
              <a:cxnLst>
                <a:cxn ang="0">
                  <a:pos x="T0" y="T1"/>
                </a:cxn>
                <a:cxn ang="0">
                  <a:pos x="T2" y="T3"/>
                </a:cxn>
                <a:cxn ang="0">
                  <a:pos x="T4" y="T5"/>
                </a:cxn>
                <a:cxn ang="0">
                  <a:pos x="T6" y="T7"/>
                </a:cxn>
                <a:cxn ang="0">
                  <a:pos x="T8" y="T9"/>
                </a:cxn>
              </a:cxnLst>
              <a:rect l="0" t="0" r="r" b="b"/>
              <a:pathLst>
                <a:path w="40" h="16">
                  <a:moveTo>
                    <a:pt x="21" y="15"/>
                  </a:moveTo>
                  <a:cubicBezTo>
                    <a:pt x="31" y="13"/>
                    <a:pt x="40" y="9"/>
                    <a:pt x="40" y="6"/>
                  </a:cubicBezTo>
                  <a:cubicBezTo>
                    <a:pt x="39" y="2"/>
                    <a:pt x="30" y="0"/>
                    <a:pt x="19" y="1"/>
                  </a:cubicBezTo>
                  <a:cubicBezTo>
                    <a:pt x="8" y="2"/>
                    <a:pt x="0" y="6"/>
                    <a:pt x="0" y="10"/>
                  </a:cubicBezTo>
                  <a:cubicBezTo>
                    <a:pt x="1" y="14"/>
                    <a:pt x="10" y="16"/>
                    <a:pt x="2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0" name="Freeform 193"/>
            <p:cNvSpPr/>
            <p:nvPr/>
          </p:nvSpPr>
          <p:spPr bwMode="auto">
            <a:xfrm>
              <a:off x="11295366" y="10855103"/>
              <a:ext cx="111125" cy="130175"/>
            </a:xfrm>
            <a:custGeom>
              <a:avLst/>
              <a:gdLst>
                <a:gd name="T0" fmla="*/ 23 w 41"/>
                <a:gd name="T1" fmla="*/ 32 h 48"/>
                <a:gd name="T2" fmla="*/ 41 w 41"/>
                <a:gd name="T3" fmla="*/ 3 h 48"/>
                <a:gd name="T4" fmla="*/ 20 w 41"/>
                <a:gd name="T5" fmla="*/ 23 h 48"/>
                <a:gd name="T6" fmla="*/ 1 w 41"/>
                <a:gd name="T7" fmla="*/ 46 h 48"/>
                <a:gd name="T8" fmla="*/ 23 w 41"/>
                <a:gd name="T9" fmla="*/ 32 h 48"/>
              </a:gdLst>
              <a:ahLst/>
              <a:cxnLst>
                <a:cxn ang="0">
                  <a:pos x="T0" y="T1"/>
                </a:cxn>
                <a:cxn ang="0">
                  <a:pos x="T2" y="T3"/>
                </a:cxn>
                <a:cxn ang="0">
                  <a:pos x="T4" y="T5"/>
                </a:cxn>
                <a:cxn ang="0">
                  <a:pos x="T6" y="T7"/>
                </a:cxn>
                <a:cxn ang="0">
                  <a:pos x="T8" y="T9"/>
                </a:cxn>
              </a:cxnLst>
              <a:rect l="0" t="0" r="r" b="b"/>
              <a:pathLst>
                <a:path w="41" h="48">
                  <a:moveTo>
                    <a:pt x="23" y="32"/>
                  </a:moveTo>
                  <a:cubicBezTo>
                    <a:pt x="33" y="20"/>
                    <a:pt x="41" y="5"/>
                    <a:pt x="41" y="3"/>
                  </a:cubicBezTo>
                  <a:cubicBezTo>
                    <a:pt x="40" y="0"/>
                    <a:pt x="31" y="11"/>
                    <a:pt x="20" y="23"/>
                  </a:cubicBezTo>
                  <a:cubicBezTo>
                    <a:pt x="9" y="35"/>
                    <a:pt x="0" y="43"/>
                    <a:pt x="1" y="46"/>
                  </a:cubicBezTo>
                  <a:cubicBezTo>
                    <a:pt x="2" y="48"/>
                    <a:pt x="11" y="44"/>
                    <a:pt x="23"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1" name="Freeform 194"/>
            <p:cNvSpPr/>
            <p:nvPr/>
          </p:nvSpPr>
          <p:spPr bwMode="auto">
            <a:xfrm>
              <a:off x="11514441" y="10429653"/>
              <a:ext cx="114300" cy="244475"/>
            </a:xfrm>
            <a:custGeom>
              <a:avLst/>
              <a:gdLst>
                <a:gd name="T0" fmla="*/ 41 w 42"/>
                <a:gd name="T1" fmla="*/ 2 h 90"/>
                <a:gd name="T2" fmla="*/ 20 w 42"/>
                <a:gd name="T3" fmla="*/ 43 h 90"/>
                <a:gd name="T4" fmla="*/ 1 w 42"/>
                <a:gd name="T5" fmla="*/ 88 h 90"/>
                <a:gd name="T6" fmla="*/ 23 w 42"/>
                <a:gd name="T7" fmla="*/ 49 h 90"/>
                <a:gd name="T8" fmla="*/ 41 w 42"/>
                <a:gd name="T9" fmla="*/ 2 h 90"/>
              </a:gdLst>
              <a:ahLst/>
              <a:cxnLst>
                <a:cxn ang="0">
                  <a:pos x="T0" y="T1"/>
                </a:cxn>
                <a:cxn ang="0">
                  <a:pos x="T2" y="T3"/>
                </a:cxn>
                <a:cxn ang="0">
                  <a:pos x="T4" y="T5"/>
                </a:cxn>
                <a:cxn ang="0">
                  <a:pos x="T6" y="T7"/>
                </a:cxn>
                <a:cxn ang="0">
                  <a:pos x="T8" y="T9"/>
                </a:cxn>
              </a:cxnLst>
              <a:rect l="0" t="0" r="r" b="b"/>
              <a:pathLst>
                <a:path w="42" h="90">
                  <a:moveTo>
                    <a:pt x="41" y="2"/>
                  </a:moveTo>
                  <a:cubicBezTo>
                    <a:pt x="41" y="0"/>
                    <a:pt x="31" y="18"/>
                    <a:pt x="20" y="43"/>
                  </a:cubicBezTo>
                  <a:cubicBezTo>
                    <a:pt x="9" y="66"/>
                    <a:pt x="0" y="86"/>
                    <a:pt x="1" y="88"/>
                  </a:cubicBezTo>
                  <a:cubicBezTo>
                    <a:pt x="2" y="90"/>
                    <a:pt x="11" y="74"/>
                    <a:pt x="23" y="49"/>
                  </a:cubicBezTo>
                  <a:cubicBezTo>
                    <a:pt x="34" y="27"/>
                    <a:pt x="42" y="5"/>
                    <a:pt x="4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2" name="Freeform 195"/>
            <p:cNvSpPr/>
            <p:nvPr/>
          </p:nvSpPr>
          <p:spPr bwMode="auto">
            <a:xfrm>
              <a:off x="11735104" y="9932766"/>
              <a:ext cx="115888" cy="246063"/>
            </a:xfrm>
            <a:custGeom>
              <a:avLst/>
              <a:gdLst>
                <a:gd name="T0" fmla="*/ 42 w 43"/>
                <a:gd name="T1" fmla="*/ 1 h 91"/>
                <a:gd name="T2" fmla="*/ 18 w 43"/>
                <a:gd name="T3" fmla="*/ 44 h 91"/>
                <a:gd name="T4" fmla="*/ 1 w 43"/>
                <a:gd name="T5" fmla="*/ 91 h 91"/>
                <a:gd name="T6" fmla="*/ 25 w 43"/>
                <a:gd name="T7" fmla="*/ 44 h 91"/>
                <a:gd name="T8" fmla="*/ 42 w 43"/>
                <a:gd name="T9" fmla="*/ 1 h 91"/>
              </a:gdLst>
              <a:ahLst/>
              <a:cxnLst>
                <a:cxn ang="0">
                  <a:pos x="T0" y="T1"/>
                </a:cxn>
                <a:cxn ang="0">
                  <a:pos x="T2" y="T3"/>
                </a:cxn>
                <a:cxn ang="0">
                  <a:pos x="T4" y="T5"/>
                </a:cxn>
                <a:cxn ang="0">
                  <a:pos x="T6" y="T7"/>
                </a:cxn>
                <a:cxn ang="0">
                  <a:pos x="T8" y="T9"/>
                </a:cxn>
              </a:cxnLst>
              <a:rect l="0" t="0" r="r" b="b"/>
              <a:pathLst>
                <a:path w="43" h="91">
                  <a:moveTo>
                    <a:pt x="42" y="1"/>
                  </a:moveTo>
                  <a:cubicBezTo>
                    <a:pt x="40" y="0"/>
                    <a:pt x="29" y="19"/>
                    <a:pt x="18" y="44"/>
                  </a:cubicBezTo>
                  <a:cubicBezTo>
                    <a:pt x="7" y="69"/>
                    <a:pt x="0" y="91"/>
                    <a:pt x="1" y="91"/>
                  </a:cubicBezTo>
                  <a:cubicBezTo>
                    <a:pt x="3" y="91"/>
                    <a:pt x="14" y="68"/>
                    <a:pt x="25" y="44"/>
                  </a:cubicBezTo>
                  <a:cubicBezTo>
                    <a:pt x="36" y="20"/>
                    <a:pt x="43" y="2"/>
                    <a:pt x="4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3" name="Freeform 196"/>
            <p:cNvSpPr/>
            <p:nvPr/>
          </p:nvSpPr>
          <p:spPr bwMode="auto">
            <a:xfrm>
              <a:off x="11951004" y="9569228"/>
              <a:ext cx="120650" cy="157163"/>
            </a:xfrm>
            <a:custGeom>
              <a:avLst/>
              <a:gdLst>
                <a:gd name="T0" fmla="*/ 42 w 44"/>
                <a:gd name="T1" fmla="*/ 2 h 58"/>
                <a:gd name="T2" fmla="*/ 19 w 44"/>
                <a:gd name="T3" fmla="*/ 23 h 58"/>
                <a:gd name="T4" fmla="*/ 2 w 44"/>
                <a:gd name="T5" fmla="*/ 56 h 58"/>
                <a:gd name="T6" fmla="*/ 26 w 44"/>
                <a:gd name="T7" fmla="*/ 28 h 58"/>
                <a:gd name="T8" fmla="*/ 42 w 44"/>
                <a:gd name="T9" fmla="*/ 2 h 58"/>
              </a:gdLst>
              <a:ahLst/>
              <a:cxnLst>
                <a:cxn ang="0">
                  <a:pos x="T0" y="T1"/>
                </a:cxn>
                <a:cxn ang="0">
                  <a:pos x="T2" y="T3"/>
                </a:cxn>
                <a:cxn ang="0">
                  <a:pos x="T4" y="T5"/>
                </a:cxn>
                <a:cxn ang="0">
                  <a:pos x="T6" y="T7"/>
                </a:cxn>
                <a:cxn ang="0">
                  <a:pos x="T8" y="T9"/>
                </a:cxn>
              </a:cxnLst>
              <a:rect l="0" t="0" r="r" b="b"/>
              <a:pathLst>
                <a:path w="44" h="58">
                  <a:moveTo>
                    <a:pt x="42" y="2"/>
                  </a:moveTo>
                  <a:cubicBezTo>
                    <a:pt x="40" y="0"/>
                    <a:pt x="30" y="7"/>
                    <a:pt x="19" y="23"/>
                  </a:cubicBezTo>
                  <a:cubicBezTo>
                    <a:pt x="8" y="38"/>
                    <a:pt x="0" y="55"/>
                    <a:pt x="2" y="56"/>
                  </a:cubicBezTo>
                  <a:cubicBezTo>
                    <a:pt x="4" y="58"/>
                    <a:pt x="15" y="43"/>
                    <a:pt x="26" y="28"/>
                  </a:cubicBezTo>
                  <a:cubicBezTo>
                    <a:pt x="36" y="14"/>
                    <a:pt x="44" y="4"/>
                    <a:pt x="4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4" name="Freeform 197"/>
            <p:cNvSpPr/>
            <p:nvPr/>
          </p:nvSpPr>
          <p:spPr bwMode="auto">
            <a:xfrm>
              <a:off x="186041" y="13125228"/>
              <a:ext cx="107950" cy="153988"/>
            </a:xfrm>
            <a:custGeom>
              <a:avLst/>
              <a:gdLst>
                <a:gd name="T0" fmla="*/ 23 w 40"/>
                <a:gd name="T1" fmla="*/ 42 h 57"/>
                <a:gd name="T2" fmla="*/ 39 w 40"/>
                <a:gd name="T3" fmla="*/ 6 h 57"/>
                <a:gd name="T4" fmla="*/ 17 w 40"/>
                <a:gd name="T5" fmla="*/ 18 h 57"/>
                <a:gd name="T6" fmla="*/ 2 w 40"/>
                <a:gd name="T7" fmla="*/ 51 h 57"/>
                <a:gd name="T8" fmla="*/ 23 w 40"/>
                <a:gd name="T9" fmla="*/ 42 h 57"/>
              </a:gdLst>
              <a:ahLst/>
              <a:cxnLst>
                <a:cxn ang="0">
                  <a:pos x="T0" y="T1"/>
                </a:cxn>
                <a:cxn ang="0">
                  <a:pos x="T2" y="T3"/>
                </a:cxn>
                <a:cxn ang="0">
                  <a:pos x="T4" y="T5"/>
                </a:cxn>
                <a:cxn ang="0">
                  <a:pos x="T6" y="T7"/>
                </a:cxn>
                <a:cxn ang="0">
                  <a:pos x="T8" y="T9"/>
                </a:cxn>
              </a:cxnLst>
              <a:rect l="0" t="0" r="r" b="b"/>
              <a:pathLst>
                <a:path w="40" h="57">
                  <a:moveTo>
                    <a:pt x="23" y="42"/>
                  </a:moveTo>
                  <a:cubicBezTo>
                    <a:pt x="33" y="30"/>
                    <a:pt x="40" y="13"/>
                    <a:pt x="39" y="6"/>
                  </a:cubicBezTo>
                  <a:cubicBezTo>
                    <a:pt x="37" y="0"/>
                    <a:pt x="27" y="6"/>
                    <a:pt x="17" y="18"/>
                  </a:cubicBezTo>
                  <a:cubicBezTo>
                    <a:pt x="7" y="30"/>
                    <a:pt x="0" y="45"/>
                    <a:pt x="2" y="51"/>
                  </a:cubicBezTo>
                  <a:cubicBezTo>
                    <a:pt x="4" y="57"/>
                    <a:pt x="13" y="54"/>
                    <a:pt x="23"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5" name="Freeform 198"/>
            <p:cNvSpPr/>
            <p:nvPr/>
          </p:nvSpPr>
          <p:spPr bwMode="auto">
            <a:xfrm>
              <a:off x="389241" y="12880753"/>
              <a:ext cx="106363" cy="153988"/>
            </a:xfrm>
            <a:custGeom>
              <a:avLst/>
              <a:gdLst>
                <a:gd name="T0" fmla="*/ 22 w 39"/>
                <a:gd name="T1" fmla="*/ 41 h 57"/>
                <a:gd name="T2" fmla="*/ 38 w 39"/>
                <a:gd name="T3" fmla="*/ 7 h 57"/>
                <a:gd name="T4" fmla="*/ 19 w 39"/>
                <a:gd name="T5" fmla="*/ 17 h 57"/>
                <a:gd name="T6" fmla="*/ 1 w 39"/>
                <a:gd name="T7" fmla="*/ 51 h 57"/>
                <a:gd name="T8" fmla="*/ 22 w 39"/>
                <a:gd name="T9" fmla="*/ 41 h 57"/>
              </a:gdLst>
              <a:ahLst/>
              <a:cxnLst>
                <a:cxn ang="0">
                  <a:pos x="T0" y="T1"/>
                </a:cxn>
                <a:cxn ang="0">
                  <a:pos x="T2" y="T3"/>
                </a:cxn>
                <a:cxn ang="0">
                  <a:pos x="T4" y="T5"/>
                </a:cxn>
                <a:cxn ang="0">
                  <a:pos x="T6" y="T7"/>
                </a:cxn>
                <a:cxn ang="0">
                  <a:pos x="T8" y="T9"/>
                </a:cxn>
              </a:cxnLst>
              <a:rect l="0" t="0" r="r" b="b"/>
              <a:pathLst>
                <a:path w="39" h="57">
                  <a:moveTo>
                    <a:pt x="22" y="41"/>
                  </a:moveTo>
                  <a:cubicBezTo>
                    <a:pt x="32" y="29"/>
                    <a:pt x="39" y="13"/>
                    <a:pt x="38" y="7"/>
                  </a:cubicBezTo>
                  <a:cubicBezTo>
                    <a:pt x="38" y="0"/>
                    <a:pt x="29" y="5"/>
                    <a:pt x="19" y="17"/>
                  </a:cubicBezTo>
                  <a:cubicBezTo>
                    <a:pt x="8" y="29"/>
                    <a:pt x="0" y="44"/>
                    <a:pt x="1" y="51"/>
                  </a:cubicBezTo>
                  <a:cubicBezTo>
                    <a:pt x="2" y="57"/>
                    <a:pt x="12" y="54"/>
                    <a:pt x="22"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6" name="Freeform 199"/>
            <p:cNvSpPr/>
            <p:nvPr/>
          </p:nvSpPr>
          <p:spPr bwMode="auto">
            <a:xfrm>
              <a:off x="590854" y="12660091"/>
              <a:ext cx="107950" cy="136525"/>
            </a:xfrm>
            <a:custGeom>
              <a:avLst/>
              <a:gdLst>
                <a:gd name="T0" fmla="*/ 22 w 40"/>
                <a:gd name="T1" fmla="*/ 35 h 50"/>
                <a:gd name="T2" fmla="*/ 39 w 40"/>
                <a:gd name="T3" fmla="*/ 6 h 50"/>
                <a:gd name="T4" fmla="*/ 18 w 40"/>
                <a:gd name="T5" fmla="*/ 15 h 50"/>
                <a:gd name="T6" fmla="*/ 2 w 40"/>
                <a:gd name="T7" fmla="*/ 45 h 50"/>
                <a:gd name="T8" fmla="*/ 22 w 40"/>
                <a:gd name="T9" fmla="*/ 35 h 50"/>
              </a:gdLst>
              <a:ahLst/>
              <a:cxnLst>
                <a:cxn ang="0">
                  <a:pos x="T0" y="T1"/>
                </a:cxn>
                <a:cxn ang="0">
                  <a:pos x="T2" y="T3"/>
                </a:cxn>
                <a:cxn ang="0">
                  <a:pos x="T4" y="T5"/>
                </a:cxn>
                <a:cxn ang="0">
                  <a:pos x="T6" y="T7"/>
                </a:cxn>
                <a:cxn ang="0">
                  <a:pos x="T8" y="T9"/>
                </a:cxn>
              </a:cxnLst>
              <a:rect l="0" t="0" r="r" b="b"/>
              <a:pathLst>
                <a:path w="40" h="50">
                  <a:moveTo>
                    <a:pt x="22" y="35"/>
                  </a:moveTo>
                  <a:cubicBezTo>
                    <a:pt x="32" y="25"/>
                    <a:pt x="40" y="11"/>
                    <a:pt x="39" y="6"/>
                  </a:cubicBezTo>
                  <a:cubicBezTo>
                    <a:pt x="38" y="0"/>
                    <a:pt x="28" y="4"/>
                    <a:pt x="18" y="15"/>
                  </a:cubicBezTo>
                  <a:cubicBezTo>
                    <a:pt x="8" y="26"/>
                    <a:pt x="0" y="39"/>
                    <a:pt x="2" y="45"/>
                  </a:cubicBezTo>
                  <a:cubicBezTo>
                    <a:pt x="3" y="50"/>
                    <a:pt x="12" y="46"/>
                    <a:pt x="22"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7" name="Freeform 200"/>
            <p:cNvSpPr/>
            <p:nvPr/>
          </p:nvSpPr>
          <p:spPr bwMode="auto">
            <a:xfrm>
              <a:off x="797229" y="12498166"/>
              <a:ext cx="107950" cy="100013"/>
            </a:xfrm>
            <a:custGeom>
              <a:avLst/>
              <a:gdLst>
                <a:gd name="T0" fmla="*/ 22 w 40"/>
                <a:gd name="T1" fmla="*/ 28 h 37"/>
                <a:gd name="T2" fmla="*/ 39 w 40"/>
                <a:gd name="T3" fmla="*/ 6 h 37"/>
                <a:gd name="T4" fmla="*/ 19 w 40"/>
                <a:gd name="T5" fmla="*/ 8 h 37"/>
                <a:gd name="T6" fmla="*/ 1 w 40"/>
                <a:gd name="T7" fmla="*/ 32 h 37"/>
                <a:gd name="T8" fmla="*/ 22 w 40"/>
                <a:gd name="T9" fmla="*/ 28 h 37"/>
              </a:gdLst>
              <a:ahLst/>
              <a:cxnLst>
                <a:cxn ang="0">
                  <a:pos x="T0" y="T1"/>
                </a:cxn>
                <a:cxn ang="0">
                  <a:pos x="T2" y="T3"/>
                </a:cxn>
                <a:cxn ang="0">
                  <a:pos x="T4" y="T5"/>
                </a:cxn>
                <a:cxn ang="0">
                  <a:pos x="T6" y="T7"/>
                </a:cxn>
                <a:cxn ang="0">
                  <a:pos x="T8" y="T9"/>
                </a:cxn>
              </a:cxnLst>
              <a:rect l="0" t="0" r="r" b="b"/>
              <a:pathLst>
                <a:path w="40" h="37">
                  <a:moveTo>
                    <a:pt x="22" y="28"/>
                  </a:moveTo>
                  <a:cubicBezTo>
                    <a:pt x="32" y="21"/>
                    <a:pt x="40" y="12"/>
                    <a:pt x="39" y="6"/>
                  </a:cubicBezTo>
                  <a:cubicBezTo>
                    <a:pt x="38" y="0"/>
                    <a:pt x="29" y="1"/>
                    <a:pt x="19" y="8"/>
                  </a:cubicBezTo>
                  <a:cubicBezTo>
                    <a:pt x="8" y="15"/>
                    <a:pt x="0" y="26"/>
                    <a:pt x="1" y="32"/>
                  </a:cubicBezTo>
                  <a:cubicBezTo>
                    <a:pt x="2" y="37"/>
                    <a:pt x="12" y="36"/>
                    <a:pt x="22"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8" name="Freeform 201"/>
            <p:cNvSpPr/>
            <p:nvPr/>
          </p:nvSpPr>
          <p:spPr bwMode="auto">
            <a:xfrm>
              <a:off x="1003604" y="12410853"/>
              <a:ext cx="112713" cy="71438"/>
            </a:xfrm>
            <a:custGeom>
              <a:avLst/>
              <a:gdLst>
                <a:gd name="T0" fmla="*/ 23 w 42"/>
                <a:gd name="T1" fmla="*/ 22 h 26"/>
                <a:gd name="T2" fmla="*/ 40 w 42"/>
                <a:gd name="T3" fmla="*/ 5 h 26"/>
                <a:gd name="T4" fmla="*/ 18 w 42"/>
                <a:gd name="T5" fmla="*/ 4 h 26"/>
                <a:gd name="T6" fmla="*/ 2 w 42"/>
                <a:gd name="T7" fmla="*/ 20 h 26"/>
                <a:gd name="T8" fmla="*/ 23 w 42"/>
                <a:gd name="T9" fmla="*/ 22 h 26"/>
              </a:gdLst>
              <a:ahLst/>
              <a:cxnLst>
                <a:cxn ang="0">
                  <a:pos x="T0" y="T1"/>
                </a:cxn>
                <a:cxn ang="0">
                  <a:pos x="T2" y="T3"/>
                </a:cxn>
                <a:cxn ang="0">
                  <a:pos x="T4" y="T5"/>
                </a:cxn>
                <a:cxn ang="0">
                  <a:pos x="T6" y="T7"/>
                </a:cxn>
                <a:cxn ang="0">
                  <a:pos x="T8" y="T9"/>
                </a:cxn>
              </a:cxnLst>
              <a:rect l="0" t="0" r="r" b="b"/>
              <a:pathLst>
                <a:path w="42" h="26">
                  <a:moveTo>
                    <a:pt x="23" y="22"/>
                  </a:moveTo>
                  <a:cubicBezTo>
                    <a:pt x="34" y="18"/>
                    <a:pt x="42" y="11"/>
                    <a:pt x="40" y="5"/>
                  </a:cubicBezTo>
                  <a:cubicBezTo>
                    <a:pt x="39" y="1"/>
                    <a:pt x="29" y="0"/>
                    <a:pt x="18" y="4"/>
                  </a:cubicBezTo>
                  <a:cubicBezTo>
                    <a:pt x="7" y="8"/>
                    <a:pt x="0" y="15"/>
                    <a:pt x="2" y="20"/>
                  </a:cubicBezTo>
                  <a:cubicBezTo>
                    <a:pt x="4" y="25"/>
                    <a:pt x="13" y="26"/>
                    <a:pt x="2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9" name="Freeform 202"/>
            <p:cNvSpPr/>
            <p:nvPr/>
          </p:nvSpPr>
          <p:spPr bwMode="auto">
            <a:xfrm>
              <a:off x="1214741" y="12352116"/>
              <a:ext cx="114300" cy="58738"/>
            </a:xfrm>
            <a:custGeom>
              <a:avLst/>
              <a:gdLst>
                <a:gd name="T0" fmla="*/ 23 w 42"/>
                <a:gd name="T1" fmla="*/ 19 h 22"/>
                <a:gd name="T2" fmla="*/ 40 w 42"/>
                <a:gd name="T3" fmla="*/ 5 h 22"/>
                <a:gd name="T4" fmla="*/ 18 w 42"/>
                <a:gd name="T5" fmla="*/ 3 h 22"/>
                <a:gd name="T6" fmla="*/ 2 w 42"/>
                <a:gd name="T7" fmla="*/ 16 h 22"/>
                <a:gd name="T8" fmla="*/ 23 w 42"/>
                <a:gd name="T9" fmla="*/ 19 h 22"/>
              </a:gdLst>
              <a:ahLst/>
              <a:cxnLst>
                <a:cxn ang="0">
                  <a:pos x="T0" y="T1"/>
                </a:cxn>
                <a:cxn ang="0">
                  <a:pos x="T2" y="T3"/>
                </a:cxn>
                <a:cxn ang="0">
                  <a:pos x="T4" y="T5"/>
                </a:cxn>
                <a:cxn ang="0">
                  <a:pos x="T6" y="T7"/>
                </a:cxn>
                <a:cxn ang="0">
                  <a:pos x="T8" y="T9"/>
                </a:cxn>
              </a:cxnLst>
              <a:rect l="0" t="0" r="r" b="b"/>
              <a:pathLst>
                <a:path w="42" h="22">
                  <a:moveTo>
                    <a:pt x="23" y="19"/>
                  </a:moveTo>
                  <a:cubicBezTo>
                    <a:pt x="34" y="16"/>
                    <a:pt x="42" y="10"/>
                    <a:pt x="40" y="5"/>
                  </a:cubicBezTo>
                  <a:cubicBezTo>
                    <a:pt x="39" y="1"/>
                    <a:pt x="28" y="0"/>
                    <a:pt x="18" y="3"/>
                  </a:cubicBezTo>
                  <a:cubicBezTo>
                    <a:pt x="7" y="6"/>
                    <a:pt x="0" y="12"/>
                    <a:pt x="2" y="16"/>
                  </a:cubicBezTo>
                  <a:cubicBezTo>
                    <a:pt x="4" y="21"/>
                    <a:pt x="13" y="22"/>
                    <a:pt x="23"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0" name="Freeform 203"/>
            <p:cNvSpPr/>
            <p:nvPr/>
          </p:nvSpPr>
          <p:spPr bwMode="auto">
            <a:xfrm>
              <a:off x="1425879" y="12310841"/>
              <a:ext cx="114300" cy="50800"/>
            </a:xfrm>
            <a:custGeom>
              <a:avLst/>
              <a:gdLst>
                <a:gd name="T0" fmla="*/ 24 w 42"/>
                <a:gd name="T1" fmla="*/ 17 h 19"/>
                <a:gd name="T2" fmla="*/ 41 w 42"/>
                <a:gd name="T3" fmla="*/ 6 h 19"/>
                <a:gd name="T4" fmla="*/ 18 w 42"/>
                <a:gd name="T5" fmla="*/ 2 h 19"/>
                <a:gd name="T6" fmla="*/ 2 w 42"/>
                <a:gd name="T7" fmla="*/ 13 h 19"/>
                <a:gd name="T8" fmla="*/ 24 w 42"/>
                <a:gd name="T9" fmla="*/ 17 h 19"/>
              </a:gdLst>
              <a:ahLst/>
              <a:cxnLst>
                <a:cxn ang="0">
                  <a:pos x="T0" y="T1"/>
                </a:cxn>
                <a:cxn ang="0">
                  <a:pos x="T2" y="T3"/>
                </a:cxn>
                <a:cxn ang="0">
                  <a:pos x="T4" y="T5"/>
                </a:cxn>
                <a:cxn ang="0">
                  <a:pos x="T6" y="T7"/>
                </a:cxn>
                <a:cxn ang="0">
                  <a:pos x="T8" y="T9"/>
                </a:cxn>
              </a:cxnLst>
              <a:rect l="0" t="0" r="r" b="b"/>
              <a:pathLst>
                <a:path w="42" h="19">
                  <a:moveTo>
                    <a:pt x="24" y="17"/>
                  </a:moveTo>
                  <a:cubicBezTo>
                    <a:pt x="34" y="15"/>
                    <a:pt x="42" y="10"/>
                    <a:pt x="41" y="6"/>
                  </a:cubicBezTo>
                  <a:cubicBezTo>
                    <a:pt x="39" y="2"/>
                    <a:pt x="29" y="0"/>
                    <a:pt x="18" y="2"/>
                  </a:cubicBezTo>
                  <a:cubicBezTo>
                    <a:pt x="7" y="4"/>
                    <a:pt x="0" y="9"/>
                    <a:pt x="2" y="13"/>
                  </a:cubicBezTo>
                  <a:cubicBezTo>
                    <a:pt x="4" y="17"/>
                    <a:pt x="13" y="19"/>
                    <a:pt x="24"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1" name="Freeform 204"/>
            <p:cNvSpPr/>
            <p:nvPr/>
          </p:nvSpPr>
          <p:spPr bwMode="auto">
            <a:xfrm>
              <a:off x="1640191" y="12288616"/>
              <a:ext cx="111125" cy="41275"/>
            </a:xfrm>
            <a:custGeom>
              <a:avLst/>
              <a:gdLst>
                <a:gd name="T0" fmla="*/ 23 w 41"/>
                <a:gd name="T1" fmla="*/ 14 h 15"/>
                <a:gd name="T2" fmla="*/ 40 w 41"/>
                <a:gd name="T3" fmla="*/ 6 h 15"/>
                <a:gd name="T4" fmla="*/ 20 w 41"/>
                <a:gd name="T5" fmla="*/ 0 h 15"/>
                <a:gd name="T6" fmla="*/ 1 w 41"/>
                <a:gd name="T7" fmla="*/ 9 h 15"/>
                <a:gd name="T8" fmla="*/ 23 w 41"/>
                <a:gd name="T9" fmla="*/ 14 h 15"/>
              </a:gdLst>
              <a:ahLst/>
              <a:cxnLst>
                <a:cxn ang="0">
                  <a:pos x="T0" y="T1"/>
                </a:cxn>
                <a:cxn ang="0">
                  <a:pos x="T2" y="T3"/>
                </a:cxn>
                <a:cxn ang="0">
                  <a:pos x="T4" y="T5"/>
                </a:cxn>
                <a:cxn ang="0">
                  <a:pos x="T6" y="T7"/>
                </a:cxn>
                <a:cxn ang="0">
                  <a:pos x="T8" y="T9"/>
                </a:cxn>
              </a:cxnLst>
              <a:rect l="0" t="0" r="r" b="b"/>
              <a:pathLst>
                <a:path w="41" h="15">
                  <a:moveTo>
                    <a:pt x="23" y="14"/>
                  </a:moveTo>
                  <a:cubicBezTo>
                    <a:pt x="33" y="13"/>
                    <a:pt x="41" y="9"/>
                    <a:pt x="40" y="6"/>
                  </a:cubicBezTo>
                  <a:cubicBezTo>
                    <a:pt x="40" y="2"/>
                    <a:pt x="31" y="0"/>
                    <a:pt x="20" y="0"/>
                  </a:cubicBezTo>
                  <a:cubicBezTo>
                    <a:pt x="9" y="1"/>
                    <a:pt x="0" y="5"/>
                    <a:pt x="1" y="9"/>
                  </a:cubicBezTo>
                  <a:cubicBezTo>
                    <a:pt x="2" y="13"/>
                    <a:pt x="12" y="15"/>
                    <a:pt x="23"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2" name="Freeform 206"/>
            <p:cNvSpPr/>
            <p:nvPr/>
          </p:nvSpPr>
          <p:spPr bwMode="auto">
            <a:xfrm>
              <a:off x="1854504" y="12277503"/>
              <a:ext cx="112713" cy="36513"/>
            </a:xfrm>
            <a:custGeom>
              <a:avLst/>
              <a:gdLst>
                <a:gd name="T0" fmla="*/ 40 w 41"/>
                <a:gd name="T1" fmla="*/ 6 h 13"/>
                <a:gd name="T2" fmla="*/ 19 w 41"/>
                <a:gd name="T3" fmla="*/ 0 h 13"/>
                <a:gd name="T4" fmla="*/ 1 w 41"/>
                <a:gd name="T5" fmla="*/ 7 h 13"/>
                <a:gd name="T6" fmla="*/ 22 w 41"/>
                <a:gd name="T7" fmla="*/ 13 h 13"/>
                <a:gd name="T8" fmla="*/ 40 w 41"/>
                <a:gd name="T9" fmla="*/ 6 h 13"/>
              </a:gdLst>
              <a:ahLst/>
              <a:cxnLst>
                <a:cxn ang="0">
                  <a:pos x="T0" y="T1"/>
                </a:cxn>
                <a:cxn ang="0">
                  <a:pos x="T2" y="T3"/>
                </a:cxn>
                <a:cxn ang="0">
                  <a:pos x="T4" y="T5"/>
                </a:cxn>
                <a:cxn ang="0">
                  <a:pos x="T6" y="T7"/>
                </a:cxn>
                <a:cxn ang="0">
                  <a:pos x="T8" y="T9"/>
                </a:cxn>
              </a:cxnLst>
              <a:rect l="0" t="0" r="r" b="b"/>
              <a:pathLst>
                <a:path w="41" h="13">
                  <a:moveTo>
                    <a:pt x="40" y="6"/>
                  </a:moveTo>
                  <a:cubicBezTo>
                    <a:pt x="40" y="2"/>
                    <a:pt x="30" y="0"/>
                    <a:pt x="19" y="0"/>
                  </a:cubicBezTo>
                  <a:cubicBezTo>
                    <a:pt x="8" y="0"/>
                    <a:pt x="0" y="3"/>
                    <a:pt x="1" y="7"/>
                  </a:cubicBezTo>
                  <a:cubicBezTo>
                    <a:pt x="2" y="10"/>
                    <a:pt x="11" y="13"/>
                    <a:pt x="22" y="13"/>
                  </a:cubicBezTo>
                  <a:cubicBezTo>
                    <a:pt x="32" y="13"/>
                    <a:pt x="41" y="9"/>
                    <a:pt x="4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3" name="Freeform 207"/>
            <p:cNvSpPr/>
            <p:nvPr/>
          </p:nvSpPr>
          <p:spPr bwMode="auto">
            <a:xfrm>
              <a:off x="2068817" y="12277503"/>
              <a:ext cx="112713" cy="33338"/>
            </a:xfrm>
            <a:custGeom>
              <a:avLst/>
              <a:gdLst>
                <a:gd name="T0" fmla="*/ 41 w 41"/>
                <a:gd name="T1" fmla="*/ 6 h 12"/>
                <a:gd name="T2" fmla="*/ 19 w 41"/>
                <a:gd name="T3" fmla="*/ 0 h 12"/>
                <a:gd name="T4" fmla="*/ 1 w 41"/>
                <a:gd name="T5" fmla="*/ 5 h 12"/>
                <a:gd name="T6" fmla="*/ 22 w 41"/>
                <a:gd name="T7" fmla="*/ 12 h 12"/>
                <a:gd name="T8" fmla="*/ 41 w 41"/>
                <a:gd name="T9" fmla="*/ 6 h 12"/>
              </a:gdLst>
              <a:ahLst/>
              <a:cxnLst>
                <a:cxn ang="0">
                  <a:pos x="T0" y="T1"/>
                </a:cxn>
                <a:cxn ang="0">
                  <a:pos x="T2" y="T3"/>
                </a:cxn>
                <a:cxn ang="0">
                  <a:pos x="T4" y="T5"/>
                </a:cxn>
                <a:cxn ang="0">
                  <a:pos x="T6" y="T7"/>
                </a:cxn>
                <a:cxn ang="0">
                  <a:pos x="T8" y="T9"/>
                </a:cxn>
              </a:cxnLst>
              <a:rect l="0" t="0" r="r" b="b"/>
              <a:pathLst>
                <a:path w="41" h="12">
                  <a:moveTo>
                    <a:pt x="41" y="6"/>
                  </a:moveTo>
                  <a:cubicBezTo>
                    <a:pt x="40" y="2"/>
                    <a:pt x="30" y="0"/>
                    <a:pt x="19" y="0"/>
                  </a:cubicBezTo>
                  <a:cubicBezTo>
                    <a:pt x="8" y="0"/>
                    <a:pt x="0" y="2"/>
                    <a:pt x="1" y="5"/>
                  </a:cubicBezTo>
                  <a:cubicBezTo>
                    <a:pt x="3" y="9"/>
                    <a:pt x="12" y="12"/>
                    <a:pt x="22" y="12"/>
                  </a:cubicBezTo>
                  <a:cubicBezTo>
                    <a:pt x="33" y="12"/>
                    <a:pt x="41" y="9"/>
                    <a:pt x="4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4" name="Freeform 208"/>
            <p:cNvSpPr/>
            <p:nvPr/>
          </p:nvSpPr>
          <p:spPr bwMode="auto">
            <a:xfrm>
              <a:off x="2284717" y="12283853"/>
              <a:ext cx="112713" cy="31750"/>
            </a:xfrm>
            <a:custGeom>
              <a:avLst/>
              <a:gdLst>
                <a:gd name="T0" fmla="*/ 41 w 42"/>
                <a:gd name="T1" fmla="*/ 7 h 12"/>
                <a:gd name="T2" fmla="*/ 19 w 42"/>
                <a:gd name="T3" fmla="*/ 0 h 12"/>
                <a:gd name="T4" fmla="*/ 2 w 42"/>
                <a:gd name="T5" fmla="*/ 5 h 12"/>
                <a:gd name="T6" fmla="*/ 24 w 42"/>
                <a:gd name="T7" fmla="*/ 12 h 12"/>
                <a:gd name="T8" fmla="*/ 41 w 42"/>
                <a:gd name="T9" fmla="*/ 7 h 12"/>
              </a:gdLst>
              <a:ahLst/>
              <a:cxnLst>
                <a:cxn ang="0">
                  <a:pos x="T0" y="T1"/>
                </a:cxn>
                <a:cxn ang="0">
                  <a:pos x="T2" y="T3"/>
                </a:cxn>
                <a:cxn ang="0">
                  <a:pos x="T4" y="T5"/>
                </a:cxn>
                <a:cxn ang="0">
                  <a:pos x="T6" y="T7"/>
                </a:cxn>
                <a:cxn ang="0">
                  <a:pos x="T8" y="T9"/>
                </a:cxn>
              </a:cxnLst>
              <a:rect l="0" t="0" r="r" b="b"/>
              <a:pathLst>
                <a:path w="42" h="12">
                  <a:moveTo>
                    <a:pt x="41" y="7"/>
                  </a:moveTo>
                  <a:cubicBezTo>
                    <a:pt x="40" y="4"/>
                    <a:pt x="30" y="1"/>
                    <a:pt x="19" y="0"/>
                  </a:cubicBezTo>
                  <a:cubicBezTo>
                    <a:pt x="8" y="0"/>
                    <a:pt x="0" y="2"/>
                    <a:pt x="2" y="5"/>
                  </a:cubicBezTo>
                  <a:cubicBezTo>
                    <a:pt x="3" y="8"/>
                    <a:pt x="13" y="12"/>
                    <a:pt x="24" y="12"/>
                  </a:cubicBezTo>
                  <a:cubicBezTo>
                    <a:pt x="34" y="12"/>
                    <a:pt x="42" y="10"/>
                    <a:pt x="4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5" name="Freeform 209"/>
            <p:cNvSpPr/>
            <p:nvPr/>
          </p:nvSpPr>
          <p:spPr bwMode="auto">
            <a:xfrm>
              <a:off x="2500617" y="12294965"/>
              <a:ext cx="111125" cy="34925"/>
            </a:xfrm>
            <a:custGeom>
              <a:avLst/>
              <a:gdLst>
                <a:gd name="T0" fmla="*/ 40 w 41"/>
                <a:gd name="T1" fmla="*/ 8 h 13"/>
                <a:gd name="T2" fmla="*/ 19 w 41"/>
                <a:gd name="T3" fmla="*/ 1 h 13"/>
                <a:gd name="T4" fmla="*/ 1 w 41"/>
                <a:gd name="T5" fmla="*/ 5 h 13"/>
                <a:gd name="T6" fmla="*/ 21 w 41"/>
                <a:gd name="T7" fmla="*/ 12 h 13"/>
                <a:gd name="T8" fmla="*/ 40 w 41"/>
                <a:gd name="T9" fmla="*/ 8 h 13"/>
              </a:gdLst>
              <a:ahLst/>
              <a:cxnLst>
                <a:cxn ang="0">
                  <a:pos x="T0" y="T1"/>
                </a:cxn>
                <a:cxn ang="0">
                  <a:pos x="T2" y="T3"/>
                </a:cxn>
                <a:cxn ang="0">
                  <a:pos x="T4" y="T5"/>
                </a:cxn>
                <a:cxn ang="0">
                  <a:pos x="T6" y="T7"/>
                </a:cxn>
                <a:cxn ang="0">
                  <a:pos x="T8" y="T9"/>
                </a:cxn>
              </a:cxnLst>
              <a:rect l="0" t="0" r="r" b="b"/>
              <a:pathLst>
                <a:path w="41" h="13">
                  <a:moveTo>
                    <a:pt x="40" y="8"/>
                  </a:moveTo>
                  <a:cubicBezTo>
                    <a:pt x="40" y="5"/>
                    <a:pt x="30" y="2"/>
                    <a:pt x="19" y="1"/>
                  </a:cubicBezTo>
                  <a:cubicBezTo>
                    <a:pt x="8" y="0"/>
                    <a:pt x="0" y="2"/>
                    <a:pt x="1" y="5"/>
                  </a:cubicBezTo>
                  <a:cubicBezTo>
                    <a:pt x="2" y="8"/>
                    <a:pt x="11" y="11"/>
                    <a:pt x="21" y="12"/>
                  </a:cubicBezTo>
                  <a:cubicBezTo>
                    <a:pt x="32" y="13"/>
                    <a:pt x="41" y="11"/>
                    <a:pt x="4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6" name="Freeform 210"/>
            <p:cNvSpPr/>
            <p:nvPr/>
          </p:nvSpPr>
          <p:spPr bwMode="auto">
            <a:xfrm>
              <a:off x="2714929" y="12310840"/>
              <a:ext cx="114300" cy="31750"/>
            </a:xfrm>
            <a:custGeom>
              <a:avLst/>
              <a:gdLst>
                <a:gd name="T0" fmla="*/ 41 w 42"/>
                <a:gd name="T1" fmla="*/ 7 h 12"/>
                <a:gd name="T2" fmla="*/ 19 w 42"/>
                <a:gd name="T3" fmla="*/ 1 h 12"/>
                <a:gd name="T4" fmla="*/ 2 w 42"/>
                <a:gd name="T5" fmla="*/ 5 h 12"/>
                <a:gd name="T6" fmla="*/ 22 w 42"/>
                <a:gd name="T7" fmla="*/ 11 h 12"/>
                <a:gd name="T8" fmla="*/ 41 w 42"/>
                <a:gd name="T9" fmla="*/ 7 h 12"/>
              </a:gdLst>
              <a:ahLst/>
              <a:cxnLst>
                <a:cxn ang="0">
                  <a:pos x="T0" y="T1"/>
                </a:cxn>
                <a:cxn ang="0">
                  <a:pos x="T2" y="T3"/>
                </a:cxn>
                <a:cxn ang="0">
                  <a:pos x="T4" y="T5"/>
                </a:cxn>
                <a:cxn ang="0">
                  <a:pos x="T6" y="T7"/>
                </a:cxn>
                <a:cxn ang="0">
                  <a:pos x="T8" y="T9"/>
                </a:cxn>
              </a:cxnLst>
              <a:rect l="0" t="0" r="r" b="b"/>
              <a:pathLst>
                <a:path w="42" h="12">
                  <a:moveTo>
                    <a:pt x="41" y="7"/>
                  </a:moveTo>
                  <a:cubicBezTo>
                    <a:pt x="40" y="4"/>
                    <a:pt x="30" y="2"/>
                    <a:pt x="19" y="1"/>
                  </a:cubicBezTo>
                  <a:cubicBezTo>
                    <a:pt x="8" y="0"/>
                    <a:pt x="0" y="2"/>
                    <a:pt x="2" y="5"/>
                  </a:cubicBezTo>
                  <a:cubicBezTo>
                    <a:pt x="3" y="7"/>
                    <a:pt x="12" y="11"/>
                    <a:pt x="22" y="11"/>
                  </a:cubicBezTo>
                  <a:cubicBezTo>
                    <a:pt x="33" y="12"/>
                    <a:pt x="42" y="10"/>
                    <a:pt x="4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7" name="Freeform 211"/>
            <p:cNvSpPr/>
            <p:nvPr/>
          </p:nvSpPr>
          <p:spPr bwMode="auto">
            <a:xfrm>
              <a:off x="2932417" y="12326715"/>
              <a:ext cx="111125" cy="33338"/>
            </a:xfrm>
            <a:custGeom>
              <a:avLst/>
              <a:gdLst>
                <a:gd name="T0" fmla="*/ 40 w 41"/>
                <a:gd name="T1" fmla="*/ 7 h 12"/>
                <a:gd name="T2" fmla="*/ 19 w 41"/>
                <a:gd name="T3" fmla="*/ 1 h 12"/>
                <a:gd name="T4" fmla="*/ 1 w 41"/>
                <a:gd name="T5" fmla="*/ 4 h 12"/>
                <a:gd name="T6" fmla="*/ 22 w 41"/>
                <a:gd name="T7" fmla="*/ 11 h 12"/>
                <a:gd name="T8" fmla="*/ 40 w 41"/>
                <a:gd name="T9" fmla="*/ 7 h 12"/>
              </a:gdLst>
              <a:ahLst/>
              <a:cxnLst>
                <a:cxn ang="0">
                  <a:pos x="T0" y="T1"/>
                </a:cxn>
                <a:cxn ang="0">
                  <a:pos x="T2" y="T3"/>
                </a:cxn>
                <a:cxn ang="0">
                  <a:pos x="T4" y="T5"/>
                </a:cxn>
                <a:cxn ang="0">
                  <a:pos x="T6" y="T7"/>
                </a:cxn>
                <a:cxn ang="0">
                  <a:pos x="T8" y="T9"/>
                </a:cxn>
              </a:cxnLst>
              <a:rect l="0" t="0" r="r" b="b"/>
              <a:pathLst>
                <a:path w="41" h="12">
                  <a:moveTo>
                    <a:pt x="40" y="7"/>
                  </a:moveTo>
                  <a:cubicBezTo>
                    <a:pt x="39" y="4"/>
                    <a:pt x="30" y="1"/>
                    <a:pt x="19" y="1"/>
                  </a:cubicBezTo>
                  <a:cubicBezTo>
                    <a:pt x="8" y="0"/>
                    <a:pt x="0" y="1"/>
                    <a:pt x="1" y="4"/>
                  </a:cubicBezTo>
                  <a:cubicBezTo>
                    <a:pt x="2" y="7"/>
                    <a:pt x="11" y="10"/>
                    <a:pt x="22" y="11"/>
                  </a:cubicBezTo>
                  <a:cubicBezTo>
                    <a:pt x="33" y="12"/>
                    <a:pt x="41" y="10"/>
                    <a:pt x="4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8" name="Freeform 212"/>
            <p:cNvSpPr/>
            <p:nvPr/>
          </p:nvSpPr>
          <p:spPr bwMode="auto">
            <a:xfrm>
              <a:off x="3146729" y="12341003"/>
              <a:ext cx="114300" cy="28575"/>
            </a:xfrm>
            <a:custGeom>
              <a:avLst/>
              <a:gdLst>
                <a:gd name="T0" fmla="*/ 41 w 42"/>
                <a:gd name="T1" fmla="*/ 6 h 11"/>
                <a:gd name="T2" fmla="*/ 19 w 42"/>
                <a:gd name="T3" fmla="*/ 1 h 11"/>
                <a:gd name="T4" fmla="*/ 1 w 42"/>
                <a:gd name="T5" fmla="*/ 4 h 11"/>
                <a:gd name="T6" fmla="*/ 22 w 42"/>
                <a:gd name="T7" fmla="*/ 11 h 11"/>
                <a:gd name="T8" fmla="*/ 41 w 42"/>
                <a:gd name="T9" fmla="*/ 6 h 11"/>
              </a:gdLst>
              <a:ahLst/>
              <a:cxnLst>
                <a:cxn ang="0">
                  <a:pos x="T0" y="T1"/>
                </a:cxn>
                <a:cxn ang="0">
                  <a:pos x="T2" y="T3"/>
                </a:cxn>
                <a:cxn ang="0">
                  <a:pos x="T4" y="T5"/>
                </a:cxn>
                <a:cxn ang="0">
                  <a:pos x="T6" y="T7"/>
                </a:cxn>
                <a:cxn ang="0">
                  <a:pos x="T8" y="T9"/>
                </a:cxn>
              </a:cxnLst>
              <a:rect l="0" t="0" r="r" b="b"/>
              <a:pathLst>
                <a:path w="42" h="11">
                  <a:moveTo>
                    <a:pt x="41" y="6"/>
                  </a:moveTo>
                  <a:cubicBezTo>
                    <a:pt x="40" y="4"/>
                    <a:pt x="30" y="1"/>
                    <a:pt x="19" y="1"/>
                  </a:cubicBezTo>
                  <a:cubicBezTo>
                    <a:pt x="8" y="0"/>
                    <a:pt x="0" y="2"/>
                    <a:pt x="1" y="4"/>
                  </a:cubicBezTo>
                  <a:cubicBezTo>
                    <a:pt x="3" y="7"/>
                    <a:pt x="12" y="10"/>
                    <a:pt x="22" y="11"/>
                  </a:cubicBezTo>
                  <a:cubicBezTo>
                    <a:pt x="33" y="11"/>
                    <a:pt x="42" y="9"/>
                    <a:pt x="4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9" name="Freeform 213"/>
            <p:cNvSpPr/>
            <p:nvPr/>
          </p:nvSpPr>
          <p:spPr bwMode="auto">
            <a:xfrm>
              <a:off x="3364217" y="12348940"/>
              <a:ext cx="107950" cy="30163"/>
            </a:xfrm>
            <a:custGeom>
              <a:avLst/>
              <a:gdLst>
                <a:gd name="T0" fmla="*/ 40 w 40"/>
                <a:gd name="T1" fmla="*/ 6 h 11"/>
                <a:gd name="T2" fmla="*/ 20 w 40"/>
                <a:gd name="T3" fmla="*/ 1 h 11"/>
                <a:gd name="T4" fmla="*/ 1 w 40"/>
                <a:gd name="T5" fmla="*/ 5 h 11"/>
                <a:gd name="T6" fmla="*/ 22 w 40"/>
                <a:gd name="T7" fmla="*/ 10 h 11"/>
                <a:gd name="T8" fmla="*/ 40 w 40"/>
                <a:gd name="T9" fmla="*/ 6 h 11"/>
              </a:gdLst>
              <a:ahLst/>
              <a:cxnLst>
                <a:cxn ang="0">
                  <a:pos x="T0" y="T1"/>
                </a:cxn>
                <a:cxn ang="0">
                  <a:pos x="T2" y="T3"/>
                </a:cxn>
                <a:cxn ang="0">
                  <a:pos x="T4" y="T5"/>
                </a:cxn>
                <a:cxn ang="0">
                  <a:pos x="T6" y="T7"/>
                </a:cxn>
                <a:cxn ang="0">
                  <a:pos x="T8" y="T9"/>
                </a:cxn>
              </a:cxnLst>
              <a:rect l="0" t="0" r="r" b="b"/>
              <a:pathLst>
                <a:path w="40" h="11">
                  <a:moveTo>
                    <a:pt x="40" y="6"/>
                  </a:moveTo>
                  <a:cubicBezTo>
                    <a:pt x="40" y="4"/>
                    <a:pt x="31" y="1"/>
                    <a:pt x="20" y="1"/>
                  </a:cubicBezTo>
                  <a:cubicBezTo>
                    <a:pt x="9" y="0"/>
                    <a:pt x="0" y="2"/>
                    <a:pt x="1" y="5"/>
                  </a:cubicBezTo>
                  <a:cubicBezTo>
                    <a:pt x="1" y="7"/>
                    <a:pt x="11" y="10"/>
                    <a:pt x="22" y="10"/>
                  </a:cubicBezTo>
                  <a:cubicBezTo>
                    <a:pt x="32" y="11"/>
                    <a:pt x="40" y="9"/>
                    <a:pt x="4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0" name="Freeform 214"/>
            <p:cNvSpPr/>
            <p:nvPr/>
          </p:nvSpPr>
          <p:spPr bwMode="auto">
            <a:xfrm>
              <a:off x="3578529" y="12353703"/>
              <a:ext cx="111125" cy="25400"/>
            </a:xfrm>
            <a:custGeom>
              <a:avLst/>
              <a:gdLst>
                <a:gd name="T0" fmla="*/ 40 w 41"/>
                <a:gd name="T1" fmla="*/ 4 h 9"/>
                <a:gd name="T2" fmla="*/ 18 w 41"/>
                <a:gd name="T3" fmla="*/ 0 h 9"/>
                <a:gd name="T4" fmla="*/ 1 w 41"/>
                <a:gd name="T5" fmla="*/ 4 h 9"/>
                <a:gd name="T6" fmla="*/ 22 w 41"/>
                <a:gd name="T7" fmla="*/ 9 h 9"/>
                <a:gd name="T8" fmla="*/ 40 w 41"/>
                <a:gd name="T9" fmla="*/ 4 h 9"/>
              </a:gdLst>
              <a:ahLst/>
              <a:cxnLst>
                <a:cxn ang="0">
                  <a:pos x="T0" y="T1"/>
                </a:cxn>
                <a:cxn ang="0">
                  <a:pos x="T2" y="T3"/>
                </a:cxn>
                <a:cxn ang="0">
                  <a:pos x="T4" y="T5"/>
                </a:cxn>
                <a:cxn ang="0">
                  <a:pos x="T6" y="T7"/>
                </a:cxn>
                <a:cxn ang="0">
                  <a:pos x="T8" y="T9"/>
                </a:cxn>
              </a:cxnLst>
              <a:rect l="0" t="0" r="r" b="b"/>
              <a:pathLst>
                <a:path w="41" h="9">
                  <a:moveTo>
                    <a:pt x="40" y="4"/>
                  </a:moveTo>
                  <a:cubicBezTo>
                    <a:pt x="39" y="1"/>
                    <a:pt x="29" y="0"/>
                    <a:pt x="18" y="0"/>
                  </a:cubicBezTo>
                  <a:cubicBezTo>
                    <a:pt x="7" y="0"/>
                    <a:pt x="0" y="2"/>
                    <a:pt x="1" y="4"/>
                  </a:cubicBezTo>
                  <a:cubicBezTo>
                    <a:pt x="2" y="7"/>
                    <a:pt x="12" y="9"/>
                    <a:pt x="22" y="9"/>
                  </a:cubicBezTo>
                  <a:cubicBezTo>
                    <a:pt x="33" y="9"/>
                    <a:pt x="41" y="6"/>
                    <a:pt x="4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1" name="Freeform 215"/>
            <p:cNvSpPr/>
            <p:nvPr/>
          </p:nvSpPr>
          <p:spPr bwMode="auto">
            <a:xfrm>
              <a:off x="3792842" y="12341003"/>
              <a:ext cx="111125" cy="28575"/>
            </a:xfrm>
            <a:custGeom>
              <a:avLst/>
              <a:gdLst>
                <a:gd name="T0" fmla="*/ 23 w 41"/>
                <a:gd name="T1" fmla="*/ 10 h 11"/>
                <a:gd name="T2" fmla="*/ 40 w 41"/>
                <a:gd name="T3" fmla="*/ 4 h 11"/>
                <a:gd name="T4" fmla="*/ 19 w 41"/>
                <a:gd name="T5" fmla="*/ 1 h 11"/>
                <a:gd name="T6" fmla="*/ 1 w 41"/>
                <a:gd name="T7" fmla="*/ 7 h 11"/>
                <a:gd name="T8" fmla="*/ 23 w 41"/>
                <a:gd name="T9" fmla="*/ 10 h 11"/>
              </a:gdLst>
              <a:ahLst/>
              <a:cxnLst>
                <a:cxn ang="0">
                  <a:pos x="T0" y="T1"/>
                </a:cxn>
                <a:cxn ang="0">
                  <a:pos x="T2" y="T3"/>
                </a:cxn>
                <a:cxn ang="0">
                  <a:pos x="T4" y="T5"/>
                </a:cxn>
                <a:cxn ang="0">
                  <a:pos x="T6" y="T7"/>
                </a:cxn>
                <a:cxn ang="0">
                  <a:pos x="T8" y="T9"/>
                </a:cxn>
              </a:cxnLst>
              <a:rect l="0" t="0" r="r" b="b"/>
              <a:pathLst>
                <a:path w="41" h="11">
                  <a:moveTo>
                    <a:pt x="23" y="10"/>
                  </a:moveTo>
                  <a:cubicBezTo>
                    <a:pt x="33" y="9"/>
                    <a:pt x="41" y="6"/>
                    <a:pt x="40" y="4"/>
                  </a:cubicBezTo>
                  <a:cubicBezTo>
                    <a:pt x="39" y="1"/>
                    <a:pt x="30" y="0"/>
                    <a:pt x="19" y="1"/>
                  </a:cubicBezTo>
                  <a:cubicBezTo>
                    <a:pt x="8" y="3"/>
                    <a:pt x="0" y="5"/>
                    <a:pt x="1" y="7"/>
                  </a:cubicBezTo>
                  <a:cubicBezTo>
                    <a:pt x="2" y="10"/>
                    <a:pt x="13" y="11"/>
                    <a:pt x="2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2" name="Freeform 216"/>
            <p:cNvSpPr/>
            <p:nvPr/>
          </p:nvSpPr>
          <p:spPr bwMode="auto">
            <a:xfrm>
              <a:off x="4003979" y="12318778"/>
              <a:ext cx="114300" cy="30163"/>
            </a:xfrm>
            <a:custGeom>
              <a:avLst/>
              <a:gdLst>
                <a:gd name="T0" fmla="*/ 23 w 42"/>
                <a:gd name="T1" fmla="*/ 10 h 11"/>
                <a:gd name="T2" fmla="*/ 41 w 42"/>
                <a:gd name="T3" fmla="*/ 3 h 11"/>
                <a:gd name="T4" fmla="*/ 18 w 42"/>
                <a:gd name="T5" fmla="*/ 1 h 11"/>
                <a:gd name="T6" fmla="*/ 2 w 42"/>
                <a:gd name="T7" fmla="*/ 8 h 11"/>
                <a:gd name="T8" fmla="*/ 23 w 42"/>
                <a:gd name="T9" fmla="*/ 10 h 11"/>
              </a:gdLst>
              <a:ahLst/>
              <a:cxnLst>
                <a:cxn ang="0">
                  <a:pos x="T0" y="T1"/>
                </a:cxn>
                <a:cxn ang="0">
                  <a:pos x="T2" y="T3"/>
                </a:cxn>
                <a:cxn ang="0">
                  <a:pos x="T4" y="T5"/>
                </a:cxn>
                <a:cxn ang="0">
                  <a:pos x="T6" y="T7"/>
                </a:cxn>
                <a:cxn ang="0">
                  <a:pos x="T8" y="T9"/>
                </a:cxn>
              </a:cxnLst>
              <a:rect l="0" t="0" r="r" b="b"/>
              <a:pathLst>
                <a:path w="42" h="11">
                  <a:moveTo>
                    <a:pt x="23" y="10"/>
                  </a:moveTo>
                  <a:cubicBezTo>
                    <a:pt x="34" y="8"/>
                    <a:pt x="42" y="5"/>
                    <a:pt x="41" y="3"/>
                  </a:cubicBezTo>
                  <a:cubicBezTo>
                    <a:pt x="39" y="0"/>
                    <a:pt x="29" y="0"/>
                    <a:pt x="18" y="1"/>
                  </a:cubicBezTo>
                  <a:cubicBezTo>
                    <a:pt x="8" y="3"/>
                    <a:pt x="0" y="5"/>
                    <a:pt x="2" y="8"/>
                  </a:cubicBezTo>
                  <a:cubicBezTo>
                    <a:pt x="4" y="10"/>
                    <a:pt x="13" y="11"/>
                    <a:pt x="2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3" name="Freeform 217"/>
            <p:cNvSpPr/>
            <p:nvPr/>
          </p:nvSpPr>
          <p:spPr bwMode="auto">
            <a:xfrm>
              <a:off x="4219879" y="12288615"/>
              <a:ext cx="111125" cy="33338"/>
            </a:xfrm>
            <a:custGeom>
              <a:avLst/>
              <a:gdLst>
                <a:gd name="T0" fmla="*/ 22 w 41"/>
                <a:gd name="T1" fmla="*/ 11 h 12"/>
                <a:gd name="T2" fmla="*/ 40 w 41"/>
                <a:gd name="T3" fmla="*/ 3 h 12"/>
                <a:gd name="T4" fmla="*/ 18 w 41"/>
                <a:gd name="T5" fmla="*/ 2 h 12"/>
                <a:gd name="T6" fmla="*/ 1 w 41"/>
                <a:gd name="T7" fmla="*/ 9 h 12"/>
                <a:gd name="T8" fmla="*/ 22 w 41"/>
                <a:gd name="T9" fmla="*/ 11 h 12"/>
              </a:gdLst>
              <a:ahLst/>
              <a:cxnLst>
                <a:cxn ang="0">
                  <a:pos x="T0" y="T1"/>
                </a:cxn>
                <a:cxn ang="0">
                  <a:pos x="T2" y="T3"/>
                </a:cxn>
                <a:cxn ang="0">
                  <a:pos x="T4" y="T5"/>
                </a:cxn>
                <a:cxn ang="0">
                  <a:pos x="T6" y="T7"/>
                </a:cxn>
                <a:cxn ang="0">
                  <a:pos x="T8" y="T9"/>
                </a:cxn>
              </a:cxnLst>
              <a:rect l="0" t="0" r="r" b="b"/>
              <a:pathLst>
                <a:path w="41" h="12">
                  <a:moveTo>
                    <a:pt x="22" y="11"/>
                  </a:moveTo>
                  <a:cubicBezTo>
                    <a:pt x="33" y="10"/>
                    <a:pt x="41" y="6"/>
                    <a:pt x="40" y="3"/>
                  </a:cubicBezTo>
                  <a:cubicBezTo>
                    <a:pt x="39" y="1"/>
                    <a:pt x="29" y="0"/>
                    <a:pt x="18" y="2"/>
                  </a:cubicBezTo>
                  <a:cubicBezTo>
                    <a:pt x="8" y="3"/>
                    <a:pt x="0" y="6"/>
                    <a:pt x="1" y="9"/>
                  </a:cubicBezTo>
                  <a:cubicBezTo>
                    <a:pt x="3" y="11"/>
                    <a:pt x="12" y="12"/>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4" name="Freeform 218"/>
            <p:cNvSpPr/>
            <p:nvPr/>
          </p:nvSpPr>
          <p:spPr bwMode="auto">
            <a:xfrm>
              <a:off x="4431017" y="12256865"/>
              <a:ext cx="114300" cy="38100"/>
            </a:xfrm>
            <a:custGeom>
              <a:avLst/>
              <a:gdLst>
                <a:gd name="T0" fmla="*/ 23 w 42"/>
                <a:gd name="T1" fmla="*/ 12 h 14"/>
                <a:gd name="T2" fmla="*/ 41 w 42"/>
                <a:gd name="T3" fmla="*/ 4 h 14"/>
                <a:gd name="T4" fmla="*/ 19 w 42"/>
                <a:gd name="T5" fmla="*/ 2 h 14"/>
                <a:gd name="T6" fmla="*/ 2 w 42"/>
                <a:gd name="T7" fmla="*/ 10 h 14"/>
                <a:gd name="T8" fmla="*/ 23 w 42"/>
                <a:gd name="T9" fmla="*/ 12 h 14"/>
              </a:gdLst>
              <a:ahLst/>
              <a:cxnLst>
                <a:cxn ang="0">
                  <a:pos x="T0" y="T1"/>
                </a:cxn>
                <a:cxn ang="0">
                  <a:pos x="T2" y="T3"/>
                </a:cxn>
                <a:cxn ang="0">
                  <a:pos x="T4" y="T5"/>
                </a:cxn>
                <a:cxn ang="0">
                  <a:pos x="T6" y="T7"/>
                </a:cxn>
                <a:cxn ang="0">
                  <a:pos x="T8" y="T9"/>
                </a:cxn>
              </a:cxnLst>
              <a:rect l="0" t="0" r="r" b="b"/>
              <a:pathLst>
                <a:path w="42" h="14">
                  <a:moveTo>
                    <a:pt x="23" y="12"/>
                  </a:moveTo>
                  <a:cubicBezTo>
                    <a:pt x="34" y="11"/>
                    <a:pt x="42" y="7"/>
                    <a:pt x="41" y="4"/>
                  </a:cubicBezTo>
                  <a:cubicBezTo>
                    <a:pt x="39" y="1"/>
                    <a:pt x="29" y="0"/>
                    <a:pt x="19" y="2"/>
                  </a:cubicBezTo>
                  <a:cubicBezTo>
                    <a:pt x="8" y="4"/>
                    <a:pt x="0" y="7"/>
                    <a:pt x="2" y="10"/>
                  </a:cubicBezTo>
                  <a:cubicBezTo>
                    <a:pt x="3" y="13"/>
                    <a:pt x="13" y="14"/>
                    <a:pt x="23"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5" name="Freeform 219"/>
            <p:cNvSpPr/>
            <p:nvPr/>
          </p:nvSpPr>
          <p:spPr bwMode="auto">
            <a:xfrm>
              <a:off x="4645329" y="12223528"/>
              <a:ext cx="111125" cy="41275"/>
            </a:xfrm>
            <a:custGeom>
              <a:avLst/>
              <a:gdLst>
                <a:gd name="T0" fmla="*/ 22 w 41"/>
                <a:gd name="T1" fmla="*/ 14 h 15"/>
                <a:gd name="T2" fmla="*/ 40 w 41"/>
                <a:gd name="T3" fmla="*/ 5 h 15"/>
                <a:gd name="T4" fmla="*/ 18 w 41"/>
                <a:gd name="T5" fmla="*/ 2 h 15"/>
                <a:gd name="T6" fmla="*/ 1 w 41"/>
                <a:gd name="T7" fmla="*/ 11 h 15"/>
                <a:gd name="T8" fmla="*/ 22 w 41"/>
                <a:gd name="T9" fmla="*/ 14 h 15"/>
              </a:gdLst>
              <a:ahLst/>
              <a:cxnLst>
                <a:cxn ang="0">
                  <a:pos x="T0" y="T1"/>
                </a:cxn>
                <a:cxn ang="0">
                  <a:pos x="T2" y="T3"/>
                </a:cxn>
                <a:cxn ang="0">
                  <a:pos x="T4" y="T5"/>
                </a:cxn>
                <a:cxn ang="0">
                  <a:pos x="T6" y="T7"/>
                </a:cxn>
                <a:cxn ang="0">
                  <a:pos x="T8" y="T9"/>
                </a:cxn>
              </a:cxnLst>
              <a:rect l="0" t="0" r="r" b="b"/>
              <a:pathLst>
                <a:path w="41" h="15">
                  <a:moveTo>
                    <a:pt x="22" y="14"/>
                  </a:moveTo>
                  <a:cubicBezTo>
                    <a:pt x="32" y="12"/>
                    <a:pt x="41" y="8"/>
                    <a:pt x="40" y="5"/>
                  </a:cubicBezTo>
                  <a:cubicBezTo>
                    <a:pt x="39" y="2"/>
                    <a:pt x="29" y="0"/>
                    <a:pt x="18" y="2"/>
                  </a:cubicBezTo>
                  <a:cubicBezTo>
                    <a:pt x="8" y="4"/>
                    <a:pt x="0" y="8"/>
                    <a:pt x="1" y="11"/>
                  </a:cubicBezTo>
                  <a:cubicBezTo>
                    <a:pt x="2" y="14"/>
                    <a:pt x="11" y="15"/>
                    <a:pt x="22"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6" name="Freeform 220"/>
            <p:cNvSpPr/>
            <p:nvPr/>
          </p:nvSpPr>
          <p:spPr bwMode="auto">
            <a:xfrm>
              <a:off x="4859642" y="12193365"/>
              <a:ext cx="107950" cy="44450"/>
            </a:xfrm>
            <a:custGeom>
              <a:avLst/>
              <a:gdLst>
                <a:gd name="T0" fmla="*/ 22 w 40"/>
                <a:gd name="T1" fmla="*/ 15 h 16"/>
                <a:gd name="T2" fmla="*/ 39 w 40"/>
                <a:gd name="T3" fmla="*/ 6 h 16"/>
                <a:gd name="T4" fmla="*/ 19 w 40"/>
                <a:gd name="T5" fmla="*/ 1 h 16"/>
                <a:gd name="T6" fmla="*/ 0 w 40"/>
                <a:gd name="T7" fmla="*/ 10 h 16"/>
                <a:gd name="T8" fmla="*/ 22 w 40"/>
                <a:gd name="T9" fmla="*/ 15 h 16"/>
              </a:gdLst>
              <a:ahLst/>
              <a:cxnLst>
                <a:cxn ang="0">
                  <a:pos x="T0" y="T1"/>
                </a:cxn>
                <a:cxn ang="0">
                  <a:pos x="T2" y="T3"/>
                </a:cxn>
                <a:cxn ang="0">
                  <a:pos x="T4" y="T5"/>
                </a:cxn>
                <a:cxn ang="0">
                  <a:pos x="T6" y="T7"/>
                </a:cxn>
                <a:cxn ang="0">
                  <a:pos x="T8" y="T9"/>
                </a:cxn>
              </a:cxnLst>
              <a:rect l="0" t="0" r="r" b="b"/>
              <a:pathLst>
                <a:path w="40" h="16">
                  <a:moveTo>
                    <a:pt x="22" y="15"/>
                  </a:moveTo>
                  <a:cubicBezTo>
                    <a:pt x="32" y="13"/>
                    <a:pt x="40" y="9"/>
                    <a:pt x="39" y="6"/>
                  </a:cubicBezTo>
                  <a:cubicBezTo>
                    <a:pt x="39" y="2"/>
                    <a:pt x="30" y="0"/>
                    <a:pt x="19" y="1"/>
                  </a:cubicBezTo>
                  <a:cubicBezTo>
                    <a:pt x="8" y="3"/>
                    <a:pt x="0" y="7"/>
                    <a:pt x="0" y="10"/>
                  </a:cubicBezTo>
                  <a:cubicBezTo>
                    <a:pt x="1" y="14"/>
                    <a:pt x="11" y="16"/>
                    <a:pt x="22"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7" name="Freeform 221"/>
            <p:cNvSpPr/>
            <p:nvPr/>
          </p:nvSpPr>
          <p:spPr bwMode="auto">
            <a:xfrm>
              <a:off x="5070779" y="12166378"/>
              <a:ext cx="112713" cy="46038"/>
            </a:xfrm>
            <a:custGeom>
              <a:avLst/>
              <a:gdLst>
                <a:gd name="T0" fmla="*/ 21 w 41"/>
                <a:gd name="T1" fmla="*/ 16 h 17"/>
                <a:gd name="T2" fmla="*/ 40 w 41"/>
                <a:gd name="T3" fmla="*/ 6 h 17"/>
                <a:gd name="T4" fmla="*/ 18 w 41"/>
                <a:gd name="T5" fmla="*/ 1 h 17"/>
                <a:gd name="T6" fmla="*/ 1 w 41"/>
                <a:gd name="T7" fmla="*/ 11 h 17"/>
                <a:gd name="T8" fmla="*/ 21 w 41"/>
                <a:gd name="T9" fmla="*/ 16 h 17"/>
              </a:gdLst>
              <a:ahLst/>
              <a:cxnLst>
                <a:cxn ang="0">
                  <a:pos x="T0" y="T1"/>
                </a:cxn>
                <a:cxn ang="0">
                  <a:pos x="T2" y="T3"/>
                </a:cxn>
                <a:cxn ang="0">
                  <a:pos x="T4" y="T5"/>
                </a:cxn>
                <a:cxn ang="0">
                  <a:pos x="T6" y="T7"/>
                </a:cxn>
                <a:cxn ang="0">
                  <a:pos x="T8" y="T9"/>
                </a:cxn>
              </a:cxnLst>
              <a:rect l="0" t="0" r="r" b="b"/>
              <a:pathLst>
                <a:path w="41" h="17">
                  <a:moveTo>
                    <a:pt x="21" y="16"/>
                  </a:moveTo>
                  <a:cubicBezTo>
                    <a:pt x="32" y="15"/>
                    <a:pt x="41" y="11"/>
                    <a:pt x="40" y="6"/>
                  </a:cubicBezTo>
                  <a:cubicBezTo>
                    <a:pt x="39" y="2"/>
                    <a:pt x="29" y="0"/>
                    <a:pt x="18" y="1"/>
                  </a:cubicBezTo>
                  <a:cubicBezTo>
                    <a:pt x="7" y="2"/>
                    <a:pt x="0" y="7"/>
                    <a:pt x="1" y="11"/>
                  </a:cubicBezTo>
                  <a:cubicBezTo>
                    <a:pt x="2" y="15"/>
                    <a:pt x="11" y="17"/>
                    <a:pt x="2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8" name="Freeform 222"/>
            <p:cNvSpPr/>
            <p:nvPr/>
          </p:nvSpPr>
          <p:spPr bwMode="auto">
            <a:xfrm>
              <a:off x="5285092" y="12142565"/>
              <a:ext cx="109538" cy="50800"/>
            </a:xfrm>
            <a:custGeom>
              <a:avLst/>
              <a:gdLst>
                <a:gd name="T0" fmla="*/ 21 w 40"/>
                <a:gd name="T1" fmla="*/ 19 h 19"/>
                <a:gd name="T2" fmla="*/ 39 w 40"/>
                <a:gd name="T3" fmla="*/ 9 h 19"/>
                <a:gd name="T4" fmla="*/ 19 w 40"/>
                <a:gd name="T5" fmla="*/ 1 h 19"/>
                <a:gd name="T6" fmla="*/ 0 w 40"/>
                <a:gd name="T7" fmla="*/ 11 h 19"/>
                <a:gd name="T8" fmla="*/ 21 w 40"/>
                <a:gd name="T9" fmla="*/ 19 h 19"/>
              </a:gdLst>
              <a:ahLst/>
              <a:cxnLst>
                <a:cxn ang="0">
                  <a:pos x="T0" y="T1"/>
                </a:cxn>
                <a:cxn ang="0">
                  <a:pos x="T2" y="T3"/>
                </a:cxn>
                <a:cxn ang="0">
                  <a:pos x="T4" y="T5"/>
                </a:cxn>
                <a:cxn ang="0">
                  <a:pos x="T6" y="T7"/>
                </a:cxn>
                <a:cxn ang="0">
                  <a:pos x="T8" y="T9"/>
                </a:cxn>
              </a:cxnLst>
              <a:rect l="0" t="0" r="r" b="b"/>
              <a:pathLst>
                <a:path w="40" h="19">
                  <a:moveTo>
                    <a:pt x="21" y="19"/>
                  </a:moveTo>
                  <a:cubicBezTo>
                    <a:pt x="31" y="18"/>
                    <a:pt x="40" y="14"/>
                    <a:pt x="39" y="9"/>
                  </a:cubicBezTo>
                  <a:cubicBezTo>
                    <a:pt x="39" y="4"/>
                    <a:pt x="30" y="0"/>
                    <a:pt x="19" y="1"/>
                  </a:cubicBezTo>
                  <a:cubicBezTo>
                    <a:pt x="8" y="2"/>
                    <a:pt x="0" y="6"/>
                    <a:pt x="0" y="11"/>
                  </a:cubicBezTo>
                  <a:cubicBezTo>
                    <a:pt x="1" y="16"/>
                    <a:pt x="10" y="19"/>
                    <a:pt x="21"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9" name="Freeform 223"/>
            <p:cNvSpPr/>
            <p:nvPr/>
          </p:nvSpPr>
          <p:spPr bwMode="auto">
            <a:xfrm>
              <a:off x="5494642" y="12134628"/>
              <a:ext cx="114300" cy="57150"/>
            </a:xfrm>
            <a:custGeom>
              <a:avLst/>
              <a:gdLst>
                <a:gd name="T0" fmla="*/ 41 w 42"/>
                <a:gd name="T1" fmla="*/ 11 h 21"/>
                <a:gd name="T2" fmla="*/ 19 w 42"/>
                <a:gd name="T3" fmla="*/ 0 h 21"/>
                <a:gd name="T4" fmla="*/ 2 w 42"/>
                <a:gd name="T5" fmla="*/ 11 h 21"/>
                <a:gd name="T6" fmla="*/ 23 w 42"/>
                <a:gd name="T7" fmla="*/ 21 h 21"/>
                <a:gd name="T8" fmla="*/ 41 w 42"/>
                <a:gd name="T9" fmla="*/ 11 h 21"/>
              </a:gdLst>
              <a:ahLst/>
              <a:cxnLst>
                <a:cxn ang="0">
                  <a:pos x="T0" y="T1"/>
                </a:cxn>
                <a:cxn ang="0">
                  <a:pos x="T2" y="T3"/>
                </a:cxn>
                <a:cxn ang="0">
                  <a:pos x="T4" y="T5"/>
                </a:cxn>
                <a:cxn ang="0">
                  <a:pos x="T6" y="T7"/>
                </a:cxn>
                <a:cxn ang="0">
                  <a:pos x="T8" y="T9"/>
                </a:cxn>
              </a:cxnLst>
              <a:rect l="0" t="0" r="r" b="b"/>
              <a:pathLst>
                <a:path w="42" h="21">
                  <a:moveTo>
                    <a:pt x="41" y="11"/>
                  </a:moveTo>
                  <a:cubicBezTo>
                    <a:pt x="40" y="5"/>
                    <a:pt x="29" y="0"/>
                    <a:pt x="19" y="0"/>
                  </a:cubicBezTo>
                  <a:cubicBezTo>
                    <a:pt x="8" y="0"/>
                    <a:pt x="0" y="5"/>
                    <a:pt x="2" y="11"/>
                  </a:cubicBezTo>
                  <a:cubicBezTo>
                    <a:pt x="4" y="16"/>
                    <a:pt x="13" y="20"/>
                    <a:pt x="23" y="21"/>
                  </a:cubicBezTo>
                  <a:cubicBezTo>
                    <a:pt x="34" y="21"/>
                    <a:pt x="42" y="17"/>
                    <a:pt x="4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0" name="Freeform 224"/>
            <p:cNvSpPr/>
            <p:nvPr/>
          </p:nvSpPr>
          <p:spPr bwMode="auto">
            <a:xfrm>
              <a:off x="5708954" y="12136215"/>
              <a:ext cx="111125" cy="74613"/>
            </a:xfrm>
            <a:custGeom>
              <a:avLst/>
              <a:gdLst>
                <a:gd name="T0" fmla="*/ 41 w 41"/>
                <a:gd name="T1" fmla="*/ 15 h 27"/>
                <a:gd name="T2" fmla="*/ 19 w 41"/>
                <a:gd name="T3" fmla="*/ 1 h 27"/>
                <a:gd name="T4" fmla="*/ 2 w 41"/>
                <a:gd name="T5" fmla="*/ 12 h 27"/>
                <a:gd name="T6" fmla="*/ 22 w 41"/>
                <a:gd name="T7" fmla="*/ 25 h 27"/>
                <a:gd name="T8" fmla="*/ 41 w 41"/>
                <a:gd name="T9" fmla="*/ 15 h 27"/>
              </a:gdLst>
              <a:ahLst/>
              <a:cxnLst>
                <a:cxn ang="0">
                  <a:pos x="T0" y="T1"/>
                </a:cxn>
                <a:cxn ang="0">
                  <a:pos x="T2" y="T3"/>
                </a:cxn>
                <a:cxn ang="0">
                  <a:pos x="T4" y="T5"/>
                </a:cxn>
                <a:cxn ang="0">
                  <a:pos x="T6" y="T7"/>
                </a:cxn>
                <a:cxn ang="0">
                  <a:pos x="T8" y="T9"/>
                </a:cxn>
              </a:cxnLst>
              <a:rect l="0" t="0" r="r" b="b"/>
              <a:pathLst>
                <a:path w="41" h="27">
                  <a:moveTo>
                    <a:pt x="41" y="15"/>
                  </a:moveTo>
                  <a:cubicBezTo>
                    <a:pt x="40" y="8"/>
                    <a:pt x="30" y="2"/>
                    <a:pt x="19" y="1"/>
                  </a:cubicBezTo>
                  <a:cubicBezTo>
                    <a:pt x="8" y="0"/>
                    <a:pt x="0" y="5"/>
                    <a:pt x="2" y="12"/>
                  </a:cubicBezTo>
                  <a:cubicBezTo>
                    <a:pt x="3" y="18"/>
                    <a:pt x="11" y="24"/>
                    <a:pt x="22" y="25"/>
                  </a:cubicBezTo>
                  <a:cubicBezTo>
                    <a:pt x="33" y="27"/>
                    <a:pt x="41" y="22"/>
                    <a:pt x="4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1" name="Freeform 225"/>
            <p:cNvSpPr/>
            <p:nvPr/>
          </p:nvSpPr>
          <p:spPr bwMode="auto">
            <a:xfrm>
              <a:off x="5923267" y="12153678"/>
              <a:ext cx="111125" cy="84138"/>
            </a:xfrm>
            <a:custGeom>
              <a:avLst/>
              <a:gdLst>
                <a:gd name="T0" fmla="*/ 40 w 41"/>
                <a:gd name="T1" fmla="*/ 18 h 31"/>
                <a:gd name="T2" fmla="*/ 18 w 41"/>
                <a:gd name="T3" fmla="*/ 1 h 31"/>
                <a:gd name="T4" fmla="*/ 1 w 41"/>
                <a:gd name="T5" fmla="*/ 13 h 31"/>
                <a:gd name="T6" fmla="*/ 22 w 41"/>
                <a:gd name="T7" fmla="*/ 29 h 31"/>
                <a:gd name="T8" fmla="*/ 40 w 41"/>
                <a:gd name="T9" fmla="*/ 18 h 31"/>
              </a:gdLst>
              <a:ahLst/>
              <a:cxnLst>
                <a:cxn ang="0">
                  <a:pos x="T0" y="T1"/>
                </a:cxn>
                <a:cxn ang="0">
                  <a:pos x="T2" y="T3"/>
                </a:cxn>
                <a:cxn ang="0">
                  <a:pos x="T4" y="T5"/>
                </a:cxn>
                <a:cxn ang="0">
                  <a:pos x="T6" y="T7"/>
                </a:cxn>
                <a:cxn ang="0">
                  <a:pos x="T8" y="T9"/>
                </a:cxn>
              </a:cxnLst>
              <a:rect l="0" t="0" r="r" b="b"/>
              <a:pathLst>
                <a:path w="41" h="31">
                  <a:moveTo>
                    <a:pt x="40" y="18"/>
                  </a:moveTo>
                  <a:cubicBezTo>
                    <a:pt x="39" y="9"/>
                    <a:pt x="29" y="2"/>
                    <a:pt x="18" y="1"/>
                  </a:cubicBezTo>
                  <a:cubicBezTo>
                    <a:pt x="7" y="0"/>
                    <a:pt x="0" y="5"/>
                    <a:pt x="1" y="13"/>
                  </a:cubicBezTo>
                  <a:cubicBezTo>
                    <a:pt x="3" y="20"/>
                    <a:pt x="12" y="27"/>
                    <a:pt x="22" y="29"/>
                  </a:cubicBezTo>
                  <a:cubicBezTo>
                    <a:pt x="33" y="31"/>
                    <a:pt x="41" y="26"/>
                    <a:pt x="4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2" name="Freeform 226"/>
            <p:cNvSpPr/>
            <p:nvPr/>
          </p:nvSpPr>
          <p:spPr bwMode="auto">
            <a:xfrm>
              <a:off x="6137579" y="12174315"/>
              <a:ext cx="111125" cy="98425"/>
            </a:xfrm>
            <a:custGeom>
              <a:avLst/>
              <a:gdLst>
                <a:gd name="T0" fmla="*/ 23 w 41"/>
                <a:gd name="T1" fmla="*/ 34 h 36"/>
                <a:gd name="T2" fmla="*/ 40 w 41"/>
                <a:gd name="T3" fmla="*/ 21 h 36"/>
                <a:gd name="T4" fmla="*/ 19 w 41"/>
                <a:gd name="T5" fmla="*/ 2 h 36"/>
                <a:gd name="T6" fmla="*/ 1 w 41"/>
                <a:gd name="T7" fmla="*/ 15 h 36"/>
                <a:gd name="T8" fmla="*/ 23 w 41"/>
                <a:gd name="T9" fmla="*/ 34 h 36"/>
              </a:gdLst>
              <a:ahLst/>
              <a:cxnLst>
                <a:cxn ang="0">
                  <a:pos x="T0" y="T1"/>
                </a:cxn>
                <a:cxn ang="0">
                  <a:pos x="T2" y="T3"/>
                </a:cxn>
                <a:cxn ang="0">
                  <a:pos x="T4" y="T5"/>
                </a:cxn>
                <a:cxn ang="0">
                  <a:pos x="T6" y="T7"/>
                </a:cxn>
                <a:cxn ang="0">
                  <a:pos x="T8" y="T9"/>
                </a:cxn>
              </a:cxnLst>
              <a:rect l="0" t="0" r="r" b="b"/>
              <a:pathLst>
                <a:path w="41" h="36">
                  <a:moveTo>
                    <a:pt x="23" y="34"/>
                  </a:moveTo>
                  <a:cubicBezTo>
                    <a:pt x="33" y="36"/>
                    <a:pt x="41" y="30"/>
                    <a:pt x="40" y="21"/>
                  </a:cubicBezTo>
                  <a:cubicBezTo>
                    <a:pt x="39" y="12"/>
                    <a:pt x="30" y="3"/>
                    <a:pt x="19" y="2"/>
                  </a:cubicBezTo>
                  <a:cubicBezTo>
                    <a:pt x="8" y="0"/>
                    <a:pt x="0" y="6"/>
                    <a:pt x="1" y="15"/>
                  </a:cubicBezTo>
                  <a:cubicBezTo>
                    <a:pt x="2" y="23"/>
                    <a:pt x="12" y="32"/>
                    <a:pt x="23"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3" name="Freeform 227"/>
            <p:cNvSpPr/>
            <p:nvPr/>
          </p:nvSpPr>
          <p:spPr bwMode="auto">
            <a:xfrm>
              <a:off x="9226854" y="11585353"/>
              <a:ext cx="114300" cy="147638"/>
            </a:xfrm>
            <a:custGeom>
              <a:avLst/>
              <a:gdLst>
                <a:gd name="T0" fmla="*/ 24 w 42"/>
                <a:gd name="T1" fmla="*/ 48 h 54"/>
                <a:gd name="T2" fmla="*/ 41 w 42"/>
                <a:gd name="T3" fmla="*/ 17 h 54"/>
                <a:gd name="T4" fmla="*/ 19 w 42"/>
                <a:gd name="T5" fmla="*/ 5 h 54"/>
                <a:gd name="T6" fmla="*/ 1 w 42"/>
                <a:gd name="T7" fmla="*/ 36 h 54"/>
                <a:gd name="T8" fmla="*/ 24 w 42"/>
                <a:gd name="T9" fmla="*/ 48 h 54"/>
              </a:gdLst>
              <a:ahLst/>
              <a:cxnLst>
                <a:cxn ang="0">
                  <a:pos x="T0" y="T1"/>
                </a:cxn>
                <a:cxn ang="0">
                  <a:pos x="T2" y="T3"/>
                </a:cxn>
                <a:cxn ang="0">
                  <a:pos x="T4" y="T5"/>
                </a:cxn>
                <a:cxn ang="0">
                  <a:pos x="T6" y="T7"/>
                </a:cxn>
                <a:cxn ang="0">
                  <a:pos x="T8" y="T9"/>
                </a:cxn>
              </a:cxnLst>
              <a:rect l="0" t="0" r="r" b="b"/>
              <a:pathLst>
                <a:path w="42" h="54">
                  <a:moveTo>
                    <a:pt x="24" y="48"/>
                  </a:moveTo>
                  <a:cubicBezTo>
                    <a:pt x="34" y="43"/>
                    <a:pt x="42" y="29"/>
                    <a:pt x="41" y="17"/>
                  </a:cubicBezTo>
                  <a:cubicBezTo>
                    <a:pt x="40" y="5"/>
                    <a:pt x="30" y="0"/>
                    <a:pt x="19" y="5"/>
                  </a:cubicBezTo>
                  <a:cubicBezTo>
                    <a:pt x="8" y="11"/>
                    <a:pt x="0" y="24"/>
                    <a:pt x="1" y="36"/>
                  </a:cubicBezTo>
                  <a:cubicBezTo>
                    <a:pt x="2" y="49"/>
                    <a:pt x="13" y="54"/>
                    <a:pt x="24"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4" name="Freeform 228"/>
            <p:cNvSpPr/>
            <p:nvPr/>
          </p:nvSpPr>
          <p:spPr bwMode="auto">
            <a:xfrm>
              <a:off x="9444342" y="11480578"/>
              <a:ext cx="114300" cy="138113"/>
            </a:xfrm>
            <a:custGeom>
              <a:avLst/>
              <a:gdLst>
                <a:gd name="T0" fmla="*/ 24 w 42"/>
                <a:gd name="T1" fmla="*/ 45 h 51"/>
                <a:gd name="T2" fmla="*/ 41 w 42"/>
                <a:gd name="T3" fmla="*/ 16 h 51"/>
                <a:gd name="T4" fmla="*/ 19 w 42"/>
                <a:gd name="T5" fmla="*/ 6 h 51"/>
                <a:gd name="T6" fmla="*/ 1 w 42"/>
                <a:gd name="T7" fmla="*/ 35 h 51"/>
                <a:gd name="T8" fmla="*/ 24 w 42"/>
                <a:gd name="T9" fmla="*/ 45 h 51"/>
              </a:gdLst>
              <a:ahLst/>
              <a:cxnLst>
                <a:cxn ang="0">
                  <a:pos x="T0" y="T1"/>
                </a:cxn>
                <a:cxn ang="0">
                  <a:pos x="T2" y="T3"/>
                </a:cxn>
                <a:cxn ang="0">
                  <a:pos x="T4" y="T5"/>
                </a:cxn>
                <a:cxn ang="0">
                  <a:pos x="T6" y="T7"/>
                </a:cxn>
                <a:cxn ang="0">
                  <a:pos x="T8" y="T9"/>
                </a:cxn>
              </a:cxnLst>
              <a:rect l="0" t="0" r="r" b="b"/>
              <a:pathLst>
                <a:path w="42" h="51">
                  <a:moveTo>
                    <a:pt x="24" y="45"/>
                  </a:moveTo>
                  <a:cubicBezTo>
                    <a:pt x="34" y="40"/>
                    <a:pt x="42" y="27"/>
                    <a:pt x="41" y="16"/>
                  </a:cubicBezTo>
                  <a:cubicBezTo>
                    <a:pt x="40" y="5"/>
                    <a:pt x="30" y="0"/>
                    <a:pt x="19" y="6"/>
                  </a:cubicBezTo>
                  <a:cubicBezTo>
                    <a:pt x="8" y="11"/>
                    <a:pt x="0" y="24"/>
                    <a:pt x="1" y="35"/>
                  </a:cubicBezTo>
                  <a:cubicBezTo>
                    <a:pt x="2" y="47"/>
                    <a:pt x="12" y="51"/>
                    <a:pt x="24"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5" name="Freeform 229"/>
            <p:cNvSpPr/>
            <p:nvPr/>
          </p:nvSpPr>
          <p:spPr bwMode="auto">
            <a:xfrm>
              <a:off x="9660242" y="11377390"/>
              <a:ext cx="114300" cy="130175"/>
            </a:xfrm>
            <a:custGeom>
              <a:avLst/>
              <a:gdLst>
                <a:gd name="T0" fmla="*/ 24 w 42"/>
                <a:gd name="T1" fmla="*/ 42 h 48"/>
                <a:gd name="T2" fmla="*/ 41 w 42"/>
                <a:gd name="T3" fmla="*/ 14 h 48"/>
                <a:gd name="T4" fmla="*/ 19 w 42"/>
                <a:gd name="T5" fmla="*/ 6 h 48"/>
                <a:gd name="T6" fmla="*/ 1 w 42"/>
                <a:gd name="T7" fmla="*/ 33 h 48"/>
                <a:gd name="T8" fmla="*/ 24 w 42"/>
                <a:gd name="T9" fmla="*/ 42 h 48"/>
              </a:gdLst>
              <a:ahLst/>
              <a:cxnLst>
                <a:cxn ang="0">
                  <a:pos x="T0" y="T1"/>
                </a:cxn>
                <a:cxn ang="0">
                  <a:pos x="T2" y="T3"/>
                </a:cxn>
                <a:cxn ang="0">
                  <a:pos x="T4" y="T5"/>
                </a:cxn>
                <a:cxn ang="0">
                  <a:pos x="T6" y="T7"/>
                </a:cxn>
                <a:cxn ang="0">
                  <a:pos x="T8" y="T9"/>
                </a:cxn>
              </a:cxnLst>
              <a:rect l="0" t="0" r="r" b="b"/>
              <a:pathLst>
                <a:path w="42" h="48">
                  <a:moveTo>
                    <a:pt x="24" y="42"/>
                  </a:moveTo>
                  <a:cubicBezTo>
                    <a:pt x="34" y="36"/>
                    <a:pt x="42" y="24"/>
                    <a:pt x="41" y="14"/>
                  </a:cubicBezTo>
                  <a:cubicBezTo>
                    <a:pt x="40" y="4"/>
                    <a:pt x="30" y="0"/>
                    <a:pt x="19" y="6"/>
                  </a:cubicBezTo>
                  <a:cubicBezTo>
                    <a:pt x="8" y="11"/>
                    <a:pt x="0" y="23"/>
                    <a:pt x="1" y="33"/>
                  </a:cubicBezTo>
                  <a:cubicBezTo>
                    <a:pt x="2" y="44"/>
                    <a:pt x="13" y="48"/>
                    <a:pt x="24"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6" name="Freeform 230"/>
            <p:cNvSpPr/>
            <p:nvPr/>
          </p:nvSpPr>
          <p:spPr bwMode="auto">
            <a:xfrm>
              <a:off x="9877729" y="11282140"/>
              <a:ext cx="114300" cy="114300"/>
            </a:xfrm>
            <a:custGeom>
              <a:avLst/>
              <a:gdLst>
                <a:gd name="T0" fmla="*/ 23 w 42"/>
                <a:gd name="T1" fmla="*/ 37 h 42"/>
                <a:gd name="T2" fmla="*/ 41 w 42"/>
                <a:gd name="T3" fmla="*/ 11 h 42"/>
                <a:gd name="T4" fmla="*/ 19 w 42"/>
                <a:gd name="T5" fmla="*/ 4 h 42"/>
                <a:gd name="T6" fmla="*/ 1 w 42"/>
                <a:gd name="T7" fmla="*/ 31 h 42"/>
                <a:gd name="T8" fmla="*/ 23 w 42"/>
                <a:gd name="T9" fmla="*/ 37 h 42"/>
              </a:gdLst>
              <a:ahLst/>
              <a:cxnLst>
                <a:cxn ang="0">
                  <a:pos x="T0" y="T1"/>
                </a:cxn>
                <a:cxn ang="0">
                  <a:pos x="T2" y="T3"/>
                </a:cxn>
                <a:cxn ang="0">
                  <a:pos x="T4" y="T5"/>
                </a:cxn>
                <a:cxn ang="0">
                  <a:pos x="T6" y="T7"/>
                </a:cxn>
                <a:cxn ang="0">
                  <a:pos x="T8" y="T9"/>
                </a:cxn>
              </a:cxnLst>
              <a:rect l="0" t="0" r="r" b="b"/>
              <a:pathLst>
                <a:path w="42" h="42">
                  <a:moveTo>
                    <a:pt x="23" y="37"/>
                  </a:moveTo>
                  <a:cubicBezTo>
                    <a:pt x="34" y="32"/>
                    <a:pt x="42" y="20"/>
                    <a:pt x="41" y="11"/>
                  </a:cubicBezTo>
                  <a:cubicBezTo>
                    <a:pt x="39" y="3"/>
                    <a:pt x="30" y="0"/>
                    <a:pt x="19" y="4"/>
                  </a:cubicBezTo>
                  <a:cubicBezTo>
                    <a:pt x="8" y="9"/>
                    <a:pt x="0" y="21"/>
                    <a:pt x="1" y="31"/>
                  </a:cubicBezTo>
                  <a:cubicBezTo>
                    <a:pt x="3" y="39"/>
                    <a:pt x="13" y="42"/>
                    <a:pt x="23"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7" name="Freeform 231"/>
            <p:cNvSpPr/>
            <p:nvPr/>
          </p:nvSpPr>
          <p:spPr bwMode="auto">
            <a:xfrm>
              <a:off x="10098392" y="11190065"/>
              <a:ext cx="111125" cy="104775"/>
            </a:xfrm>
            <a:custGeom>
              <a:avLst/>
              <a:gdLst>
                <a:gd name="T0" fmla="*/ 22 w 41"/>
                <a:gd name="T1" fmla="*/ 34 h 39"/>
                <a:gd name="T2" fmla="*/ 40 w 41"/>
                <a:gd name="T3" fmla="*/ 11 h 39"/>
                <a:gd name="T4" fmla="*/ 18 w 41"/>
                <a:gd name="T5" fmla="*/ 5 h 39"/>
                <a:gd name="T6" fmla="*/ 0 w 41"/>
                <a:gd name="T7" fmla="*/ 27 h 39"/>
                <a:gd name="T8" fmla="*/ 22 w 41"/>
                <a:gd name="T9" fmla="*/ 34 h 39"/>
              </a:gdLst>
              <a:ahLst/>
              <a:cxnLst>
                <a:cxn ang="0">
                  <a:pos x="T0" y="T1"/>
                </a:cxn>
                <a:cxn ang="0">
                  <a:pos x="T2" y="T3"/>
                </a:cxn>
                <a:cxn ang="0">
                  <a:pos x="T4" y="T5"/>
                </a:cxn>
                <a:cxn ang="0">
                  <a:pos x="T6" y="T7"/>
                </a:cxn>
                <a:cxn ang="0">
                  <a:pos x="T8" y="T9"/>
                </a:cxn>
              </a:cxnLst>
              <a:rect l="0" t="0" r="r" b="b"/>
              <a:pathLst>
                <a:path w="41" h="39">
                  <a:moveTo>
                    <a:pt x="22" y="34"/>
                  </a:moveTo>
                  <a:cubicBezTo>
                    <a:pt x="33" y="29"/>
                    <a:pt x="41" y="19"/>
                    <a:pt x="40" y="11"/>
                  </a:cubicBezTo>
                  <a:cubicBezTo>
                    <a:pt x="39" y="3"/>
                    <a:pt x="30" y="0"/>
                    <a:pt x="18" y="5"/>
                  </a:cubicBezTo>
                  <a:cubicBezTo>
                    <a:pt x="7" y="9"/>
                    <a:pt x="0" y="19"/>
                    <a:pt x="0" y="27"/>
                  </a:cubicBezTo>
                  <a:cubicBezTo>
                    <a:pt x="1" y="36"/>
                    <a:pt x="11" y="39"/>
                    <a:pt x="2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8" name="Freeform 232"/>
            <p:cNvSpPr/>
            <p:nvPr/>
          </p:nvSpPr>
          <p:spPr bwMode="auto">
            <a:xfrm>
              <a:off x="10315879" y="11110690"/>
              <a:ext cx="111125" cy="92075"/>
            </a:xfrm>
            <a:custGeom>
              <a:avLst/>
              <a:gdLst>
                <a:gd name="T0" fmla="*/ 22 w 41"/>
                <a:gd name="T1" fmla="*/ 29 h 34"/>
                <a:gd name="T2" fmla="*/ 40 w 41"/>
                <a:gd name="T3" fmla="*/ 10 h 34"/>
                <a:gd name="T4" fmla="*/ 18 w 41"/>
                <a:gd name="T5" fmla="*/ 4 h 34"/>
                <a:gd name="T6" fmla="*/ 0 w 41"/>
                <a:gd name="T7" fmla="*/ 24 h 34"/>
                <a:gd name="T8" fmla="*/ 22 w 41"/>
                <a:gd name="T9" fmla="*/ 29 h 34"/>
              </a:gdLst>
              <a:ahLst/>
              <a:cxnLst>
                <a:cxn ang="0">
                  <a:pos x="T0" y="T1"/>
                </a:cxn>
                <a:cxn ang="0">
                  <a:pos x="T2" y="T3"/>
                </a:cxn>
                <a:cxn ang="0">
                  <a:pos x="T4" y="T5"/>
                </a:cxn>
                <a:cxn ang="0">
                  <a:pos x="T6" y="T7"/>
                </a:cxn>
                <a:cxn ang="0">
                  <a:pos x="T8" y="T9"/>
                </a:cxn>
              </a:cxnLst>
              <a:rect l="0" t="0" r="r" b="b"/>
              <a:pathLst>
                <a:path w="41" h="34">
                  <a:moveTo>
                    <a:pt x="22" y="29"/>
                  </a:moveTo>
                  <a:cubicBezTo>
                    <a:pt x="33" y="25"/>
                    <a:pt x="41" y="17"/>
                    <a:pt x="40" y="10"/>
                  </a:cubicBezTo>
                  <a:cubicBezTo>
                    <a:pt x="39" y="3"/>
                    <a:pt x="30" y="0"/>
                    <a:pt x="18" y="4"/>
                  </a:cubicBezTo>
                  <a:cubicBezTo>
                    <a:pt x="8" y="8"/>
                    <a:pt x="0" y="17"/>
                    <a:pt x="0" y="24"/>
                  </a:cubicBezTo>
                  <a:cubicBezTo>
                    <a:pt x="1" y="31"/>
                    <a:pt x="11" y="34"/>
                    <a:pt x="22"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9" name="Freeform 233"/>
            <p:cNvSpPr/>
            <p:nvPr/>
          </p:nvSpPr>
          <p:spPr bwMode="auto">
            <a:xfrm>
              <a:off x="10530192" y="11045603"/>
              <a:ext cx="112713" cy="76200"/>
            </a:xfrm>
            <a:custGeom>
              <a:avLst/>
              <a:gdLst>
                <a:gd name="T0" fmla="*/ 22 w 42"/>
                <a:gd name="T1" fmla="*/ 25 h 28"/>
                <a:gd name="T2" fmla="*/ 41 w 42"/>
                <a:gd name="T3" fmla="*/ 8 h 28"/>
                <a:gd name="T4" fmla="*/ 20 w 42"/>
                <a:gd name="T5" fmla="*/ 3 h 28"/>
                <a:gd name="T6" fmla="*/ 1 w 42"/>
                <a:gd name="T7" fmla="*/ 20 h 28"/>
                <a:gd name="T8" fmla="*/ 22 w 42"/>
                <a:gd name="T9" fmla="*/ 25 h 28"/>
              </a:gdLst>
              <a:ahLst/>
              <a:cxnLst>
                <a:cxn ang="0">
                  <a:pos x="T0" y="T1"/>
                </a:cxn>
                <a:cxn ang="0">
                  <a:pos x="T2" y="T3"/>
                </a:cxn>
                <a:cxn ang="0">
                  <a:pos x="T4" y="T5"/>
                </a:cxn>
                <a:cxn ang="0">
                  <a:pos x="T6" y="T7"/>
                </a:cxn>
                <a:cxn ang="0">
                  <a:pos x="T8" y="T9"/>
                </a:cxn>
              </a:cxnLst>
              <a:rect l="0" t="0" r="r" b="b"/>
              <a:pathLst>
                <a:path w="42" h="28">
                  <a:moveTo>
                    <a:pt x="22" y="25"/>
                  </a:moveTo>
                  <a:cubicBezTo>
                    <a:pt x="33" y="22"/>
                    <a:pt x="42" y="14"/>
                    <a:pt x="41" y="8"/>
                  </a:cubicBezTo>
                  <a:cubicBezTo>
                    <a:pt x="40" y="3"/>
                    <a:pt x="31" y="0"/>
                    <a:pt x="20" y="3"/>
                  </a:cubicBezTo>
                  <a:cubicBezTo>
                    <a:pt x="9" y="6"/>
                    <a:pt x="0" y="14"/>
                    <a:pt x="1" y="20"/>
                  </a:cubicBezTo>
                  <a:cubicBezTo>
                    <a:pt x="2" y="26"/>
                    <a:pt x="12" y="28"/>
                    <a:pt x="22"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0" name="Freeform 234"/>
            <p:cNvSpPr/>
            <p:nvPr/>
          </p:nvSpPr>
          <p:spPr bwMode="auto">
            <a:xfrm>
              <a:off x="10746092" y="10996390"/>
              <a:ext cx="111125" cy="61913"/>
            </a:xfrm>
            <a:custGeom>
              <a:avLst/>
              <a:gdLst>
                <a:gd name="T0" fmla="*/ 22 w 41"/>
                <a:gd name="T1" fmla="*/ 20 h 23"/>
                <a:gd name="T2" fmla="*/ 41 w 41"/>
                <a:gd name="T3" fmla="*/ 8 h 23"/>
                <a:gd name="T4" fmla="*/ 20 w 41"/>
                <a:gd name="T5" fmla="*/ 2 h 23"/>
                <a:gd name="T6" fmla="*/ 1 w 41"/>
                <a:gd name="T7" fmla="*/ 16 h 23"/>
                <a:gd name="T8" fmla="*/ 22 w 41"/>
                <a:gd name="T9" fmla="*/ 20 h 23"/>
              </a:gdLst>
              <a:ahLst/>
              <a:cxnLst>
                <a:cxn ang="0">
                  <a:pos x="T0" y="T1"/>
                </a:cxn>
                <a:cxn ang="0">
                  <a:pos x="T2" y="T3"/>
                </a:cxn>
                <a:cxn ang="0">
                  <a:pos x="T4" y="T5"/>
                </a:cxn>
                <a:cxn ang="0">
                  <a:pos x="T6" y="T7"/>
                </a:cxn>
                <a:cxn ang="0">
                  <a:pos x="T8" y="T9"/>
                </a:cxn>
              </a:cxnLst>
              <a:rect l="0" t="0" r="r" b="b"/>
              <a:pathLst>
                <a:path w="41" h="23">
                  <a:moveTo>
                    <a:pt x="22" y="20"/>
                  </a:moveTo>
                  <a:cubicBezTo>
                    <a:pt x="33" y="18"/>
                    <a:pt x="41" y="12"/>
                    <a:pt x="41" y="8"/>
                  </a:cubicBezTo>
                  <a:cubicBezTo>
                    <a:pt x="40" y="2"/>
                    <a:pt x="31" y="0"/>
                    <a:pt x="20" y="2"/>
                  </a:cubicBezTo>
                  <a:cubicBezTo>
                    <a:pt x="8" y="4"/>
                    <a:pt x="0" y="11"/>
                    <a:pt x="1" y="16"/>
                  </a:cubicBezTo>
                  <a:cubicBezTo>
                    <a:pt x="2" y="21"/>
                    <a:pt x="12" y="23"/>
                    <a:pt x="22"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1" name="Freeform 235"/>
            <p:cNvSpPr/>
            <p:nvPr/>
          </p:nvSpPr>
          <p:spPr bwMode="auto">
            <a:xfrm>
              <a:off x="10963579" y="10964640"/>
              <a:ext cx="111125" cy="47625"/>
            </a:xfrm>
            <a:custGeom>
              <a:avLst/>
              <a:gdLst>
                <a:gd name="T0" fmla="*/ 23 w 41"/>
                <a:gd name="T1" fmla="*/ 17 h 18"/>
                <a:gd name="T2" fmla="*/ 40 w 41"/>
                <a:gd name="T3" fmla="*/ 7 h 18"/>
                <a:gd name="T4" fmla="*/ 18 w 41"/>
                <a:gd name="T5" fmla="*/ 1 h 18"/>
                <a:gd name="T6" fmla="*/ 1 w 41"/>
                <a:gd name="T7" fmla="*/ 12 h 18"/>
                <a:gd name="T8" fmla="*/ 23 w 41"/>
                <a:gd name="T9" fmla="*/ 17 h 18"/>
              </a:gdLst>
              <a:ahLst/>
              <a:cxnLst>
                <a:cxn ang="0">
                  <a:pos x="T0" y="T1"/>
                </a:cxn>
                <a:cxn ang="0">
                  <a:pos x="T2" y="T3"/>
                </a:cxn>
                <a:cxn ang="0">
                  <a:pos x="T4" y="T5"/>
                </a:cxn>
                <a:cxn ang="0">
                  <a:pos x="T6" y="T7"/>
                </a:cxn>
                <a:cxn ang="0">
                  <a:pos x="T8" y="T9"/>
                </a:cxn>
              </a:cxnLst>
              <a:rect l="0" t="0" r="r" b="b"/>
              <a:pathLst>
                <a:path w="41" h="18">
                  <a:moveTo>
                    <a:pt x="23" y="17"/>
                  </a:moveTo>
                  <a:cubicBezTo>
                    <a:pt x="33" y="15"/>
                    <a:pt x="41" y="11"/>
                    <a:pt x="40" y="7"/>
                  </a:cubicBezTo>
                  <a:cubicBezTo>
                    <a:pt x="39" y="3"/>
                    <a:pt x="30" y="0"/>
                    <a:pt x="18" y="1"/>
                  </a:cubicBezTo>
                  <a:cubicBezTo>
                    <a:pt x="8" y="3"/>
                    <a:pt x="0" y="8"/>
                    <a:pt x="1" y="12"/>
                  </a:cubicBezTo>
                  <a:cubicBezTo>
                    <a:pt x="2" y="16"/>
                    <a:pt x="12" y="18"/>
                    <a:pt x="23"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2" name="Freeform 236"/>
            <p:cNvSpPr/>
            <p:nvPr/>
          </p:nvSpPr>
          <p:spPr bwMode="auto">
            <a:xfrm>
              <a:off x="11177892" y="10945590"/>
              <a:ext cx="111125" cy="46038"/>
            </a:xfrm>
            <a:custGeom>
              <a:avLst/>
              <a:gdLst>
                <a:gd name="T0" fmla="*/ 22 w 41"/>
                <a:gd name="T1" fmla="*/ 16 h 17"/>
                <a:gd name="T2" fmla="*/ 41 w 41"/>
                <a:gd name="T3" fmla="*/ 3 h 17"/>
                <a:gd name="T4" fmla="*/ 20 w 41"/>
                <a:gd name="T5" fmla="*/ 3 h 17"/>
                <a:gd name="T6" fmla="*/ 1 w 41"/>
                <a:gd name="T7" fmla="*/ 11 h 17"/>
                <a:gd name="T8" fmla="*/ 22 w 41"/>
                <a:gd name="T9" fmla="*/ 16 h 17"/>
              </a:gdLst>
              <a:ahLst/>
              <a:cxnLst>
                <a:cxn ang="0">
                  <a:pos x="T0" y="T1"/>
                </a:cxn>
                <a:cxn ang="0">
                  <a:pos x="T2" y="T3"/>
                </a:cxn>
                <a:cxn ang="0">
                  <a:pos x="T4" y="T5"/>
                </a:cxn>
                <a:cxn ang="0">
                  <a:pos x="T6" y="T7"/>
                </a:cxn>
                <a:cxn ang="0">
                  <a:pos x="T8" y="T9"/>
                </a:cxn>
              </a:cxnLst>
              <a:rect l="0" t="0" r="r" b="b"/>
              <a:pathLst>
                <a:path w="41" h="17">
                  <a:moveTo>
                    <a:pt x="22" y="16"/>
                  </a:moveTo>
                  <a:cubicBezTo>
                    <a:pt x="32" y="14"/>
                    <a:pt x="41" y="6"/>
                    <a:pt x="41" y="3"/>
                  </a:cubicBezTo>
                  <a:cubicBezTo>
                    <a:pt x="40" y="0"/>
                    <a:pt x="31" y="3"/>
                    <a:pt x="20" y="3"/>
                  </a:cubicBezTo>
                  <a:cubicBezTo>
                    <a:pt x="9" y="3"/>
                    <a:pt x="0" y="7"/>
                    <a:pt x="1" y="11"/>
                  </a:cubicBezTo>
                  <a:cubicBezTo>
                    <a:pt x="2" y="14"/>
                    <a:pt x="11" y="17"/>
                    <a:pt x="22"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3" name="Freeform 237"/>
            <p:cNvSpPr/>
            <p:nvPr/>
          </p:nvSpPr>
          <p:spPr bwMode="auto">
            <a:xfrm>
              <a:off x="11395379" y="10656665"/>
              <a:ext cx="111125" cy="190500"/>
            </a:xfrm>
            <a:custGeom>
              <a:avLst/>
              <a:gdLst>
                <a:gd name="T0" fmla="*/ 23 w 41"/>
                <a:gd name="T1" fmla="*/ 39 h 70"/>
                <a:gd name="T2" fmla="*/ 40 w 41"/>
                <a:gd name="T3" fmla="*/ 1 h 70"/>
                <a:gd name="T4" fmla="*/ 18 w 41"/>
                <a:gd name="T5" fmla="*/ 36 h 70"/>
                <a:gd name="T6" fmla="*/ 1 w 41"/>
                <a:gd name="T7" fmla="*/ 68 h 70"/>
                <a:gd name="T8" fmla="*/ 23 w 41"/>
                <a:gd name="T9" fmla="*/ 39 h 70"/>
              </a:gdLst>
              <a:ahLst/>
              <a:cxnLst>
                <a:cxn ang="0">
                  <a:pos x="T0" y="T1"/>
                </a:cxn>
                <a:cxn ang="0">
                  <a:pos x="T2" y="T3"/>
                </a:cxn>
                <a:cxn ang="0">
                  <a:pos x="T4" y="T5"/>
                </a:cxn>
                <a:cxn ang="0">
                  <a:pos x="T6" y="T7"/>
                </a:cxn>
                <a:cxn ang="0">
                  <a:pos x="T8" y="T9"/>
                </a:cxn>
              </a:cxnLst>
              <a:rect l="0" t="0" r="r" b="b"/>
              <a:pathLst>
                <a:path w="41" h="70">
                  <a:moveTo>
                    <a:pt x="23" y="39"/>
                  </a:moveTo>
                  <a:cubicBezTo>
                    <a:pt x="34" y="20"/>
                    <a:pt x="41" y="2"/>
                    <a:pt x="40" y="1"/>
                  </a:cubicBezTo>
                  <a:cubicBezTo>
                    <a:pt x="39" y="0"/>
                    <a:pt x="29" y="17"/>
                    <a:pt x="18" y="36"/>
                  </a:cubicBezTo>
                  <a:cubicBezTo>
                    <a:pt x="8" y="53"/>
                    <a:pt x="0" y="66"/>
                    <a:pt x="1" y="68"/>
                  </a:cubicBezTo>
                  <a:cubicBezTo>
                    <a:pt x="2" y="70"/>
                    <a:pt x="12" y="58"/>
                    <a:pt x="23"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4" name="Freeform 238"/>
            <p:cNvSpPr/>
            <p:nvPr/>
          </p:nvSpPr>
          <p:spPr bwMode="auto">
            <a:xfrm>
              <a:off x="11612867" y="10170890"/>
              <a:ext cx="111125" cy="258763"/>
            </a:xfrm>
            <a:custGeom>
              <a:avLst/>
              <a:gdLst>
                <a:gd name="T0" fmla="*/ 23 w 41"/>
                <a:gd name="T1" fmla="*/ 49 h 95"/>
                <a:gd name="T2" fmla="*/ 40 w 41"/>
                <a:gd name="T3" fmla="*/ 2 h 95"/>
                <a:gd name="T4" fmla="*/ 18 w 41"/>
                <a:gd name="T5" fmla="*/ 47 h 95"/>
                <a:gd name="T6" fmla="*/ 1 w 41"/>
                <a:gd name="T7" fmla="*/ 94 h 95"/>
                <a:gd name="T8" fmla="*/ 23 w 41"/>
                <a:gd name="T9" fmla="*/ 49 h 95"/>
              </a:gdLst>
              <a:ahLst/>
              <a:cxnLst>
                <a:cxn ang="0">
                  <a:pos x="T0" y="T1"/>
                </a:cxn>
                <a:cxn ang="0">
                  <a:pos x="T2" y="T3"/>
                </a:cxn>
                <a:cxn ang="0">
                  <a:pos x="T4" y="T5"/>
                </a:cxn>
                <a:cxn ang="0">
                  <a:pos x="T6" y="T7"/>
                </a:cxn>
                <a:cxn ang="0">
                  <a:pos x="T8" y="T9"/>
                </a:cxn>
              </a:cxnLst>
              <a:rect l="0" t="0" r="r" b="b"/>
              <a:pathLst>
                <a:path w="41" h="95">
                  <a:moveTo>
                    <a:pt x="23" y="49"/>
                  </a:moveTo>
                  <a:cubicBezTo>
                    <a:pt x="34" y="24"/>
                    <a:pt x="41" y="3"/>
                    <a:pt x="40" y="2"/>
                  </a:cubicBezTo>
                  <a:cubicBezTo>
                    <a:pt x="39" y="0"/>
                    <a:pt x="29" y="20"/>
                    <a:pt x="18" y="47"/>
                  </a:cubicBezTo>
                  <a:cubicBezTo>
                    <a:pt x="7" y="72"/>
                    <a:pt x="0" y="92"/>
                    <a:pt x="1" y="94"/>
                  </a:cubicBezTo>
                  <a:cubicBezTo>
                    <a:pt x="2" y="95"/>
                    <a:pt x="12" y="75"/>
                    <a:pt x="23"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5" name="Freeform 239"/>
            <p:cNvSpPr/>
            <p:nvPr/>
          </p:nvSpPr>
          <p:spPr bwMode="auto">
            <a:xfrm>
              <a:off x="11827179" y="9710515"/>
              <a:ext cx="114300" cy="219075"/>
            </a:xfrm>
            <a:custGeom>
              <a:avLst/>
              <a:gdLst>
                <a:gd name="T0" fmla="*/ 25 w 42"/>
                <a:gd name="T1" fmla="*/ 39 h 81"/>
                <a:gd name="T2" fmla="*/ 40 w 42"/>
                <a:gd name="T3" fmla="*/ 2 h 81"/>
                <a:gd name="T4" fmla="*/ 17 w 42"/>
                <a:gd name="T5" fmla="*/ 37 h 81"/>
                <a:gd name="T6" fmla="*/ 1 w 42"/>
                <a:gd name="T7" fmla="*/ 79 h 81"/>
                <a:gd name="T8" fmla="*/ 25 w 42"/>
                <a:gd name="T9" fmla="*/ 39 h 81"/>
              </a:gdLst>
              <a:ahLst/>
              <a:cxnLst>
                <a:cxn ang="0">
                  <a:pos x="T0" y="T1"/>
                </a:cxn>
                <a:cxn ang="0">
                  <a:pos x="T2" y="T3"/>
                </a:cxn>
                <a:cxn ang="0">
                  <a:pos x="T4" y="T5"/>
                </a:cxn>
                <a:cxn ang="0">
                  <a:pos x="T6" y="T7"/>
                </a:cxn>
                <a:cxn ang="0">
                  <a:pos x="T8" y="T9"/>
                </a:cxn>
              </a:cxnLst>
              <a:rect l="0" t="0" r="r" b="b"/>
              <a:pathLst>
                <a:path w="42" h="81">
                  <a:moveTo>
                    <a:pt x="25" y="39"/>
                  </a:moveTo>
                  <a:cubicBezTo>
                    <a:pt x="35" y="19"/>
                    <a:pt x="42" y="3"/>
                    <a:pt x="40" y="2"/>
                  </a:cubicBezTo>
                  <a:cubicBezTo>
                    <a:pt x="38" y="0"/>
                    <a:pt x="28" y="14"/>
                    <a:pt x="17" y="37"/>
                  </a:cubicBezTo>
                  <a:cubicBezTo>
                    <a:pt x="7" y="59"/>
                    <a:pt x="0" y="78"/>
                    <a:pt x="1" y="79"/>
                  </a:cubicBezTo>
                  <a:cubicBezTo>
                    <a:pt x="3" y="81"/>
                    <a:pt x="14" y="61"/>
                    <a:pt x="25"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6" name="Freeform 240"/>
            <p:cNvSpPr/>
            <p:nvPr/>
          </p:nvSpPr>
          <p:spPr bwMode="auto">
            <a:xfrm>
              <a:off x="3676954" y="12333065"/>
              <a:ext cx="111125" cy="19050"/>
            </a:xfrm>
            <a:custGeom>
              <a:avLst/>
              <a:gdLst>
                <a:gd name="T0" fmla="*/ 23 w 41"/>
                <a:gd name="T1" fmla="*/ 7 h 7"/>
                <a:gd name="T2" fmla="*/ 40 w 41"/>
                <a:gd name="T3" fmla="*/ 3 h 7"/>
                <a:gd name="T4" fmla="*/ 18 w 41"/>
                <a:gd name="T5" fmla="*/ 0 h 7"/>
                <a:gd name="T6" fmla="*/ 1 w 41"/>
                <a:gd name="T7" fmla="*/ 4 h 7"/>
                <a:gd name="T8" fmla="*/ 23 w 41"/>
                <a:gd name="T9" fmla="*/ 7 h 7"/>
              </a:gdLst>
              <a:ahLst/>
              <a:cxnLst>
                <a:cxn ang="0">
                  <a:pos x="T0" y="T1"/>
                </a:cxn>
                <a:cxn ang="0">
                  <a:pos x="T2" y="T3"/>
                </a:cxn>
                <a:cxn ang="0">
                  <a:pos x="T4" y="T5"/>
                </a:cxn>
                <a:cxn ang="0">
                  <a:pos x="T6" y="T7"/>
                </a:cxn>
                <a:cxn ang="0">
                  <a:pos x="T8" y="T9"/>
                </a:cxn>
              </a:cxnLst>
              <a:rect l="0" t="0" r="r" b="b"/>
              <a:pathLst>
                <a:path w="41" h="7">
                  <a:moveTo>
                    <a:pt x="23" y="7"/>
                  </a:moveTo>
                  <a:cubicBezTo>
                    <a:pt x="33" y="7"/>
                    <a:pt x="41" y="4"/>
                    <a:pt x="40" y="3"/>
                  </a:cubicBezTo>
                  <a:cubicBezTo>
                    <a:pt x="39" y="1"/>
                    <a:pt x="29" y="0"/>
                    <a:pt x="18" y="0"/>
                  </a:cubicBezTo>
                  <a:cubicBezTo>
                    <a:pt x="8" y="0"/>
                    <a:pt x="0" y="2"/>
                    <a:pt x="1" y="4"/>
                  </a:cubicBezTo>
                  <a:cubicBezTo>
                    <a:pt x="2" y="6"/>
                    <a:pt x="12" y="7"/>
                    <a:pt x="2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7" name="Freeform 241"/>
            <p:cNvSpPr/>
            <p:nvPr/>
          </p:nvSpPr>
          <p:spPr bwMode="auto">
            <a:xfrm>
              <a:off x="3462642" y="12333065"/>
              <a:ext cx="111125" cy="20638"/>
            </a:xfrm>
            <a:custGeom>
              <a:avLst/>
              <a:gdLst>
                <a:gd name="T0" fmla="*/ 40 w 41"/>
                <a:gd name="T1" fmla="*/ 4 h 8"/>
                <a:gd name="T2" fmla="*/ 19 w 41"/>
                <a:gd name="T3" fmla="*/ 0 h 8"/>
                <a:gd name="T4" fmla="*/ 1 w 41"/>
                <a:gd name="T5" fmla="*/ 3 h 8"/>
                <a:gd name="T6" fmla="*/ 22 w 41"/>
                <a:gd name="T7" fmla="*/ 8 h 8"/>
                <a:gd name="T8" fmla="*/ 40 w 41"/>
                <a:gd name="T9" fmla="*/ 4 h 8"/>
              </a:gdLst>
              <a:ahLst/>
              <a:cxnLst>
                <a:cxn ang="0">
                  <a:pos x="T0" y="T1"/>
                </a:cxn>
                <a:cxn ang="0">
                  <a:pos x="T2" y="T3"/>
                </a:cxn>
                <a:cxn ang="0">
                  <a:pos x="T4" y="T5"/>
                </a:cxn>
                <a:cxn ang="0">
                  <a:pos x="T6" y="T7"/>
                </a:cxn>
                <a:cxn ang="0">
                  <a:pos x="T8" y="T9"/>
                </a:cxn>
              </a:cxnLst>
              <a:rect l="0" t="0" r="r" b="b"/>
              <a:pathLst>
                <a:path w="41" h="8">
                  <a:moveTo>
                    <a:pt x="40" y="4"/>
                  </a:moveTo>
                  <a:cubicBezTo>
                    <a:pt x="39" y="2"/>
                    <a:pt x="30" y="0"/>
                    <a:pt x="19" y="0"/>
                  </a:cubicBezTo>
                  <a:cubicBezTo>
                    <a:pt x="8" y="0"/>
                    <a:pt x="0" y="1"/>
                    <a:pt x="1" y="3"/>
                  </a:cubicBezTo>
                  <a:cubicBezTo>
                    <a:pt x="1" y="5"/>
                    <a:pt x="11" y="8"/>
                    <a:pt x="22" y="8"/>
                  </a:cubicBezTo>
                  <a:cubicBezTo>
                    <a:pt x="33" y="8"/>
                    <a:pt x="41" y="6"/>
                    <a:pt x="4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8" name="Freeform 242"/>
            <p:cNvSpPr/>
            <p:nvPr/>
          </p:nvSpPr>
          <p:spPr bwMode="auto">
            <a:xfrm>
              <a:off x="3246742" y="12323540"/>
              <a:ext cx="109538" cy="25400"/>
            </a:xfrm>
            <a:custGeom>
              <a:avLst/>
              <a:gdLst>
                <a:gd name="T0" fmla="*/ 40 w 40"/>
                <a:gd name="T1" fmla="*/ 5 h 9"/>
                <a:gd name="T2" fmla="*/ 18 w 40"/>
                <a:gd name="T3" fmla="*/ 1 h 9"/>
                <a:gd name="T4" fmla="*/ 0 w 40"/>
                <a:gd name="T5" fmla="*/ 3 h 9"/>
                <a:gd name="T6" fmla="*/ 22 w 40"/>
                <a:gd name="T7" fmla="*/ 8 h 9"/>
                <a:gd name="T8" fmla="*/ 40 w 40"/>
                <a:gd name="T9" fmla="*/ 5 h 9"/>
              </a:gdLst>
              <a:ahLst/>
              <a:cxnLst>
                <a:cxn ang="0">
                  <a:pos x="T0" y="T1"/>
                </a:cxn>
                <a:cxn ang="0">
                  <a:pos x="T2" y="T3"/>
                </a:cxn>
                <a:cxn ang="0">
                  <a:pos x="T4" y="T5"/>
                </a:cxn>
                <a:cxn ang="0">
                  <a:pos x="T6" y="T7"/>
                </a:cxn>
                <a:cxn ang="0">
                  <a:pos x="T8" y="T9"/>
                </a:cxn>
              </a:cxnLst>
              <a:rect l="0" t="0" r="r" b="b"/>
              <a:pathLst>
                <a:path w="40" h="9">
                  <a:moveTo>
                    <a:pt x="40" y="5"/>
                  </a:moveTo>
                  <a:cubicBezTo>
                    <a:pt x="39" y="3"/>
                    <a:pt x="29" y="1"/>
                    <a:pt x="18" y="1"/>
                  </a:cubicBezTo>
                  <a:cubicBezTo>
                    <a:pt x="8" y="0"/>
                    <a:pt x="0" y="1"/>
                    <a:pt x="0" y="3"/>
                  </a:cubicBezTo>
                  <a:cubicBezTo>
                    <a:pt x="1" y="6"/>
                    <a:pt x="11" y="8"/>
                    <a:pt x="22" y="8"/>
                  </a:cubicBezTo>
                  <a:cubicBezTo>
                    <a:pt x="33" y="9"/>
                    <a:pt x="40" y="7"/>
                    <a:pt x="4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9" name="Freeform 243"/>
            <p:cNvSpPr/>
            <p:nvPr/>
          </p:nvSpPr>
          <p:spPr bwMode="auto">
            <a:xfrm>
              <a:off x="3030842" y="12310840"/>
              <a:ext cx="111125" cy="26988"/>
            </a:xfrm>
            <a:custGeom>
              <a:avLst/>
              <a:gdLst>
                <a:gd name="T0" fmla="*/ 40 w 41"/>
                <a:gd name="T1" fmla="*/ 6 h 10"/>
                <a:gd name="T2" fmla="*/ 19 w 41"/>
                <a:gd name="T3" fmla="*/ 1 h 10"/>
                <a:gd name="T4" fmla="*/ 1 w 41"/>
                <a:gd name="T5" fmla="*/ 4 h 10"/>
                <a:gd name="T6" fmla="*/ 22 w 41"/>
                <a:gd name="T7" fmla="*/ 9 h 10"/>
                <a:gd name="T8" fmla="*/ 40 w 41"/>
                <a:gd name="T9" fmla="*/ 6 h 10"/>
              </a:gdLst>
              <a:ahLst/>
              <a:cxnLst>
                <a:cxn ang="0">
                  <a:pos x="T0" y="T1"/>
                </a:cxn>
                <a:cxn ang="0">
                  <a:pos x="T2" y="T3"/>
                </a:cxn>
                <a:cxn ang="0">
                  <a:pos x="T4" y="T5"/>
                </a:cxn>
                <a:cxn ang="0">
                  <a:pos x="T6" y="T7"/>
                </a:cxn>
                <a:cxn ang="0">
                  <a:pos x="T8" y="T9"/>
                </a:cxn>
              </a:cxnLst>
              <a:rect l="0" t="0" r="r" b="b"/>
              <a:pathLst>
                <a:path w="41" h="10">
                  <a:moveTo>
                    <a:pt x="40" y="6"/>
                  </a:moveTo>
                  <a:cubicBezTo>
                    <a:pt x="40" y="4"/>
                    <a:pt x="30" y="2"/>
                    <a:pt x="19" y="1"/>
                  </a:cubicBezTo>
                  <a:cubicBezTo>
                    <a:pt x="8" y="0"/>
                    <a:pt x="0" y="1"/>
                    <a:pt x="1" y="4"/>
                  </a:cubicBezTo>
                  <a:cubicBezTo>
                    <a:pt x="2" y="6"/>
                    <a:pt x="12" y="8"/>
                    <a:pt x="22" y="9"/>
                  </a:cubicBezTo>
                  <a:cubicBezTo>
                    <a:pt x="33" y="10"/>
                    <a:pt x="41" y="8"/>
                    <a:pt x="4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0" name="Freeform 244"/>
            <p:cNvSpPr/>
            <p:nvPr/>
          </p:nvSpPr>
          <p:spPr bwMode="auto">
            <a:xfrm>
              <a:off x="2816529" y="12296553"/>
              <a:ext cx="111125" cy="25400"/>
            </a:xfrm>
            <a:custGeom>
              <a:avLst/>
              <a:gdLst>
                <a:gd name="T0" fmla="*/ 40 w 41"/>
                <a:gd name="T1" fmla="*/ 6 h 9"/>
                <a:gd name="T2" fmla="*/ 19 w 41"/>
                <a:gd name="T3" fmla="*/ 1 h 9"/>
                <a:gd name="T4" fmla="*/ 1 w 41"/>
                <a:gd name="T5" fmla="*/ 3 h 9"/>
                <a:gd name="T6" fmla="*/ 21 w 41"/>
                <a:gd name="T7" fmla="*/ 9 h 9"/>
                <a:gd name="T8" fmla="*/ 40 w 41"/>
                <a:gd name="T9" fmla="*/ 6 h 9"/>
              </a:gdLst>
              <a:ahLst/>
              <a:cxnLst>
                <a:cxn ang="0">
                  <a:pos x="T0" y="T1"/>
                </a:cxn>
                <a:cxn ang="0">
                  <a:pos x="T2" y="T3"/>
                </a:cxn>
                <a:cxn ang="0">
                  <a:pos x="T4" y="T5"/>
                </a:cxn>
                <a:cxn ang="0">
                  <a:pos x="T6" y="T7"/>
                </a:cxn>
                <a:cxn ang="0">
                  <a:pos x="T8" y="T9"/>
                </a:cxn>
              </a:cxnLst>
              <a:rect l="0" t="0" r="r" b="b"/>
              <a:pathLst>
                <a:path w="41" h="9">
                  <a:moveTo>
                    <a:pt x="40" y="6"/>
                  </a:moveTo>
                  <a:cubicBezTo>
                    <a:pt x="39" y="4"/>
                    <a:pt x="30" y="1"/>
                    <a:pt x="19" y="1"/>
                  </a:cubicBezTo>
                  <a:cubicBezTo>
                    <a:pt x="8" y="0"/>
                    <a:pt x="0" y="1"/>
                    <a:pt x="1" y="3"/>
                  </a:cubicBezTo>
                  <a:cubicBezTo>
                    <a:pt x="2" y="5"/>
                    <a:pt x="11" y="8"/>
                    <a:pt x="21" y="9"/>
                  </a:cubicBezTo>
                  <a:cubicBezTo>
                    <a:pt x="33" y="9"/>
                    <a:pt x="41" y="8"/>
                    <a:pt x="4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1" name="Freeform 245"/>
            <p:cNvSpPr/>
            <p:nvPr/>
          </p:nvSpPr>
          <p:spPr bwMode="auto">
            <a:xfrm>
              <a:off x="2599042" y="12280678"/>
              <a:ext cx="111125" cy="26988"/>
            </a:xfrm>
            <a:custGeom>
              <a:avLst/>
              <a:gdLst>
                <a:gd name="T0" fmla="*/ 40 w 41"/>
                <a:gd name="T1" fmla="*/ 6 h 10"/>
                <a:gd name="T2" fmla="*/ 19 w 41"/>
                <a:gd name="T3" fmla="*/ 1 h 10"/>
                <a:gd name="T4" fmla="*/ 1 w 41"/>
                <a:gd name="T5" fmla="*/ 3 h 10"/>
                <a:gd name="T6" fmla="*/ 23 w 41"/>
                <a:gd name="T7" fmla="*/ 9 h 10"/>
                <a:gd name="T8" fmla="*/ 40 w 41"/>
                <a:gd name="T9" fmla="*/ 6 h 10"/>
              </a:gdLst>
              <a:ahLst/>
              <a:cxnLst>
                <a:cxn ang="0">
                  <a:pos x="T0" y="T1"/>
                </a:cxn>
                <a:cxn ang="0">
                  <a:pos x="T2" y="T3"/>
                </a:cxn>
                <a:cxn ang="0">
                  <a:pos x="T4" y="T5"/>
                </a:cxn>
                <a:cxn ang="0">
                  <a:pos x="T6" y="T7"/>
                </a:cxn>
                <a:cxn ang="0">
                  <a:pos x="T8" y="T9"/>
                </a:cxn>
              </a:cxnLst>
              <a:rect l="0" t="0" r="r" b="b"/>
              <a:pathLst>
                <a:path w="41" h="10">
                  <a:moveTo>
                    <a:pt x="40" y="6"/>
                  </a:moveTo>
                  <a:cubicBezTo>
                    <a:pt x="40" y="4"/>
                    <a:pt x="30" y="1"/>
                    <a:pt x="19" y="1"/>
                  </a:cubicBezTo>
                  <a:cubicBezTo>
                    <a:pt x="8" y="0"/>
                    <a:pt x="0" y="1"/>
                    <a:pt x="1" y="3"/>
                  </a:cubicBezTo>
                  <a:cubicBezTo>
                    <a:pt x="2" y="5"/>
                    <a:pt x="12" y="8"/>
                    <a:pt x="23" y="9"/>
                  </a:cubicBezTo>
                  <a:cubicBezTo>
                    <a:pt x="33" y="10"/>
                    <a:pt x="41" y="8"/>
                    <a:pt x="4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2" name="Freeform 246"/>
            <p:cNvSpPr/>
            <p:nvPr/>
          </p:nvSpPr>
          <p:spPr bwMode="auto">
            <a:xfrm>
              <a:off x="2384729" y="12264803"/>
              <a:ext cx="111125" cy="26988"/>
            </a:xfrm>
            <a:custGeom>
              <a:avLst/>
              <a:gdLst>
                <a:gd name="T0" fmla="*/ 40 w 41"/>
                <a:gd name="T1" fmla="*/ 6 h 10"/>
                <a:gd name="T2" fmla="*/ 19 w 41"/>
                <a:gd name="T3" fmla="*/ 1 h 10"/>
                <a:gd name="T4" fmla="*/ 1 w 41"/>
                <a:gd name="T5" fmla="*/ 4 h 10"/>
                <a:gd name="T6" fmla="*/ 21 w 41"/>
                <a:gd name="T7" fmla="*/ 9 h 10"/>
                <a:gd name="T8" fmla="*/ 40 w 41"/>
                <a:gd name="T9" fmla="*/ 6 h 10"/>
              </a:gdLst>
              <a:ahLst/>
              <a:cxnLst>
                <a:cxn ang="0">
                  <a:pos x="T0" y="T1"/>
                </a:cxn>
                <a:cxn ang="0">
                  <a:pos x="T2" y="T3"/>
                </a:cxn>
                <a:cxn ang="0">
                  <a:pos x="T4" y="T5"/>
                </a:cxn>
                <a:cxn ang="0">
                  <a:pos x="T6" y="T7"/>
                </a:cxn>
                <a:cxn ang="0">
                  <a:pos x="T8" y="T9"/>
                </a:cxn>
              </a:cxnLst>
              <a:rect l="0" t="0" r="r" b="b"/>
              <a:pathLst>
                <a:path w="41" h="10">
                  <a:moveTo>
                    <a:pt x="40" y="6"/>
                  </a:moveTo>
                  <a:cubicBezTo>
                    <a:pt x="39" y="4"/>
                    <a:pt x="30" y="2"/>
                    <a:pt x="19" y="1"/>
                  </a:cubicBezTo>
                  <a:cubicBezTo>
                    <a:pt x="8" y="0"/>
                    <a:pt x="0" y="1"/>
                    <a:pt x="1" y="4"/>
                  </a:cubicBezTo>
                  <a:cubicBezTo>
                    <a:pt x="2" y="6"/>
                    <a:pt x="11" y="9"/>
                    <a:pt x="21" y="9"/>
                  </a:cubicBezTo>
                  <a:cubicBezTo>
                    <a:pt x="33" y="10"/>
                    <a:pt x="41" y="9"/>
                    <a:pt x="4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3" name="Freeform 247"/>
            <p:cNvSpPr/>
            <p:nvPr/>
          </p:nvSpPr>
          <p:spPr bwMode="auto">
            <a:xfrm>
              <a:off x="2167242" y="12256865"/>
              <a:ext cx="114300" cy="23813"/>
            </a:xfrm>
            <a:custGeom>
              <a:avLst/>
              <a:gdLst>
                <a:gd name="T0" fmla="*/ 40 w 42"/>
                <a:gd name="T1" fmla="*/ 5 h 9"/>
                <a:gd name="T2" fmla="*/ 20 w 42"/>
                <a:gd name="T3" fmla="*/ 0 h 9"/>
                <a:gd name="T4" fmla="*/ 1 w 42"/>
                <a:gd name="T5" fmla="*/ 3 h 9"/>
                <a:gd name="T6" fmla="*/ 22 w 42"/>
                <a:gd name="T7" fmla="*/ 9 h 9"/>
                <a:gd name="T8" fmla="*/ 40 w 42"/>
                <a:gd name="T9" fmla="*/ 5 h 9"/>
              </a:gdLst>
              <a:ahLst/>
              <a:cxnLst>
                <a:cxn ang="0">
                  <a:pos x="T0" y="T1"/>
                </a:cxn>
                <a:cxn ang="0">
                  <a:pos x="T2" y="T3"/>
                </a:cxn>
                <a:cxn ang="0">
                  <a:pos x="T4" y="T5"/>
                </a:cxn>
                <a:cxn ang="0">
                  <a:pos x="T6" y="T7"/>
                </a:cxn>
                <a:cxn ang="0">
                  <a:pos x="T8" y="T9"/>
                </a:cxn>
              </a:cxnLst>
              <a:rect l="0" t="0" r="r" b="b"/>
              <a:pathLst>
                <a:path w="42" h="9">
                  <a:moveTo>
                    <a:pt x="40" y="5"/>
                  </a:moveTo>
                  <a:cubicBezTo>
                    <a:pt x="39" y="2"/>
                    <a:pt x="30" y="0"/>
                    <a:pt x="20" y="0"/>
                  </a:cubicBezTo>
                  <a:cubicBezTo>
                    <a:pt x="9" y="0"/>
                    <a:pt x="0" y="1"/>
                    <a:pt x="1" y="3"/>
                  </a:cubicBezTo>
                  <a:cubicBezTo>
                    <a:pt x="2" y="6"/>
                    <a:pt x="12" y="8"/>
                    <a:pt x="22" y="9"/>
                  </a:cubicBezTo>
                  <a:cubicBezTo>
                    <a:pt x="33" y="9"/>
                    <a:pt x="42" y="7"/>
                    <a:pt x="4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4" name="Freeform 248"/>
            <p:cNvSpPr/>
            <p:nvPr/>
          </p:nvSpPr>
          <p:spPr bwMode="auto">
            <a:xfrm>
              <a:off x="1952929" y="12250515"/>
              <a:ext cx="111125" cy="25400"/>
            </a:xfrm>
            <a:custGeom>
              <a:avLst/>
              <a:gdLst>
                <a:gd name="T0" fmla="*/ 40 w 41"/>
                <a:gd name="T1" fmla="*/ 5 h 9"/>
                <a:gd name="T2" fmla="*/ 18 w 41"/>
                <a:gd name="T3" fmla="*/ 0 h 9"/>
                <a:gd name="T4" fmla="*/ 1 w 41"/>
                <a:gd name="T5" fmla="*/ 5 h 9"/>
                <a:gd name="T6" fmla="*/ 23 w 41"/>
                <a:gd name="T7" fmla="*/ 9 h 9"/>
                <a:gd name="T8" fmla="*/ 40 w 41"/>
                <a:gd name="T9" fmla="*/ 5 h 9"/>
              </a:gdLst>
              <a:ahLst/>
              <a:cxnLst>
                <a:cxn ang="0">
                  <a:pos x="T0" y="T1"/>
                </a:cxn>
                <a:cxn ang="0">
                  <a:pos x="T2" y="T3"/>
                </a:cxn>
                <a:cxn ang="0">
                  <a:pos x="T4" y="T5"/>
                </a:cxn>
                <a:cxn ang="0">
                  <a:pos x="T6" y="T7"/>
                </a:cxn>
                <a:cxn ang="0">
                  <a:pos x="T8" y="T9"/>
                </a:cxn>
              </a:cxnLst>
              <a:rect l="0" t="0" r="r" b="b"/>
              <a:pathLst>
                <a:path w="41" h="9">
                  <a:moveTo>
                    <a:pt x="40" y="5"/>
                  </a:moveTo>
                  <a:cubicBezTo>
                    <a:pt x="39" y="2"/>
                    <a:pt x="30" y="0"/>
                    <a:pt x="18" y="0"/>
                  </a:cubicBezTo>
                  <a:cubicBezTo>
                    <a:pt x="8" y="0"/>
                    <a:pt x="0" y="2"/>
                    <a:pt x="1" y="5"/>
                  </a:cubicBezTo>
                  <a:cubicBezTo>
                    <a:pt x="2" y="7"/>
                    <a:pt x="12" y="9"/>
                    <a:pt x="23" y="9"/>
                  </a:cubicBezTo>
                  <a:cubicBezTo>
                    <a:pt x="33" y="9"/>
                    <a:pt x="41" y="7"/>
                    <a:pt x="4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5" name="Freeform 249"/>
            <p:cNvSpPr/>
            <p:nvPr/>
          </p:nvSpPr>
          <p:spPr bwMode="auto">
            <a:xfrm>
              <a:off x="1738617" y="12253690"/>
              <a:ext cx="111125" cy="30163"/>
            </a:xfrm>
            <a:custGeom>
              <a:avLst/>
              <a:gdLst>
                <a:gd name="T0" fmla="*/ 23 w 41"/>
                <a:gd name="T1" fmla="*/ 11 h 11"/>
                <a:gd name="T2" fmla="*/ 40 w 41"/>
                <a:gd name="T3" fmla="*/ 5 h 11"/>
                <a:gd name="T4" fmla="*/ 19 w 41"/>
                <a:gd name="T5" fmla="*/ 1 h 11"/>
                <a:gd name="T6" fmla="*/ 1 w 41"/>
                <a:gd name="T7" fmla="*/ 6 h 11"/>
                <a:gd name="T8" fmla="*/ 23 w 41"/>
                <a:gd name="T9" fmla="*/ 11 h 11"/>
              </a:gdLst>
              <a:ahLst/>
              <a:cxnLst>
                <a:cxn ang="0">
                  <a:pos x="T0" y="T1"/>
                </a:cxn>
                <a:cxn ang="0">
                  <a:pos x="T2" y="T3"/>
                </a:cxn>
                <a:cxn ang="0">
                  <a:pos x="T4" y="T5"/>
                </a:cxn>
                <a:cxn ang="0">
                  <a:pos x="T6" y="T7"/>
                </a:cxn>
                <a:cxn ang="0">
                  <a:pos x="T8" y="T9"/>
                </a:cxn>
              </a:cxnLst>
              <a:rect l="0" t="0" r="r" b="b"/>
              <a:pathLst>
                <a:path w="41" h="11">
                  <a:moveTo>
                    <a:pt x="23" y="11"/>
                  </a:moveTo>
                  <a:cubicBezTo>
                    <a:pt x="33" y="10"/>
                    <a:pt x="41" y="7"/>
                    <a:pt x="40" y="5"/>
                  </a:cubicBezTo>
                  <a:cubicBezTo>
                    <a:pt x="39" y="2"/>
                    <a:pt x="30" y="0"/>
                    <a:pt x="19" y="1"/>
                  </a:cubicBezTo>
                  <a:cubicBezTo>
                    <a:pt x="8" y="1"/>
                    <a:pt x="0" y="4"/>
                    <a:pt x="1" y="6"/>
                  </a:cubicBezTo>
                  <a:cubicBezTo>
                    <a:pt x="2" y="9"/>
                    <a:pt x="12" y="11"/>
                    <a:pt x="23"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6" name="Freeform 250"/>
            <p:cNvSpPr/>
            <p:nvPr/>
          </p:nvSpPr>
          <p:spPr bwMode="auto">
            <a:xfrm>
              <a:off x="1524304" y="12269565"/>
              <a:ext cx="111125" cy="34925"/>
            </a:xfrm>
            <a:custGeom>
              <a:avLst/>
              <a:gdLst>
                <a:gd name="T0" fmla="*/ 23 w 41"/>
                <a:gd name="T1" fmla="*/ 11 h 13"/>
                <a:gd name="T2" fmla="*/ 40 w 41"/>
                <a:gd name="T3" fmla="*/ 4 h 13"/>
                <a:gd name="T4" fmla="*/ 18 w 41"/>
                <a:gd name="T5" fmla="*/ 1 h 13"/>
                <a:gd name="T6" fmla="*/ 1 w 41"/>
                <a:gd name="T7" fmla="*/ 8 h 13"/>
                <a:gd name="T8" fmla="*/ 23 w 41"/>
                <a:gd name="T9" fmla="*/ 11 h 13"/>
              </a:gdLst>
              <a:ahLst/>
              <a:cxnLst>
                <a:cxn ang="0">
                  <a:pos x="T0" y="T1"/>
                </a:cxn>
                <a:cxn ang="0">
                  <a:pos x="T2" y="T3"/>
                </a:cxn>
                <a:cxn ang="0">
                  <a:pos x="T4" y="T5"/>
                </a:cxn>
                <a:cxn ang="0">
                  <a:pos x="T6" y="T7"/>
                </a:cxn>
                <a:cxn ang="0">
                  <a:pos x="T8" y="T9"/>
                </a:cxn>
              </a:cxnLst>
              <a:rect l="0" t="0" r="r" b="b"/>
              <a:pathLst>
                <a:path w="41" h="13">
                  <a:moveTo>
                    <a:pt x="23" y="11"/>
                  </a:moveTo>
                  <a:cubicBezTo>
                    <a:pt x="33" y="10"/>
                    <a:pt x="41" y="6"/>
                    <a:pt x="40" y="4"/>
                  </a:cubicBezTo>
                  <a:cubicBezTo>
                    <a:pt x="39" y="1"/>
                    <a:pt x="30" y="0"/>
                    <a:pt x="18" y="1"/>
                  </a:cubicBezTo>
                  <a:cubicBezTo>
                    <a:pt x="8" y="2"/>
                    <a:pt x="0" y="5"/>
                    <a:pt x="1" y="8"/>
                  </a:cubicBezTo>
                  <a:cubicBezTo>
                    <a:pt x="2" y="11"/>
                    <a:pt x="12" y="13"/>
                    <a:pt x="23"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7" name="Freeform 251"/>
            <p:cNvSpPr/>
            <p:nvPr/>
          </p:nvSpPr>
          <p:spPr bwMode="auto">
            <a:xfrm>
              <a:off x="3891267" y="12310840"/>
              <a:ext cx="111125" cy="26988"/>
            </a:xfrm>
            <a:custGeom>
              <a:avLst/>
              <a:gdLst>
                <a:gd name="T0" fmla="*/ 23 w 41"/>
                <a:gd name="T1" fmla="*/ 8 h 10"/>
                <a:gd name="T2" fmla="*/ 40 w 41"/>
                <a:gd name="T3" fmla="*/ 3 h 10"/>
                <a:gd name="T4" fmla="*/ 18 w 41"/>
                <a:gd name="T5" fmla="*/ 2 h 10"/>
                <a:gd name="T6" fmla="*/ 1 w 41"/>
                <a:gd name="T7" fmla="*/ 7 h 10"/>
                <a:gd name="T8" fmla="*/ 23 w 41"/>
                <a:gd name="T9" fmla="*/ 8 h 10"/>
              </a:gdLst>
              <a:ahLst/>
              <a:cxnLst>
                <a:cxn ang="0">
                  <a:pos x="T0" y="T1"/>
                </a:cxn>
                <a:cxn ang="0">
                  <a:pos x="T2" y="T3"/>
                </a:cxn>
                <a:cxn ang="0">
                  <a:pos x="T4" y="T5"/>
                </a:cxn>
                <a:cxn ang="0">
                  <a:pos x="T6" y="T7"/>
                </a:cxn>
                <a:cxn ang="0">
                  <a:pos x="T8" y="T9"/>
                </a:cxn>
              </a:cxnLst>
              <a:rect l="0" t="0" r="r" b="b"/>
              <a:pathLst>
                <a:path w="41" h="10">
                  <a:moveTo>
                    <a:pt x="23" y="8"/>
                  </a:moveTo>
                  <a:cubicBezTo>
                    <a:pt x="33" y="7"/>
                    <a:pt x="41" y="5"/>
                    <a:pt x="40" y="3"/>
                  </a:cubicBezTo>
                  <a:cubicBezTo>
                    <a:pt x="39" y="1"/>
                    <a:pt x="29" y="0"/>
                    <a:pt x="18" y="2"/>
                  </a:cubicBezTo>
                  <a:cubicBezTo>
                    <a:pt x="8" y="3"/>
                    <a:pt x="0" y="5"/>
                    <a:pt x="1" y="7"/>
                  </a:cubicBezTo>
                  <a:cubicBezTo>
                    <a:pt x="2" y="9"/>
                    <a:pt x="12" y="10"/>
                    <a:pt x="23"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8" name="Freeform 252"/>
            <p:cNvSpPr/>
            <p:nvPr/>
          </p:nvSpPr>
          <p:spPr bwMode="auto">
            <a:xfrm>
              <a:off x="4102404" y="12283853"/>
              <a:ext cx="111125" cy="26988"/>
            </a:xfrm>
            <a:custGeom>
              <a:avLst/>
              <a:gdLst>
                <a:gd name="T0" fmla="*/ 22 w 41"/>
                <a:gd name="T1" fmla="*/ 9 h 10"/>
                <a:gd name="T2" fmla="*/ 40 w 41"/>
                <a:gd name="T3" fmla="*/ 2 h 10"/>
                <a:gd name="T4" fmla="*/ 20 w 41"/>
                <a:gd name="T5" fmla="*/ 1 h 10"/>
                <a:gd name="T6" fmla="*/ 2 w 41"/>
                <a:gd name="T7" fmla="*/ 8 h 10"/>
                <a:gd name="T8" fmla="*/ 22 w 41"/>
                <a:gd name="T9" fmla="*/ 9 h 10"/>
              </a:gdLst>
              <a:ahLst/>
              <a:cxnLst>
                <a:cxn ang="0">
                  <a:pos x="T0" y="T1"/>
                </a:cxn>
                <a:cxn ang="0">
                  <a:pos x="T2" y="T3"/>
                </a:cxn>
                <a:cxn ang="0">
                  <a:pos x="T4" y="T5"/>
                </a:cxn>
                <a:cxn ang="0">
                  <a:pos x="T6" y="T7"/>
                </a:cxn>
                <a:cxn ang="0">
                  <a:pos x="T8" y="T9"/>
                </a:cxn>
              </a:cxnLst>
              <a:rect l="0" t="0" r="r" b="b"/>
              <a:pathLst>
                <a:path w="41" h="10">
                  <a:moveTo>
                    <a:pt x="22" y="9"/>
                  </a:moveTo>
                  <a:cubicBezTo>
                    <a:pt x="33" y="8"/>
                    <a:pt x="41" y="4"/>
                    <a:pt x="40" y="2"/>
                  </a:cubicBezTo>
                  <a:cubicBezTo>
                    <a:pt x="39" y="0"/>
                    <a:pt x="30" y="0"/>
                    <a:pt x="20" y="1"/>
                  </a:cubicBezTo>
                  <a:cubicBezTo>
                    <a:pt x="9" y="3"/>
                    <a:pt x="0" y="6"/>
                    <a:pt x="2" y="8"/>
                  </a:cubicBezTo>
                  <a:cubicBezTo>
                    <a:pt x="3" y="10"/>
                    <a:pt x="12" y="10"/>
                    <a:pt x="2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9" name="Freeform 253"/>
            <p:cNvSpPr/>
            <p:nvPr/>
          </p:nvSpPr>
          <p:spPr bwMode="auto">
            <a:xfrm>
              <a:off x="4316717" y="12250515"/>
              <a:ext cx="111125" cy="30163"/>
            </a:xfrm>
            <a:custGeom>
              <a:avLst/>
              <a:gdLst>
                <a:gd name="T0" fmla="*/ 22 w 41"/>
                <a:gd name="T1" fmla="*/ 10 h 11"/>
                <a:gd name="T2" fmla="*/ 40 w 41"/>
                <a:gd name="T3" fmla="*/ 2 h 11"/>
                <a:gd name="T4" fmla="*/ 19 w 41"/>
                <a:gd name="T5" fmla="*/ 1 h 11"/>
                <a:gd name="T6" fmla="*/ 1 w 41"/>
                <a:gd name="T7" fmla="*/ 9 h 11"/>
                <a:gd name="T8" fmla="*/ 22 w 41"/>
                <a:gd name="T9" fmla="*/ 10 h 11"/>
              </a:gdLst>
              <a:ahLst/>
              <a:cxnLst>
                <a:cxn ang="0">
                  <a:pos x="T0" y="T1"/>
                </a:cxn>
                <a:cxn ang="0">
                  <a:pos x="T2" y="T3"/>
                </a:cxn>
                <a:cxn ang="0">
                  <a:pos x="T4" y="T5"/>
                </a:cxn>
                <a:cxn ang="0">
                  <a:pos x="T6" y="T7"/>
                </a:cxn>
                <a:cxn ang="0">
                  <a:pos x="T8" y="T9"/>
                </a:cxn>
              </a:cxnLst>
              <a:rect l="0" t="0" r="r" b="b"/>
              <a:pathLst>
                <a:path w="41" h="11">
                  <a:moveTo>
                    <a:pt x="22" y="10"/>
                  </a:moveTo>
                  <a:cubicBezTo>
                    <a:pt x="33" y="8"/>
                    <a:pt x="41" y="5"/>
                    <a:pt x="40" y="2"/>
                  </a:cubicBezTo>
                  <a:cubicBezTo>
                    <a:pt x="38" y="0"/>
                    <a:pt x="30" y="0"/>
                    <a:pt x="19" y="1"/>
                  </a:cubicBezTo>
                  <a:cubicBezTo>
                    <a:pt x="8" y="3"/>
                    <a:pt x="0" y="6"/>
                    <a:pt x="1" y="9"/>
                  </a:cubicBezTo>
                  <a:cubicBezTo>
                    <a:pt x="2" y="11"/>
                    <a:pt x="11" y="11"/>
                    <a:pt x="22"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0" name="Freeform 254"/>
            <p:cNvSpPr/>
            <p:nvPr/>
          </p:nvSpPr>
          <p:spPr bwMode="auto">
            <a:xfrm>
              <a:off x="4527854" y="12215590"/>
              <a:ext cx="112713" cy="34925"/>
            </a:xfrm>
            <a:custGeom>
              <a:avLst/>
              <a:gdLst>
                <a:gd name="T0" fmla="*/ 22 w 41"/>
                <a:gd name="T1" fmla="*/ 11 h 13"/>
                <a:gd name="T2" fmla="*/ 40 w 41"/>
                <a:gd name="T3" fmla="*/ 3 h 13"/>
                <a:gd name="T4" fmla="*/ 19 w 41"/>
                <a:gd name="T5" fmla="*/ 2 h 13"/>
                <a:gd name="T6" fmla="*/ 1 w 41"/>
                <a:gd name="T7" fmla="*/ 9 h 13"/>
                <a:gd name="T8" fmla="*/ 22 w 41"/>
                <a:gd name="T9" fmla="*/ 11 h 13"/>
              </a:gdLst>
              <a:ahLst/>
              <a:cxnLst>
                <a:cxn ang="0">
                  <a:pos x="T0" y="T1"/>
                </a:cxn>
                <a:cxn ang="0">
                  <a:pos x="T2" y="T3"/>
                </a:cxn>
                <a:cxn ang="0">
                  <a:pos x="T4" y="T5"/>
                </a:cxn>
                <a:cxn ang="0">
                  <a:pos x="T6" y="T7"/>
                </a:cxn>
                <a:cxn ang="0">
                  <a:pos x="T8" y="T9"/>
                </a:cxn>
              </a:cxnLst>
              <a:rect l="0" t="0" r="r" b="b"/>
              <a:pathLst>
                <a:path w="41" h="13">
                  <a:moveTo>
                    <a:pt x="22" y="11"/>
                  </a:moveTo>
                  <a:cubicBezTo>
                    <a:pt x="33" y="9"/>
                    <a:pt x="41" y="6"/>
                    <a:pt x="40" y="3"/>
                  </a:cubicBezTo>
                  <a:cubicBezTo>
                    <a:pt x="39" y="0"/>
                    <a:pt x="30" y="0"/>
                    <a:pt x="19" y="2"/>
                  </a:cubicBezTo>
                  <a:cubicBezTo>
                    <a:pt x="8" y="3"/>
                    <a:pt x="0" y="7"/>
                    <a:pt x="1" y="9"/>
                  </a:cubicBezTo>
                  <a:cubicBezTo>
                    <a:pt x="3" y="12"/>
                    <a:pt x="12" y="13"/>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1" name="Freeform 255"/>
            <p:cNvSpPr/>
            <p:nvPr/>
          </p:nvSpPr>
          <p:spPr bwMode="auto">
            <a:xfrm>
              <a:off x="4740579" y="12177490"/>
              <a:ext cx="111125" cy="41275"/>
            </a:xfrm>
            <a:custGeom>
              <a:avLst/>
              <a:gdLst>
                <a:gd name="T0" fmla="*/ 22 w 41"/>
                <a:gd name="T1" fmla="*/ 13 h 15"/>
                <a:gd name="T2" fmla="*/ 40 w 41"/>
                <a:gd name="T3" fmla="*/ 4 h 15"/>
                <a:gd name="T4" fmla="*/ 20 w 41"/>
                <a:gd name="T5" fmla="*/ 2 h 15"/>
                <a:gd name="T6" fmla="*/ 2 w 41"/>
                <a:gd name="T7" fmla="*/ 11 h 15"/>
                <a:gd name="T8" fmla="*/ 22 w 41"/>
                <a:gd name="T9" fmla="*/ 13 h 15"/>
              </a:gdLst>
              <a:ahLst/>
              <a:cxnLst>
                <a:cxn ang="0">
                  <a:pos x="T0" y="T1"/>
                </a:cxn>
                <a:cxn ang="0">
                  <a:pos x="T2" y="T3"/>
                </a:cxn>
                <a:cxn ang="0">
                  <a:pos x="T4" y="T5"/>
                </a:cxn>
                <a:cxn ang="0">
                  <a:pos x="T6" y="T7"/>
                </a:cxn>
                <a:cxn ang="0">
                  <a:pos x="T8" y="T9"/>
                </a:cxn>
              </a:cxnLst>
              <a:rect l="0" t="0" r="r" b="b"/>
              <a:pathLst>
                <a:path w="41" h="15">
                  <a:moveTo>
                    <a:pt x="22" y="13"/>
                  </a:moveTo>
                  <a:cubicBezTo>
                    <a:pt x="33" y="12"/>
                    <a:pt x="41" y="8"/>
                    <a:pt x="40" y="4"/>
                  </a:cubicBezTo>
                  <a:cubicBezTo>
                    <a:pt x="39" y="1"/>
                    <a:pt x="30" y="0"/>
                    <a:pt x="20" y="2"/>
                  </a:cubicBezTo>
                  <a:cubicBezTo>
                    <a:pt x="9" y="4"/>
                    <a:pt x="0" y="8"/>
                    <a:pt x="2" y="11"/>
                  </a:cubicBezTo>
                  <a:cubicBezTo>
                    <a:pt x="3" y="13"/>
                    <a:pt x="12" y="15"/>
                    <a:pt x="22"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2" name="Freeform 256"/>
            <p:cNvSpPr/>
            <p:nvPr/>
          </p:nvSpPr>
          <p:spPr bwMode="auto">
            <a:xfrm>
              <a:off x="4954892" y="12145740"/>
              <a:ext cx="111125" cy="39688"/>
            </a:xfrm>
            <a:custGeom>
              <a:avLst/>
              <a:gdLst>
                <a:gd name="T0" fmla="*/ 22 w 41"/>
                <a:gd name="T1" fmla="*/ 14 h 15"/>
                <a:gd name="T2" fmla="*/ 40 w 41"/>
                <a:gd name="T3" fmla="*/ 5 h 15"/>
                <a:gd name="T4" fmla="*/ 19 w 41"/>
                <a:gd name="T5" fmla="*/ 1 h 15"/>
                <a:gd name="T6" fmla="*/ 1 w 41"/>
                <a:gd name="T7" fmla="*/ 10 h 15"/>
                <a:gd name="T8" fmla="*/ 22 w 41"/>
                <a:gd name="T9" fmla="*/ 14 h 15"/>
              </a:gdLst>
              <a:ahLst/>
              <a:cxnLst>
                <a:cxn ang="0">
                  <a:pos x="T0" y="T1"/>
                </a:cxn>
                <a:cxn ang="0">
                  <a:pos x="T2" y="T3"/>
                </a:cxn>
                <a:cxn ang="0">
                  <a:pos x="T4" y="T5"/>
                </a:cxn>
                <a:cxn ang="0">
                  <a:pos x="T6" y="T7"/>
                </a:cxn>
                <a:cxn ang="0">
                  <a:pos x="T8" y="T9"/>
                </a:cxn>
              </a:cxnLst>
              <a:rect l="0" t="0" r="r" b="b"/>
              <a:pathLst>
                <a:path w="41" h="15">
                  <a:moveTo>
                    <a:pt x="22" y="14"/>
                  </a:moveTo>
                  <a:cubicBezTo>
                    <a:pt x="33" y="13"/>
                    <a:pt x="41" y="8"/>
                    <a:pt x="40" y="5"/>
                  </a:cubicBezTo>
                  <a:cubicBezTo>
                    <a:pt x="38" y="1"/>
                    <a:pt x="29" y="0"/>
                    <a:pt x="19" y="1"/>
                  </a:cubicBezTo>
                  <a:cubicBezTo>
                    <a:pt x="8" y="3"/>
                    <a:pt x="0" y="7"/>
                    <a:pt x="1" y="10"/>
                  </a:cubicBezTo>
                  <a:cubicBezTo>
                    <a:pt x="2" y="14"/>
                    <a:pt x="11" y="15"/>
                    <a:pt x="22"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3" name="Freeform 257"/>
            <p:cNvSpPr/>
            <p:nvPr/>
          </p:nvSpPr>
          <p:spPr bwMode="auto">
            <a:xfrm>
              <a:off x="5166029" y="12112403"/>
              <a:ext cx="111125" cy="46038"/>
            </a:xfrm>
            <a:custGeom>
              <a:avLst/>
              <a:gdLst>
                <a:gd name="T0" fmla="*/ 23 w 41"/>
                <a:gd name="T1" fmla="*/ 16 h 17"/>
                <a:gd name="T2" fmla="*/ 40 w 41"/>
                <a:gd name="T3" fmla="*/ 6 h 17"/>
                <a:gd name="T4" fmla="*/ 18 w 41"/>
                <a:gd name="T5" fmla="*/ 1 h 17"/>
                <a:gd name="T6" fmla="*/ 1 w 41"/>
                <a:gd name="T7" fmla="*/ 11 h 17"/>
                <a:gd name="T8" fmla="*/ 23 w 41"/>
                <a:gd name="T9" fmla="*/ 16 h 17"/>
              </a:gdLst>
              <a:ahLst/>
              <a:cxnLst>
                <a:cxn ang="0">
                  <a:pos x="T0" y="T1"/>
                </a:cxn>
                <a:cxn ang="0">
                  <a:pos x="T2" y="T3"/>
                </a:cxn>
                <a:cxn ang="0">
                  <a:pos x="T4" y="T5"/>
                </a:cxn>
                <a:cxn ang="0">
                  <a:pos x="T6" y="T7"/>
                </a:cxn>
                <a:cxn ang="0">
                  <a:pos x="T8" y="T9"/>
                </a:cxn>
              </a:cxnLst>
              <a:rect l="0" t="0" r="r" b="b"/>
              <a:pathLst>
                <a:path w="41" h="17">
                  <a:moveTo>
                    <a:pt x="23" y="16"/>
                  </a:moveTo>
                  <a:cubicBezTo>
                    <a:pt x="33" y="15"/>
                    <a:pt x="41" y="11"/>
                    <a:pt x="40" y="6"/>
                  </a:cubicBezTo>
                  <a:cubicBezTo>
                    <a:pt x="39" y="2"/>
                    <a:pt x="30" y="0"/>
                    <a:pt x="18" y="1"/>
                  </a:cubicBezTo>
                  <a:cubicBezTo>
                    <a:pt x="8" y="3"/>
                    <a:pt x="0" y="7"/>
                    <a:pt x="1" y="11"/>
                  </a:cubicBezTo>
                  <a:cubicBezTo>
                    <a:pt x="2" y="15"/>
                    <a:pt x="12" y="17"/>
                    <a:pt x="23"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4" name="Freeform 258"/>
            <p:cNvSpPr/>
            <p:nvPr/>
          </p:nvSpPr>
          <p:spPr bwMode="auto">
            <a:xfrm>
              <a:off x="5380342" y="12085415"/>
              <a:ext cx="109538" cy="53975"/>
            </a:xfrm>
            <a:custGeom>
              <a:avLst/>
              <a:gdLst>
                <a:gd name="T0" fmla="*/ 23 w 40"/>
                <a:gd name="T1" fmla="*/ 19 h 20"/>
                <a:gd name="T2" fmla="*/ 39 w 40"/>
                <a:gd name="T3" fmla="*/ 9 h 20"/>
                <a:gd name="T4" fmla="*/ 18 w 40"/>
                <a:gd name="T5" fmla="*/ 2 h 20"/>
                <a:gd name="T6" fmla="*/ 1 w 40"/>
                <a:gd name="T7" fmla="*/ 12 h 20"/>
                <a:gd name="T8" fmla="*/ 23 w 40"/>
                <a:gd name="T9" fmla="*/ 19 h 20"/>
              </a:gdLst>
              <a:ahLst/>
              <a:cxnLst>
                <a:cxn ang="0">
                  <a:pos x="T0" y="T1"/>
                </a:cxn>
                <a:cxn ang="0">
                  <a:pos x="T2" y="T3"/>
                </a:cxn>
                <a:cxn ang="0">
                  <a:pos x="T4" y="T5"/>
                </a:cxn>
                <a:cxn ang="0">
                  <a:pos x="T6" y="T7"/>
                </a:cxn>
                <a:cxn ang="0">
                  <a:pos x="T8" y="T9"/>
                </a:cxn>
              </a:cxnLst>
              <a:rect l="0" t="0" r="r" b="b"/>
              <a:pathLst>
                <a:path w="40" h="20">
                  <a:moveTo>
                    <a:pt x="23" y="19"/>
                  </a:moveTo>
                  <a:cubicBezTo>
                    <a:pt x="33" y="18"/>
                    <a:pt x="40" y="14"/>
                    <a:pt x="39" y="9"/>
                  </a:cubicBezTo>
                  <a:cubicBezTo>
                    <a:pt x="38" y="4"/>
                    <a:pt x="29" y="0"/>
                    <a:pt x="18" y="2"/>
                  </a:cubicBezTo>
                  <a:cubicBezTo>
                    <a:pt x="7" y="3"/>
                    <a:pt x="0" y="7"/>
                    <a:pt x="1" y="12"/>
                  </a:cubicBezTo>
                  <a:cubicBezTo>
                    <a:pt x="1" y="16"/>
                    <a:pt x="12" y="20"/>
                    <a:pt x="23"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5" name="Freeform 259"/>
            <p:cNvSpPr/>
            <p:nvPr/>
          </p:nvSpPr>
          <p:spPr bwMode="auto">
            <a:xfrm>
              <a:off x="5593067" y="12077478"/>
              <a:ext cx="111125" cy="58738"/>
            </a:xfrm>
            <a:custGeom>
              <a:avLst/>
              <a:gdLst>
                <a:gd name="T0" fmla="*/ 40 w 41"/>
                <a:gd name="T1" fmla="*/ 11 h 22"/>
                <a:gd name="T2" fmla="*/ 19 w 41"/>
                <a:gd name="T3" fmla="*/ 0 h 22"/>
                <a:gd name="T4" fmla="*/ 1 w 41"/>
                <a:gd name="T5" fmla="*/ 11 h 22"/>
                <a:gd name="T6" fmla="*/ 22 w 41"/>
                <a:gd name="T7" fmla="*/ 21 h 22"/>
                <a:gd name="T8" fmla="*/ 40 w 41"/>
                <a:gd name="T9" fmla="*/ 11 h 22"/>
              </a:gdLst>
              <a:ahLst/>
              <a:cxnLst>
                <a:cxn ang="0">
                  <a:pos x="T0" y="T1"/>
                </a:cxn>
                <a:cxn ang="0">
                  <a:pos x="T2" y="T3"/>
                </a:cxn>
                <a:cxn ang="0">
                  <a:pos x="T4" y="T5"/>
                </a:cxn>
                <a:cxn ang="0">
                  <a:pos x="T6" y="T7"/>
                </a:cxn>
                <a:cxn ang="0">
                  <a:pos x="T8" y="T9"/>
                </a:cxn>
              </a:cxnLst>
              <a:rect l="0" t="0" r="r" b="b"/>
              <a:pathLst>
                <a:path w="41" h="22">
                  <a:moveTo>
                    <a:pt x="40" y="11"/>
                  </a:moveTo>
                  <a:cubicBezTo>
                    <a:pt x="39" y="5"/>
                    <a:pt x="30" y="0"/>
                    <a:pt x="19" y="0"/>
                  </a:cubicBezTo>
                  <a:cubicBezTo>
                    <a:pt x="8" y="0"/>
                    <a:pt x="0" y="5"/>
                    <a:pt x="1" y="11"/>
                  </a:cubicBezTo>
                  <a:cubicBezTo>
                    <a:pt x="2" y="16"/>
                    <a:pt x="12" y="21"/>
                    <a:pt x="22" y="21"/>
                  </a:cubicBezTo>
                  <a:cubicBezTo>
                    <a:pt x="33" y="22"/>
                    <a:pt x="41" y="17"/>
                    <a:pt x="4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6" name="Freeform 260"/>
            <p:cNvSpPr/>
            <p:nvPr/>
          </p:nvSpPr>
          <p:spPr bwMode="auto">
            <a:xfrm>
              <a:off x="5804204" y="12077478"/>
              <a:ext cx="111125" cy="69850"/>
            </a:xfrm>
            <a:custGeom>
              <a:avLst/>
              <a:gdLst>
                <a:gd name="T0" fmla="*/ 41 w 41"/>
                <a:gd name="T1" fmla="*/ 15 h 26"/>
                <a:gd name="T2" fmla="*/ 19 w 41"/>
                <a:gd name="T3" fmla="*/ 1 h 26"/>
                <a:gd name="T4" fmla="*/ 2 w 41"/>
                <a:gd name="T5" fmla="*/ 12 h 26"/>
                <a:gd name="T6" fmla="*/ 23 w 41"/>
                <a:gd name="T7" fmla="*/ 25 h 26"/>
                <a:gd name="T8" fmla="*/ 41 w 41"/>
                <a:gd name="T9" fmla="*/ 15 h 26"/>
              </a:gdLst>
              <a:ahLst/>
              <a:cxnLst>
                <a:cxn ang="0">
                  <a:pos x="T0" y="T1"/>
                </a:cxn>
                <a:cxn ang="0">
                  <a:pos x="T2" y="T3"/>
                </a:cxn>
                <a:cxn ang="0">
                  <a:pos x="T4" y="T5"/>
                </a:cxn>
                <a:cxn ang="0">
                  <a:pos x="T6" y="T7"/>
                </a:cxn>
                <a:cxn ang="0">
                  <a:pos x="T8" y="T9"/>
                </a:cxn>
              </a:cxnLst>
              <a:rect l="0" t="0" r="r" b="b"/>
              <a:pathLst>
                <a:path w="41" h="26">
                  <a:moveTo>
                    <a:pt x="41" y="15"/>
                  </a:moveTo>
                  <a:cubicBezTo>
                    <a:pt x="40" y="7"/>
                    <a:pt x="30" y="1"/>
                    <a:pt x="19" y="1"/>
                  </a:cubicBezTo>
                  <a:cubicBezTo>
                    <a:pt x="8" y="0"/>
                    <a:pt x="0" y="6"/>
                    <a:pt x="2" y="12"/>
                  </a:cubicBezTo>
                  <a:cubicBezTo>
                    <a:pt x="3" y="19"/>
                    <a:pt x="12" y="24"/>
                    <a:pt x="23" y="25"/>
                  </a:cubicBezTo>
                  <a:cubicBezTo>
                    <a:pt x="33" y="26"/>
                    <a:pt x="41" y="22"/>
                    <a:pt x="4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7" name="Freeform 261"/>
            <p:cNvSpPr/>
            <p:nvPr/>
          </p:nvSpPr>
          <p:spPr bwMode="auto">
            <a:xfrm>
              <a:off x="6018517" y="12088590"/>
              <a:ext cx="111125" cy="80963"/>
            </a:xfrm>
            <a:custGeom>
              <a:avLst/>
              <a:gdLst>
                <a:gd name="T0" fmla="*/ 23 w 41"/>
                <a:gd name="T1" fmla="*/ 29 h 30"/>
                <a:gd name="T2" fmla="*/ 40 w 41"/>
                <a:gd name="T3" fmla="*/ 16 h 30"/>
                <a:gd name="T4" fmla="*/ 18 w 41"/>
                <a:gd name="T5" fmla="*/ 0 h 30"/>
                <a:gd name="T6" fmla="*/ 1 w 41"/>
                <a:gd name="T7" fmla="*/ 12 h 30"/>
                <a:gd name="T8" fmla="*/ 23 w 41"/>
                <a:gd name="T9" fmla="*/ 29 h 30"/>
              </a:gdLst>
              <a:ahLst/>
              <a:cxnLst>
                <a:cxn ang="0">
                  <a:pos x="T0" y="T1"/>
                </a:cxn>
                <a:cxn ang="0">
                  <a:pos x="T2" y="T3"/>
                </a:cxn>
                <a:cxn ang="0">
                  <a:pos x="T4" y="T5"/>
                </a:cxn>
                <a:cxn ang="0">
                  <a:pos x="T6" y="T7"/>
                </a:cxn>
                <a:cxn ang="0">
                  <a:pos x="T8" y="T9"/>
                </a:cxn>
              </a:cxnLst>
              <a:rect l="0" t="0" r="r" b="b"/>
              <a:pathLst>
                <a:path w="41" h="30">
                  <a:moveTo>
                    <a:pt x="23" y="29"/>
                  </a:moveTo>
                  <a:cubicBezTo>
                    <a:pt x="33" y="30"/>
                    <a:pt x="41" y="24"/>
                    <a:pt x="40" y="16"/>
                  </a:cubicBezTo>
                  <a:cubicBezTo>
                    <a:pt x="39" y="8"/>
                    <a:pt x="29" y="0"/>
                    <a:pt x="18" y="0"/>
                  </a:cubicBezTo>
                  <a:cubicBezTo>
                    <a:pt x="8" y="0"/>
                    <a:pt x="0" y="5"/>
                    <a:pt x="1" y="12"/>
                  </a:cubicBezTo>
                  <a:cubicBezTo>
                    <a:pt x="2" y="20"/>
                    <a:pt x="12" y="28"/>
                    <a:pt x="23"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8" name="Freeform 262"/>
            <p:cNvSpPr/>
            <p:nvPr/>
          </p:nvSpPr>
          <p:spPr bwMode="auto">
            <a:xfrm>
              <a:off x="6229654" y="12098115"/>
              <a:ext cx="112713" cy="98425"/>
            </a:xfrm>
            <a:custGeom>
              <a:avLst/>
              <a:gdLst>
                <a:gd name="T0" fmla="*/ 23 w 41"/>
                <a:gd name="T1" fmla="*/ 34 h 36"/>
                <a:gd name="T2" fmla="*/ 40 w 41"/>
                <a:gd name="T3" fmla="*/ 20 h 36"/>
                <a:gd name="T4" fmla="*/ 19 w 41"/>
                <a:gd name="T5" fmla="*/ 1 h 36"/>
                <a:gd name="T6" fmla="*/ 2 w 41"/>
                <a:gd name="T7" fmla="*/ 16 h 36"/>
                <a:gd name="T8" fmla="*/ 23 w 41"/>
                <a:gd name="T9" fmla="*/ 34 h 36"/>
              </a:gdLst>
              <a:ahLst/>
              <a:cxnLst>
                <a:cxn ang="0">
                  <a:pos x="T0" y="T1"/>
                </a:cxn>
                <a:cxn ang="0">
                  <a:pos x="T2" y="T3"/>
                </a:cxn>
                <a:cxn ang="0">
                  <a:pos x="T4" y="T5"/>
                </a:cxn>
                <a:cxn ang="0">
                  <a:pos x="T6" y="T7"/>
                </a:cxn>
                <a:cxn ang="0">
                  <a:pos x="T8" y="T9"/>
                </a:cxn>
              </a:cxnLst>
              <a:rect l="0" t="0" r="r" b="b"/>
              <a:pathLst>
                <a:path w="41" h="36">
                  <a:moveTo>
                    <a:pt x="23" y="34"/>
                  </a:moveTo>
                  <a:cubicBezTo>
                    <a:pt x="33" y="36"/>
                    <a:pt x="41" y="29"/>
                    <a:pt x="40" y="20"/>
                  </a:cubicBezTo>
                  <a:cubicBezTo>
                    <a:pt x="40" y="11"/>
                    <a:pt x="30" y="2"/>
                    <a:pt x="19" y="1"/>
                  </a:cubicBezTo>
                  <a:cubicBezTo>
                    <a:pt x="8" y="0"/>
                    <a:pt x="0" y="7"/>
                    <a:pt x="2" y="16"/>
                  </a:cubicBezTo>
                  <a:cubicBezTo>
                    <a:pt x="3" y="25"/>
                    <a:pt x="13" y="33"/>
                    <a:pt x="23"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9" name="Freeform 263"/>
            <p:cNvSpPr/>
            <p:nvPr/>
          </p:nvSpPr>
          <p:spPr bwMode="auto">
            <a:xfrm>
              <a:off x="6445554" y="12117165"/>
              <a:ext cx="111125" cy="106363"/>
            </a:xfrm>
            <a:custGeom>
              <a:avLst/>
              <a:gdLst>
                <a:gd name="T0" fmla="*/ 23 w 41"/>
                <a:gd name="T1" fmla="*/ 38 h 39"/>
                <a:gd name="T2" fmla="*/ 40 w 41"/>
                <a:gd name="T3" fmla="*/ 21 h 39"/>
                <a:gd name="T4" fmla="*/ 17 w 41"/>
                <a:gd name="T5" fmla="*/ 0 h 39"/>
                <a:gd name="T6" fmla="*/ 1 w 41"/>
                <a:gd name="T7" fmla="*/ 17 h 39"/>
                <a:gd name="T8" fmla="*/ 23 w 41"/>
                <a:gd name="T9" fmla="*/ 38 h 39"/>
              </a:gdLst>
              <a:ahLst/>
              <a:cxnLst>
                <a:cxn ang="0">
                  <a:pos x="T0" y="T1"/>
                </a:cxn>
                <a:cxn ang="0">
                  <a:pos x="T2" y="T3"/>
                </a:cxn>
                <a:cxn ang="0">
                  <a:pos x="T4" y="T5"/>
                </a:cxn>
                <a:cxn ang="0">
                  <a:pos x="T6" y="T7"/>
                </a:cxn>
                <a:cxn ang="0">
                  <a:pos x="T8" y="T9"/>
                </a:cxn>
              </a:cxnLst>
              <a:rect l="0" t="0" r="r" b="b"/>
              <a:pathLst>
                <a:path w="41" h="39">
                  <a:moveTo>
                    <a:pt x="23" y="38"/>
                  </a:moveTo>
                  <a:cubicBezTo>
                    <a:pt x="34" y="39"/>
                    <a:pt x="41" y="31"/>
                    <a:pt x="40" y="21"/>
                  </a:cubicBezTo>
                  <a:cubicBezTo>
                    <a:pt x="38" y="10"/>
                    <a:pt x="29" y="1"/>
                    <a:pt x="17" y="0"/>
                  </a:cubicBezTo>
                  <a:cubicBezTo>
                    <a:pt x="7" y="0"/>
                    <a:pt x="0" y="7"/>
                    <a:pt x="1" y="17"/>
                  </a:cubicBezTo>
                  <a:cubicBezTo>
                    <a:pt x="2" y="27"/>
                    <a:pt x="12" y="36"/>
                    <a:pt x="23"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0" name="Freeform 264"/>
            <p:cNvSpPr/>
            <p:nvPr/>
          </p:nvSpPr>
          <p:spPr bwMode="auto">
            <a:xfrm>
              <a:off x="6656692" y="12131453"/>
              <a:ext cx="114300" cy="119063"/>
            </a:xfrm>
            <a:custGeom>
              <a:avLst/>
              <a:gdLst>
                <a:gd name="T0" fmla="*/ 23 w 42"/>
                <a:gd name="T1" fmla="*/ 42 h 44"/>
                <a:gd name="T2" fmla="*/ 40 w 42"/>
                <a:gd name="T3" fmla="*/ 23 h 44"/>
                <a:gd name="T4" fmla="*/ 19 w 42"/>
                <a:gd name="T5" fmla="*/ 1 h 44"/>
                <a:gd name="T6" fmla="*/ 1 w 42"/>
                <a:gd name="T7" fmla="*/ 20 h 44"/>
                <a:gd name="T8" fmla="*/ 23 w 42"/>
                <a:gd name="T9" fmla="*/ 42 h 44"/>
              </a:gdLst>
              <a:ahLst/>
              <a:cxnLst>
                <a:cxn ang="0">
                  <a:pos x="T0" y="T1"/>
                </a:cxn>
                <a:cxn ang="0">
                  <a:pos x="T2" y="T3"/>
                </a:cxn>
                <a:cxn ang="0">
                  <a:pos x="T4" y="T5"/>
                </a:cxn>
                <a:cxn ang="0">
                  <a:pos x="T6" y="T7"/>
                </a:cxn>
                <a:cxn ang="0">
                  <a:pos x="T8" y="T9"/>
                </a:cxn>
              </a:cxnLst>
              <a:rect l="0" t="0" r="r" b="b"/>
              <a:pathLst>
                <a:path w="42" h="44">
                  <a:moveTo>
                    <a:pt x="23" y="42"/>
                  </a:moveTo>
                  <a:cubicBezTo>
                    <a:pt x="34" y="44"/>
                    <a:pt x="42" y="35"/>
                    <a:pt x="40" y="23"/>
                  </a:cubicBezTo>
                  <a:cubicBezTo>
                    <a:pt x="39" y="11"/>
                    <a:pt x="30" y="2"/>
                    <a:pt x="19" y="1"/>
                  </a:cubicBezTo>
                  <a:cubicBezTo>
                    <a:pt x="8" y="0"/>
                    <a:pt x="0" y="8"/>
                    <a:pt x="1" y="20"/>
                  </a:cubicBezTo>
                  <a:cubicBezTo>
                    <a:pt x="3" y="31"/>
                    <a:pt x="12" y="41"/>
                    <a:pt x="23"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1" name="Freeform 265"/>
            <p:cNvSpPr/>
            <p:nvPr/>
          </p:nvSpPr>
          <p:spPr bwMode="auto">
            <a:xfrm>
              <a:off x="6867829" y="12142565"/>
              <a:ext cx="114300" cy="130175"/>
            </a:xfrm>
            <a:custGeom>
              <a:avLst/>
              <a:gdLst>
                <a:gd name="T0" fmla="*/ 23 w 42"/>
                <a:gd name="T1" fmla="*/ 47 h 48"/>
                <a:gd name="T2" fmla="*/ 41 w 42"/>
                <a:gd name="T3" fmla="*/ 25 h 48"/>
                <a:gd name="T4" fmla="*/ 20 w 42"/>
                <a:gd name="T5" fmla="*/ 1 h 48"/>
                <a:gd name="T6" fmla="*/ 2 w 42"/>
                <a:gd name="T7" fmla="*/ 22 h 48"/>
                <a:gd name="T8" fmla="*/ 23 w 42"/>
                <a:gd name="T9" fmla="*/ 47 h 48"/>
              </a:gdLst>
              <a:ahLst/>
              <a:cxnLst>
                <a:cxn ang="0">
                  <a:pos x="T0" y="T1"/>
                </a:cxn>
                <a:cxn ang="0">
                  <a:pos x="T2" y="T3"/>
                </a:cxn>
                <a:cxn ang="0">
                  <a:pos x="T4" y="T5"/>
                </a:cxn>
                <a:cxn ang="0">
                  <a:pos x="T6" y="T7"/>
                </a:cxn>
                <a:cxn ang="0">
                  <a:pos x="T8" y="T9"/>
                </a:cxn>
              </a:cxnLst>
              <a:rect l="0" t="0" r="r" b="b"/>
              <a:pathLst>
                <a:path w="42" h="48">
                  <a:moveTo>
                    <a:pt x="23" y="47"/>
                  </a:moveTo>
                  <a:cubicBezTo>
                    <a:pt x="34" y="48"/>
                    <a:pt x="42" y="38"/>
                    <a:pt x="41" y="25"/>
                  </a:cubicBezTo>
                  <a:cubicBezTo>
                    <a:pt x="39" y="12"/>
                    <a:pt x="30" y="2"/>
                    <a:pt x="20" y="1"/>
                  </a:cubicBezTo>
                  <a:cubicBezTo>
                    <a:pt x="9" y="0"/>
                    <a:pt x="0" y="10"/>
                    <a:pt x="2" y="22"/>
                  </a:cubicBezTo>
                  <a:cubicBezTo>
                    <a:pt x="3" y="34"/>
                    <a:pt x="13" y="45"/>
                    <a:pt x="23"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2" name="Freeform 266"/>
            <p:cNvSpPr/>
            <p:nvPr/>
          </p:nvSpPr>
          <p:spPr bwMode="auto">
            <a:xfrm>
              <a:off x="7082142" y="12150503"/>
              <a:ext cx="111125" cy="134938"/>
            </a:xfrm>
            <a:custGeom>
              <a:avLst/>
              <a:gdLst>
                <a:gd name="T0" fmla="*/ 23 w 41"/>
                <a:gd name="T1" fmla="*/ 50 h 50"/>
                <a:gd name="T2" fmla="*/ 40 w 41"/>
                <a:gd name="T3" fmla="*/ 26 h 50"/>
                <a:gd name="T4" fmla="*/ 18 w 41"/>
                <a:gd name="T5" fmla="*/ 0 h 50"/>
                <a:gd name="T6" fmla="*/ 1 w 41"/>
                <a:gd name="T7" fmla="*/ 25 h 50"/>
                <a:gd name="T8" fmla="*/ 23 w 41"/>
                <a:gd name="T9" fmla="*/ 50 h 50"/>
              </a:gdLst>
              <a:ahLst/>
              <a:cxnLst>
                <a:cxn ang="0">
                  <a:pos x="T0" y="T1"/>
                </a:cxn>
                <a:cxn ang="0">
                  <a:pos x="T2" y="T3"/>
                </a:cxn>
                <a:cxn ang="0">
                  <a:pos x="T4" y="T5"/>
                </a:cxn>
                <a:cxn ang="0">
                  <a:pos x="T6" y="T7"/>
                </a:cxn>
                <a:cxn ang="0">
                  <a:pos x="T8" y="T9"/>
                </a:cxn>
              </a:cxnLst>
              <a:rect l="0" t="0" r="r" b="b"/>
              <a:pathLst>
                <a:path w="41" h="50">
                  <a:moveTo>
                    <a:pt x="23" y="50"/>
                  </a:moveTo>
                  <a:cubicBezTo>
                    <a:pt x="33" y="50"/>
                    <a:pt x="41" y="40"/>
                    <a:pt x="40" y="26"/>
                  </a:cubicBezTo>
                  <a:cubicBezTo>
                    <a:pt x="39" y="12"/>
                    <a:pt x="29" y="0"/>
                    <a:pt x="18" y="0"/>
                  </a:cubicBezTo>
                  <a:cubicBezTo>
                    <a:pt x="7" y="0"/>
                    <a:pt x="0" y="11"/>
                    <a:pt x="1" y="25"/>
                  </a:cubicBezTo>
                  <a:cubicBezTo>
                    <a:pt x="3" y="38"/>
                    <a:pt x="13" y="49"/>
                    <a:pt x="23"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3" name="Freeform 267"/>
            <p:cNvSpPr/>
            <p:nvPr/>
          </p:nvSpPr>
          <p:spPr bwMode="auto">
            <a:xfrm>
              <a:off x="7296454" y="12147328"/>
              <a:ext cx="111125" cy="144463"/>
            </a:xfrm>
            <a:custGeom>
              <a:avLst/>
              <a:gdLst>
                <a:gd name="T0" fmla="*/ 23 w 41"/>
                <a:gd name="T1" fmla="*/ 53 h 53"/>
                <a:gd name="T2" fmla="*/ 39 w 41"/>
                <a:gd name="T3" fmla="*/ 27 h 53"/>
                <a:gd name="T4" fmla="*/ 17 w 41"/>
                <a:gd name="T5" fmla="*/ 0 h 53"/>
                <a:gd name="T6" fmla="*/ 1 w 41"/>
                <a:gd name="T7" fmla="*/ 26 h 53"/>
                <a:gd name="T8" fmla="*/ 23 w 41"/>
                <a:gd name="T9" fmla="*/ 53 h 53"/>
              </a:gdLst>
              <a:ahLst/>
              <a:cxnLst>
                <a:cxn ang="0">
                  <a:pos x="T0" y="T1"/>
                </a:cxn>
                <a:cxn ang="0">
                  <a:pos x="T2" y="T3"/>
                </a:cxn>
                <a:cxn ang="0">
                  <a:pos x="T4" y="T5"/>
                </a:cxn>
                <a:cxn ang="0">
                  <a:pos x="T6" y="T7"/>
                </a:cxn>
                <a:cxn ang="0">
                  <a:pos x="T8" y="T9"/>
                </a:cxn>
              </a:cxnLst>
              <a:rect l="0" t="0" r="r" b="b"/>
              <a:pathLst>
                <a:path w="41" h="53">
                  <a:moveTo>
                    <a:pt x="23" y="53"/>
                  </a:moveTo>
                  <a:cubicBezTo>
                    <a:pt x="33" y="53"/>
                    <a:pt x="41" y="41"/>
                    <a:pt x="39" y="27"/>
                  </a:cubicBezTo>
                  <a:cubicBezTo>
                    <a:pt x="38" y="11"/>
                    <a:pt x="28" y="0"/>
                    <a:pt x="17" y="0"/>
                  </a:cubicBezTo>
                  <a:cubicBezTo>
                    <a:pt x="7" y="1"/>
                    <a:pt x="0" y="12"/>
                    <a:pt x="1" y="26"/>
                  </a:cubicBezTo>
                  <a:cubicBezTo>
                    <a:pt x="2" y="41"/>
                    <a:pt x="12" y="53"/>
                    <a:pt x="23"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4" name="Freeform 268"/>
            <p:cNvSpPr/>
            <p:nvPr/>
          </p:nvSpPr>
          <p:spPr bwMode="auto">
            <a:xfrm>
              <a:off x="7509179" y="12131453"/>
              <a:ext cx="111125" cy="157163"/>
            </a:xfrm>
            <a:custGeom>
              <a:avLst/>
              <a:gdLst>
                <a:gd name="T0" fmla="*/ 23 w 41"/>
                <a:gd name="T1" fmla="*/ 57 h 58"/>
                <a:gd name="T2" fmla="*/ 40 w 41"/>
                <a:gd name="T3" fmla="*/ 28 h 58"/>
                <a:gd name="T4" fmla="*/ 17 w 41"/>
                <a:gd name="T5" fmla="*/ 2 h 58"/>
                <a:gd name="T6" fmla="*/ 1 w 41"/>
                <a:gd name="T7" fmla="*/ 30 h 58"/>
                <a:gd name="T8" fmla="*/ 23 w 41"/>
                <a:gd name="T9" fmla="*/ 57 h 58"/>
              </a:gdLst>
              <a:ahLst/>
              <a:cxnLst>
                <a:cxn ang="0">
                  <a:pos x="T0" y="T1"/>
                </a:cxn>
                <a:cxn ang="0">
                  <a:pos x="T2" y="T3"/>
                </a:cxn>
                <a:cxn ang="0">
                  <a:pos x="T4" y="T5"/>
                </a:cxn>
                <a:cxn ang="0">
                  <a:pos x="T6" y="T7"/>
                </a:cxn>
                <a:cxn ang="0">
                  <a:pos x="T8" y="T9"/>
                </a:cxn>
              </a:cxnLst>
              <a:rect l="0" t="0" r="r" b="b"/>
              <a:pathLst>
                <a:path w="41" h="58">
                  <a:moveTo>
                    <a:pt x="23" y="57"/>
                  </a:moveTo>
                  <a:cubicBezTo>
                    <a:pt x="34" y="56"/>
                    <a:pt x="41" y="43"/>
                    <a:pt x="40" y="28"/>
                  </a:cubicBezTo>
                  <a:cubicBezTo>
                    <a:pt x="39" y="12"/>
                    <a:pt x="29" y="0"/>
                    <a:pt x="17" y="2"/>
                  </a:cubicBezTo>
                  <a:cubicBezTo>
                    <a:pt x="7" y="3"/>
                    <a:pt x="0" y="15"/>
                    <a:pt x="1" y="30"/>
                  </a:cubicBezTo>
                  <a:cubicBezTo>
                    <a:pt x="2" y="45"/>
                    <a:pt x="13" y="58"/>
                    <a:pt x="23"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5" name="Freeform 269"/>
            <p:cNvSpPr/>
            <p:nvPr/>
          </p:nvSpPr>
          <p:spPr bwMode="auto">
            <a:xfrm>
              <a:off x="7720317" y="12107640"/>
              <a:ext cx="111125" cy="165100"/>
            </a:xfrm>
            <a:custGeom>
              <a:avLst/>
              <a:gdLst>
                <a:gd name="T0" fmla="*/ 24 w 41"/>
                <a:gd name="T1" fmla="*/ 59 h 61"/>
                <a:gd name="T2" fmla="*/ 40 w 41"/>
                <a:gd name="T3" fmla="*/ 28 h 61"/>
                <a:gd name="T4" fmla="*/ 18 w 41"/>
                <a:gd name="T5" fmla="*/ 2 h 61"/>
                <a:gd name="T6" fmla="*/ 1 w 41"/>
                <a:gd name="T7" fmla="*/ 32 h 61"/>
                <a:gd name="T8" fmla="*/ 24 w 41"/>
                <a:gd name="T9" fmla="*/ 59 h 61"/>
              </a:gdLst>
              <a:ahLst/>
              <a:cxnLst>
                <a:cxn ang="0">
                  <a:pos x="T0" y="T1"/>
                </a:cxn>
                <a:cxn ang="0">
                  <a:pos x="T2" y="T3"/>
                </a:cxn>
                <a:cxn ang="0">
                  <a:pos x="T4" y="T5"/>
                </a:cxn>
                <a:cxn ang="0">
                  <a:pos x="T6" y="T7"/>
                </a:cxn>
                <a:cxn ang="0">
                  <a:pos x="T8" y="T9"/>
                </a:cxn>
              </a:cxnLst>
              <a:rect l="0" t="0" r="r" b="b"/>
              <a:pathLst>
                <a:path w="41" h="61">
                  <a:moveTo>
                    <a:pt x="24" y="59"/>
                  </a:moveTo>
                  <a:cubicBezTo>
                    <a:pt x="34" y="58"/>
                    <a:pt x="41" y="44"/>
                    <a:pt x="40" y="28"/>
                  </a:cubicBezTo>
                  <a:cubicBezTo>
                    <a:pt x="39" y="12"/>
                    <a:pt x="29" y="0"/>
                    <a:pt x="18" y="2"/>
                  </a:cubicBezTo>
                  <a:cubicBezTo>
                    <a:pt x="8" y="4"/>
                    <a:pt x="0" y="17"/>
                    <a:pt x="1" y="32"/>
                  </a:cubicBezTo>
                  <a:cubicBezTo>
                    <a:pt x="2" y="48"/>
                    <a:pt x="13" y="61"/>
                    <a:pt x="24"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6" name="Freeform 270"/>
            <p:cNvSpPr/>
            <p:nvPr/>
          </p:nvSpPr>
          <p:spPr bwMode="auto">
            <a:xfrm>
              <a:off x="7934629" y="12071128"/>
              <a:ext cx="111125" cy="168275"/>
            </a:xfrm>
            <a:custGeom>
              <a:avLst/>
              <a:gdLst>
                <a:gd name="T0" fmla="*/ 24 w 41"/>
                <a:gd name="T1" fmla="*/ 60 h 62"/>
                <a:gd name="T2" fmla="*/ 40 w 41"/>
                <a:gd name="T3" fmla="*/ 28 h 62"/>
                <a:gd name="T4" fmla="*/ 17 w 41"/>
                <a:gd name="T5" fmla="*/ 2 h 62"/>
                <a:gd name="T6" fmla="*/ 1 w 41"/>
                <a:gd name="T7" fmla="*/ 34 h 62"/>
                <a:gd name="T8" fmla="*/ 24 w 41"/>
                <a:gd name="T9" fmla="*/ 60 h 62"/>
              </a:gdLst>
              <a:ahLst/>
              <a:cxnLst>
                <a:cxn ang="0">
                  <a:pos x="T0" y="T1"/>
                </a:cxn>
                <a:cxn ang="0">
                  <a:pos x="T2" y="T3"/>
                </a:cxn>
                <a:cxn ang="0">
                  <a:pos x="T4" y="T5"/>
                </a:cxn>
                <a:cxn ang="0">
                  <a:pos x="T6" y="T7"/>
                </a:cxn>
                <a:cxn ang="0">
                  <a:pos x="T8" y="T9"/>
                </a:cxn>
              </a:cxnLst>
              <a:rect l="0" t="0" r="r" b="b"/>
              <a:pathLst>
                <a:path w="41" h="62">
                  <a:moveTo>
                    <a:pt x="24" y="60"/>
                  </a:moveTo>
                  <a:cubicBezTo>
                    <a:pt x="34" y="58"/>
                    <a:pt x="41" y="43"/>
                    <a:pt x="40" y="28"/>
                  </a:cubicBezTo>
                  <a:cubicBezTo>
                    <a:pt x="38" y="11"/>
                    <a:pt x="28" y="0"/>
                    <a:pt x="17" y="2"/>
                  </a:cubicBezTo>
                  <a:cubicBezTo>
                    <a:pt x="7" y="4"/>
                    <a:pt x="0" y="18"/>
                    <a:pt x="1" y="34"/>
                  </a:cubicBezTo>
                  <a:cubicBezTo>
                    <a:pt x="2" y="50"/>
                    <a:pt x="13" y="62"/>
                    <a:pt x="24"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7" name="Freeform 271"/>
            <p:cNvSpPr/>
            <p:nvPr/>
          </p:nvSpPr>
          <p:spPr bwMode="auto">
            <a:xfrm>
              <a:off x="8145767" y="12025090"/>
              <a:ext cx="114300" cy="168275"/>
            </a:xfrm>
            <a:custGeom>
              <a:avLst/>
              <a:gdLst>
                <a:gd name="T0" fmla="*/ 24 w 42"/>
                <a:gd name="T1" fmla="*/ 59 h 62"/>
                <a:gd name="T2" fmla="*/ 41 w 42"/>
                <a:gd name="T3" fmla="*/ 25 h 62"/>
                <a:gd name="T4" fmla="*/ 19 w 42"/>
                <a:gd name="T5" fmla="*/ 2 h 62"/>
                <a:gd name="T6" fmla="*/ 2 w 42"/>
                <a:gd name="T7" fmla="*/ 37 h 62"/>
                <a:gd name="T8" fmla="*/ 24 w 42"/>
                <a:gd name="T9" fmla="*/ 59 h 62"/>
              </a:gdLst>
              <a:ahLst/>
              <a:cxnLst>
                <a:cxn ang="0">
                  <a:pos x="T0" y="T1"/>
                </a:cxn>
                <a:cxn ang="0">
                  <a:pos x="T2" y="T3"/>
                </a:cxn>
                <a:cxn ang="0">
                  <a:pos x="T4" y="T5"/>
                </a:cxn>
                <a:cxn ang="0">
                  <a:pos x="T6" y="T7"/>
                </a:cxn>
                <a:cxn ang="0">
                  <a:pos x="T8" y="T9"/>
                </a:cxn>
              </a:cxnLst>
              <a:rect l="0" t="0" r="r" b="b"/>
              <a:pathLst>
                <a:path w="42" h="62">
                  <a:moveTo>
                    <a:pt x="24" y="59"/>
                  </a:moveTo>
                  <a:cubicBezTo>
                    <a:pt x="35" y="56"/>
                    <a:pt x="42" y="40"/>
                    <a:pt x="41" y="25"/>
                  </a:cubicBezTo>
                  <a:cubicBezTo>
                    <a:pt x="39" y="9"/>
                    <a:pt x="30" y="0"/>
                    <a:pt x="19" y="2"/>
                  </a:cubicBezTo>
                  <a:cubicBezTo>
                    <a:pt x="8" y="5"/>
                    <a:pt x="0" y="20"/>
                    <a:pt x="2" y="37"/>
                  </a:cubicBezTo>
                  <a:cubicBezTo>
                    <a:pt x="3" y="52"/>
                    <a:pt x="13" y="62"/>
                    <a:pt x="24"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8" name="Freeform 272"/>
            <p:cNvSpPr/>
            <p:nvPr/>
          </p:nvSpPr>
          <p:spPr bwMode="auto">
            <a:xfrm>
              <a:off x="8363254" y="11958415"/>
              <a:ext cx="111125" cy="169863"/>
            </a:xfrm>
            <a:custGeom>
              <a:avLst/>
              <a:gdLst>
                <a:gd name="T0" fmla="*/ 23 w 41"/>
                <a:gd name="T1" fmla="*/ 59 h 63"/>
                <a:gd name="T2" fmla="*/ 40 w 41"/>
                <a:gd name="T3" fmla="*/ 25 h 63"/>
                <a:gd name="T4" fmla="*/ 18 w 41"/>
                <a:gd name="T5" fmla="*/ 4 h 63"/>
                <a:gd name="T6" fmla="*/ 1 w 41"/>
                <a:gd name="T7" fmla="*/ 38 h 63"/>
                <a:gd name="T8" fmla="*/ 23 w 41"/>
                <a:gd name="T9" fmla="*/ 59 h 63"/>
              </a:gdLst>
              <a:ahLst/>
              <a:cxnLst>
                <a:cxn ang="0">
                  <a:pos x="T0" y="T1"/>
                </a:cxn>
                <a:cxn ang="0">
                  <a:pos x="T2" y="T3"/>
                </a:cxn>
                <a:cxn ang="0">
                  <a:pos x="T4" y="T5"/>
                </a:cxn>
                <a:cxn ang="0">
                  <a:pos x="T6" y="T7"/>
                </a:cxn>
                <a:cxn ang="0">
                  <a:pos x="T8" y="T9"/>
                </a:cxn>
              </a:cxnLst>
              <a:rect l="0" t="0" r="r" b="b"/>
              <a:pathLst>
                <a:path w="41" h="63">
                  <a:moveTo>
                    <a:pt x="23" y="59"/>
                  </a:moveTo>
                  <a:cubicBezTo>
                    <a:pt x="34" y="55"/>
                    <a:pt x="41" y="40"/>
                    <a:pt x="40" y="25"/>
                  </a:cubicBezTo>
                  <a:cubicBezTo>
                    <a:pt x="39" y="10"/>
                    <a:pt x="29" y="0"/>
                    <a:pt x="18" y="4"/>
                  </a:cubicBezTo>
                  <a:cubicBezTo>
                    <a:pt x="7" y="8"/>
                    <a:pt x="0" y="23"/>
                    <a:pt x="1" y="38"/>
                  </a:cubicBezTo>
                  <a:cubicBezTo>
                    <a:pt x="2" y="53"/>
                    <a:pt x="12" y="63"/>
                    <a:pt x="23"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9" name="Freeform 273"/>
            <p:cNvSpPr/>
            <p:nvPr/>
          </p:nvSpPr>
          <p:spPr bwMode="auto">
            <a:xfrm>
              <a:off x="8577567" y="11879040"/>
              <a:ext cx="111125" cy="165100"/>
            </a:xfrm>
            <a:custGeom>
              <a:avLst/>
              <a:gdLst>
                <a:gd name="T0" fmla="*/ 23 w 41"/>
                <a:gd name="T1" fmla="*/ 57 h 61"/>
                <a:gd name="T2" fmla="*/ 41 w 41"/>
                <a:gd name="T3" fmla="*/ 23 h 61"/>
                <a:gd name="T4" fmla="*/ 18 w 41"/>
                <a:gd name="T5" fmla="*/ 4 h 61"/>
                <a:gd name="T6" fmla="*/ 1 w 41"/>
                <a:gd name="T7" fmla="*/ 37 h 61"/>
                <a:gd name="T8" fmla="*/ 23 w 41"/>
                <a:gd name="T9" fmla="*/ 57 h 61"/>
              </a:gdLst>
              <a:ahLst/>
              <a:cxnLst>
                <a:cxn ang="0">
                  <a:pos x="T0" y="T1"/>
                </a:cxn>
                <a:cxn ang="0">
                  <a:pos x="T2" y="T3"/>
                </a:cxn>
                <a:cxn ang="0">
                  <a:pos x="T4" y="T5"/>
                </a:cxn>
                <a:cxn ang="0">
                  <a:pos x="T6" y="T7"/>
                </a:cxn>
                <a:cxn ang="0">
                  <a:pos x="T8" y="T9"/>
                </a:cxn>
              </a:cxnLst>
              <a:rect l="0" t="0" r="r" b="b"/>
              <a:pathLst>
                <a:path w="41" h="61">
                  <a:moveTo>
                    <a:pt x="23" y="57"/>
                  </a:moveTo>
                  <a:cubicBezTo>
                    <a:pt x="34" y="52"/>
                    <a:pt x="41" y="37"/>
                    <a:pt x="41" y="23"/>
                  </a:cubicBezTo>
                  <a:cubicBezTo>
                    <a:pt x="40" y="8"/>
                    <a:pt x="30" y="0"/>
                    <a:pt x="18" y="4"/>
                  </a:cubicBezTo>
                  <a:cubicBezTo>
                    <a:pt x="8" y="9"/>
                    <a:pt x="0" y="23"/>
                    <a:pt x="1" y="37"/>
                  </a:cubicBezTo>
                  <a:cubicBezTo>
                    <a:pt x="2" y="52"/>
                    <a:pt x="12" y="61"/>
                    <a:pt x="23"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0" name="Freeform 274"/>
            <p:cNvSpPr/>
            <p:nvPr/>
          </p:nvSpPr>
          <p:spPr bwMode="auto">
            <a:xfrm>
              <a:off x="8795054" y="11786965"/>
              <a:ext cx="111125" cy="161925"/>
            </a:xfrm>
            <a:custGeom>
              <a:avLst/>
              <a:gdLst>
                <a:gd name="T0" fmla="*/ 24 w 41"/>
                <a:gd name="T1" fmla="*/ 55 h 60"/>
                <a:gd name="T2" fmla="*/ 40 w 41"/>
                <a:gd name="T3" fmla="*/ 21 h 60"/>
                <a:gd name="T4" fmla="*/ 17 w 41"/>
                <a:gd name="T5" fmla="*/ 6 h 60"/>
                <a:gd name="T6" fmla="*/ 1 w 41"/>
                <a:gd name="T7" fmla="*/ 39 h 60"/>
                <a:gd name="T8" fmla="*/ 24 w 41"/>
                <a:gd name="T9" fmla="*/ 55 h 60"/>
              </a:gdLst>
              <a:ahLst/>
              <a:cxnLst>
                <a:cxn ang="0">
                  <a:pos x="T0" y="T1"/>
                </a:cxn>
                <a:cxn ang="0">
                  <a:pos x="T2" y="T3"/>
                </a:cxn>
                <a:cxn ang="0">
                  <a:pos x="T4" y="T5"/>
                </a:cxn>
                <a:cxn ang="0">
                  <a:pos x="T6" y="T7"/>
                </a:cxn>
                <a:cxn ang="0">
                  <a:pos x="T8" y="T9"/>
                </a:cxn>
              </a:cxnLst>
              <a:rect l="0" t="0" r="r" b="b"/>
              <a:pathLst>
                <a:path w="41" h="60">
                  <a:moveTo>
                    <a:pt x="24" y="55"/>
                  </a:moveTo>
                  <a:cubicBezTo>
                    <a:pt x="34" y="49"/>
                    <a:pt x="41" y="34"/>
                    <a:pt x="40" y="21"/>
                  </a:cubicBezTo>
                  <a:cubicBezTo>
                    <a:pt x="39" y="7"/>
                    <a:pt x="29" y="0"/>
                    <a:pt x="17" y="6"/>
                  </a:cubicBezTo>
                  <a:cubicBezTo>
                    <a:pt x="7" y="11"/>
                    <a:pt x="0" y="25"/>
                    <a:pt x="1" y="39"/>
                  </a:cubicBezTo>
                  <a:cubicBezTo>
                    <a:pt x="2" y="53"/>
                    <a:pt x="13" y="60"/>
                    <a:pt x="24"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1" name="Freeform 275"/>
            <p:cNvSpPr/>
            <p:nvPr/>
          </p:nvSpPr>
          <p:spPr bwMode="auto">
            <a:xfrm>
              <a:off x="9012542" y="11688540"/>
              <a:ext cx="111125" cy="155575"/>
            </a:xfrm>
            <a:custGeom>
              <a:avLst/>
              <a:gdLst>
                <a:gd name="T0" fmla="*/ 23 w 41"/>
                <a:gd name="T1" fmla="*/ 52 h 57"/>
                <a:gd name="T2" fmla="*/ 40 w 41"/>
                <a:gd name="T3" fmla="*/ 20 h 57"/>
                <a:gd name="T4" fmla="*/ 18 w 41"/>
                <a:gd name="T5" fmla="*/ 5 h 57"/>
                <a:gd name="T6" fmla="*/ 0 w 41"/>
                <a:gd name="T7" fmla="*/ 37 h 57"/>
                <a:gd name="T8" fmla="*/ 23 w 41"/>
                <a:gd name="T9" fmla="*/ 52 h 57"/>
              </a:gdLst>
              <a:ahLst/>
              <a:cxnLst>
                <a:cxn ang="0">
                  <a:pos x="T0" y="T1"/>
                </a:cxn>
                <a:cxn ang="0">
                  <a:pos x="T2" y="T3"/>
                </a:cxn>
                <a:cxn ang="0">
                  <a:pos x="T4" y="T5"/>
                </a:cxn>
                <a:cxn ang="0">
                  <a:pos x="T6" y="T7"/>
                </a:cxn>
                <a:cxn ang="0">
                  <a:pos x="T8" y="T9"/>
                </a:cxn>
              </a:cxnLst>
              <a:rect l="0" t="0" r="r" b="b"/>
              <a:pathLst>
                <a:path w="41" h="57">
                  <a:moveTo>
                    <a:pt x="23" y="52"/>
                  </a:moveTo>
                  <a:cubicBezTo>
                    <a:pt x="33" y="46"/>
                    <a:pt x="41" y="32"/>
                    <a:pt x="40" y="20"/>
                  </a:cubicBezTo>
                  <a:cubicBezTo>
                    <a:pt x="39" y="6"/>
                    <a:pt x="29" y="0"/>
                    <a:pt x="18" y="5"/>
                  </a:cubicBezTo>
                  <a:cubicBezTo>
                    <a:pt x="7" y="10"/>
                    <a:pt x="0" y="24"/>
                    <a:pt x="0" y="37"/>
                  </a:cubicBezTo>
                  <a:cubicBezTo>
                    <a:pt x="1" y="50"/>
                    <a:pt x="11" y="57"/>
                    <a:pt x="23"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2" name="Freeform 276"/>
            <p:cNvSpPr/>
            <p:nvPr/>
          </p:nvSpPr>
          <p:spPr bwMode="auto">
            <a:xfrm>
              <a:off x="1309992" y="12296553"/>
              <a:ext cx="111125" cy="44450"/>
            </a:xfrm>
            <a:custGeom>
              <a:avLst/>
              <a:gdLst>
                <a:gd name="T0" fmla="*/ 23 w 41"/>
                <a:gd name="T1" fmla="*/ 14 h 16"/>
                <a:gd name="T2" fmla="*/ 41 w 41"/>
                <a:gd name="T3" fmla="*/ 4 h 16"/>
                <a:gd name="T4" fmla="*/ 20 w 41"/>
                <a:gd name="T5" fmla="*/ 2 h 16"/>
                <a:gd name="T6" fmla="*/ 2 w 41"/>
                <a:gd name="T7" fmla="*/ 11 h 16"/>
                <a:gd name="T8" fmla="*/ 23 w 41"/>
                <a:gd name="T9" fmla="*/ 14 h 16"/>
              </a:gdLst>
              <a:ahLst/>
              <a:cxnLst>
                <a:cxn ang="0">
                  <a:pos x="T0" y="T1"/>
                </a:cxn>
                <a:cxn ang="0">
                  <a:pos x="T2" y="T3"/>
                </a:cxn>
                <a:cxn ang="0">
                  <a:pos x="T4" y="T5"/>
                </a:cxn>
                <a:cxn ang="0">
                  <a:pos x="T6" y="T7"/>
                </a:cxn>
                <a:cxn ang="0">
                  <a:pos x="T8" y="T9"/>
                </a:cxn>
              </a:cxnLst>
              <a:rect l="0" t="0" r="r" b="b"/>
              <a:pathLst>
                <a:path w="41" h="16">
                  <a:moveTo>
                    <a:pt x="23" y="14"/>
                  </a:moveTo>
                  <a:cubicBezTo>
                    <a:pt x="33" y="12"/>
                    <a:pt x="41" y="7"/>
                    <a:pt x="41" y="4"/>
                  </a:cubicBezTo>
                  <a:cubicBezTo>
                    <a:pt x="40" y="1"/>
                    <a:pt x="31" y="0"/>
                    <a:pt x="20" y="2"/>
                  </a:cubicBezTo>
                  <a:cubicBezTo>
                    <a:pt x="9" y="4"/>
                    <a:pt x="0" y="8"/>
                    <a:pt x="2" y="11"/>
                  </a:cubicBezTo>
                  <a:cubicBezTo>
                    <a:pt x="3" y="15"/>
                    <a:pt x="13" y="16"/>
                    <a:pt x="23"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3" name="Freeform 277"/>
            <p:cNvSpPr/>
            <p:nvPr/>
          </p:nvSpPr>
          <p:spPr bwMode="auto">
            <a:xfrm>
              <a:off x="1100442" y="12342590"/>
              <a:ext cx="109538" cy="52388"/>
            </a:xfrm>
            <a:custGeom>
              <a:avLst/>
              <a:gdLst>
                <a:gd name="T0" fmla="*/ 21 w 40"/>
                <a:gd name="T1" fmla="*/ 16 h 19"/>
                <a:gd name="T2" fmla="*/ 39 w 40"/>
                <a:gd name="T3" fmla="*/ 3 h 19"/>
                <a:gd name="T4" fmla="*/ 19 w 40"/>
                <a:gd name="T5" fmla="*/ 2 h 19"/>
                <a:gd name="T6" fmla="*/ 1 w 40"/>
                <a:gd name="T7" fmla="*/ 15 h 19"/>
                <a:gd name="T8" fmla="*/ 21 w 40"/>
                <a:gd name="T9" fmla="*/ 16 h 19"/>
              </a:gdLst>
              <a:ahLst/>
              <a:cxnLst>
                <a:cxn ang="0">
                  <a:pos x="T0" y="T1"/>
                </a:cxn>
                <a:cxn ang="0">
                  <a:pos x="T2" y="T3"/>
                </a:cxn>
                <a:cxn ang="0">
                  <a:pos x="T4" y="T5"/>
                </a:cxn>
                <a:cxn ang="0">
                  <a:pos x="T6" y="T7"/>
                </a:cxn>
                <a:cxn ang="0">
                  <a:pos x="T8" y="T9"/>
                </a:cxn>
              </a:cxnLst>
              <a:rect l="0" t="0" r="r" b="b"/>
              <a:pathLst>
                <a:path w="40" h="19">
                  <a:moveTo>
                    <a:pt x="21" y="16"/>
                  </a:moveTo>
                  <a:cubicBezTo>
                    <a:pt x="32" y="13"/>
                    <a:pt x="40" y="7"/>
                    <a:pt x="39" y="3"/>
                  </a:cubicBezTo>
                  <a:cubicBezTo>
                    <a:pt x="38" y="0"/>
                    <a:pt x="29" y="0"/>
                    <a:pt x="19" y="2"/>
                  </a:cubicBezTo>
                  <a:cubicBezTo>
                    <a:pt x="8" y="5"/>
                    <a:pt x="0" y="11"/>
                    <a:pt x="1" y="15"/>
                  </a:cubicBezTo>
                  <a:cubicBezTo>
                    <a:pt x="2" y="18"/>
                    <a:pt x="11" y="19"/>
                    <a:pt x="2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4" name="Freeform 278"/>
            <p:cNvSpPr/>
            <p:nvPr/>
          </p:nvSpPr>
          <p:spPr bwMode="auto">
            <a:xfrm>
              <a:off x="889304" y="12406090"/>
              <a:ext cx="111125" cy="69850"/>
            </a:xfrm>
            <a:custGeom>
              <a:avLst/>
              <a:gdLst>
                <a:gd name="T0" fmla="*/ 22 w 41"/>
                <a:gd name="T1" fmla="*/ 20 h 26"/>
                <a:gd name="T2" fmla="*/ 39 w 41"/>
                <a:gd name="T3" fmla="*/ 5 h 26"/>
                <a:gd name="T4" fmla="*/ 19 w 41"/>
                <a:gd name="T5" fmla="*/ 5 h 26"/>
                <a:gd name="T6" fmla="*/ 1 w 41"/>
                <a:gd name="T7" fmla="*/ 22 h 26"/>
                <a:gd name="T8" fmla="*/ 22 w 41"/>
                <a:gd name="T9" fmla="*/ 20 h 26"/>
              </a:gdLst>
              <a:ahLst/>
              <a:cxnLst>
                <a:cxn ang="0">
                  <a:pos x="T0" y="T1"/>
                </a:cxn>
                <a:cxn ang="0">
                  <a:pos x="T2" y="T3"/>
                </a:cxn>
                <a:cxn ang="0">
                  <a:pos x="T4" y="T5"/>
                </a:cxn>
                <a:cxn ang="0">
                  <a:pos x="T6" y="T7"/>
                </a:cxn>
                <a:cxn ang="0">
                  <a:pos x="T8" y="T9"/>
                </a:cxn>
              </a:cxnLst>
              <a:rect l="0" t="0" r="r" b="b"/>
              <a:pathLst>
                <a:path w="41" h="26">
                  <a:moveTo>
                    <a:pt x="22" y="20"/>
                  </a:moveTo>
                  <a:cubicBezTo>
                    <a:pt x="32" y="15"/>
                    <a:pt x="41" y="9"/>
                    <a:pt x="39" y="5"/>
                  </a:cubicBezTo>
                  <a:cubicBezTo>
                    <a:pt x="38" y="1"/>
                    <a:pt x="29" y="0"/>
                    <a:pt x="19" y="5"/>
                  </a:cubicBezTo>
                  <a:cubicBezTo>
                    <a:pt x="8" y="10"/>
                    <a:pt x="0" y="18"/>
                    <a:pt x="1" y="22"/>
                  </a:cubicBezTo>
                  <a:cubicBezTo>
                    <a:pt x="2" y="26"/>
                    <a:pt x="11" y="25"/>
                    <a:pt x="22"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5" name="Freeform 279"/>
            <p:cNvSpPr/>
            <p:nvPr/>
          </p:nvSpPr>
          <p:spPr bwMode="auto">
            <a:xfrm>
              <a:off x="682929" y="12525153"/>
              <a:ext cx="106363" cy="114300"/>
            </a:xfrm>
            <a:custGeom>
              <a:avLst/>
              <a:gdLst>
                <a:gd name="T0" fmla="*/ 39 w 39"/>
                <a:gd name="T1" fmla="*/ 5 h 42"/>
                <a:gd name="T2" fmla="*/ 18 w 39"/>
                <a:gd name="T3" fmla="*/ 13 h 42"/>
                <a:gd name="T4" fmla="*/ 1 w 39"/>
                <a:gd name="T5" fmla="*/ 38 h 42"/>
                <a:gd name="T6" fmla="*/ 22 w 39"/>
                <a:gd name="T7" fmla="*/ 29 h 42"/>
                <a:gd name="T8" fmla="*/ 39 w 39"/>
                <a:gd name="T9" fmla="*/ 5 h 42"/>
              </a:gdLst>
              <a:ahLst/>
              <a:cxnLst>
                <a:cxn ang="0">
                  <a:pos x="T0" y="T1"/>
                </a:cxn>
                <a:cxn ang="0">
                  <a:pos x="T2" y="T3"/>
                </a:cxn>
                <a:cxn ang="0">
                  <a:pos x="T4" y="T5"/>
                </a:cxn>
                <a:cxn ang="0">
                  <a:pos x="T6" y="T7"/>
                </a:cxn>
                <a:cxn ang="0">
                  <a:pos x="T8" y="T9"/>
                </a:cxn>
              </a:cxnLst>
              <a:rect l="0" t="0" r="r" b="b"/>
              <a:pathLst>
                <a:path w="39" h="42">
                  <a:moveTo>
                    <a:pt x="39" y="5"/>
                  </a:moveTo>
                  <a:cubicBezTo>
                    <a:pt x="38" y="0"/>
                    <a:pt x="29" y="4"/>
                    <a:pt x="18" y="13"/>
                  </a:cubicBezTo>
                  <a:cubicBezTo>
                    <a:pt x="8" y="22"/>
                    <a:pt x="0" y="33"/>
                    <a:pt x="1" y="38"/>
                  </a:cubicBezTo>
                  <a:cubicBezTo>
                    <a:pt x="3" y="42"/>
                    <a:pt x="12" y="37"/>
                    <a:pt x="22" y="29"/>
                  </a:cubicBezTo>
                  <a:cubicBezTo>
                    <a:pt x="32" y="20"/>
                    <a:pt x="39" y="10"/>
                    <a:pt x="39"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6" name="Freeform 280"/>
            <p:cNvSpPr/>
            <p:nvPr/>
          </p:nvSpPr>
          <p:spPr bwMode="auto">
            <a:xfrm>
              <a:off x="479729" y="12717240"/>
              <a:ext cx="104775" cy="139700"/>
            </a:xfrm>
            <a:custGeom>
              <a:avLst/>
              <a:gdLst>
                <a:gd name="T0" fmla="*/ 23 w 39"/>
                <a:gd name="T1" fmla="*/ 33 h 51"/>
                <a:gd name="T2" fmla="*/ 38 w 39"/>
                <a:gd name="T3" fmla="*/ 5 h 51"/>
                <a:gd name="T4" fmla="*/ 17 w 39"/>
                <a:gd name="T5" fmla="*/ 17 h 51"/>
                <a:gd name="T6" fmla="*/ 1 w 39"/>
                <a:gd name="T7" fmla="*/ 46 h 51"/>
                <a:gd name="T8" fmla="*/ 23 w 39"/>
                <a:gd name="T9" fmla="*/ 33 h 51"/>
              </a:gdLst>
              <a:ahLst/>
              <a:cxnLst>
                <a:cxn ang="0">
                  <a:pos x="T0" y="T1"/>
                </a:cxn>
                <a:cxn ang="0">
                  <a:pos x="T2" y="T3"/>
                </a:cxn>
                <a:cxn ang="0">
                  <a:pos x="T4" y="T5"/>
                </a:cxn>
                <a:cxn ang="0">
                  <a:pos x="T6" y="T7"/>
                </a:cxn>
                <a:cxn ang="0">
                  <a:pos x="T8" y="T9"/>
                </a:cxn>
              </a:cxnLst>
              <a:rect l="0" t="0" r="r" b="b"/>
              <a:pathLst>
                <a:path w="39" h="51">
                  <a:moveTo>
                    <a:pt x="23" y="33"/>
                  </a:moveTo>
                  <a:cubicBezTo>
                    <a:pt x="32" y="22"/>
                    <a:pt x="39" y="9"/>
                    <a:pt x="38" y="5"/>
                  </a:cubicBezTo>
                  <a:cubicBezTo>
                    <a:pt x="37" y="0"/>
                    <a:pt x="28" y="5"/>
                    <a:pt x="17" y="17"/>
                  </a:cubicBezTo>
                  <a:cubicBezTo>
                    <a:pt x="7" y="28"/>
                    <a:pt x="0" y="41"/>
                    <a:pt x="1" y="46"/>
                  </a:cubicBezTo>
                  <a:cubicBezTo>
                    <a:pt x="2" y="51"/>
                    <a:pt x="12" y="45"/>
                    <a:pt x="23"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7" name="Freeform 281"/>
            <p:cNvSpPr/>
            <p:nvPr/>
          </p:nvSpPr>
          <p:spPr bwMode="auto">
            <a:xfrm>
              <a:off x="278117" y="12949015"/>
              <a:ext cx="106363" cy="146050"/>
            </a:xfrm>
            <a:custGeom>
              <a:avLst/>
              <a:gdLst>
                <a:gd name="T0" fmla="*/ 21 w 39"/>
                <a:gd name="T1" fmla="*/ 38 h 54"/>
                <a:gd name="T2" fmla="*/ 38 w 39"/>
                <a:gd name="T3" fmla="*/ 5 h 54"/>
                <a:gd name="T4" fmla="*/ 18 w 39"/>
                <a:gd name="T5" fmla="*/ 16 h 54"/>
                <a:gd name="T6" fmla="*/ 1 w 39"/>
                <a:gd name="T7" fmla="*/ 49 h 54"/>
                <a:gd name="T8" fmla="*/ 21 w 39"/>
                <a:gd name="T9" fmla="*/ 38 h 54"/>
              </a:gdLst>
              <a:ahLst/>
              <a:cxnLst>
                <a:cxn ang="0">
                  <a:pos x="T0" y="T1"/>
                </a:cxn>
                <a:cxn ang="0">
                  <a:pos x="T2" y="T3"/>
                </a:cxn>
                <a:cxn ang="0">
                  <a:pos x="T4" y="T5"/>
                </a:cxn>
                <a:cxn ang="0">
                  <a:pos x="T6" y="T7"/>
                </a:cxn>
                <a:cxn ang="0">
                  <a:pos x="T8" y="T9"/>
                </a:cxn>
              </a:cxnLst>
              <a:rect l="0" t="0" r="r" b="b"/>
              <a:pathLst>
                <a:path w="39" h="54">
                  <a:moveTo>
                    <a:pt x="21" y="38"/>
                  </a:moveTo>
                  <a:cubicBezTo>
                    <a:pt x="31" y="26"/>
                    <a:pt x="39" y="10"/>
                    <a:pt x="38" y="5"/>
                  </a:cubicBezTo>
                  <a:cubicBezTo>
                    <a:pt x="37" y="0"/>
                    <a:pt x="28" y="5"/>
                    <a:pt x="18" y="16"/>
                  </a:cubicBezTo>
                  <a:cubicBezTo>
                    <a:pt x="7" y="28"/>
                    <a:pt x="0" y="43"/>
                    <a:pt x="1" y="49"/>
                  </a:cubicBezTo>
                  <a:cubicBezTo>
                    <a:pt x="2" y="54"/>
                    <a:pt x="11" y="50"/>
                    <a:pt x="21"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8" name="Freeform 282"/>
            <p:cNvSpPr/>
            <p:nvPr/>
          </p:nvSpPr>
          <p:spPr bwMode="auto">
            <a:xfrm>
              <a:off x="5051729" y="12090178"/>
              <a:ext cx="109538" cy="44450"/>
            </a:xfrm>
            <a:custGeom>
              <a:avLst/>
              <a:gdLst>
                <a:gd name="T0" fmla="*/ 21 w 40"/>
                <a:gd name="T1" fmla="*/ 15 h 16"/>
                <a:gd name="T2" fmla="*/ 39 w 40"/>
                <a:gd name="T3" fmla="*/ 5 h 16"/>
                <a:gd name="T4" fmla="*/ 18 w 40"/>
                <a:gd name="T5" fmla="*/ 2 h 16"/>
                <a:gd name="T6" fmla="*/ 1 w 40"/>
                <a:gd name="T7" fmla="*/ 11 h 16"/>
                <a:gd name="T8" fmla="*/ 21 w 40"/>
                <a:gd name="T9" fmla="*/ 15 h 16"/>
              </a:gdLst>
              <a:ahLst/>
              <a:cxnLst>
                <a:cxn ang="0">
                  <a:pos x="T0" y="T1"/>
                </a:cxn>
                <a:cxn ang="0">
                  <a:pos x="T2" y="T3"/>
                </a:cxn>
                <a:cxn ang="0">
                  <a:pos x="T4" y="T5"/>
                </a:cxn>
                <a:cxn ang="0">
                  <a:pos x="T6" y="T7"/>
                </a:cxn>
                <a:cxn ang="0">
                  <a:pos x="T8" y="T9"/>
                </a:cxn>
              </a:cxnLst>
              <a:rect l="0" t="0" r="r" b="b"/>
              <a:pathLst>
                <a:path w="40" h="16">
                  <a:moveTo>
                    <a:pt x="21" y="15"/>
                  </a:moveTo>
                  <a:cubicBezTo>
                    <a:pt x="32" y="13"/>
                    <a:pt x="40" y="9"/>
                    <a:pt x="39" y="5"/>
                  </a:cubicBezTo>
                  <a:cubicBezTo>
                    <a:pt x="38" y="2"/>
                    <a:pt x="29" y="0"/>
                    <a:pt x="18" y="2"/>
                  </a:cubicBezTo>
                  <a:cubicBezTo>
                    <a:pt x="8" y="4"/>
                    <a:pt x="0" y="8"/>
                    <a:pt x="1" y="11"/>
                  </a:cubicBezTo>
                  <a:cubicBezTo>
                    <a:pt x="2" y="15"/>
                    <a:pt x="10" y="16"/>
                    <a:pt x="2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9" name="Freeform 283"/>
            <p:cNvSpPr/>
            <p:nvPr/>
          </p:nvSpPr>
          <p:spPr bwMode="auto">
            <a:xfrm>
              <a:off x="5267629" y="12055253"/>
              <a:ext cx="104775" cy="49213"/>
            </a:xfrm>
            <a:custGeom>
              <a:avLst/>
              <a:gdLst>
                <a:gd name="T0" fmla="*/ 20 w 39"/>
                <a:gd name="T1" fmla="*/ 17 h 18"/>
                <a:gd name="T2" fmla="*/ 38 w 39"/>
                <a:gd name="T3" fmla="*/ 6 h 18"/>
                <a:gd name="T4" fmla="*/ 18 w 39"/>
                <a:gd name="T5" fmla="*/ 1 h 18"/>
                <a:gd name="T6" fmla="*/ 0 w 39"/>
                <a:gd name="T7" fmla="*/ 11 h 18"/>
                <a:gd name="T8" fmla="*/ 20 w 39"/>
                <a:gd name="T9" fmla="*/ 17 h 18"/>
              </a:gdLst>
              <a:ahLst/>
              <a:cxnLst>
                <a:cxn ang="0">
                  <a:pos x="T0" y="T1"/>
                </a:cxn>
                <a:cxn ang="0">
                  <a:pos x="T2" y="T3"/>
                </a:cxn>
                <a:cxn ang="0">
                  <a:pos x="T4" y="T5"/>
                </a:cxn>
                <a:cxn ang="0">
                  <a:pos x="T6" y="T7"/>
                </a:cxn>
                <a:cxn ang="0">
                  <a:pos x="T8" y="T9"/>
                </a:cxn>
              </a:cxnLst>
              <a:rect l="0" t="0" r="r" b="b"/>
              <a:pathLst>
                <a:path w="39" h="18">
                  <a:moveTo>
                    <a:pt x="20" y="17"/>
                  </a:moveTo>
                  <a:cubicBezTo>
                    <a:pt x="31" y="15"/>
                    <a:pt x="39" y="11"/>
                    <a:pt x="38" y="6"/>
                  </a:cubicBezTo>
                  <a:cubicBezTo>
                    <a:pt x="37" y="2"/>
                    <a:pt x="28" y="0"/>
                    <a:pt x="18" y="1"/>
                  </a:cubicBezTo>
                  <a:cubicBezTo>
                    <a:pt x="8" y="3"/>
                    <a:pt x="0" y="7"/>
                    <a:pt x="0" y="11"/>
                  </a:cubicBezTo>
                  <a:cubicBezTo>
                    <a:pt x="1" y="16"/>
                    <a:pt x="10" y="18"/>
                    <a:pt x="20"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0" name="Freeform 284"/>
            <p:cNvSpPr/>
            <p:nvPr/>
          </p:nvSpPr>
          <p:spPr bwMode="auto">
            <a:xfrm>
              <a:off x="5478767" y="12028265"/>
              <a:ext cx="106363" cy="53975"/>
            </a:xfrm>
            <a:custGeom>
              <a:avLst/>
              <a:gdLst>
                <a:gd name="T0" fmla="*/ 21 w 39"/>
                <a:gd name="T1" fmla="*/ 19 h 20"/>
                <a:gd name="T2" fmla="*/ 38 w 39"/>
                <a:gd name="T3" fmla="*/ 9 h 20"/>
                <a:gd name="T4" fmla="*/ 17 w 39"/>
                <a:gd name="T5" fmla="*/ 1 h 20"/>
                <a:gd name="T6" fmla="*/ 1 w 39"/>
                <a:gd name="T7" fmla="*/ 12 h 20"/>
                <a:gd name="T8" fmla="*/ 21 w 39"/>
                <a:gd name="T9" fmla="*/ 19 h 20"/>
              </a:gdLst>
              <a:ahLst/>
              <a:cxnLst>
                <a:cxn ang="0">
                  <a:pos x="T0" y="T1"/>
                </a:cxn>
                <a:cxn ang="0">
                  <a:pos x="T2" y="T3"/>
                </a:cxn>
                <a:cxn ang="0">
                  <a:pos x="T4" y="T5"/>
                </a:cxn>
                <a:cxn ang="0">
                  <a:pos x="T6" y="T7"/>
                </a:cxn>
                <a:cxn ang="0">
                  <a:pos x="T8" y="T9"/>
                </a:cxn>
              </a:cxnLst>
              <a:rect l="0" t="0" r="r" b="b"/>
              <a:pathLst>
                <a:path w="39" h="20">
                  <a:moveTo>
                    <a:pt x="21" y="19"/>
                  </a:moveTo>
                  <a:cubicBezTo>
                    <a:pt x="32" y="19"/>
                    <a:pt x="39" y="14"/>
                    <a:pt x="38" y="9"/>
                  </a:cubicBezTo>
                  <a:cubicBezTo>
                    <a:pt x="37" y="4"/>
                    <a:pt x="28" y="0"/>
                    <a:pt x="17" y="1"/>
                  </a:cubicBezTo>
                  <a:cubicBezTo>
                    <a:pt x="7" y="2"/>
                    <a:pt x="0" y="7"/>
                    <a:pt x="1" y="12"/>
                  </a:cubicBezTo>
                  <a:cubicBezTo>
                    <a:pt x="2" y="16"/>
                    <a:pt x="11" y="20"/>
                    <a:pt x="21"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1" name="Freeform 285"/>
            <p:cNvSpPr/>
            <p:nvPr/>
          </p:nvSpPr>
          <p:spPr bwMode="auto">
            <a:xfrm>
              <a:off x="5689904" y="12013978"/>
              <a:ext cx="109538" cy="60325"/>
            </a:xfrm>
            <a:custGeom>
              <a:avLst/>
              <a:gdLst>
                <a:gd name="T0" fmla="*/ 22 w 40"/>
                <a:gd name="T1" fmla="*/ 22 h 22"/>
                <a:gd name="T2" fmla="*/ 39 w 40"/>
                <a:gd name="T3" fmla="*/ 11 h 22"/>
                <a:gd name="T4" fmla="*/ 18 w 40"/>
                <a:gd name="T5" fmla="*/ 0 h 22"/>
                <a:gd name="T6" fmla="*/ 1 w 40"/>
                <a:gd name="T7" fmla="*/ 12 h 22"/>
                <a:gd name="T8" fmla="*/ 22 w 40"/>
                <a:gd name="T9" fmla="*/ 22 h 22"/>
              </a:gdLst>
              <a:ahLst/>
              <a:cxnLst>
                <a:cxn ang="0">
                  <a:pos x="T0" y="T1"/>
                </a:cxn>
                <a:cxn ang="0">
                  <a:pos x="T2" y="T3"/>
                </a:cxn>
                <a:cxn ang="0">
                  <a:pos x="T4" y="T5"/>
                </a:cxn>
                <a:cxn ang="0">
                  <a:pos x="T6" y="T7"/>
                </a:cxn>
                <a:cxn ang="0">
                  <a:pos x="T8" y="T9"/>
                </a:cxn>
              </a:cxnLst>
              <a:rect l="0" t="0" r="r" b="b"/>
              <a:pathLst>
                <a:path w="40" h="22">
                  <a:moveTo>
                    <a:pt x="22" y="22"/>
                  </a:moveTo>
                  <a:cubicBezTo>
                    <a:pt x="32" y="22"/>
                    <a:pt x="40" y="17"/>
                    <a:pt x="39" y="11"/>
                  </a:cubicBezTo>
                  <a:cubicBezTo>
                    <a:pt x="38" y="5"/>
                    <a:pt x="28" y="0"/>
                    <a:pt x="18" y="0"/>
                  </a:cubicBezTo>
                  <a:cubicBezTo>
                    <a:pt x="8" y="1"/>
                    <a:pt x="0" y="6"/>
                    <a:pt x="1" y="12"/>
                  </a:cubicBezTo>
                  <a:cubicBezTo>
                    <a:pt x="2" y="18"/>
                    <a:pt x="11" y="22"/>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2" name="Freeform 286"/>
            <p:cNvSpPr/>
            <p:nvPr/>
          </p:nvSpPr>
          <p:spPr bwMode="auto">
            <a:xfrm>
              <a:off x="5902629" y="12009215"/>
              <a:ext cx="107950" cy="69850"/>
            </a:xfrm>
            <a:custGeom>
              <a:avLst/>
              <a:gdLst>
                <a:gd name="T0" fmla="*/ 22 w 40"/>
                <a:gd name="T1" fmla="*/ 26 h 26"/>
                <a:gd name="T2" fmla="*/ 39 w 40"/>
                <a:gd name="T3" fmla="*/ 13 h 26"/>
                <a:gd name="T4" fmla="*/ 18 w 40"/>
                <a:gd name="T5" fmla="*/ 0 h 26"/>
                <a:gd name="T6" fmla="*/ 1 w 40"/>
                <a:gd name="T7" fmla="*/ 13 h 26"/>
                <a:gd name="T8" fmla="*/ 22 w 40"/>
                <a:gd name="T9" fmla="*/ 26 h 26"/>
              </a:gdLst>
              <a:ahLst/>
              <a:cxnLst>
                <a:cxn ang="0">
                  <a:pos x="T0" y="T1"/>
                </a:cxn>
                <a:cxn ang="0">
                  <a:pos x="T2" y="T3"/>
                </a:cxn>
                <a:cxn ang="0">
                  <a:pos x="T4" y="T5"/>
                </a:cxn>
                <a:cxn ang="0">
                  <a:pos x="T6" y="T7"/>
                </a:cxn>
                <a:cxn ang="0">
                  <a:pos x="T8" y="T9"/>
                </a:cxn>
              </a:cxnLst>
              <a:rect l="0" t="0" r="r" b="b"/>
              <a:pathLst>
                <a:path w="40" h="26">
                  <a:moveTo>
                    <a:pt x="22" y="26"/>
                  </a:moveTo>
                  <a:cubicBezTo>
                    <a:pt x="33" y="26"/>
                    <a:pt x="40" y="21"/>
                    <a:pt x="39" y="13"/>
                  </a:cubicBezTo>
                  <a:cubicBezTo>
                    <a:pt x="38" y="6"/>
                    <a:pt x="28" y="0"/>
                    <a:pt x="18" y="0"/>
                  </a:cubicBezTo>
                  <a:cubicBezTo>
                    <a:pt x="8" y="0"/>
                    <a:pt x="0" y="6"/>
                    <a:pt x="1" y="13"/>
                  </a:cubicBezTo>
                  <a:cubicBezTo>
                    <a:pt x="2" y="20"/>
                    <a:pt x="11" y="26"/>
                    <a:pt x="22"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3" name="Freeform 287"/>
            <p:cNvSpPr/>
            <p:nvPr/>
          </p:nvSpPr>
          <p:spPr bwMode="auto">
            <a:xfrm>
              <a:off x="6116942" y="12009215"/>
              <a:ext cx="104775" cy="84138"/>
            </a:xfrm>
            <a:custGeom>
              <a:avLst/>
              <a:gdLst>
                <a:gd name="T0" fmla="*/ 21 w 39"/>
                <a:gd name="T1" fmla="*/ 30 h 31"/>
                <a:gd name="T2" fmla="*/ 38 w 39"/>
                <a:gd name="T3" fmla="*/ 16 h 31"/>
                <a:gd name="T4" fmla="*/ 18 w 39"/>
                <a:gd name="T5" fmla="*/ 0 h 31"/>
                <a:gd name="T6" fmla="*/ 1 w 39"/>
                <a:gd name="T7" fmla="*/ 14 h 31"/>
                <a:gd name="T8" fmla="*/ 21 w 39"/>
                <a:gd name="T9" fmla="*/ 30 h 31"/>
              </a:gdLst>
              <a:ahLst/>
              <a:cxnLst>
                <a:cxn ang="0">
                  <a:pos x="T0" y="T1"/>
                </a:cxn>
                <a:cxn ang="0">
                  <a:pos x="T2" y="T3"/>
                </a:cxn>
                <a:cxn ang="0">
                  <a:pos x="T4" y="T5"/>
                </a:cxn>
                <a:cxn ang="0">
                  <a:pos x="T6" y="T7"/>
                </a:cxn>
                <a:cxn ang="0">
                  <a:pos x="T8" y="T9"/>
                </a:cxn>
              </a:cxnLst>
              <a:rect l="0" t="0" r="r" b="b"/>
              <a:pathLst>
                <a:path w="39" h="31">
                  <a:moveTo>
                    <a:pt x="21" y="30"/>
                  </a:moveTo>
                  <a:cubicBezTo>
                    <a:pt x="31" y="31"/>
                    <a:pt x="39" y="25"/>
                    <a:pt x="38" y="16"/>
                  </a:cubicBezTo>
                  <a:cubicBezTo>
                    <a:pt x="38" y="8"/>
                    <a:pt x="28" y="1"/>
                    <a:pt x="18" y="0"/>
                  </a:cubicBezTo>
                  <a:cubicBezTo>
                    <a:pt x="8" y="0"/>
                    <a:pt x="0" y="6"/>
                    <a:pt x="1" y="14"/>
                  </a:cubicBezTo>
                  <a:cubicBezTo>
                    <a:pt x="2" y="22"/>
                    <a:pt x="10" y="29"/>
                    <a:pt x="21"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4" name="Freeform 288"/>
            <p:cNvSpPr/>
            <p:nvPr/>
          </p:nvSpPr>
          <p:spPr bwMode="auto">
            <a:xfrm>
              <a:off x="6328079" y="12012390"/>
              <a:ext cx="107950" cy="96838"/>
            </a:xfrm>
            <a:custGeom>
              <a:avLst/>
              <a:gdLst>
                <a:gd name="T0" fmla="*/ 22 w 40"/>
                <a:gd name="T1" fmla="*/ 35 h 36"/>
                <a:gd name="T2" fmla="*/ 39 w 40"/>
                <a:gd name="T3" fmla="*/ 19 h 36"/>
                <a:gd name="T4" fmla="*/ 18 w 40"/>
                <a:gd name="T5" fmla="*/ 0 h 36"/>
                <a:gd name="T6" fmla="*/ 1 w 40"/>
                <a:gd name="T7" fmla="*/ 16 h 36"/>
                <a:gd name="T8" fmla="*/ 22 w 40"/>
                <a:gd name="T9" fmla="*/ 35 h 36"/>
              </a:gdLst>
              <a:ahLst/>
              <a:cxnLst>
                <a:cxn ang="0">
                  <a:pos x="T0" y="T1"/>
                </a:cxn>
                <a:cxn ang="0">
                  <a:pos x="T2" y="T3"/>
                </a:cxn>
                <a:cxn ang="0">
                  <a:pos x="T4" y="T5"/>
                </a:cxn>
                <a:cxn ang="0">
                  <a:pos x="T6" y="T7"/>
                </a:cxn>
                <a:cxn ang="0">
                  <a:pos x="T8" y="T9"/>
                </a:cxn>
              </a:cxnLst>
              <a:rect l="0" t="0" r="r" b="b"/>
              <a:pathLst>
                <a:path w="40" h="36">
                  <a:moveTo>
                    <a:pt x="22" y="35"/>
                  </a:moveTo>
                  <a:cubicBezTo>
                    <a:pt x="32" y="36"/>
                    <a:pt x="40" y="28"/>
                    <a:pt x="39" y="19"/>
                  </a:cubicBezTo>
                  <a:cubicBezTo>
                    <a:pt x="38" y="9"/>
                    <a:pt x="28" y="1"/>
                    <a:pt x="18" y="0"/>
                  </a:cubicBezTo>
                  <a:cubicBezTo>
                    <a:pt x="8" y="0"/>
                    <a:pt x="0" y="7"/>
                    <a:pt x="1" y="16"/>
                  </a:cubicBezTo>
                  <a:cubicBezTo>
                    <a:pt x="2" y="26"/>
                    <a:pt x="11" y="34"/>
                    <a:pt x="22"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5" name="Freeform 289"/>
            <p:cNvSpPr/>
            <p:nvPr/>
          </p:nvSpPr>
          <p:spPr bwMode="auto">
            <a:xfrm>
              <a:off x="6539217" y="12013978"/>
              <a:ext cx="109538" cy="109538"/>
            </a:xfrm>
            <a:custGeom>
              <a:avLst/>
              <a:gdLst>
                <a:gd name="T0" fmla="*/ 23 w 40"/>
                <a:gd name="T1" fmla="*/ 39 h 40"/>
                <a:gd name="T2" fmla="*/ 39 w 40"/>
                <a:gd name="T3" fmla="*/ 20 h 40"/>
                <a:gd name="T4" fmla="*/ 17 w 40"/>
                <a:gd name="T5" fmla="*/ 1 h 40"/>
                <a:gd name="T6" fmla="*/ 1 w 40"/>
                <a:gd name="T7" fmla="*/ 20 h 40"/>
                <a:gd name="T8" fmla="*/ 23 w 40"/>
                <a:gd name="T9" fmla="*/ 39 h 40"/>
              </a:gdLst>
              <a:ahLst/>
              <a:cxnLst>
                <a:cxn ang="0">
                  <a:pos x="T0" y="T1"/>
                </a:cxn>
                <a:cxn ang="0">
                  <a:pos x="T2" y="T3"/>
                </a:cxn>
                <a:cxn ang="0">
                  <a:pos x="T4" y="T5"/>
                </a:cxn>
                <a:cxn ang="0">
                  <a:pos x="T6" y="T7"/>
                </a:cxn>
                <a:cxn ang="0">
                  <a:pos x="T8" y="T9"/>
                </a:cxn>
              </a:cxnLst>
              <a:rect l="0" t="0" r="r" b="b"/>
              <a:pathLst>
                <a:path w="40" h="40">
                  <a:moveTo>
                    <a:pt x="23" y="39"/>
                  </a:moveTo>
                  <a:cubicBezTo>
                    <a:pt x="33" y="40"/>
                    <a:pt x="40" y="31"/>
                    <a:pt x="39" y="20"/>
                  </a:cubicBezTo>
                  <a:cubicBezTo>
                    <a:pt x="37" y="9"/>
                    <a:pt x="27" y="0"/>
                    <a:pt x="17" y="1"/>
                  </a:cubicBezTo>
                  <a:cubicBezTo>
                    <a:pt x="7" y="1"/>
                    <a:pt x="0" y="9"/>
                    <a:pt x="1" y="20"/>
                  </a:cubicBezTo>
                  <a:cubicBezTo>
                    <a:pt x="3" y="31"/>
                    <a:pt x="12" y="39"/>
                    <a:pt x="23"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6" name="Freeform 290"/>
            <p:cNvSpPr/>
            <p:nvPr/>
          </p:nvSpPr>
          <p:spPr bwMode="auto">
            <a:xfrm>
              <a:off x="6751942" y="12017153"/>
              <a:ext cx="107950" cy="119063"/>
            </a:xfrm>
            <a:custGeom>
              <a:avLst/>
              <a:gdLst>
                <a:gd name="T0" fmla="*/ 23 w 40"/>
                <a:gd name="T1" fmla="*/ 43 h 44"/>
                <a:gd name="T2" fmla="*/ 39 w 40"/>
                <a:gd name="T3" fmla="*/ 22 h 44"/>
                <a:gd name="T4" fmla="*/ 18 w 40"/>
                <a:gd name="T5" fmla="*/ 0 h 44"/>
                <a:gd name="T6" fmla="*/ 2 w 40"/>
                <a:gd name="T7" fmla="*/ 21 h 44"/>
                <a:gd name="T8" fmla="*/ 23 w 40"/>
                <a:gd name="T9" fmla="*/ 43 h 44"/>
              </a:gdLst>
              <a:ahLst/>
              <a:cxnLst>
                <a:cxn ang="0">
                  <a:pos x="T0" y="T1"/>
                </a:cxn>
                <a:cxn ang="0">
                  <a:pos x="T2" y="T3"/>
                </a:cxn>
                <a:cxn ang="0">
                  <a:pos x="T4" y="T5"/>
                </a:cxn>
                <a:cxn ang="0">
                  <a:pos x="T6" y="T7"/>
                </a:cxn>
                <a:cxn ang="0">
                  <a:pos x="T8" y="T9"/>
                </a:cxn>
              </a:cxnLst>
              <a:rect l="0" t="0" r="r" b="b"/>
              <a:pathLst>
                <a:path w="40" h="44">
                  <a:moveTo>
                    <a:pt x="23" y="43"/>
                  </a:moveTo>
                  <a:cubicBezTo>
                    <a:pt x="33" y="44"/>
                    <a:pt x="40" y="34"/>
                    <a:pt x="39" y="22"/>
                  </a:cubicBezTo>
                  <a:cubicBezTo>
                    <a:pt x="38" y="11"/>
                    <a:pt x="28" y="0"/>
                    <a:pt x="18" y="0"/>
                  </a:cubicBezTo>
                  <a:cubicBezTo>
                    <a:pt x="8" y="0"/>
                    <a:pt x="0" y="10"/>
                    <a:pt x="2" y="21"/>
                  </a:cubicBezTo>
                  <a:cubicBezTo>
                    <a:pt x="3" y="33"/>
                    <a:pt x="12" y="43"/>
                    <a:pt x="23"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7" name="Freeform 291"/>
            <p:cNvSpPr/>
            <p:nvPr/>
          </p:nvSpPr>
          <p:spPr bwMode="auto">
            <a:xfrm>
              <a:off x="6963079" y="12013978"/>
              <a:ext cx="111125" cy="131763"/>
            </a:xfrm>
            <a:custGeom>
              <a:avLst/>
              <a:gdLst>
                <a:gd name="T0" fmla="*/ 24 w 41"/>
                <a:gd name="T1" fmla="*/ 48 h 48"/>
                <a:gd name="T2" fmla="*/ 39 w 41"/>
                <a:gd name="T3" fmla="*/ 23 h 48"/>
                <a:gd name="T4" fmla="*/ 18 w 41"/>
                <a:gd name="T5" fmla="*/ 0 h 48"/>
                <a:gd name="T6" fmla="*/ 2 w 41"/>
                <a:gd name="T7" fmla="*/ 25 h 48"/>
                <a:gd name="T8" fmla="*/ 24 w 41"/>
                <a:gd name="T9" fmla="*/ 48 h 48"/>
              </a:gdLst>
              <a:ahLst/>
              <a:cxnLst>
                <a:cxn ang="0">
                  <a:pos x="T0" y="T1"/>
                </a:cxn>
                <a:cxn ang="0">
                  <a:pos x="T2" y="T3"/>
                </a:cxn>
                <a:cxn ang="0">
                  <a:pos x="T4" y="T5"/>
                </a:cxn>
                <a:cxn ang="0">
                  <a:pos x="T6" y="T7"/>
                </a:cxn>
                <a:cxn ang="0">
                  <a:pos x="T8" y="T9"/>
                </a:cxn>
              </a:cxnLst>
              <a:rect l="0" t="0" r="r" b="b"/>
              <a:pathLst>
                <a:path w="41" h="48">
                  <a:moveTo>
                    <a:pt x="24" y="48"/>
                  </a:moveTo>
                  <a:cubicBezTo>
                    <a:pt x="34" y="47"/>
                    <a:pt x="41" y="36"/>
                    <a:pt x="39" y="23"/>
                  </a:cubicBezTo>
                  <a:cubicBezTo>
                    <a:pt x="38" y="10"/>
                    <a:pt x="27" y="0"/>
                    <a:pt x="18" y="0"/>
                  </a:cubicBezTo>
                  <a:cubicBezTo>
                    <a:pt x="7" y="1"/>
                    <a:pt x="0" y="12"/>
                    <a:pt x="2" y="25"/>
                  </a:cubicBezTo>
                  <a:cubicBezTo>
                    <a:pt x="4" y="38"/>
                    <a:pt x="13" y="48"/>
                    <a:pt x="24"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8" name="Freeform 292"/>
            <p:cNvSpPr/>
            <p:nvPr/>
          </p:nvSpPr>
          <p:spPr bwMode="auto">
            <a:xfrm>
              <a:off x="7177392" y="12006040"/>
              <a:ext cx="109538" cy="139700"/>
            </a:xfrm>
            <a:custGeom>
              <a:avLst/>
              <a:gdLst>
                <a:gd name="T0" fmla="*/ 22 w 40"/>
                <a:gd name="T1" fmla="*/ 51 h 51"/>
                <a:gd name="T2" fmla="*/ 39 w 40"/>
                <a:gd name="T3" fmla="*/ 25 h 51"/>
                <a:gd name="T4" fmla="*/ 17 w 40"/>
                <a:gd name="T5" fmla="*/ 1 h 51"/>
                <a:gd name="T6" fmla="*/ 1 w 40"/>
                <a:gd name="T7" fmla="*/ 26 h 51"/>
                <a:gd name="T8" fmla="*/ 22 w 40"/>
                <a:gd name="T9" fmla="*/ 51 h 51"/>
              </a:gdLst>
              <a:ahLst/>
              <a:cxnLst>
                <a:cxn ang="0">
                  <a:pos x="T0" y="T1"/>
                </a:cxn>
                <a:cxn ang="0">
                  <a:pos x="T2" y="T3"/>
                </a:cxn>
                <a:cxn ang="0">
                  <a:pos x="T4" y="T5"/>
                </a:cxn>
                <a:cxn ang="0">
                  <a:pos x="T6" y="T7"/>
                </a:cxn>
                <a:cxn ang="0">
                  <a:pos x="T8" y="T9"/>
                </a:cxn>
              </a:cxnLst>
              <a:rect l="0" t="0" r="r" b="b"/>
              <a:pathLst>
                <a:path w="40" h="51">
                  <a:moveTo>
                    <a:pt x="22" y="51"/>
                  </a:moveTo>
                  <a:cubicBezTo>
                    <a:pt x="33" y="51"/>
                    <a:pt x="40" y="39"/>
                    <a:pt x="39" y="25"/>
                  </a:cubicBezTo>
                  <a:cubicBezTo>
                    <a:pt x="38" y="11"/>
                    <a:pt x="28" y="0"/>
                    <a:pt x="17" y="1"/>
                  </a:cubicBezTo>
                  <a:cubicBezTo>
                    <a:pt x="7" y="1"/>
                    <a:pt x="0" y="13"/>
                    <a:pt x="1" y="26"/>
                  </a:cubicBezTo>
                  <a:cubicBezTo>
                    <a:pt x="2" y="40"/>
                    <a:pt x="12" y="51"/>
                    <a:pt x="22" y="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9" name="Freeform 293"/>
            <p:cNvSpPr/>
            <p:nvPr/>
          </p:nvSpPr>
          <p:spPr bwMode="auto">
            <a:xfrm>
              <a:off x="4840592" y="12131453"/>
              <a:ext cx="106363" cy="38100"/>
            </a:xfrm>
            <a:custGeom>
              <a:avLst/>
              <a:gdLst>
                <a:gd name="T0" fmla="*/ 21 w 39"/>
                <a:gd name="T1" fmla="*/ 12 h 14"/>
                <a:gd name="T2" fmla="*/ 39 w 39"/>
                <a:gd name="T3" fmla="*/ 4 h 14"/>
                <a:gd name="T4" fmla="*/ 18 w 39"/>
                <a:gd name="T5" fmla="*/ 1 h 14"/>
                <a:gd name="T6" fmla="*/ 1 w 39"/>
                <a:gd name="T7" fmla="*/ 10 h 14"/>
                <a:gd name="T8" fmla="*/ 21 w 39"/>
                <a:gd name="T9" fmla="*/ 12 h 14"/>
              </a:gdLst>
              <a:ahLst/>
              <a:cxnLst>
                <a:cxn ang="0">
                  <a:pos x="T0" y="T1"/>
                </a:cxn>
                <a:cxn ang="0">
                  <a:pos x="T2" y="T3"/>
                </a:cxn>
                <a:cxn ang="0">
                  <a:pos x="T4" y="T5"/>
                </a:cxn>
                <a:cxn ang="0">
                  <a:pos x="T6" y="T7"/>
                </a:cxn>
                <a:cxn ang="0">
                  <a:pos x="T8" y="T9"/>
                </a:cxn>
              </a:cxnLst>
              <a:rect l="0" t="0" r="r" b="b"/>
              <a:pathLst>
                <a:path w="39" h="14">
                  <a:moveTo>
                    <a:pt x="21" y="12"/>
                  </a:moveTo>
                  <a:cubicBezTo>
                    <a:pt x="31" y="11"/>
                    <a:pt x="39" y="7"/>
                    <a:pt x="39" y="4"/>
                  </a:cubicBezTo>
                  <a:cubicBezTo>
                    <a:pt x="38" y="1"/>
                    <a:pt x="29" y="0"/>
                    <a:pt x="18" y="1"/>
                  </a:cubicBezTo>
                  <a:cubicBezTo>
                    <a:pt x="8" y="3"/>
                    <a:pt x="0" y="7"/>
                    <a:pt x="1" y="10"/>
                  </a:cubicBezTo>
                  <a:cubicBezTo>
                    <a:pt x="1" y="13"/>
                    <a:pt x="10" y="14"/>
                    <a:pt x="2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0" name="Freeform 294"/>
            <p:cNvSpPr/>
            <p:nvPr/>
          </p:nvSpPr>
          <p:spPr bwMode="auto">
            <a:xfrm>
              <a:off x="4629454" y="12169553"/>
              <a:ext cx="104775" cy="34925"/>
            </a:xfrm>
            <a:custGeom>
              <a:avLst/>
              <a:gdLst>
                <a:gd name="T0" fmla="*/ 20 w 39"/>
                <a:gd name="T1" fmla="*/ 12 h 13"/>
                <a:gd name="T2" fmla="*/ 38 w 39"/>
                <a:gd name="T3" fmla="*/ 4 h 13"/>
                <a:gd name="T4" fmla="*/ 18 w 39"/>
                <a:gd name="T5" fmla="*/ 2 h 13"/>
                <a:gd name="T6" fmla="*/ 1 w 39"/>
                <a:gd name="T7" fmla="*/ 10 h 13"/>
                <a:gd name="T8" fmla="*/ 20 w 39"/>
                <a:gd name="T9" fmla="*/ 12 h 13"/>
              </a:gdLst>
              <a:ahLst/>
              <a:cxnLst>
                <a:cxn ang="0">
                  <a:pos x="T0" y="T1"/>
                </a:cxn>
                <a:cxn ang="0">
                  <a:pos x="T2" y="T3"/>
                </a:cxn>
                <a:cxn ang="0">
                  <a:pos x="T4" y="T5"/>
                </a:cxn>
                <a:cxn ang="0">
                  <a:pos x="T6" y="T7"/>
                </a:cxn>
                <a:cxn ang="0">
                  <a:pos x="T8" y="T9"/>
                </a:cxn>
              </a:cxnLst>
              <a:rect l="0" t="0" r="r" b="b"/>
              <a:pathLst>
                <a:path w="39" h="13">
                  <a:moveTo>
                    <a:pt x="20" y="12"/>
                  </a:moveTo>
                  <a:cubicBezTo>
                    <a:pt x="31" y="10"/>
                    <a:pt x="39" y="6"/>
                    <a:pt x="38" y="4"/>
                  </a:cubicBezTo>
                  <a:cubicBezTo>
                    <a:pt x="38" y="1"/>
                    <a:pt x="29" y="0"/>
                    <a:pt x="18" y="2"/>
                  </a:cubicBezTo>
                  <a:cubicBezTo>
                    <a:pt x="8" y="4"/>
                    <a:pt x="0" y="8"/>
                    <a:pt x="1" y="10"/>
                  </a:cubicBezTo>
                  <a:cubicBezTo>
                    <a:pt x="1" y="13"/>
                    <a:pt x="10" y="13"/>
                    <a:pt x="20"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1" name="Freeform 295"/>
            <p:cNvSpPr/>
            <p:nvPr/>
          </p:nvSpPr>
          <p:spPr bwMode="auto">
            <a:xfrm>
              <a:off x="4415142" y="12210828"/>
              <a:ext cx="107950" cy="31750"/>
            </a:xfrm>
            <a:custGeom>
              <a:avLst/>
              <a:gdLst>
                <a:gd name="T0" fmla="*/ 22 w 40"/>
                <a:gd name="T1" fmla="*/ 10 h 12"/>
                <a:gd name="T2" fmla="*/ 39 w 40"/>
                <a:gd name="T3" fmla="*/ 2 h 12"/>
                <a:gd name="T4" fmla="*/ 18 w 40"/>
                <a:gd name="T5" fmla="*/ 2 h 12"/>
                <a:gd name="T6" fmla="*/ 1 w 40"/>
                <a:gd name="T7" fmla="*/ 9 h 12"/>
                <a:gd name="T8" fmla="*/ 22 w 40"/>
                <a:gd name="T9" fmla="*/ 10 h 12"/>
              </a:gdLst>
              <a:ahLst/>
              <a:cxnLst>
                <a:cxn ang="0">
                  <a:pos x="T0" y="T1"/>
                </a:cxn>
                <a:cxn ang="0">
                  <a:pos x="T2" y="T3"/>
                </a:cxn>
                <a:cxn ang="0">
                  <a:pos x="T4" y="T5"/>
                </a:cxn>
                <a:cxn ang="0">
                  <a:pos x="T6" y="T7"/>
                </a:cxn>
                <a:cxn ang="0">
                  <a:pos x="T8" y="T9"/>
                </a:cxn>
              </a:cxnLst>
              <a:rect l="0" t="0" r="r" b="b"/>
              <a:pathLst>
                <a:path w="40" h="12">
                  <a:moveTo>
                    <a:pt x="22" y="10"/>
                  </a:moveTo>
                  <a:cubicBezTo>
                    <a:pt x="32" y="8"/>
                    <a:pt x="40" y="5"/>
                    <a:pt x="39" y="2"/>
                  </a:cubicBezTo>
                  <a:cubicBezTo>
                    <a:pt x="38" y="0"/>
                    <a:pt x="28" y="0"/>
                    <a:pt x="18" y="2"/>
                  </a:cubicBezTo>
                  <a:cubicBezTo>
                    <a:pt x="8" y="4"/>
                    <a:pt x="0" y="7"/>
                    <a:pt x="1" y="9"/>
                  </a:cubicBezTo>
                  <a:cubicBezTo>
                    <a:pt x="2" y="11"/>
                    <a:pt x="11" y="12"/>
                    <a:pt x="22"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2" name="Freeform 296"/>
            <p:cNvSpPr/>
            <p:nvPr/>
          </p:nvSpPr>
          <p:spPr bwMode="auto">
            <a:xfrm>
              <a:off x="4202417" y="12248928"/>
              <a:ext cx="106363" cy="26988"/>
            </a:xfrm>
            <a:custGeom>
              <a:avLst/>
              <a:gdLst>
                <a:gd name="T0" fmla="*/ 21 w 39"/>
                <a:gd name="T1" fmla="*/ 8 h 10"/>
                <a:gd name="T2" fmla="*/ 39 w 39"/>
                <a:gd name="T3" fmla="*/ 2 h 10"/>
                <a:gd name="T4" fmla="*/ 19 w 39"/>
                <a:gd name="T5" fmla="*/ 1 h 10"/>
                <a:gd name="T6" fmla="*/ 1 w 39"/>
                <a:gd name="T7" fmla="*/ 8 h 10"/>
                <a:gd name="T8" fmla="*/ 21 w 39"/>
                <a:gd name="T9" fmla="*/ 8 h 10"/>
              </a:gdLst>
              <a:ahLst/>
              <a:cxnLst>
                <a:cxn ang="0">
                  <a:pos x="T0" y="T1"/>
                </a:cxn>
                <a:cxn ang="0">
                  <a:pos x="T2" y="T3"/>
                </a:cxn>
                <a:cxn ang="0">
                  <a:pos x="T4" y="T5"/>
                </a:cxn>
                <a:cxn ang="0">
                  <a:pos x="T6" y="T7"/>
                </a:cxn>
                <a:cxn ang="0">
                  <a:pos x="T8" y="T9"/>
                </a:cxn>
              </a:cxnLst>
              <a:rect l="0" t="0" r="r" b="b"/>
              <a:pathLst>
                <a:path w="39" h="10">
                  <a:moveTo>
                    <a:pt x="21" y="8"/>
                  </a:moveTo>
                  <a:cubicBezTo>
                    <a:pt x="31" y="7"/>
                    <a:pt x="39" y="4"/>
                    <a:pt x="39" y="2"/>
                  </a:cubicBezTo>
                  <a:cubicBezTo>
                    <a:pt x="38" y="0"/>
                    <a:pt x="29" y="0"/>
                    <a:pt x="19" y="1"/>
                  </a:cubicBezTo>
                  <a:cubicBezTo>
                    <a:pt x="9" y="3"/>
                    <a:pt x="0" y="6"/>
                    <a:pt x="1" y="8"/>
                  </a:cubicBezTo>
                  <a:cubicBezTo>
                    <a:pt x="2" y="10"/>
                    <a:pt x="10" y="10"/>
                    <a:pt x="2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3" name="Freeform 297"/>
            <p:cNvSpPr/>
            <p:nvPr/>
          </p:nvSpPr>
          <p:spPr bwMode="auto">
            <a:xfrm>
              <a:off x="3991279" y="12280678"/>
              <a:ext cx="106363" cy="23813"/>
            </a:xfrm>
            <a:custGeom>
              <a:avLst/>
              <a:gdLst>
                <a:gd name="T0" fmla="*/ 20 w 39"/>
                <a:gd name="T1" fmla="*/ 8 h 9"/>
                <a:gd name="T2" fmla="*/ 38 w 39"/>
                <a:gd name="T3" fmla="*/ 2 h 9"/>
                <a:gd name="T4" fmla="*/ 18 w 39"/>
                <a:gd name="T5" fmla="*/ 1 h 9"/>
                <a:gd name="T6" fmla="*/ 1 w 39"/>
                <a:gd name="T7" fmla="*/ 7 h 9"/>
                <a:gd name="T8" fmla="*/ 20 w 39"/>
                <a:gd name="T9" fmla="*/ 8 h 9"/>
              </a:gdLst>
              <a:ahLst/>
              <a:cxnLst>
                <a:cxn ang="0">
                  <a:pos x="T0" y="T1"/>
                </a:cxn>
                <a:cxn ang="0">
                  <a:pos x="T2" y="T3"/>
                </a:cxn>
                <a:cxn ang="0">
                  <a:pos x="T4" y="T5"/>
                </a:cxn>
                <a:cxn ang="0">
                  <a:pos x="T6" y="T7"/>
                </a:cxn>
                <a:cxn ang="0">
                  <a:pos x="T8" y="T9"/>
                </a:cxn>
              </a:cxnLst>
              <a:rect l="0" t="0" r="r" b="b"/>
              <a:pathLst>
                <a:path w="39" h="9">
                  <a:moveTo>
                    <a:pt x="20" y="8"/>
                  </a:moveTo>
                  <a:cubicBezTo>
                    <a:pt x="31" y="6"/>
                    <a:pt x="39" y="4"/>
                    <a:pt x="38" y="2"/>
                  </a:cubicBezTo>
                  <a:cubicBezTo>
                    <a:pt x="38" y="0"/>
                    <a:pt x="29" y="0"/>
                    <a:pt x="18" y="1"/>
                  </a:cubicBezTo>
                  <a:cubicBezTo>
                    <a:pt x="8" y="3"/>
                    <a:pt x="0" y="5"/>
                    <a:pt x="1" y="7"/>
                  </a:cubicBezTo>
                  <a:cubicBezTo>
                    <a:pt x="1" y="8"/>
                    <a:pt x="10" y="9"/>
                    <a:pt x="2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4" name="Freeform 298"/>
            <p:cNvSpPr/>
            <p:nvPr/>
          </p:nvSpPr>
          <p:spPr bwMode="auto">
            <a:xfrm>
              <a:off x="3776967" y="12307665"/>
              <a:ext cx="107950" cy="19050"/>
            </a:xfrm>
            <a:custGeom>
              <a:avLst/>
              <a:gdLst>
                <a:gd name="T0" fmla="*/ 22 w 40"/>
                <a:gd name="T1" fmla="*/ 6 h 7"/>
                <a:gd name="T2" fmla="*/ 39 w 40"/>
                <a:gd name="T3" fmla="*/ 1 h 7"/>
                <a:gd name="T4" fmla="*/ 17 w 40"/>
                <a:gd name="T5" fmla="*/ 1 h 7"/>
                <a:gd name="T6" fmla="*/ 1 w 40"/>
                <a:gd name="T7" fmla="*/ 5 h 7"/>
                <a:gd name="T8" fmla="*/ 22 w 40"/>
                <a:gd name="T9" fmla="*/ 6 h 7"/>
              </a:gdLst>
              <a:ahLst/>
              <a:cxnLst>
                <a:cxn ang="0">
                  <a:pos x="T0" y="T1"/>
                </a:cxn>
                <a:cxn ang="0">
                  <a:pos x="T2" y="T3"/>
                </a:cxn>
                <a:cxn ang="0">
                  <a:pos x="T4" y="T5"/>
                </a:cxn>
                <a:cxn ang="0">
                  <a:pos x="T6" y="T7"/>
                </a:cxn>
                <a:cxn ang="0">
                  <a:pos x="T8" y="T9"/>
                </a:cxn>
              </a:cxnLst>
              <a:rect l="0" t="0" r="r" b="b"/>
              <a:pathLst>
                <a:path w="40" h="7">
                  <a:moveTo>
                    <a:pt x="22" y="6"/>
                  </a:moveTo>
                  <a:cubicBezTo>
                    <a:pt x="32" y="5"/>
                    <a:pt x="40" y="3"/>
                    <a:pt x="39" y="1"/>
                  </a:cubicBezTo>
                  <a:cubicBezTo>
                    <a:pt x="37" y="0"/>
                    <a:pt x="27" y="0"/>
                    <a:pt x="17" y="1"/>
                  </a:cubicBezTo>
                  <a:cubicBezTo>
                    <a:pt x="7" y="2"/>
                    <a:pt x="0" y="3"/>
                    <a:pt x="1" y="5"/>
                  </a:cubicBezTo>
                  <a:cubicBezTo>
                    <a:pt x="2" y="7"/>
                    <a:pt x="11" y="7"/>
                    <a:pt x="2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5" name="Freeform 299"/>
            <p:cNvSpPr/>
            <p:nvPr/>
          </p:nvSpPr>
          <p:spPr bwMode="auto">
            <a:xfrm>
              <a:off x="3562654" y="12315603"/>
              <a:ext cx="107950" cy="17463"/>
            </a:xfrm>
            <a:custGeom>
              <a:avLst/>
              <a:gdLst>
                <a:gd name="T0" fmla="*/ 22 w 40"/>
                <a:gd name="T1" fmla="*/ 6 h 6"/>
                <a:gd name="T2" fmla="*/ 39 w 40"/>
                <a:gd name="T3" fmla="*/ 3 h 6"/>
                <a:gd name="T4" fmla="*/ 17 w 40"/>
                <a:gd name="T5" fmla="*/ 0 h 6"/>
                <a:gd name="T6" fmla="*/ 1 w 40"/>
                <a:gd name="T7" fmla="*/ 3 h 6"/>
                <a:gd name="T8" fmla="*/ 22 w 40"/>
                <a:gd name="T9" fmla="*/ 6 h 6"/>
              </a:gdLst>
              <a:ahLst/>
              <a:cxnLst>
                <a:cxn ang="0">
                  <a:pos x="T0" y="T1"/>
                </a:cxn>
                <a:cxn ang="0">
                  <a:pos x="T2" y="T3"/>
                </a:cxn>
                <a:cxn ang="0">
                  <a:pos x="T4" y="T5"/>
                </a:cxn>
                <a:cxn ang="0">
                  <a:pos x="T6" y="T7"/>
                </a:cxn>
                <a:cxn ang="0">
                  <a:pos x="T8" y="T9"/>
                </a:cxn>
              </a:cxnLst>
              <a:rect l="0" t="0" r="r" b="b"/>
              <a:pathLst>
                <a:path w="40" h="6">
                  <a:moveTo>
                    <a:pt x="22" y="6"/>
                  </a:moveTo>
                  <a:cubicBezTo>
                    <a:pt x="32" y="6"/>
                    <a:pt x="40" y="4"/>
                    <a:pt x="39" y="3"/>
                  </a:cubicBezTo>
                  <a:cubicBezTo>
                    <a:pt x="37" y="1"/>
                    <a:pt x="27" y="0"/>
                    <a:pt x="17" y="0"/>
                  </a:cubicBezTo>
                  <a:cubicBezTo>
                    <a:pt x="7" y="0"/>
                    <a:pt x="0" y="1"/>
                    <a:pt x="1" y="3"/>
                  </a:cubicBezTo>
                  <a:cubicBezTo>
                    <a:pt x="2" y="5"/>
                    <a:pt x="11" y="6"/>
                    <a:pt x="2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6" name="Freeform 300"/>
            <p:cNvSpPr/>
            <p:nvPr/>
          </p:nvSpPr>
          <p:spPr bwMode="auto">
            <a:xfrm>
              <a:off x="3348342" y="12310840"/>
              <a:ext cx="104775" cy="19050"/>
            </a:xfrm>
            <a:custGeom>
              <a:avLst/>
              <a:gdLst>
                <a:gd name="T0" fmla="*/ 20 w 39"/>
                <a:gd name="T1" fmla="*/ 7 h 7"/>
                <a:gd name="T2" fmla="*/ 39 w 39"/>
                <a:gd name="T3" fmla="*/ 4 h 7"/>
                <a:gd name="T4" fmla="*/ 18 w 39"/>
                <a:gd name="T5" fmla="*/ 1 h 7"/>
                <a:gd name="T6" fmla="*/ 0 w 39"/>
                <a:gd name="T7" fmla="*/ 3 h 7"/>
                <a:gd name="T8" fmla="*/ 20 w 39"/>
                <a:gd name="T9" fmla="*/ 7 h 7"/>
              </a:gdLst>
              <a:ahLst/>
              <a:cxnLst>
                <a:cxn ang="0">
                  <a:pos x="T0" y="T1"/>
                </a:cxn>
                <a:cxn ang="0">
                  <a:pos x="T2" y="T3"/>
                </a:cxn>
                <a:cxn ang="0">
                  <a:pos x="T4" y="T5"/>
                </a:cxn>
                <a:cxn ang="0">
                  <a:pos x="T6" y="T7"/>
                </a:cxn>
                <a:cxn ang="0">
                  <a:pos x="T8" y="T9"/>
                </a:cxn>
              </a:cxnLst>
              <a:rect l="0" t="0" r="r" b="b"/>
              <a:pathLst>
                <a:path w="39" h="7">
                  <a:moveTo>
                    <a:pt x="20" y="7"/>
                  </a:moveTo>
                  <a:cubicBezTo>
                    <a:pt x="31" y="7"/>
                    <a:pt x="39" y="6"/>
                    <a:pt x="39" y="4"/>
                  </a:cubicBezTo>
                  <a:cubicBezTo>
                    <a:pt x="38" y="3"/>
                    <a:pt x="29" y="1"/>
                    <a:pt x="18" y="1"/>
                  </a:cubicBezTo>
                  <a:cubicBezTo>
                    <a:pt x="8" y="0"/>
                    <a:pt x="0" y="1"/>
                    <a:pt x="0" y="3"/>
                  </a:cubicBezTo>
                  <a:cubicBezTo>
                    <a:pt x="1" y="5"/>
                    <a:pt x="10" y="6"/>
                    <a:pt x="2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7" name="Freeform 301"/>
            <p:cNvSpPr/>
            <p:nvPr/>
          </p:nvSpPr>
          <p:spPr bwMode="auto">
            <a:xfrm>
              <a:off x="3130854" y="12299728"/>
              <a:ext cx="107950" cy="22225"/>
            </a:xfrm>
            <a:custGeom>
              <a:avLst/>
              <a:gdLst>
                <a:gd name="T0" fmla="*/ 21 w 40"/>
                <a:gd name="T1" fmla="*/ 7 h 8"/>
                <a:gd name="T2" fmla="*/ 39 w 40"/>
                <a:gd name="T3" fmla="*/ 5 h 8"/>
                <a:gd name="T4" fmla="*/ 19 w 40"/>
                <a:gd name="T5" fmla="*/ 1 h 8"/>
                <a:gd name="T6" fmla="*/ 1 w 40"/>
                <a:gd name="T7" fmla="*/ 3 h 8"/>
                <a:gd name="T8" fmla="*/ 21 w 40"/>
                <a:gd name="T9" fmla="*/ 7 h 8"/>
              </a:gdLst>
              <a:ahLst/>
              <a:cxnLst>
                <a:cxn ang="0">
                  <a:pos x="T0" y="T1"/>
                </a:cxn>
                <a:cxn ang="0">
                  <a:pos x="T2" y="T3"/>
                </a:cxn>
                <a:cxn ang="0">
                  <a:pos x="T4" y="T5"/>
                </a:cxn>
                <a:cxn ang="0">
                  <a:pos x="T6" y="T7"/>
                </a:cxn>
                <a:cxn ang="0">
                  <a:pos x="T8" y="T9"/>
                </a:cxn>
              </a:cxnLst>
              <a:rect l="0" t="0" r="r" b="b"/>
              <a:pathLst>
                <a:path w="40" h="8">
                  <a:moveTo>
                    <a:pt x="21" y="7"/>
                  </a:moveTo>
                  <a:cubicBezTo>
                    <a:pt x="32" y="8"/>
                    <a:pt x="40" y="7"/>
                    <a:pt x="39" y="5"/>
                  </a:cubicBezTo>
                  <a:cubicBezTo>
                    <a:pt x="39" y="3"/>
                    <a:pt x="29" y="2"/>
                    <a:pt x="19" y="1"/>
                  </a:cubicBezTo>
                  <a:cubicBezTo>
                    <a:pt x="9" y="0"/>
                    <a:pt x="0" y="1"/>
                    <a:pt x="1" y="3"/>
                  </a:cubicBezTo>
                  <a:cubicBezTo>
                    <a:pt x="2" y="5"/>
                    <a:pt x="10" y="7"/>
                    <a:pt x="2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8" name="Freeform 302"/>
            <p:cNvSpPr/>
            <p:nvPr/>
          </p:nvSpPr>
          <p:spPr bwMode="auto">
            <a:xfrm>
              <a:off x="2916542" y="12285440"/>
              <a:ext cx="107950" cy="22225"/>
            </a:xfrm>
            <a:custGeom>
              <a:avLst/>
              <a:gdLst>
                <a:gd name="T0" fmla="*/ 39 w 40"/>
                <a:gd name="T1" fmla="*/ 5 h 8"/>
                <a:gd name="T2" fmla="*/ 18 w 40"/>
                <a:gd name="T3" fmla="*/ 1 h 8"/>
                <a:gd name="T4" fmla="*/ 1 w 40"/>
                <a:gd name="T5" fmla="*/ 3 h 8"/>
                <a:gd name="T6" fmla="*/ 21 w 40"/>
                <a:gd name="T7" fmla="*/ 7 h 8"/>
                <a:gd name="T8" fmla="*/ 39 w 40"/>
                <a:gd name="T9" fmla="*/ 5 h 8"/>
              </a:gdLst>
              <a:ahLst/>
              <a:cxnLst>
                <a:cxn ang="0">
                  <a:pos x="T0" y="T1"/>
                </a:cxn>
                <a:cxn ang="0">
                  <a:pos x="T2" y="T3"/>
                </a:cxn>
                <a:cxn ang="0">
                  <a:pos x="T4" y="T5"/>
                </a:cxn>
                <a:cxn ang="0">
                  <a:pos x="T6" y="T7"/>
                </a:cxn>
                <a:cxn ang="0">
                  <a:pos x="T8" y="T9"/>
                </a:cxn>
              </a:cxnLst>
              <a:rect l="0" t="0" r="r" b="b"/>
              <a:pathLst>
                <a:path w="40" h="8">
                  <a:moveTo>
                    <a:pt x="39" y="5"/>
                  </a:moveTo>
                  <a:cubicBezTo>
                    <a:pt x="38" y="4"/>
                    <a:pt x="28" y="2"/>
                    <a:pt x="18" y="1"/>
                  </a:cubicBezTo>
                  <a:cubicBezTo>
                    <a:pt x="7" y="0"/>
                    <a:pt x="0" y="1"/>
                    <a:pt x="1" y="3"/>
                  </a:cubicBezTo>
                  <a:cubicBezTo>
                    <a:pt x="2" y="4"/>
                    <a:pt x="11" y="6"/>
                    <a:pt x="21" y="7"/>
                  </a:cubicBezTo>
                  <a:cubicBezTo>
                    <a:pt x="32" y="8"/>
                    <a:pt x="40" y="7"/>
                    <a:pt x="39"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9" name="Freeform 303"/>
            <p:cNvSpPr/>
            <p:nvPr/>
          </p:nvSpPr>
          <p:spPr bwMode="auto">
            <a:xfrm>
              <a:off x="2699054" y="12269565"/>
              <a:ext cx="111125" cy="22225"/>
            </a:xfrm>
            <a:custGeom>
              <a:avLst/>
              <a:gdLst>
                <a:gd name="T0" fmla="*/ 22 w 41"/>
                <a:gd name="T1" fmla="*/ 7 h 8"/>
                <a:gd name="T2" fmla="*/ 39 w 41"/>
                <a:gd name="T3" fmla="*/ 5 h 8"/>
                <a:gd name="T4" fmla="*/ 18 w 41"/>
                <a:gd name="T5" fmla="*/ 1 h 8"/>
                <a:gd name="T6" fmla="*/ 1 w 41"/>
                <a:gd name="T7" fmla="*/ 3 h 8"/>
                <a:gd name="T8" fmla="*/ 22 w 41"/>
                <a:gd name="T9" fmla="*/ 7 h 8"/>
              </a:gdLst>
              <a:ahLst/>
              <a:cxnLst>
                <a:cxn ang="0">
                  <a:pos x="T0" y="T1"/>
                </a:cxn>
                <a:cxn ang="0">
                  <a:pos x="T2" y="T3"/>
                </a:cxn>
                <a:cxn ang="0">
                  <a:pos x="T4" y="T5"/>
                </a:cxn>
                <a:cxn ang="0">
                  <a:pos x="T6" y="T7"/>
                </a:cxn>
                <a:cxn ang="0">
                  <a:pos x="T8" y="T9"/>
                </a:cxn>
              </a:cxnLst>
              <a:rect l="0" t="0" r="r" b="b"/>
              <a:pathLst>
                <a:path w="41" h="8">
                  <a:moveTo>
                    <a:pt x="22" y="7"/>
                  </a:moveTo>
                  <a:cubicBezTo>
                    <a:pt x="33" y="8"/>
                    <a:pt x="41" y="7"/>
                    <a:pt x="39" y="5"/>
                  </a:cubicBezTo>
                  <a:cubicBezTo>
                    <a:pt x="38" y="4"/>
                    <a:pt x="28" y="2"/>
                    <a:pt x="18" y="1"/>
                  </a:cubicBezTo>
                  <a:cubicBezTo>
                    <a:pt x="7" y="0"/>
                    <a:pt x="0" y="1"/>
                    <a:pt x="1" y="3"/>
                  </a:cubicBezTo>
                  <a:cubicBezTo>
                    <a:pt x="2" y="4"/>
                    <a:pt x="12" y="7"/>
                    <a:pt x="2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0" name="Freeform 304"/>
            <p:cNvSpPr/>
            <p:nvPr/>
          </p:nvSpPr>
          <p:spPr bwMode="auto">
            <a:xfrm>
              <a:off x="11914492" y="9535890"/>
              <a:ext cx="111125" cy="165100"/>
            </a:xfrm>
            <a:custGeom>
              <a:avLst/>
              <a:gdLst>
                <a:gd name="T0" fmla="*/ 39 w 41"/>
                <a:gd name="T1" fmla="*/ 2 h 61"/>
                <a:gd name="T2" fmla="*/ 17 w 41"/>
                <a:gd name="T3" fmla="*/ 24 h 61"/>
                <a:gd name="T4" fmla="*/ 2 w 41"/>
                <a:gd name="T5" fmla="*/ 59 h 61"/>
                <a:gd name="T6" fmla="*/ 24 w 41"/>
                <a:gd name="T7" fmla="*/ 31 h 61"/>
                <a:gd name="T8" fmla="*/ 39 w 41"/>
                <a:gd name="T9" fmla="*/ 2 h 61"/>
              </a:gdLst>
              <a:ahLst/>
              <a:cxnLst>
                <a:cxn ang="0">
                  <a:pos x="T0" y="T1"/>
                </a:cxn>
                <a:cxn ang="0">
                  <a:pos x="T2" y="T3"/>
                </a:cxn>
                <a:cxn ang="0">
                  <a:pos x="T4" y="T5"/>
                </a:cxn>
                <a:cxn ang="0">
                  <a:pos x="T6" y="T7"/>
                </a:cxn>
                <a:cxn ang="0">
                  <a:pos x="T8" y="T9"/>
                </a:cxn>
              </a:cxnLst>
              <a:rect l="0" t="0" r="r" b="b"/>
              <a:pathLst>
                <a:path w="41" h="61">
                  <a:moveTo>
                    <a:pt x="39" y="2"/>
                  </a:moveTo>
                  <a:cubicBezTo>
                    <a:pt x="37" y="0"/>
                    <a:pt x="27" y="8"/>
                    <a:pt x="17" y="24"/>
                  </a:cubicBezTo>
                  <a:cubicBezTo>
                    <a:pt x="7" y="40"/>
                    <a:pt x="0" y="57"/>
                    <a:pt x="2" y="59"/>
                  </a:cubicBezTo>
                  <a:cubicBezTo>
                    <a:pt x="4" y="61"/>
                    <a:pt x="13" y="47"/>
                    <a:pt x="24" y="31"/>
                  </a:cubicBezTo>
                  <a:cubicBezTo>
                    <a:pt x="34" y="16"/>
                    <a:pt x="41" y="4"/>
                    <a:pt x="3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1" name="Freeform 305"/>
            <p:cNvSpPr/>
            <p:nvPr/>
          </p:nvSpPr>
          <p:spPr bwMode="auto">
            <a:xfrm>
              <a:off x="11704942" y="9918478"/>
              <a:ext cx="107950" cy="244475"/>
            </a:xfrm>
            <a:custGeom>
              <a:avLst/>
              <a:gdLst>
                <a:gd name="T0" fmla="*/ 39 w 40"/>
                <a:gd name="T1" fmla="*/ 1 h 90"/>
                <a:gd name="T2" fmla="*/ 17 w 40"/>
                <a:gd name="T3" fmla="*/ 42 h 90"/>
                <a:gd name="T4" fmla="*/ 1 w 40"/>
                <a:gd name="T5" fmla="*/ 89 h 90"/>
                <a:gd name="T6" fmla="*/ 23 w 40"/>
                <a:gd name="T7" fmla="*/ 46 h 90"/>
                <a:gd name="T8" fmla="*/ 39 w 40"/>
                <a:gd name="T9" fmla="*/ 1 h 90"/>
              </a:gdLst>
              <a:ahLst/>
              <a:cxnLst>
                <a:cxn ang="0">
                  <a:pos x="T0" y="T1"/>
                </a:cxn>
                <a:cxn ang="0">
                  <a:pos x="T2" y="T3"/>
                </a:cxn>
                <a:cxn ang="0">
                  <a:pos x="T4" y="T5"/>
                </a:cxn>
                <a:cxn ang="0">
                  <a:pos x="T6" y="T7"/>
                </a:cxn>
                <a:cxn ang="0">
                  <a:pos x="T8" y="T9"/>
                </a:cxn>
              </a:cxnLst>
              <a:rect l="0" t="0" r="r" b="b"/>
              <a:pathLst>
                <a:path w="40" h="90">
                  <a:moveTo>
                    <a:pt x="39" y="1"/>
                  </a:moveTo>
                  <a:cubicBezTo>
                    <a:pt x="37" y="0"/>
                    <a:pt x="27" y="19"/>
                    <a:pt x="17" y="42"/>
                  </a:cubicBezTo>
                  <a:cubicBezTo>
                    <a:pt x="7" y="67"/>
                    <a:pt x="0" y="88"/>
                    <a:pt x="1" y="89"/>
                  </a:cubicBezTo>
                  <a:cubicBezTo>
                    <a:pt x="3" y="90"/>
                    <a:pt x="12" y="71"/>
                    <a:pt x="23" y="46"/>
                  </a:cubicBezTo>
                  <a:cubicBezTo>
                    <a:pt x="33" y="22"/>
                    <a:pt x="40" y="2"/>
                    <a:pt x="3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2" name="Freeform 306"/>
            <p:cNvSpPr/>
            <p:nvPr/>
          </p:nvSpPr>
          <p:spPr bwMode="auto">
            <a:xfrm>
              <a:off x="11493804" y="10421715"/>
              <a:ext cx="111125" cy="222250"/>
            </a:xfrm>
            <a:custGeom>
              <a:avLst/>
              <a:gdLst>
                <a:gd name="T0" fmla="*/ 23 w 41"/>
                <a:gd name="T1" fmla="*/ 43 h 82"/>
                <a:gd name="T2" fmla="*/ 39 w 41"/>
                <a:gd name="T3" fmla="*/ 0 h 82"/>
                <a:gd name="T4" fmla="*/ 17 w 41"/>
                <a:gd name="T5" fmla="*/ 41 h 82"/>
                <a:gd name="T6" fmla="*/ 1 w 41"/>
                <a:gd name="T7" fmla="*/ 81 h 82"/>
                <a:gd name="T8" fmla="*/ 23 w 41"/>
                <a:gd name="T9" fmla="*/ 43 h 82"/>
              </a:gdLst>
              <a:ahLst/>
              <a:cxnLst>
                <a:cxn ang="0">
                  <a:pos x="T0" y="T1"/>
                </a:cxn>
                <a:cxn ang="0">
                  <a:pos x="T2" y="T3"/>
                </a:cxn>
                <a:cxn ang="0">
                  <a:pos x="T4" y="T5"/>
                </a:cxn>
                <a:cxn ang="0">
                  <a:pos x="T6" y="T7"/>
                </a:cxn>
                <a:cxn ang="0">
                  <a:pos x="T8" y="T9"/>
                </a:cxn>
              </a:cxnLst>
              <a:rect l="0" t="0" r="r" b="b"/>
              <a:pathLst>
                <a:path w="41" h="82">
                  <a:moveTo>
                    <a:pt x="23" y="43"/>
                  </a:moveTo>
                  <a:cubicBezTo>
                    <a:pt x="33" y="20"/>
                    <a:pt x="41" y="0"/>
                    <a:pt x="39" y="0"/>
                  </a:cubicBezTo>
                  <a:cubicBezTo>
                    <a:pt x="37" y="0"/>
                    <a:pt x="27" y="20"/>
                    <a:pt x="17" y="41"/>
                  </a:cubicBezTo>
                  <a:cubicBezTo>
                    <a:pt x="7" y="63"/>
                    <a:pt x="0" y="80"/>
                    <a:pt x="1" y="81"/>
                  </a:cubicBezTo>
                  <a:cubicBezTo>
                    <a:pt x="3" y="82"/>
                    <a:pt x="12" y="66"/>
                    <a:pt x="23"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3" name="Freeform 307"/>
            <p:cNvSpPr/>
            <p:nvPr/>
          </p:nvSpPr>
          <p:spPr bwMode="auto">
            <a:xfrm>
              <a:off x="11281079" y="10817003"/>
              <a:ext cx="106363" cy="111125"/>
            </a:xfrm>
            <a:custGeom>
              <a:avLst/>
              <a:gdLst>
                <a:gd name="T0" fmla="*/ 21 w 39"/>
                <a:gd name="T1" fmla="*/ 29 h 41"/>
                <a:gd name="T2" fmla="*/ 39 w 39"/>
                <a:gd name="T3" fmla="*/ 3 h 41"/>
                <a:gd name="T4" fmla="*/ 18 w 39"/>
                <a:gd name="T5" fmla="*/ 19 h 41"/>
                <a:gd name="T6" fmla="*/ 1 w 39"/>
                <a:gd name="T7" fmla="*/ 38 h 41"/>
                <a:gd name="T8" fmla="*/ 21 w 39"/>
                <a:gd name="T9" fmla="*/ 29 h 41"/>
              </a:gdLst>
              <a:ahLst/>
              <a:cxnLst>
                <a:cxn ang="0">
                  <a:pos x="T0" y="T1"/>
                </a:cxn>
                <a:cxn ang="0">
                  <a:pos x="T2" y="T3"/>
                </a:cxn>
                <a:cxn ang="0">
                  <a:pos x="T4" y="T5"/>
                </a:cxn>
                <a:cxn ang="0">
                  <a:pos x="T6" y="T7"/>
                </a:cxn>
                <a:cxn ang="0">
                  <a:pos x="T8" y="T9"/>
                </a:cxn>
              </a:cxnLst>
              <a:rect l="0" t="0" r="r" b="b"/>
              <a:pathLst>
                <a:path w="39" h="41">
                  <a:moveTo>
                    <a:pt x="21" y="29"/>
                  </a:moveTo>
                  <a:cubicBezTo>
                    <a:pt x="31" y="19"/>
                    <a:pt x="39" y="5"/>
                    <a:pt x="39" y="3"/>
                  </a:cubicBezTo>
                  <a:cubicBezTo>
                    <a:pt x="38" y="0"/>
                    <a:pt x="29" y="10"/>
                    <a:pt x="18" y="19"/>
                  </a:cubicBezTo>
                  <a:cubicBezTo>
                    <a:pt x="8" y="29"/>
                    <a:pt x="0" y="35"/>
                    <a:pt x="1" y="38"/>
                  </a:cubicBezTo>
                  <a:cubicBezTo>
                    <a:pt x="1" y="41"/>
                    <a:pt x="10" y="40"/>
                    <a:pt x="2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4" name="Freeform 308"/>
            <p:cNvSpPr/>
            <p:nvPr/>
          </p:nvSpPr>
          <p:spPr bwMode="auto">
            <a:xfrm>
              <a:off x="11066767" y="10918603"/>
              <a:ext cx="106363" cy="39688"/>
            </a:xfrm>
            <a:custGeom>
              <a:avLst/>
              <a:gdLst>
                <a:gd name="T0" fmla="*/ 20 w 39"/>
                <a:gd name="T1" fmla="*/ 14 h 15"/>
                <a:gd name="T2" fmla="*/ 39 w 39"/>
                <a:gd name="T3" fmla="*/ 7 h 15"/>
                <a:gd name="T4" fmla="*/ 19 w 39"/>
                <a:gd name="T5" fmla="*/ 0 h 15"/>
                <a:gd name="T6" fmla="*/ 0 w 39"/>
                <a:gd name="T7" fmla="*/ 8 h 15"/>
                <a:gd name="T8" fmla="*/ 20 w 39"/>
                <a:gd name="T9" fmla="*/ 14 h 15"/>
              </a:gdLst>
              <a:ahLst/>
              <a:cxnLst>
                <a:cxn ang="0">
                  <a:pos x="T0" y="T1"/>
                </a:cxn>
                <a:cxn ang="0">
                  <a:pos x="T2" y="T3"/>
                </a:cxn>
                <a:cxn ang="0">
                  <a:pos x="T4" y="T5"/>
                </a:cxn>
                <a:cxn ang="0">
                  <a:pos x="T6" y="T7"/>
                </a:cxn>
                <a:cxn ang="0">
                  <a:pos x="T8" y="T9"/>
                </a:cxn>
              </a:cxnLst>
              <a:rect l="0" t="0" r="r" b="b"/>
              <a:pathLst>
                <a:path w="39" h="15">
                  <a:moveTo>
                    <a:pt x="20" y="14"/>
                  </a:moveTo>
                  <a:cubicBezTo>
                    <a:pt x="31" y="14"/>
                    <a:pt x="39" y="11"/>
                    <a:pt x="39" y="7"/>
                  </a:cubicBezTo>
                  <a:cubicBezTo>
                    <a:pt x="38" y="3"/>
                    <a:pt x="29" y="0"/>
                    <a:pt x="19" y="0"/>
                  </a:cubicBezTo>
                  <a:cubicBezTo>
                    <a:pt x="8" y="0"/>
                    <a:pt x="0" y="4"/>
                    <a:pt x="0" y="8"/>
                  </a:cubicBezTo>
                  <a:cubicBezTo>
                    <a:pt x="1" y="12"/>
                    <a:pt x="9" y="15"/>
                    <a:pt x="2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5" name="Freeform 309"/>
            <p:cNvSpPr/>
            <p:nvPr/>
          </p:nvSpPr>
          <p:spPr bwMode="auto">
            <a:xfrm>
              <a:off x="10849279" y="10931303"/>
              <a:ext cx="109538" cy="53975"/>
            </a:xfrm>
            <a:custGeom>
              <a:avLst/>
              <a:gdLst>
                <a:gd name="T0" fmla="*/ 21 w 40"/>
                <a:gd name="T1" fmla="*/ 18 h 20"/>
                <a:gd name="T2" fmla="*/ 39 w 40"/>
                <a:gd name="T3" fmla="*/ 7 h 20"/>
                <a:gd name="T4" fmla="*/ 18 w 40"/>
                <a:gd name="T5" fmla="*/ 1 h 20"/>
                <a:gd name="T6" fmla="*/ 1 w 40"/>
                <a:gd name="T7" fmla="*/ 12 h 20"/>
                <a:gd name="T8" fmla="*/ 21 w 40"/>
                <a:gd name="T9" fmla="*/ 18 h 20"/>
              </a:gdLst>
              <a:ahLst/>
              <a:cxnLst>
                <a:cxn ang="0">
                  <a:pos x="T0" y="T1"/>
                </a:cxn>
                <a:cxn ang="0">
                  <a:pos x="T2" y="T3"/>
                </a:cxn>
                <a:cxn ang="0">
                  <a:pos x="T4" y="T5"/>
                </a:cxn>
                <a:cxn ang="0">
                  <a:pos x="T6" y="T7"/>
                </a:cxn>
                <a:cxn ang="0">
                  <a:pos x="T8" y="T9"/>
                </a:cxn>
              </a:cxnLst>
              <a:rect l="0" t="0" r="r" b="b"/>
              <a:pathLst>
                <a:path w="40" h="20">
                  <a:moveTo>
                    <a:pt x="21" y="18"/>
                  </a:moveTo>
                  <a:cubicBezTo>
                    <a:pt x="32" y="16"/>
                    <a:pt x="40" y="12"/>
                    <a:pt x="39" y="7"/>
                  </a:cubicBezTo>
                  <a:cubicBezTo>
                    <a:pt x="38" y="3"/>
                    <a:pt x="29" y="0"/>
                    <a:pt x="18" y="1"/>
                  </a:cubicBezTo>
                  <a:cubicBezTo>
                    <a:pt x="8" y="2"/>
                    <a:pt x="0" y="7"/>
                    <a:pt x="1" y="12"/>
                  </a:cubicBezTo>
                  <a:cubicBezTo>
                    <a:pt x="1" y="17"/>
                    <a:pt x="10" y="20"/>
                    <a:pt x="21"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6" name="Freeform 310"/>
            <p:cNvSpPr/>
            <p:nvPr/>
          </p:nvSpPr>
          <p:spPr bwMode="auto">
            <a:xfrm>
              <a:off x="10633379" y="10964640"/>
              <a:ext cx="107950" cy="66675"/>
            </a:xfrm>
            <a:custGeom>
              <a:avLst/>
              <a:gdLst>
                <a:gd name="T0" fmla="*/ 21 w 40"/>
                <a:gd name="T1" fmla="*/ 22 h 25"/>
                <a:gd name="T2" fmla="*/ 39 w 40"/>
                <a:gd name="T3" fmla="*/ 8 h 25"/>
                <a:gd name="T4" fmla="*/ 19 w 40"/>
                <a:gd name="T5" fmla="*/ 1 h 25"/>
                <a:gd name="T6" fmla="*/ 1 w 40"/>
                <a:gd name="T7" fmla="*/ 16 h 25"/>
                <a:gd name="T8" fmla="*/ 21 w 40"/>
                <a:gd name="T9" fmla="*/ 22 h 25"/>
              </a:gdLst>
              <a:ahLst/>
              <a:cxnLst>
                <a:cxn ang="0">
                  <a:pos x="T0" y="T1"/>
                </a:cxn>
                <a:cxn ang="0">
                  <a:pos x="T2" y="T3"/>
                </a:cxn>
                <a:cxn ang="0">
                  <a:pos x="T4" y="T5"/>
                </a:cxn>
                <a:cxn ang="0">
                  <a:pos x="T6" y="T7"/>
                </a:cxn>
                <a:cxn ang="0">
                  <a:pos x="T8" y="T9"/>
                </a:cxn>
              </a:cxnLst>
              <a:rect l="0" t="0" r="r" b="b"/>
              <a:pathLst>
                <a:path w="40" h="25">
                  <a:moveTo>
                    <a:pt x="21" y="22"/>
                  </a:moveTo>
                  <a:cubicBezTo>
                    <a:pt x="31" y="20"/>
                    <a:pt x="40" y="14"/>
                    <a:pt x="39" y="8"/>
                  </a:cubicBezTo>
                  <a:cubicBezTo>
                    <a:pt x="39" y="3"/>
                    <a:pt x="29" y="0"/>
                    <a:pt x="19" y="1"/>
                  </a:cubicBezTo>
                  <a:cubicBezTo>
                    <a:pt x="8" y="3"/>
                    <a:pt x="0" y="10"/>
                    <a:pt x="1" y="16"/>
                  </a:cubicBezTo>
                  <a:cubicBezTo>
                    <a:pt x="1" y="22"/>
                    <a:pt x="10" y="25"/>
                    <a:pt x="21"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7" name="Freeform 311"/>
            <p:cNvSpPr/>
            <p:nvPr/>
          </p:nvSpPr>
          <p:spPr bwMode="auto">
            <a:xfrm>
              <a:off x="10415892" y="11012265"/>
              <a:ext cx="107950" cy="79375"/>
            </a:xfrm>
            <a:custGeom>
              <a:avLst/>
              <a:gdLst>
                <a:gd name="T0" fmla="*/ 21 w 40"/>
                <a:gd name="T1" fmla="*/ 26 h 29"/>
                <a:gd name="T2" fmla="*/ 39 w 40"/>
                <a:gd name="T3" fmla="*/ 9 h 29"/>
                <a:gd name="T4" fmla="*/ 19 w 40"/>
                <a:gd name="T5" fmla="*/ 2 h 29"/>
                <a:gd name="T6" fmla="*/ 1 w 40"/>
                <a:gd name="T7" fmla="*/ 20 h 29"/>
                <a:gd name="T8" fmla="*/ 21 w 40"/>
                <a:gd name="T9" fmla="*/ 26 h 29"/>
              </a:gdLst>
              <a:ahLst/>
              <a:cxnLst>
                <a:cxn ang="0">
                  <a:pos x="T0" y="T1"/>
                </a:cxn>
                <a:cxn ang="0">
                  <a:pos x="T2" y="T3"/>
                </a:cxn>
                <a:cxn ang="0">
                  <a:pos x="T4" y="T5"/>
                </a:cxn>
                <a:cxn ang="0">
                  <a:pos x="T6" y="T7"/>
                </a:cxn>
                <a:cxn ang="0">
                  <a:pos x="T8" y="T9"/>
                </a:cxn>
              </a:cxnLst>
              <a:rect l="0" t="0" r="r" b="b"/>
              <a:pathLst>
                <a:path w="40" h="29">
                  <a:moveTo>
                    <a:pt x="21" y="26"/>
                  </a:moveTo>
                  <a:cubicBezTo>
                    <a:pt x="31" y="23"/>
                    <a:pt x="40" y="16"/>
                    <a:pt x="39" y="9"/>
                  </a:cubicBezTo>
                  <a:cubicBezTo>
                    <a:pt x="39" y="3"/>
                    <a:pt x="29" y="0"/>
                    <a:pt x="19" y="2"/>
                  </a:cubicBezTo>
                  <a:cubicBezTo>
                    <a:pt x="8" y="5"/>
                    <a:pt x="0" y="13"/>
                    <a:pt x="1" y="20"/>
                  </a:cubicBezTo>
                  <a:cubicBezTo>
                    <a:pt x="1" y="27"/>
                    <a:pt x="10" y="29"/>
                    <a:pt x="2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8" name="Freeform 312"/>
            <p:cNvSpPr/>
            <p:nvPr/>
          </p:nvSpPr>
          <p:spPr bwMode="auto">
            <a:xfrm>
              <a:off x="10198404" y="11075765"/>
              <a:ext cx="107950" cy="92075"/>
            </a:xfrm>
            <a:custGeom>
              <a:avLst/>
              <a:gdLst>
                <a:gd name="T0" fmla="*/ 21 w 40"/>
                <a:gd name="T1" fmla="*/ 31 h 34"/>
                <a:gd name="T2" fmla="*/ 39 w 40"/>
                <a:gd name="T3" fmla="*/ 11 h 34"/>
                <a:gd name="T4" fmla="*/ 18 w 40"/>
                <a:gd name="T5" fmla="*/ 3 h 34"/>
                <a:gd name="T6" fmla="*/ 0 w 40"/>
                <a:gd name="T7" fmla="*/ 23 h 34"/>
                <a:gd name="T8" fmla="*/ 21 w 40"/>
                <a:gd name="T9" fmla="*/ 31 h 34"/>
              </a:gdLst>
              <a:ahLst/>
              <a:cxnLst>
                <a:cxn ang="0">
                  <a:pos x="T0" y="T1"/>
                </a:cxn>
                <a:cxn ang="0">
                  <a:pos x="T2" y="T3"/>
                </a:cxn>
                <a:cxn ang="0">
                  <a:pos x="T4" y="T5"/>
                </a:cxn>
                <a:cxn ang="0">
                  <a:pos x="T6" y="T7"/>
                </a:cxn>
                <a:cxn ang="0">
                  <a:pos x="T8" y="T9"/>
                </a:cxn>
              </a:cxnLst>
              <a:rect l="0" t="0" r="r" b="b"/>
              <a:pathLst>
                <a:path w="40" h="34">
                  <a:moveTo>
                    <a:pt x="21" y="31"/>
                  </a:moveTo>
                  <a:cubicBezTo>
                    <a:pt x="32" y="27"/>
                    <a:pt x="40" y="18"/>
                    <a:pt x="39" y="11"/>
                  </a:cubicBezTo>
                  <a:cubicBezTo>
                    <a:pt x="38" y="3"/>
                    <a:pt x="29" y="0"/>
                    <a:pt x="18" y="3"/>
                  </a:cubicBezTo>
                  <a:cubicBezTo>
                    <a:pt x="8" y="6"/>
                    <a:pt x="0" y="16"/>
                    <a:pt x="0" y="23"/>
                  </a:cubicBezTo>
                  <a:cubicBezTo>
                    <a:pt x="1" y="31"/>
                    <a:pt x="10" y="34"/>
                    <a:pt x="21"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9" name="Freeform 313"/>
            <p:cNvSpPr/>
            <p:nvPr/>
          </p:nvSpPr>
          <p:spPr bwMode="auto">
            <a:xfrm>
              <a:off x="9979329" y="11148790"/>
              <a:ext cx="111125" cy="107950"/>
            </a:xfrm>
            <a:custGeom>
              <a:avLst/>
              <a:gdLst>
                <a:gd name="T0" fmla="*/ 22 w 41"/>
                <a:gd name="T1" fmla="*/ 35 h 40"/>
                <a:gd name="T2" fmla="*/ 40 w 41"/>
                <a:gd name="T3" fmla="*/ 12 h 40"/>
                <a:gd name="T4" fmla="*/ 19 w 41"/>
                <a:gd name="T5" fmla="*/ 4 h 40"/>
                <a:gd name="T6" fmla="*/ 1 w 41"/>
                <a:gd name="T7" fmla="*/ 27 h 40"/>
                <a:gd name="T8" fmla="*/ 22 w 41"/>
                <a:gd name="T9" fmla="*/ 35 h 40"/>
              </a:gdLst>
              <a:ahLst/>
              <a:cxnLst>
                <a:cxn ang="0">
                  <a:pos x="T0" y="T1"/>
                </a:cxn>
                <a:cxn ang="0">
                  <a:pos x="T2" y="T3"/>
                </a:cxn>
                <a:cxn ang="0">
                  <a:pos x="T4" y="T5"/>
                </a:cxn>
                <a:cxn ang="0">
                  <a:pos x="T6" y="T7"/>
                </a:cxn>
                <a:cxn ang="0">
                  <a:pos x="T8" y="T9"/>
                </a:cxn>
              </a:cxnLst>
              <a:rect l="0" t="0" r="r" b="b"/>
              <a:pathLst>
                <a:path w="41" h="40">
                  <a:moveTo>
                    <a:pt x="22" y="35"/>
                  </a:moveTo>
                  <a:cubicBezTo>
                    <a:pt x="33" y="31"/>
                    <a:pt x="41" y="21"/>
                    <a:pt x="40" y="12"/>
                  </a:cubicBezTo>
                  <a:cubicBezTo>
                    <a:pt x="39" y="4"/>
                    <a:pt x="29" y="0"/>
                    <a:pt x="19" y="4"/>
                  </a:cubicBezTo>
                  <a:cubicBezTo>
                    <a:pt x="8" y="8"/>
                    <a:pt x="0" y="18"/>
                    <a:pt x="1" y="27"/>
                  </a:cubicBezTo>
                  <a:cubicBezTo>
                    <a:pt x="2" y="36"/>
                    <a:pt x="11" y="40"/>
                    <a:pt x="22"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0" name="Freeform 314"/>
            <p:cNvSpPr/>
            <p:nvPr/>
          </p:nvSpPr>
          <p:spPr bwMode="auto">
            <a:xfrm>
              <a:off x="9761842" y="11232928"/>
              <a:ext cx="111125" cy="119063"/>
            </a:xfrm>
            <a:custGeom>
              <a:avLst/>
              <a:gdLst>
                <a:gd name="T0" fmla="*/ 22 w 41"/>
                <a:gd name="T1" fmla="*/ 39 h 44"/>
                <a:gd name="T2" fmla="*/ 40 w 41"/>
                <a:gd name="T3" fmla="*/ 14 h 44"/>
                <a:gd name="T4" fmla="*/ 18 w 41"/>
                <a:gd name="T5" fmla="*/ 5 h 44"/>
                <a:gd name="T6" fmla="*/ 1 w 41"/>
                <a:gd name="T7" fmla="*/ 30 h 44"/>
                <a:gd name="T8" fmla="*/ 22 w 41"/>
                <a:gd name="T9" fmla="*/ 39 h 44"/>
              </a:gdLst>
              <a:ahLst/>
              <a:cxnLst>
                <a:cxn ang="0">
                  <a:pos x="T0" y="T1"/>
                </a:cxn>
                <a:cxn ang="0">
                  <a:pos x="T2" y="T3"/>
                </a:cxn>
                <a:cxn ang="0">
                  <a:pos x="T4" y="T5"/>
                </a:cxn>
                <a:cxn ang="0">
                  <a:pos x="T6" y="T7"/>
                </a:cxn>
                <a:cxn ang="0">
                  <a:pos x="T8" y="T9"/>
                </a:cxn>
              </a:cxnLst>
              <a:rect l="0" t="0" r="r" b="b"/>
              <a:pathLst>
                <a:path w="41" h="44">
                  <a:moveTo>
                    <a:pt x="22" y="39"/>
                  </a:moveTo>
                  <a:cubicBezTo>
                    <a:pt x="33" y="34"/>
                    <a:pt x="41" y="23"/>
                    <a:pt x="40" y="14"/>
                  </a:cubicBezTo>
                  <a:cubicBezTo>
                    <a:pt x="38" y="5"/>
                    <a:pt x="28" y="0"/>
                    <a:pt x="18" y="5"/>
                  </a:cubicBezTo>
                  <a:cubicBezTo>
                    <a:pt x="8" y="9"/>
                    <a:pt x="0" y="20"/>
                    <a:pt x="1" y="30"/>
                  </a:cubicBezTo>
                  <a:cubicBezTo>
                    <a:pt x="2" y="40"/>
                    <a:pt x="11" y="44"/>
                    <a:pt x="22"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1" name="Freeform 315"/>
            <p:cNvSpPr/>
            <p:nvPr/>
          </p:nvSpPr>
          <p:spPr bwMode="auto">
            <a:xfrm>
              <a:off x="9544354" y="11325003"/>
              <a:ext cx="107950" cy="127000"/>
            </a:xfrm>
            <a:custGeom>
              <a:avLst/>
              <a:gdLst>
                <a:gd name="T0" fmla="*/ 22 w 40"/>
                <a:gd name="T1" fmla="*/ 42 h 47"/>
                <a:gd name="T2" fmla="*/ 39 w 40"/>
                <a:gd name="T3" fmla="*/ 15 h 47"/>
                <a:gd name="T4" fmla="*/ 18 w 40"/>
                <a:gd name="T5" fmla="*/ 4 h 47"/>
                <a:gd name="T6" fmla="*/ 1 w 40"/>
                <a:gd name="T7" fmla="*/ 32 h 47"/>
                <a:gd name="T8" fmla="*/ 22 w 40"/>
                <a:gd name="T9" fmla="*/ 42 h 47"/>
              </a:gdLst>
              <a:ahLst/>
              <a:cxnLst>
                <a:cxn ang="0">
                  <a:pos x="T0" y="T1"/>
                </a:cxn>
                <a:cxn ang="0">
                  <a:pos x="T2" y="T3"/>
                </a:cxn>
                <a:cxn ang="0">
                  <a:pos x="T4" y="T5"/>
                </a:cxn>
                <a:cxn ang="0">
                  <a:pos x="T6" y="T7"/>
                </a:cxn>
                <a:cxn ang="0">
                  <a:pos x="T8" y="T9"/>
                </a:cxn>
              </a:cxnLst>
              <a:rect l="0" t="0" r="r" b="b"/>
              <a:pathLst>
                <a:path w="40" h="47">
                  <a:moveTo>
                    <a:pt x="22" y="42"/>
                  </a:moveTo>
                  <a:cubicBezTo>
                    <a:pt x="32" y="37"/>
                    <a:pt x="40" y="25"/>
                    <a:pt x="39" y="15"/>
                  </a:cubicBezTo>
                  <a:cubicBezTo>
                    <a:pt x="38" y="5"/>
                    <a:pt x="29" y="0"/>
                    <a:pt x="18" y="4"/>
                  </a:cubicBezTo>
                  <a:cubicBezTo>
                    <a:pt x="8" y="8"/>
                    <a:pt x="0" y="21"/>
                    <a:pt x="1" y="32"/>
                  </a:cubicBezTo>
                  <a:cubicBezTo>
                    <a:pt x="2" y="43"/>
                    <a:pt x="11" y="47"/>
                    <a:pt x="22"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2" name="Freeform 316"/>
            <p:cNvSpPr/>
            <p:nvPr/>
          </p:nvSpPr>
          <p:spPr bwMode="auto">
            <a:xfrm>
              <a:off x="9326867" y="11417078"/>
              <a:ext cx="109538" cy="138113"/>
            </a:xfrm>
            <a:custGeom>
              <a:avLst/>
              <a:gdLst>
                <a:gd name="T0" fmla="*/ 21 w 40"/>
                <a:gd name="T1" fmla="*/ 47 h 51"/>
                <a:gd name="T2" fmla="*/ 39 w 40"/>
                <a:gd name="T3" fmla="*/ 17 h 51"/>
                <a:gd name="T4" fmla="*/ 18 w 40"/>
                <a:gd name="T5" fmla="*/ 5 h 51"/>
                <a:gd name="T6" fmla="*/ 0 w 40"/>
                <a:gd name="T7" fmla="*/ 34 h 51"/>
                <a:gd name="T8" fmla="*/ 21 w 40"/>
                <a:gd name="T9" fmla="*/ 47 h 51"/>
              </a:gdLst>
              <a:ahLst/>
              <a:cxnLst>
                <a:cxn ang="0">
                  <a:pos x="T0" y="T1"/>
                </a:cxn>
                <a:cxn ang="0">
                  <a:pos x="T2" y="T3"/>
                </a:cxn>
                <a:cxn ang="0">
                  <a:pos x="T4" y="T5"/>
                </a:cxn>
                <a:cxn ang="0">
                  <a:pos x="T6" y="T7"/>
                </a:cxn>
                <a:cxn ang="0">
                  <a:pos x="T8" y="T9"/>
                </a:cxn>
              </a:cxnLst>
              <a:rect l="0" t="0" r="r" b="b"/>
              <a:pathLst>
                <a:path w="40" h="51">
                  <a:moveTo>
                    <a:pt x="21" y="47"/>
                  </a:moveTo>
                  <a:cubicBezTo>
                    <a:pt x="32" y="42"/>
                    <a:pt x="40" y="29"/>
                    <a:pt x="39" y="17"/>
                  </a:cubicBezTo>
                  <a:cubicBezTo>
                    <a:pt x="38" y="6"/>
                    <a:pt x="28" y="0"/>
                    <a:pt x="18" y="5"/>
                  </a:cubicBezTo>
                  <a:cubicBezTo>
                    <a:pt x="8" y="9"/>
                    <a:pt x="0" y="22"/>
                    <a:pt x="0" y="34"/>
                  </a:cubicBezTo>
                  <a:cubicBezTo>
                    <a:pt x="1" y="46"/>
                    <a:pt x="10" y="51"/>
                    <a:pt x="21"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3" name="Freeform 317"/>
            <p:cNvSpPr/>
            <p:nvPr/>
          </p:nvSpPr>
          <p:spPr bwMode="auto">
            <a:xfrm>
              <a:off x="9107792" y="11512328"/>
              <a:ext cx="111125" cy="149225"/>
            </a:xfrm>
            <a:custGeom>
              <a:avLst/>
              <a:gdLst>
                <a:gd name="T0" fmla="*/ 22 w 41"/>
                <a:gd name="T1" fmla="*/ 50 h 55"/>
                <a:gd name="T2" fmla="*/ 40 w 41"/>
                <a:gd name="T3" fmla="*/ 19 h 55"/>
                <a:gd name="T4" fmla="*/ 19 w 41"/>
                <a:gd name="T5" fmla="*/ 4 h 55"/>
                <a:gd name="T6" fmla="*/ 1 w 41"/>
                <a:gd name="T7" fmla="*/ 35 h 55"/>
                <a:gd name="T8" fmla="*/ 22 w 41"/>
                <a:gd name="T9" fmla="*/ 50 h 55"/>
              </a:gdLst>
              <a:ahLst/>
              <a:cxnLst>
                <a:cxn ang="0">
                  <a:pos x="T0" y="T1"/>
                </a:cxn>
                <a:cxn ang="0">
                  <a:pos x="T2" y="T3"/>
                </a:cxn>
                <a:cxn ang="0">
                  <a:pos x="T4" y="T5"/>
                </a:cxn>
                <a:cxn ang="0">
                  <a:pos x="T6" y="T7"/>
                </a:cxn>
                <a:cxn ang="0">
                  <a:pos x="T8" y="T9"/>
                </a:cxn>
              </a:cxnLst>
              <a:rect l="0" t="0" r="r" b="b"/>
              <a:pathLst>
                <a:path w="41" h="55">
                  <a:moveTo>
                    <a:pt x="22" y="50"/>
                  </a:moveTo>
                  <a:cubicBezTo>
                    <a:pt x="33" y="45"/>
                    <a:pt x="41" y="31"/>
                    <a:pt x="40" y="19"/>
                  </a:cubicBezTo>
                  <a:cubicBezTo>
                    <a:pt x="39" y="7"/>
                    <a:pt x="29" y="0"/>
                    <a:pt x="19" y="4"/>
                  </a:cubicBezTo>
                  <a:cubicBezTo>
                    <a:pt x="8" y="9"/>
                    <a:pt x="0" y="23"/>
                    <a:pt x="1" y="35"/>
                  </a:cubicBezTo>
                  <a:cubicBezTo>
                    <a:pt x="2" y="48"/>
                    <a:pt x="11" y="55"/>
                    <a:pt x="22"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4" name="Freeform 318"/>
            <p:cNvSpPr/>
            <p:nvPr/>
          </p:nvSpPr>
          <p:spPr bwMode="auto">
            <a:xfrm>
              <a:off x="8890304" y="11607578"/>
              <a:ext cx="111125" cy="152400"/>
            </a:xfrm>
            <a:custGeom>
              <a:avLst/>
              <a:gdLst>
                <a:gd name="T0" fmla="*/ 22 w 41"/>
                <a:gd name="T1" fmla="*/ 52 h 56"/>
                <a:gd name="T2" fmla="*/ 40 w 41"/>
                <a:gd name="T3" fmla="*/ 20 h 56"/>
                <a:gd name="T4" fmla="*/ 19 w 41"/>
                <a:gd name="T5" fmla="*/ 3 h 56"/>
                <a:gd name="T6" fmla="*/ 1 w 41"/>
                <a:gd name="T7" fmla="*/ 35 h 56"/>
                <a:gd name="T8" fmla="*/ 22 w 41"/>
                <a:gd name="T9" fmla="*/ 52 h 56"/>
              </a:gdLst>
              <a:ahLst/>
              <a:cxnLst>
                <a:cxn ang="0">
                  <a:pos x="T0" y="T1"/>
                </a:cxn>
                <a:cxn ang="0">
                  <a:pos x="T2" y="T3"/>
                </a:cxn>
                <a:cxn ang="0">
                  <a:pos x="T4" y="T5"/>
                </a:cxn>
                <a:cxn ang="0">
                  <a:pos x="T6" y="T7"/>
                </a:cxn>
                <a:cxn ang="0">
                  <a:pos x="T8" y="T9"/>
                </a:cxn>
              </a:cxnLst>
              <a:rect l="0" t="0" r="r" b="b"/>
              <a:pathLst>
                <a:path w="41" h="56">
                  <a:moveTo>
                    <a:pt x="22" y="52"/>
                  </a:moveTo>
                  <a:cubicBezTo>
                    <a:pt x="33" y="47"/>
                    <a:pt x="41" y="33"/>
                    <a:pt x="40" y="20"/>
                  </a:cubicBezTo>
                  <a:cubicBezTo>
                    <a:pt x="39" y="7"/>
                    <a:pt x="29" y="0"/>
                    <a:pt x="19" y="3"/>
                  </a:cubicBezTo>
                  <a:cubicBezTo>
                    <a:pt x="8" y="7"/>
                    <a:pt x="0" y="22"/>
                    <a:pt x="1" y="35"/>
                  </a:cubicBezTo>
                  <a:cubicBezTo>
                    <a:pt x="2" y="49"/>
                    <a:pt x="11" y="56"/>
                    <a:pt x="22"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5" name="Freeform 319"/>
            <p:cNvSpPr/>
            <p:nvPr/>
          </p:nvSpPr>
          <p:spPr bwMode="auto">
            <a:xfrm>
              <a:off x="8675992" y="11694890"/>
              <a:ext cx="107950" cy="157163"/>
            </a:xfrm>
            <a:custGeom>
              <a:avLst/>
              <a:gdLst>
                <a:gd name="T0" fmla="*/ 21 w 40"/>
                <a:gd name="T1" fmla="*/ 55 h 58"/>
                <a:gd name="T2" fmla="*/ 39 w 40"/>
                <a:gd name="T3" fmla="*/ 23 h 58"/>
                <a:gd name="T4" fmla="*/ 18 w 40"/>
                <a:gd name="T5" fmla="*/ 3 h 58"/>
                <a:gd name="T6" fmla="*/ 1 w 40"/>
                <a:gd name="T7" fmla="*/ 35 h 58"/>
                <a:gd name="T8" fmla="*/ 21 w 40"/>
                <a:gd name="T9" fmla="*/ 55 h 58"/>
              </a:gdLst>
              <a:ahLst/>
              <a:cxnLst>
                <a:cxn ang="0">
                  <a:pos x="T0" y="T1"/>
                </a:cxn>
                <a:cxn ang="0">
                  <a:pos x="T2" y="T3"/>
                </a:cxn>
                <a:cxn ang="0">
                  <a:pos x="T4" y="T5"/>
                </a:cxn>
                <a:cxn ang="0">
                  <a:pos x="T6" y="T7"/>
                </a:cxn>
                <a:cxn ang="0">
                  <a:pos x="T8" y="T9"/>
                </a:cxn>
              </a:cxnLst>
              <a:rect l="0" t="0" r="r" b="b"/>
              <a:pathLst>
                <a:path w="40" h="58">
                  <a:moveTo>
                    <a:pt x="21" y="55"/>
                  </a:moveTo>
                  <a:cubicBezTo>
                    <a:pt x="32" y="51"/>
                    <a:pt x="40" y="37"/>
                    <a:pt x="39" y="23"/>
                  </a:cubicBezTo>
                  <a:cubicBezTo>
                    <a:pt x="38" y="9"/>
                    <a:pt x="29" y="0"/>
                    <a:pt x="18" y="3"/>
                  </a:cubicBezTo>
                  <a:cubicBezTo>
                    <a:pt x="8" y="6"/>
                    <a:pt x="0" y="21"/>
                    <a:pt x="1" y="35"/>
                  </a:cubicBezTo>
                  <a:cubicBezTo>
                    <a:pt x="1" y="50"/>
                    <a:pt x="10" y="58"/>
                    <a:pt x="21"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6" name="Freeform 320"/>
            <p:cNvSpPr/>
            <p:nvPr/>
          </p:nvSpPr>
          <p:spPr bwMode="auto">
            <a:xfrm>
              <a:off x="8458504" y="11771090"/>
              <a:ext cx="111125" cy="165100"/>
            </a:xfrm>
            <a:custGeom>
              <a:avLst/>
              <a:gdLst>
                <a:gd name="T0" fmla="*/ 23 w 41"/>
                <a:gd name="T1" fmla="*/ 57 h 61"/>
                <a:gd name="T2" fmla="*/ 39 w 41"/>
                <a:gd name="T3" fmla="*/ 23 h 61"/>
                <a:gd name="T4" fmla="*/ 17 w 41"/>
                <a:gd name="T5" fmla="*/ 4 h 61"/>
                <a:gd name="T6" fmla="*/ 1 w 41"/>
                <a:gd name="T7" fmla="*/ 38 h 61"/>
                <a:gd name="T8" fmla="*/ 23 w 41"/>
                <a:gd name="T9" fmla="*/ 57 h 61"/>
              </a:gdLst>
              <a:ahLst/>
              <a:cxnLst>
                <a:cxn ang="0">
                  <a:pos x="T0" y="T1"/>
                </a:cxn>
                <a:cxn ang="0">
                  <a:pos x="T2" y="T3"/>
                </a:cxn>
                <a:cxn ang="0">
                  <a:pos x="T4" y="T5"/>
                </a:cxn>
                <a:cxn ang="0">
                  <a:pos x="T6" y="T7"/>
                </a:cxn>
                <a:cxn ang="0">
                  <a:pos x="T8" y="T9"/>
                </a:cxn>
              </a:cxnLst>
              <a:rect l="0" t="0" r="r" b="b"/>
              <a:pathLst>
                <a:path w="41" h="61">
                  <a:moveTo>
                    <a:pt x="23" y="57"/>
                  </a:moveTo>
                  <a:cubicBezTo>
                    <a:pt x="34" y="53"/>
                    <a:pt x="41" y="38"/>
                    <a:pt x="39" y="23"/>
                  </a:cubicBezTo>
                  <a:cubicBezTo>
                    <a:pt x="38" y="9"/>
                    <a:pt x="27" y="0"/>
                    <a:pt x="17" y="4"/>
                  </a:cubicBezTo>
                  <a:cubicBezTo>
                    <a:pt x="7" y="8"/>
                    <a:pt x="0" y="23"/>
                    <a:pt x="1" y="38"/>
                  </a:cubicBezTo>
                  <a:cubicBezTo>
                    <a:pt x="3" y="53"/>
                    <a:pt x="12" y="61"/>
                    <a:pt x="23"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7" name="Freeform 321"/>
            <p:cNvSpPr/>
            <p:nvPr/>
          </p:nvSpPr>
          <p:spPr bwMode="auto">
            <a:xfrm>
              <a:off x="8244192" y="11840940"/>
              <a:ext cx="107950" cy="163513"/>
            </a:xfrm>
            <a:custGeom>
              <a:avLst/>
              <a:gdLst>
                <a:gd name="T0" fmla="*/ 22 w 40"/>
                <a:gd name="T1" fmla="*/ 58 h 60"/>
                <a:gd name="T2" fmla="*/ 39 w 40"/>
                <a:gd name="T3" fmla="*/ 25 h 60"/>
                <a:gd name="T4" fmla="*/ 18 w 40"/>
                <a:gd name="T5" fmla="*/ 2 h 60"/>
                <a:gd name="T6" fmla="*/ 1 w 40"/>
                <a:gd name="T7" fmla="*/ 34 h 60"/>
                <a:gd name="T8" fmla="*/ 22 w 40"/>
                <a:gd name="T9" fmla="*/ 58 h 60"/>
              </a:gdLst>
              <a:ahLst/>
              <a:cxnLst>
                <a:cxn ang="0">
                  <a:pos x="T0" y="T1"/>
                </a:cxn>
                <a:cxn ang="0">
                  <a:pos x="T2" y="T3"/>
                </a:cxn>
                <a:cxn ang="0">
                  <a:pos x="T4" y="T5"/>
                </a:cxn>
                <a:cxn ang="0">
                  <a:pos x="T6" y="T7"/>
                </a:cxn>
                <a:cxn ang="0">
                  <a:pos x="T8" y="T9"/>
                </a:cxn>
              </a:cxnLst>
              <a:rect l="0" t="0" r="r" b="b"/>
              <a:pathLst>
                <a:path w="40" h="60">
                  <a:moveTo>
                    <a:pt x="22" y="58"/>
                  </a:moveTo>
                  <a:cubicBezTo>
                    <a:pt x="32" y="55"/>
                    <a:pt x="40" y="40"/>
                    <a:pt x="39" y="25"/>
                  </a:cubicBezTo>
                  <a:cubicBezTo>
                    <a:pt x="38" y="10"/>
                    <a:pt x="28" y="0"/>
                    <a:pt x="18" y="2"/>
                  </a:cubicBezTo>
                  <a:cubicBezTo>
                    <a:pt x="8" y="4"/>
                    <a:pt x="0" y="19"/>
                    <a:pt x="1" y="34"/>
                  </a:cubicBezTo>
                  <a:cubicBezTo>
                    <a:pt x="2" y="50"/>
                    <a:pt x="11" y="60"/>
                    <a:pt x="22"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8" name="Freeform 322"/>
            <p:cNvSpPr/>
            <p:nvPr/>
          </p:nvSpPr>
          <p:spPr bwMode="auto">
            <a:xfrm>
              <a:off x="8026704" y="11890153"/>
              <a:ext cx="111125" cy="168275"/>
            </a:xfrm>
            <a:custGeom>
              <a:avLst/>
              <a:gdLst>
                <a:gd name="T0" fmla="*/ 24 w 41"/>
                <a:gd name="T1" fmla="*/ 59 h 62"/>
                <a:gd name="T2" fmla="*/ 40 w 41"/>
                <a:gd name="T3" fmla="*/ 26 h 62"/>
                <a:gd name="T4" fmla="*/ 18 w 41"/>
                <a:gd name="T5" fmla="*/ 2 h 62"/>
                <a:gd name="T6" fmla="*/ 2 w 41"/>
                <a:gd name="T7" fmla="*/ 36 h 62"/>
                <a:gd name="T8" fmla="*/ 24 w 41"/>
                <a:gd name="T9" fmla="*/ 59 h 62"/>
              </a:gdLst>
              <a:ahLst/>
              <a:cxnLst>
                <a:cxn ang="0">
                  <a:pos x="T0" y="T1"/>
                </a:cxn>
                <a:cxn ang="0">
                  <a:pos x="T2" y="T3"/>
                </a:cxn>
                <a:cxn ang="0">
                  <a:pos x="T4" y="T5"/>
                </a:cxn>
                <a:cxn ang="0">
                  <a:pos x="T6" y="T7"/>
                </a:cxn>
                <a:cxn ang="0">
                  <a:pos x="T8" y="T9"/>
                </a:cxn>
              </a:cxnLst>
              <a:rect l="0" t="0" r="r" b="b"/>
              <a:pathLst>
                <a:path w="41" h="62">
                  <a:moveTo>
                    <a:pt x="24" y="59"/>
                  </a:moveTo>
                  <a:cubicBezTo>
                    <a:pt x="34" y="57"/>
                    <a:pt x="41" y="42"/>
                    <a:pt x="40" y="26"/>
                  </a:cubicBezTo>
                  <a:cubicBezTo>
                    <a:pt x="38" y="11"/>
                    <a:pt x="28" y="0"/>
                    <a:pt x="18" y="2"/>
                  </a:cubicBezTo>
                  <a:cubicBezTo>
                    <a:pt x="7" y="5"/>
                    <a:pt x="0" y="20"/>
                    <a:pt x="2" y="36"/>
                  </a:cubicBezTo>
                  <a:cubicBezTo>
                    <a:pt x="3" y="51"/>
                    <a:pt x="13" y="62"/>
                    <a:pt x="24"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9" name="Freeform 323"/>
            <p:cNvSpPr/>
            <p:nvPr/>
          </p:nvSpPr>
          <p:spPr bwMode="auto">
            <a:xfrm>
              <a:off x="7815567" y="11928253"/>
              <a:ext cx="107950" cy="165100"/>
            </a:xfrm>
            <a:custGeom>
              <a:avLst/>
              <a:gdLst>
                <a:gd name="T0" fmla="*/ 23 w 40"/>
                <a:gd name="T1" fmla="*/ 59 h 61"/>
                <a:gd name="T2" fmla="*/ 39 w 40"/>
                <a:gd name="T3" fmla="*/ 27 h 61"/>
                <a:gd name="T4" fmla="*/ 17 w 40"/>
                <a:gd name="T5" fmla="*/ 2 h 61"/>
                <a:gd name="T6" fmla="*/ 1 w 40"/>
                <a:gd name="T7" fmla="*/ 34 h 61"/>
                <a:gd name="T8" fmla="*/ 23 w 40"/>
                <a:gd name="T9" fmla="*/ 59 h 61"/>
              </a:gdLst>
              <a:ahLst/>
              <a:cxnLst>
                <a:cxn ang="0">
                  <a:pos x="T0" y="T1"/>
                </a:cxn>
                <a:cxn ang="0">
                  <a:pos x="T2" y="T3"/>
                </a:cxn>
                <a:cxn ang="0">
                  <a:pos x="T4" y="T5"/>
                </a:cxn>
                <a:cxn ang="0">
                  <a:pos x="T6" y="T7"/>
                </a:cxn>
                <a:cxn ang="0">
                  <a:pos x="T8" y="T9"/>
                </a:cxn>
              </a:cxnLst>
              <a:rect l="0" t="0" r="r" b="b"/>
              <a:pathLst>
                <a:path w="40" h="61">
                  <a:moveTo>
                    <a:pt x="23" y="59"/>
                  </a:moveTo>
                  <a:cubicBezTo>
                    <a:pt x="33" y="57"/>
                    <a:pt x="40" y="43"/>
                    <a:pt x="39" y="27"/>
                  </a:cubicBezTo>
                  <a:cubicBezTo>
                    <a:pt x="37" y="11"/>
                    <a:pt x="27" y="0"/>
                    <a:pt x="17" y="2"/>
                  </a:cubicBezTo>
                  <a:cubicBezTo>
                    <a:pt x="7" y="4"/>
                    <a:pt x="0" y="18"/>
                    <a:pt x="1" y="34"/>
                  </a:cubicBezTo>
                  <a:cubicBezTo>
                    <a:pt x="3" y="50"/>
                    <a:pt x="12" y="61"/>
                    <a:pt x="23"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0" name="Freeform 324"/>
            <p:cNvSpPr/>
            <p:nvPr/>
          </p:nvSpPr>
          <p:spPr bwMode="auto">
            <a:xfrm>
              <a:off x="7604429" y="11966353"/>
              <a:ext cx="107950" cy="157163"/>
            </a:xfrm>
            <a:custGeom>
              <a:avLst/>
              <a:gdLst>
                <a:gd name="T0" fmla="*/ 22 w 40"/>
                <a:gd name="T1" fmla="*/ 57 h 58"/>
                <a:gd name="T2" fmla="*/ 39 w 40"/>
                <a:gd name="T3" fmla="*/ 27 h 58"/>
                <a:gd name="T4" fmla="*/ 17 w 40"/>
                <a:gd name="T5" fmla="*/ 1 h 58"/>
                <a:gd name="T6" fmla="*/ 1 w 40"/>
                <a:gd name="T7" fmla="*/ 31 h 58"/>
                <a:gd name="T8" fmla="*/ 22 w 40"/>
                <a:gd name="T9" fmla="*/ 57 h 58"/>
              </a:gdLst>
              <a:ahLst/>
              <a:cxnLst>
                <a:cxn ang="0">
                  <a:pos x="T0" y="T1"/>
                </a:cxn>
                <a:cxn ang="0">
                  <a:pos x="T2" y="T3"/>
                </a:cxn>
                <a:cxn ang="0">
                  <a:pos x="T4" y="T5"/>
                </a:cxn>
                <a:cxn ang="0">
                  <a:pos x="T6" y="T7"/>
                </a:cxn>
                <a:cxn ang="0">
                  <a:pos x="T8" y="T9"/>
                </a:cxn>
              </a:cxnLst>
              <a:rect l="0" t="0" r="r" b="b"/>
              <a:pathLst>
                <a:path w="40" h="58">
                  <a:moveTo>
                    <a:pt x="22" y="57"/>
                  </a:moveTo>
                  <a:cubicBezTo>
                    <a:pt x="32" y="56"/>
                    <a:pt x="40" y="42"/>
                    <a:pt x="39" y="27"/>
                  </a:cubicBezTo>
                  <a:cubicBezTo>
                    <a:pt x="37" y="12"/>
                    <a:pt x="28" y="0"/>
                    <a:pt x="17" y="1"/>
                  </a:cubicBezTo>
                  <a:cubicBezTo>
                    <a:pt x="7" y="2"/>
                    <a:pt x="0" y="15"/>
                    <a:pt x="1" y="31"/>
                  </a:cubicBezTo>
                  <a:cubicBezTo>
                    <a:pt x="2" y="46"/>
                    <a:pt x="11" y="58"/>
                    <a:pt x="22"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1" name="Freeform 325"/>
            <p:cNvSpPr/>
            <p:nvPr/>
          </p:nvSpPr>
          <p:spPr bwMode="auto">
            <a:xfrm>
              <a:off x="7388529" y="11990165"/>
              <a:ext cx="109538" cy="149225"/>
            </a:xfrm>
            <a:custGeom>
              <a:avLst/>
              <a:gdLst>
                <a:gd name="T0" fmla="*/ 23 w 40"/>
                <a:gd name="T1" fmla="*/ 54 h 55"/>
                <a:gd name="T2" fmla="*/ 39 w 40"/>
                <a:gd name="T3" fmla="*/ 26 h 55"/>
                <a:gd name="T4" fmla="*/ 18 w 40"/>
                <a:gd name="T5" fmla="*/ 1 h 55"/>
                <a:gd name="T6" fmla="*/ 1 w 40"/>
                <a:gd name="T7" fmla="*/ 29 h 55"/>
                <a:gd name="T8" fmla="*/ 23 w 40"/>
                <a:gd name="T9" fmla="*/ 54 h 55"/>
              </a:gdLst>
              <a:ahLst/>
              <a:cxnLst>
                <a:cxn ang="0">
                  <a:pos x="T0" y="T1"/>
                </a:cxn>
                <a:cxn ang="0">
                  <a:pos x="T2" y="T3"/>
                </a:cxn>
                <a:cxn ang="0">
                  <a:pos x="T4" y="T5"/>
                </a:cxn>
                <a:cxn ang="0">
                  <a:pos x="T6" y="T7"/>
                </a:cxn>
                <a:cxn ang="0">
                  <a:pos x="T8" y="T9"/>
                </a:cxn>
              </a:cxnLst>
              <a:rect l="0" t="0" r="r" b="b"/>
              <a:pathLst>
                <a:path w="40" h="55">
                  <a:moveTo>
                    <a:pt x="23" y="54"/>
                  </a:moveTo>
                  <a:cubicBezTo>
                    <a:pt x="33" y="54"/>
                    <a:pt x="40" y="41"/>
                    <a:pt x="39" y="26"/>
                  </a:cubicBezTo>
                  <a:cubicBezTo>
                    <a:pt x="38" y="12"/>
                    <a:pt x="28" y="0"/>
                    <a:pt x="18" y="1"/>
                  </a:cubicBezTo>
                  <a:cubicBezTo>
                    <a:pt x="7" y="2"/>
                    <a:pt x="0" y="15"/>
                    <a:pt x="1" y="29"/>
                  </a:cubicBezTo>
                  <a:cubicBezTo>
                    <a:pt x="3" y="44"/>
                    <a:pt x="12" y="55"/>
                    <a:pt x="23"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2" name="Freeform 326"/>
            <p:cNvSpPr/>
            <p:nvPr/>
          </p:nvSpPr>
          <p:spPr bwMode="auto">
            <a:xfrm>
              <a:off x="166992" y="13010928"/>
              <a:ext cx="103188" cy="138113"/>
            </a:xfrm>
            <a:custGeom>
              <a:avLst/>
              <a:gdLst>
                <a:gd name="T0" fmla="*/ 21 w 38"/>
                <a:gd name="T1" fmla="*/ 36 h 51"/>
                <a:gd name="T2" fmla="*/ 37 w 38"/>
                <a:gd name="T3" fmla="*/ 6 h 51"/>
                <a:gd name="T4" fmla="*/ 18 w 38"/>
                <a:gd name="T5" fmla="*/ 15 h 51"/>
                <a:gd name="T6" fmla="*/ 1 w 38"/>
                <a:gd name="T7" fmla="*/ 45 h 51"/>
                <a:gd name="T8" fmla="*/ 21 w 38"/>
                <a:gd name="T9" fmla="*/ 36 h 51"/>
              </a:gdLst>
              <a:ahLst/>
              <a:cxnLst>
                <a:cxn ang="0">
                  <a:pos x="T0" y="T1"/>
                </a:cxn>
                <a:cxn ang="0">
                  <a:pos x="T2" y="T3"/>
                </a:cxn>
                <a:cxn ang="0">
                  <a:pos x="T4" y="T5"/>
                </a:cxn>
                <a:cxn ang="0">
                  <a:pos x="T6" y="T7"/>
                </a:cxn>
                <a:cxn ang="0">
                  <a:pos x="T8" y="T9"/>
                </a:cxn>
              </a:cxnLst>
              <a:rect l="0" t="0" r="r" b="b"/>
              <a:pathLst>
                <a:path w="38" h="51">
                  <a:moveTo>
                    <a:pt x="21" y="36"/>
                  </a:moveTo>
                  <a:cubicBezTo>
                    <a:pt x="30" y="25"/>
                    <a:pt x="38" y="11"/>
                    <a:pt x="37" y="6"/>
                  </a:cubicBezTo>
                  <a:cubicBezTo>
                    <a:pt x="36" y="0"/>
                    <a:pt x="27" y="5"/>
                    <a:pt x="18" y="15"/>
                  </a:cubicBezTo>
                  <a:cubicBezTo>
                    <a:pt x="8" y="25"/>
                    <a:pt x="0" y="38"/>
                    <a:pt x="1" y="45"/>
                  </a:cubicBezTo>
                  <a:cubicBezTo>
                    <a:pt x="2" y="51"/>
                    <a:pt x="10" y="48"/>
                    <a:pt x="21"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3" name="Freeform 327"/>
            <p:cNvSpPr/>
            <p:nvPr/>
          </p:nvSpPr>
          <p:spPr bwMode="auto">
            <a:xfrm>
              <a:off x="370192" y="12785503"/>
              <a:ext cx="103188" cy="136525"/>
            </a:xfrm>
            <a:custGeom>
              <a:avLst/>
              <a:gdLst>
                <a:gd name="T0" fmla="*/ 21 w 38"/>
                <a:gd name="T1" fmla="*/ 33 h 50"/>
                <a:gd name="T2" fmla="*/ 37 w 38"/>
                <a:gd name="T3" fmla="*/ 4 h 50"/>
                <a:gd name="T4" fmla="*/ 17 w 38"/>
                <a:gd name="T5" fmla="*/ 16 h 50"/>
                <a:gd name="T6" fmla="*/ 1 w 38"/>
                <a:gd name="T7" fmla="*/ 45 h 50"/>
                <a:gd name="T8" fmla="*/ 21 w 38"/>
                <a:gd name="T9" fmla="*/ 33 h 50"/>
              </a:gdLst>
              <a:ahLst/>
              <a:cxnLst>
                <a:cxn ang="0">
                  <a:pos x="T0" y="T1"/>
                </a:cxn>
                <a:cxn ang="0">
                  <a:pos x="T2" y="T3"/>
                </a:cxn>
                <a:cxn ang="0">
                  <a:pos x="T4" y="T5"/>
                </a:cxn>
                <a:cxn ang="0">
                  <a:pos x="T6" y="T7"/>
                </a:cxn>
                <a:cxn ang="0">
                  <a:pos x="T8" y="T9"/>
                </a:cxn>
              </a:cxnLst>
              <a:rect l="0" t="0" r="r" b="b"/>
              <a:pathLst>
                <a:path w="38" h="50">
                  <a:moveTo>
                    <a:pt x="21" y="33"/>
                  </a:moveTo>
                  <a:cubicBezTo>
                    <a:pt x="31" y="21"/>
                    <a:pt x="38" y="8"/>
                    <a:pt x="37" y="4"/>
                  </a:cubicBezTo>
                  <a:cubicBezTo>
                    <a:pt x="36" y="0"/>
                    <a:pt x="26" y="6"/>
                    <a:pt x="17" y="16"/>
                  </a:cubicBezTo>
                  <a:cubicBezTo>
                    <a:pt x="7" y="27"/>
                    <a:pt x="0" y="40"/>
                    <a:pt x="1" y="45"/>
                  </a:cubicBezTo>
                  <a:cubicBezTo>
                    <a:pt x="2" y="50"/>
                    <a:pt x="11" y="44"/>
                    <a:pt x="21"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4" name="Freeform 328"/>
            <p:cNvSpPr/>
            <p:nvPr/>
          </p:nvSpPr>
          <p:spPr bwMode="auto">
            <a:xfrm>
              <a:off x="571804" y="12579128"/>
              <a:ext cx="104775" cy="117475"/>
            </a:xfrm>
            <a:custGeom>
              <a:avLst/>
              <a:gdLst>
                <a:gd name="T0" fmla="*/ 38 w 39"/>
                <a:gd name="T1" fmla="*/ 3 h 43"/>
                <a:gd name="T2" fmla="*/ 17 w 39"/>
                <a:gd name="T3" fmla="*/ 15 h 43"/>
                <a:gd name="T4" fmla="*/ 2 w 39"/>
                <a:gd name="T5" fmla="*/ 39 h 43"/>
                <a:gd name="T6" fmla="*/ 22 w 39"/>
                <a:gd name="T7" fmla="*/ 27 h 43"/>
                <a:gd name="T8" fmla="*/ 38 w 39"/>
                <a:gd name="T9" fmla="*/ 3 h 43"/>
              </a:gdLst>
              <a:ahLst/>
              <a:cxnLst>
                <a:cxn ang="0">
                  <a:pos x="T0" y="T1"/>
                </a:cxn>
                <a:cxn ang="0">
                  <a:pos x="T2" y="T3"/>
                </a:cxn>
                <a:cxn ang="0">
                  <a:pos x="T4" y="T5"/>
                </a:cxn>
                <a:cxn ang="0">
                  <a:pos x="T6" y="T7"/>
                </a:cxn>
                <a:cxn ang="0">
                  <a:pos x="T8" y="T9"/>
                </a:cxn>
              </a:cxnLst>
              <a:rect l="0" t="0" r="r" b="b"/>
              <a:pathLst>
                <a:path w="39" h="43">
                  <a:moveTo>
                    <a:pt x="38" y="3"/>
                  </a:moveTo>
                  <a:cubicBezTo>
                    <a:pt x="36" y="0"/>
                    <a:pt x="27" y="5"/>
                    <a:pt x="17" y="15"/>
                  </a:cubicBezTo>
                  <a:cubicBezTo>
                    <a:pt x="7" y="24"/>
                    <a:pt x="0" y="35"/>
                    <a:pt x="2" y="39"/>
                  </a:cubicBezTo>
                  <a:cubicBezTo>
                    <a:pt x="3" y="43"/>
                    <a:pt x="12" y="37"/>
                    <a:pt x="22" y="27"/>
                  </a:cubicBezTo>
                  <a:cubicBezTo>
                    <a:pt x="32" y="17"/>
                    <a:pt x="39" y="6"/>
                    <a:pt x="3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5" name="Freeform 329"/>
            <p:cNvSpPr/>
            <p:nvPr/>
          </p:nvSpPr>
          <p:spPr bwMode="auto">
            <a:xfrm>
              <a:off x="778179" y="12421965"/>
              <a:ext cx="103188" cy="84138"/>
            </a:xfrm>
            <a:custGeom>
              <a:avLst/>
              <a:gdLst>
                <a:gd name="T0" fmla="*/ 38 w 38"/>
                <a:gd name="T1" fmla="*/ 3 h 31"/>
                <a:gd name="T2" fmla="*/ 18 w 38"/>
                <a:gd name="T3" fmla="*/ 9 h 31"/>
                <a:gd name="T4" fmla="*/ 1 w 38"/>
                <a:gd name="T5" fmla="*/ 28 h 31"/>
                <a:gd name="T6" fmla="*/ 20 w 38"/>
                <a:gd name="T7" fmla="*/ 22 h 31"/>
                <a:gd name="T8" fmla="*/ 38 w 38"/>
                <a:gd name="T9" fmla="*/ 3 h 31"/>
              </a:gdLst>
              <a:ahLst/>
              <a:cxnLst>
                <a:cxn ang="0">
                  <a:pos x="T0" y="T1"/>
                </a:cxn>
                <a:cxn ang="0">
                  <a:pos x="T2" y="T3"/>
                </a:cxn>
                <a:cxn ang="0">
                  <a:pos x="T4" y="T5"/>
                </a:cxn>
                <a:cxn ang="0">
                  <a:pos x="T6" y="T7"/>
                </a:cxn>
                <a:cxn ang="0">
                  <a:pos x="T8" y="T9"/>
                </a:cxn>
              </a:cxnLst>
              <a:rect l="0" t="0" r="r" b="b"/>
              <a:pathLst>
                <a:path w="38" h="31">
                  <a:moveTo>
                    <a:pt x="38" y="3"/>
                  </a:moveTo>
                  <a:cubicBezTo>
                    <a:pt x="37" y="0"/>
                    <a:pt x="28" y="2"/>
                    <a:pt x="18" y="9"/>
                  </a:cubicBezTo>
                  <a:cubicBezTo>
                    <a:pt x="8" y="15"/>
                    <a:pt x="0" y="24"/>
                    <a:pt x="1" y="28"/>
                  </a:cubicBezTo>
                  <a:cubicBezTo>
                    <a:pt x="1" y="31"/>
                    <a:pt x="10" y="28"/>
                    <a:pt x="20" y="22"/>
                  </a:cubicBezTo>
                  <a:cubicBezTo>
                    <a:pt x="30" y="15"/>
                    <a:pt x="38" y="7"/>
                    <a:pt x="3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6" name="Freeform 330"/>
            <p:cNvSpPr/>
            <p:nvPr/>
          </p:nvSpPr>
          <p:spPr bwMode="auto">
            <a:xfrm>
              <a:off x="989317" y="12342590"/>
              <a:ext cx="103188" cy="46038"/>
            </a:xfrm>
            <a:custGeom>
              <a:avLst/>
              <a:gdLst>
                <a:gd name="T0" fmla="*/ 18 w 38"/>
                <a:gd name="T1" fmla="*/ 14 h 17"/>
                <a:gd name="T2" fmla="*/ 37 w 38"/>
                <a:gd name="T3" fmla="*/ 3 h 17"/>
                <a:gd name="T4" fmla="*/ 19 w 38"/>
                <a:gd name="T5" fmla="*/ 2 h 17"/>
                <a:gd name="T6" fmla="*/ 0 w 38"/>
                <a:gd name="T7" fmla="*/ 13 h 17"/>
                <a:gd name="T8" fmla="*/ 18 w 38"/>
                <a:gd name="T9" fmla="*/ 14 h 17"/>
              </a:gdLst>
              <a:ahLst/>
              <a:cxnLst>
                <a:cxn ang="0">
                  <a:pos x="T0" y="T1"/>
                </a:cxn>
                <a:cxn ang="0">
                  <a:pos x="T2" y="T3"/>
                </a:cxn>
                <a:cxn ang="0">
                  <a:pos x="T4" y="T5"/>
                </a:cxn>
                <a:cxn ang="0">
                  <a:pos x="T6" y="T7"/>
                </a:cxn>
                <a:cxn ang="0">
                  <a:pos x="T8" y="T9"/>
                </a:cxn>
              </a:cxnLst>
              <a:rect l="0" t="0" r="r" b="b"/>
              <a:pathLst>
                <a:path w="38" h="17">
                  <a:moveTo>
                    <a:pt x="18" y="14"/>
                  </a:moveTo>
                  <a:cubicBezTo>
                    <a:pt x="29" y="11"/>
                    <a:pt x="37" y="6"/>
                    <a:pt x="37" y="3"/>
                  </a:cubicBezTo>
                  <a:cubicBezTo>
                    <a:pt x="38" y="0"/>
                    <a:pt x="29" y="0"/>
                    <a:pt x="19" y="2"/>
                  </a:cubicBezTo>
                  <a:cubicBezTo>
                    <a:pt x="9" y="5"/>
                    <a:pt x="0" y="10"/>
                    <a:pt x="0" y="13"/>
                  </a:cubicBezTo>
                  <a:cubicBezTo>
                    <a:pt x="0" y="17"/>
                    <a:pt x="7" y="17"/>
                    <a:pt x="18"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7" name="Freeform 331"/>
            <p:cNvSpPr/>
            <p:nvPr/>
          </p:nvSpPr>
          <p:spPr bwMode="auto">
            <a:xfrm>
              <a:off x="1198867" y="12291790"/>
              <a:ext cx="104775" cy="38100"/>
            </a:xfrm>
            <a:custGeom>
              <a:avLst/>
              <a:gdLst>
                <a:gd name="T0" fmla="*/ 21 w 39"/>
                <a:gd name="T1" fmla="*/ 11 h 14"/>
                <a:gd name="T2" fmla="*/ 38 w 39"/>
                <a:gd name="T3" fmla="*/ 3 h 14"/>
                <a:gd name="T4" fmla="*/ 18 w 39"/>
                <a:gd name="T5" fmla="*/ 2 h 14"/>
                <a:gd name="T6" fmla="*/ 1 w 39"/>
                <a:gd name="T7" fmla="*/ 11 h 14"/>
                <a:gd name="T8" fmla="*/ 21 w 39"/>
                <a:gd name="T9" fmla="*/ 11 h 14"/>
              </a:gdLst>
              <a:ahLst/>
              <a:cxnLst>
                <a:cxn ang="0">
                  <a:pos x="T0" y="T1"/>
                </a:cxn>
                <a:cxn ang="0">
                  <a:pos x="T2" y="T3"/>
                </a:cxn>
                <a:cxn ang="0">
                  <a:pos x="T4" y="T5"/>
                </a:cxn>
                <a:cxn ang="0">
                  <a:pos x="T6" y="T7"/>
                </a:cxn>
                <a:cxn ang="0">
                  <a:pos x="T8" y="T9"/>
                </a:cxn>
              </a:cxnLst>
              <a:rect l="0" t="0" r="r" b="b"/>
              <a:pathLst>
                <a:path w="39" h="14">
                  <a:moveTo>
                    <a:pt x="21" y="11"/>
                  </a:moveTo>
                  <a:cubicBezTo>
                    <a:pt x="31" y="9"/>
                    <a:pt x="39" y="5"/>
                    <a:pt x="38" y="3"/>
                  </a:cubicBezTo>
                  <a:cubicBezTo>
                    <a:pt x="38" y="0"/>
                    <a:pt x="28" y="0"/>
                    <a:pt x="18" y="2"/>
                  </a:cubicBezTo>
                  <a:cubicBezTo>
                    <a:pt x="8" y="4"/>
                    <a:pt x="0" y="8"/>
                    <a:pt x="1" y="11"/>
                  </a:cubicBezTo>
                  <a:cubicBezTo>
                    <a:pt x="2" y="13"/>
                    <a:pt x="10" y="14"/>
                    <a:pt x="2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8" name="Freeform 332"/>
            <p:cNvSpPr/>
            <p:nvPr/>
          </p:nvSpPr>
          <p:spPr bwMode="auto">
            <a:xfrm>
              <a:off x="1410004" y="12258453"/>
              <a:ext cx="107950" cy="30163"/>
            </a:xfrm>
            <a:custGeom>
              <a:avLst/>
              <a:gdLst>
                <a:gd name="T0" fmla="*/ 21 w 40"/>
                <a:gd name="T1" fmla="*/ 9 h 11"/>
                <a:gd name="T2" fmla="*/ 39 w 40"/>
                <a:gd name="T3" fmla="*/ 3 h 11"/>
                <a:gd name="T4" fmla="*/ 18 w 40"/>
                <a:gd name="T5" fmla="*/ 1 h 11"/>
                <a:gd name="T6" fmla="*/ 1 w 40"/>
                <a:gd name="T7" fmla="*/ 8 h 11"/>
                <a:gd name="T8" fmla="*/ 21 w 40"/>
                <a:gd name="T9" fmla="*/ 9 h 11"/>
              </a:gdLst>
              <a:ahLst/>
              <a:cxnLst>
                <a:cxn ang="0">
                  <a:pos x="T0" y="T1"/>
                </a:cxn>
                <a:cxn ang="0">
                  <a:pos x="T2" y="T3"/>
                </a:cxn>
                <a:cxn ang="0">
                  <a:pos x="T4" y="T5"/>
                </a:cxn>
                <a:cxn ang="0">
                  <a:pos x="T6" y="T7"/>
                </a:cxn>
                <a:cxn ang="0">
                  <a:pos x="T8" y="T9"/>
                </a:cxn>
              </a:cxnLst>
              <a:rect l="0" t="0" r="r" b="b"/>
              <a:pathLst>
                <a:path w="40" h="11">
                  <a:moveTo>
                    <a:pt x="21" y="9"/>
                  </a:moveTo>
                  <a:cubicBezTo>
                    <a:pt x="32" y="8"/>
                    <a:pt x="40" y="5"/>
                    <a:pt x="39" y="3"/>
                  </a:cubicBezTo>
                  <a:cubicBezTo>
                    <a:pt x="38" y="0"/>
                    <a:pt x="29" y="0"/>
                    <a:pt x="18" y="1"/>
                  </a:cubicBezTo>
                  <a:cubicBezTo>
                    <a:pt x="8" y="3"/>
                    <a:pt x="0" y="5"/>
                    <a:pt x="1" y="8"/>
                  </a:cubicBezTo>
                  <a:cubicBezTo>
                    <a:pt x="2" y="10"/>
                    <a:pt x="11" y="11"/>
                    <a:pt x="2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9" name="Freeform 333"/>
            <p:cNvSpPr/>
            <p:nvPr/>
          </p:nvSpPr>
          <p:spPr bwMode="auto">
            <a:xfrm>
              <a:off x="1624317" y="12239403"/>
              <a:ext cx="107950" cy="25400"/>
            </a:xfrm>
            <a:custGeom>
              <a:avLst/>
              <a:gdLst>
                <a:gd name="T0" fmla="*/ 22 w 40"/>
                <a:gd name="T1" fmla="*/ 8 h 9"/>
                <a:gd name="T2" fmla="*/ 39 w 40"/>
                <a:gd name="T3" fmla="*/ 3 h 9"/>
                <a:gd name="T4" fmla="*/ 17 w 40"/>
                <a:gd name="T5" fmla="*/ 1 h 9"/>
                <a:gd name="T6" fmla="*/ 1 w 40"/>
                <a:gd name="T7" fmla="*/ 6 h 9"/>
                <a:gd name="T8" fmla="*/ 22 w 40"/>
                <a:gd name="T9" fmla="*/ 8 h 9"/>
              </a:gdLst>
              <a:ahLst/>
              <a:cxnLst>
                <a:cxn ang="0">
                  <a:pos x="T0" y="T1"/>
                </a:cxn>
                <a:cxn ang="0">
                  <a:pos x="T2" y="T3"/>
                </a:cxn>
                <a:cxn ang="0">
                  <a:pos x="T4" y="T5"/>
                </a:cxn>
                <a:cxn ang="0">
                  <a:pos x="T6" y="T7"/>
                </a:cxn>
                <a:cxn ang="0">
                  <a:pos x="T8" y="T9"/>
                </a:cxn>
              </a:cxnLst>
              <a:rect l="0" t="0" r="r" b="b"/>
              <a:pathLst>
                <a:path w="40" h="9">
                  <a:moveTo>
                    <a:pt x="22" y="8"/>
                  </a:moveTo>
                  <a:cubicBezTo>
                    <a:pt x="33" y="7"/>
                    <a:pt x="40" y="5"/>
                    <a:pt x="39" y="3"/>
                  </a:cubicBezTo>
                  <a:cubicBezTo>
                    <a:pt x="37" y="1"/>
                    <a:pt x="27" y="0"/>
                    <a:pt x="17" y="1"/>
                  </a:cubicBezTo>
                  <a:cubicBezTo>
                    <a:pt x="7" y="2"/>
                    <a:pt x="0" y="4"/>
                    <a:pt x="1" y="6"/>
                  </a:cubicBezTo>
                  <a:cubicBezTo>
                    <a:pt x="2" y="8"/>
                    <a:pt x="11" y="9"/>
                    <a:pt x="2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40" name="Freeform 334"/>
            <p:cNvSpPr/>
            <p:nvPr/>
          </p:nvSpPr>
          <p:spPr bwMode="auto">
            <a:xfrm>
              <a:off x="1838629" y="12234640"/>
              <a:ext cx="109538" cy="15875"/>
            </a:xfrm>
            <a:custGeom>
              <a:avLst/>
              <a:gdLst>
                <a:gd name="T0" fmla="*/ 21 w 40"/>
                <a:gd name="T1" fmla="*/ 6 h 6"/>
                <a:gd name="T2" fmla="*/ 39 w 40"/>
                <a:gd name="T3" fmla="*/ 2 h 6"/>
                <a:gd name="T4" fmla="*/ 18 w 40"/>
                <a:gd name="T5" fmla="*/ 0 h 6"/>
                <a:gd name="T6" fmla="*/ 1 w 40"/>
                <a:gd name="T7" fmla="*/ 3 h 6"/>
                <a:gd name="T8" fmla="*/ 21 w 40"/>
                <a:gd name="T9" fmla="*/ 6 h 6"/>
              </a:gdLst>
              <a:ahLst/>
              <a:cxnLst>
                <a:cxn ang="0">
                  <a:pos x="T0" y="T1"/>
                </a:cxn>
                <a:cxn ang="0">
                  <a:pos x="T2" y="T3"/>
                </a:cxn>
                <a:cxn ang="0">
                  <a:pos x="T4" y="T5"/>
                </a:cxn>
                <a:cxn ang="0">
                  <a:pos x="T6" y="T7"/>
                </a:cxn>
                <a:cxn ang="0">
                  <a:pos x="T8" y="T9"/>
                </a:cxn>
              </a:cxnLst>
              <a:rect l="0" t="0" r="r" b="b"/>
              <a:pathLst>
                <a:path w="40" h="6">
                  <a:moveTo>
                    <a:pt x="21" y="6"/>
                  </a:moveTo>
                  <a:cubicBezTo>
                    <a:pt x="32" y="6"/>
                    <a:pt x="40" y="4"/>
                    <a:pt x="39" y="2"/>
                  </a:cubicBezTo>
                  <a:cubicBezTo>
                    <a:pt x="38" y="1"/>
                    <a:pt x="28" y="0"/>
                    <a:pt x="18" y="0"/>
                  </a:cubicBezTo>
                  <a:cubicBezTo>
                    <a:pt x="8" y="0"/>
                    <a:pt x="0" y="1"/>
                    <a:pt x="1" y="3"/>
                  </a:cubicBezTo>
                  <a:cubicBezTo>
                    <a:pt x="2" y="5"/>
                    <a:pt x="11" y="6"/>
                    <a:pt x="2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41" name="Freeform 335"/>
            <p:cNvSpPr/>
            <p:nvPr/>
          </p:nvSpPr>
          <p:spPr bwMode="auto">
            <a:xfrm>
              <a:off x="2052942" y="12234640"/>
              <a:ext cx="109538" cy="19050"/>
            </a:xfrm>
            <a:custGeom>
              <a:avLst/>
              <a:gdLst>
                <a:gd name="T0" fmla="*/ 21 w 40"/>
                <a:gd name="T1" fmla="*/ 6 h 7"/>
                <a:gd name="T2" fmla="*/ 39 w 40"/>
                <a:gd name="T3" fmla="*/ 4 h 7"/>
                <a:gd name="T4" fmla="*/ 19 w 40"/>
                <a:gd name="T5" fmla="*/ 0 h 7"/>
                <a:gd name="T6" fmla="*/ 1 w 40"/>
                <a:gd name="T7" fmla="*/ 3 h 7"/>
                <a:gd name="T8" fmla="*/ 21 w 40"/>
                <a:gd name="T9" fmla="*/ 6 h 7"/>
              </a:gdLst>
              <a:ahLst/>
              <a:cxnLst>
                <a:cxn ang="0">
                  <a:pos x="T0" y="T1"/>
                </a:cxn>
                <a:cxn ang="0">
                  <a:pos x="T2" y="T3"/>
                </a:cxn>
                <a:cxn ang="0">
                  <a:pos x="T4" y="T5"/>
                </a:cxn>
                <a:cxn ang="0">
                  <a:pos x="T6" y="T7"/>
                </a:cxn>
                <a:cxn ang="0">
                  <a:pos x="T8" y="T9"/>
                </a:cxn>
              </a:cxnLst>
              <a:rect l="0" t="0" r="r" b="b"/>
              <a:pathLst>
                <a:path w="40" h="7">
                  <a:moveTo>
                    <a:pt x="21" y="6"/>
                  </a:moveTo>
                  <a:cubicBezTo>
                    <a:pt x="32" y="7"/>
                    <a:pt x="40" y="5"/>
                    <a:pt x="39" y="4"/>
                  </a:cubicBezTo>
                  <a:cubicBezTo>
                    <a:pt x="38" y="2"/>
                    <a:pt x="29" y="1"/>
                    <a:pt x="19" y="0"/>
                  </a:cubicBezTo>
                  <a:cubicBezTo>
                    <a:pt x="8" y="0"/>
                    <a:pt x="0" y="1"/>
                    <a:pt x="1" y="3"/>
                  </a:cubicBezTo>
                  <a:cubicBezTo>
                    <a:pt x="1" y="4"/>
                    <a:pt x="10" y="6"/>
                    <a:pt x="2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42" name="Freeform 336"/>
            <p:cNvSpPr/>
            <p:nvPr/>
          </p:nvSpPr>
          <p:spPr bwMode="auto">
            <a:xfrm>
              <a:off x="2267254" y="12242578"/>
              <a:ext cx="109538" cy="19050"/>
            </a:xfrm>
            <a:custGeom>
              <a:avLst/>
              <a:gdLst>
                <a:gd name="T0" fmla="*/ 39 w 40"/>
                <a:gd name="T1" fmla="*/ 4 h 7"/>
                <a:gd name="T2" fmla="*/ 18 w 40"/>
                <a:gd name="T3" fmla="*/ 0 h 7"/>
                <a:gd name="T4" fmla="*/ 1 w 40"/>
                <a:gd name="T5" fmla="*/ 2 h 7"/>
                <a:gd name="T6" fmla="*/ 22 w 40"/>
                <a:gd name="T7" fmla="*/ 7 h 7"/>
                <a:gd name="T8" fmla="*/ 39 w 40"/>
                <a:gd name="T9" fmla="*/ 4 h 7"/>
              </a:gdLst>
              <a:ahLst/>
              <a:cxnLst>
                <a:cxn ang="0">
                  <a:pos x="T0" y="T1"/>
                </a:cxn>
                <a:cxn ang="0">
                  <a:pos x="T2" y="T3"/>
                </a:cxn>
                <a:cxn ang="0">
                  <a:pos x="T4" y="T5"/>
                </a:cxn>
                <a:cxn ang="0">
                  <a:pos x="T6" y="T7"/>
                </a:cxn>
                <a:cxn ang="0">
                  <a:pos x="T8" y="T9"/>
                </a:cxn>
              </a:cxnLst>
              <a:rect l="0" t="0" r="r" b="b"/>
              <a:pathLst>
                <a:path w="40" h="7">
                  <a:moveTo>
                    <a:pt x="39" y="4"/>
                  </a:moveTo>
                  <a:cubicBezTo>
                    <a:pt x="38" y="3"/>
                    <a:pt x="29" y="1"/>
                    <a:pt x="18" y="0"/>
                  </a:cubicBezTo>
                  <a:cubicBezTo>
                    <a:pt x="8" y="0"/>
                    <a:pt x="0" y="1"/>
                    <a:pt x="1" y="2"/>
                  </a:cubicBezTo>
                  <a:cubicBezTo>
                    <a:pt x="2" y="4"/>
                    <a:pt x="11" y="6"/>
                    <a:pt x="22" y="7"/>
                  </a:cubicBezTo>
                  <a:cubicBezTo>
                    <a:pt x="32" y="7"/>
                    <a:pt x="40" y="6"/>
                    <a:pt x="3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43" name="Freeform 337"/>
            <p:cNvSpPr/>
            <p:nvPr/>
          </p:nvSpPr>
          <p:spPr bwMode="auto">
            <a:xfrm>
              <a:off x="2481567" y="12256865"/>
              <a:ext cx="111125" cy="19050"/>
            </a:xfrm>
            <a:custGeom>
              <a:avLst/>
              <a:gdLst>
                <a:gd name="T0" fmla="*/ 23 w 41"/>
                <a:gd name="T1" fmla="*/ 6 h 7"/>
                <a:gd name="T2" fmla="*/ 40 w 41"/>
                <a:gd name="T3" fmla="*/ 4 h 7"/>
                <a:gd name="T4" fmla="*/ 18 w 41"/>
                <a:gd name="T5" fmla="*/ 0 h 7"/>
                <a:gd name="T6" fmla="*/ 2 w 41"/>
                <a:gd name="T7" fmla="*/ 2 h 7"/>
                <a:gd name="T8" fmla="*/ 23 w 41"/>
                <a:gd name="T9" fmla="*/ 6 h 7"/>
              </a:gdLst>
              <a:ahLst/>
              <a:cxnLst>
                <a:cxn ang="0">
                  <a:pos x="T0" y="T1"/>
                </a:cxn>
                <a:cxn ang="0">
                  <a:pos x="T2" y="T3"/>
                </a:cxn>
                <a:cxn ang="0">
                  <a:pos x="T4" y="T5"/>
                </a:cxn>
                <a:cxn ang="0">
                  <a:pos x="T6" y="T7"/>
                </a:cxn>
                <a:cxn ang="0">
                  <a:pos x="T8" y="T9"/>
                </a:cxn>
              </a:cxnLst>
              <a:rect l="0" t="0" r="r" b="b"/>
              <a:pathLst>
                <a:path w="41" h="7">
                  <a:moveTo>
                    <a:pt x="23" y="6"/>
                  </a:moveTo>
                  <a:cubicBezTo>
                    <a:pt x="33" y="7"/>
                    <a:pt x="41" y="6"/>
                    <a:pt x="40" y="4"/>
                  </a:cubicBezTo>
                  <a:cubicBezTo>
                    <a:pt x="39" y="3"/>
                    <a:pt x="29" y="1"/>
                    <a:pt x="18" y="0"/>
                  </a:cubicBezTo>
                  <a:cubicBezTo>
                    <a:pt x="8" y="0"/>
                    <a:pt x="0" y="0"/>
                    <a:pt x="2" y="2"/>
                  </a:cubicBezTo>
                  <a:cubicBezTo>
                    <a:pt x="3" y="4"/>
                    <a:pt x="12" y="6"/>
                    <a:pt x="2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44" name="Freeform 338"/>
            <p:cNvSpPr/>
            <p:nvPr/>
          </p:nvSpPr>
          <p:spPr bwMode="auto">
            <a:xfrm>
              <a:off x="12119279" y="9570815"/>
              <a:ext cx="101600" cy="55563"/>
            </a:xfrm>
            <a:custGeom>
              <a:avLst/>
              <a:gdLst>
                <a:gd name="T0" fmla="*/ 31 w 37"/>
                <a:gd name="T1" fmla="*/ 0 h 20"/>
                <a:gd name="T2" fmla="*/ 17 w 37"/>
                <a:gd name="T3" fmla="*/ 4 h 20"/>
                <a:gd name="T4" fmla="*/ 6 w 37"/>
                <a:gd name="T5" fmla="*/ 12 h 20"/>
                <a:gd name="T6" fmla="*/ 9 w 37"/>
                <a:gd name="T7" fmla="*/ 17 h 20"/>
                <a:gd name="T8" fmla="*/ 22 w 37"/>
                <a:gd name="T9" fmla="*/ 11 h 20"/>
                <a:gd name="T10" fmla="*/ 37 w 37"/>
                <a:gd name="T11" fmla="*/ 7 h 20"/>
                <a:gd name="T12" fmla="*/ 31 w 3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37" h="20">
                  <a:moveTo>
                    <a:pt x="31" y="0"/>
                  </a:moveTo>
                  <a:cubicBezTo>
                    <a:pt x="26" y="0"/>
                    <a:pt x="21" y="1"/>
                    <a:pt x="17" y="4"/>
                  </a:cubicBezTo>
                  <a:cubicBezTo>
                    <a:pt x="12" y="6"/>
                    <a:pt x="8" y="9"/>
                    <a:pt x="6" y="12"/>
                  </a:cubicBezTo>
                  <a:cubicBezTo>
                    <a:pt x="0" y="18"/>
                    <a:pt x="2" y="20"/>
                    <a:pt x="9" y="17"/>
                  </a:cubicBezTo>
                  <a:cubicBezTo>
                    <a:pt x="13" y="15"/>
                    <a:pt x="17" y="13"/>
                    <a:pt x="22" y="11"/>
                  </a:cubicBezTo>
                  <a:cubicBezTo>
                    <a:pt x="28" y="9"/>
                    <a:pt x="33" y="8"/>
                    <a:pt x="37" y="7"/>
                  </a:cubicBezTo>
                  <a:cubicBezTo>
                    <a:pt x="35" y="5"/>
                    <a:pt x="33" y="2"/>
                    <a:pt x="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45" name="Freeform 339"/>
            <p:cNvSpPr/>
            <p:nvPr/>
          </p:nvSpPr>
          <p:spPr bwMode="auto">
            <a:xfrm>
              <a:off x="4300842" y="12210828"/>
              <a:ext cx="103188" cy="26988"/>
            </a:xfrm>
            <a:custGeom>
              <a:avLst/>
              <a:gdLst>
                <a:gd name="T0" fmla="*/ 21 w 38"/>
                <a:gd name="T1" fmla="*/ 9 h 10"/>
                <a:gd name="T2" fmla="*/ 38 w 38"/>
                <a:gd name="T3" fmla="*/ 2 h 10"/>
                <a:gd name="T4" fmla="*/ 18 w 38"/>
                <a:gd name="T5" fmla="*/ 2 h 10"/>
                <a:gd name="T6" fmla="*/ 1 w 38"/>
                <a:gd name="T7" fmla="*/ 9 h 10"/>
                <a:gd name="T8" fmla="*/ 21 w 38"/>
                <a:gd name="T9" fmla="*/ 9 h 10"/>
              </a:gdLst>
              <a:ahLst/>
              <a:cxnLst>
                <a:cxn ang="0">
                  <a:pos x="T0" y="T1"/>
                </a:cxn>
                <a:cxn ang="0">
                  <a:pos x="T2" y="T3"/>
                </a:cxn>
                <a:cxn ang="0">
                  <a:pos x="T4" y="T5"/>
                </a:cxn>
                <a:cxn ang="0">
                  <a:pos x="T6" y="T7"/>
                </a:cxn>
                <a:cxn ang="0">
                  <a:pos x="T8" y="T9"/>
                </a:cxn>
              </a:cxnLst>
              <a:rect l="0" t="0" r="r" b="b"/>
              <a:pathLst>
                <a:path w="38" h="10">
                  <a:moveTo>
                    <a:pt x="21" y="9"/>
                  </a:moveTo>
                  <a:cubicBezTo>
                    <a:pt x="31" y="7"/>
                    <a:pt x="38" y="4"/>
                    <a:pt x="38" y="2"/>
                  </a:cubicBezTo>
                  <a:cubicBezTo>
                    <a:pt x="37" y="0"/>
                    <a:pt x="29" y="0"/>
                    <a:pt x="18" y="2"/>
                  </a:cubicBezTo>
                  <a:cubicBezTo>
                    <a:pt x="8" y="4"/>
                    <a:pt x="0" y="7"/>
                    <a:pt x="1" y="9"/>
                  </a:cubicBezTo>
                  <a:cubicBezTo>
                    <a:pt x="2" y="10"/>
                    <a:pt x="11" y="10"/>
                    <a:pt x="2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46" name="Freeform 340"/>
            <p:cNvSpPr/>
            <p:nvPr/>
          </p:nvSpPr>
          <p:spPr bwMode="auto">
            <a:xfrm>
              <a:off x="4511979" y="12169553"/>
              <a:ext cx="106363" cy="30163"/>
            </a:xfrm>
            <a:custGeom>
              <a:avLst/>
              <a:gdLst>
                <a:gd name="T0" fmla="*/ 22 w 39"/>
                <a:gd name="T1" fmla="*/ 9 h 11"/>
                <a:gd name="T2" fmla="*/ 38 w 39"/>
                <a:gd name="T3" fmla="*/ 2 h 11"/>
                <a:gd name="T4" fmla="*/ 18 w 39"/>
                <a:gd name="T5" fmla="*/ 2 h 11"/>
                <a:gd name="T6" fmla="*/ 1 w 39"/>
                <a:gd name="T7" fmla="*/ 9 h 11"/>
                <a:gd name="T8" fmla="*/ 22 w 39"/>
                <a:gd name="T9" fmla="*/ 9 h 11"/>
              </a:gdLst>
              <a:ahLst/>
              <a:cxnLst>
                <a:cxn ang="0">
                  <a:pos x="T0" y="T1"/>
                </a:cxn>
                <a:cxn ang="0">
                  <a:pos x="T2" y="T3"/>
                </a:cxn>
                <a:cxn ang="0">
                  <a:pos x="T4" y="T5"/>
                </a:cxn>
                <a:cxn ang="0">
                  <a:pos x="T6" y="T7"/>
                </a:cxn>
                <a:cxn ang="0">
                  <a:pos x="T8" y="T9"/>
                </a:cxn>
              </a:cxnLst>
              <a:rect l="0" t="0" r="r" b="b"/>
              <a:pathLst>
                <a:path w="39" h="11">
                  <a:moveTo>
                    <a:pt x="22" y="9"/>
                  </a:moveTo>
                  <a:cubicBezTo>
                    <a:pt x="31" y="8"/>
                    <a:pt x="39" y="4"/>
                    <a:pt x="38" y="2"/>
                  </a:cubicBezTo>
                  <a:cubicBezTo>
                    <a:pt x="37" y="0"/>
                    <a:pt x="29" y="0"/>
                    <a:pt x="18" y="2"/>
                  </a:cubicBezTo>
                  <a:cubicBezTo>
                    <a:pt x="8" y="4"/>
                    <a:pt x="0" y="7"/>
                    <a:pt x="1" y="9"/>
                  </a:cubicBezTo>
                  <a:cubicBezTo>
                    <a:pt x="2" y="11"/>
                    <a:pt x="12" y="11"/>
                    <a:pt x="2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47" name="Freeform 341"/>
            <p:cNvSpPr/>
            <p:nvPr/>
          </p:nvSpPr>
          <p:spPr bwMode="auto">
            <a:xfrm>
              <a:off x="4724704" y="12123515"/>
              <a:ext cx="104775" cy="34925"/>
            </a:xfrm>
            <a:custGeom>
              <a:avLst/>
              <a:gdLst>
                <a:gd name="T0" fmla="*/ 21 w 39"/>
                <a:gd name="T1" fmla="*/ 12 h 13"/>
                <a:gd name="T2" fmla="*/ 38 w 39"/>
                <a:gd name="T3" fmla="*/ 3 h 13"/>
                <a:gd name="T4" fmla="*/ 18 w 39"/>
                <a:gd name="T5" fmla="*/ 3 h 13"/>
                <a:gd name="T6" fmla="*/ 1 w 39"/>
                <a:gd name="T7" fmla="*/ 11 h 13"/>
                <a:gd name="T8" fmla="*/ 21 w 39"/>
                <a:gd name="T9" fmla="*/ 12 h 13"/>
              </a:gdLst>
              <a:ahLst/>
              <a:cxnLst>
                <a:cxn ang="0">
                  <a:pos x="T0" y="T1"/>
                </a:cxn>
                <a:cxn ang="0">
                  <a:pos x="T2" y="T3"/>
                </a:cxn>
                <a:cxn ang="0">
                  <a:pos x="T4" y="T5"/>
                </a:cxn>
                <a:cxn ang="0">
                  <a:pos x="T6" y="T7"/>
                </a:cxn>
                <a:cxn ang="0">
                  <a:pos x="T8" y="T9"/>
                </a:cxn>
              </a:cxnLst>
              <a:rect l="0" t="0" r="r" b="b"/>
              <a:pathLst>
                <a:path w="39" h="13">
                  <a:moveTo>
                    <a:pt x="21" y="12"/>
                  </a:moveTo>
                  <a:cubicBezTo>
                    <a:pt x="31" y="10"/>
                    <a:pt x="39" y="6"/>
                    <a:pt x="38" y="3"/>
                  </a:cubicBezTo>
                  <a:cubicBezTo>
                    <a:pt x="37" y="1"/>
                    <a:pt x="28" y="0"/>
                    <a:pt x="18" y="3"/>
                  </a:cubicBezTo>
                  <a:cubicBezTo>
                    <a:pt x="8" y="5"/>
                    <a:pt x="0" y="9"/>
                    <a:pt x="1" y="11"/>
                  </a:cubicBezTo>
                  <a:cubicBezTo>
                    <a:pt x="3" y="13"/>
                    <a:pt x="12" y="13"/>
                    <a:pt x="2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48" name="Freeform 342"/>
            <p:cNvSpPr/>
            <p:nvPr/>
          </p:nvSpPr>
          <p:spPr bwMode="auto">
            <a:xfrm>
              <a:off x="4939017" y="12079065"/>
              <a:ext cx="103188" cy="41275"/>
            </a:xfrm>
            <a:custGeom>
              <a:avLst/>
              <a:gdLst>
                <a:gd name="T0" fmla="*/ 21 w 38"/>
                <a:gd name="T1" fmla="*/ 13 h 15"/>
                <a:gd name="T2" fmla="*/ 37 w 38"/>
                <a:gd name="T3" fmla="*/ 4 h 15"/>
                <a:gd name="T4" fmla="*/ 18 w 38"/>
                <a:gd name="T5" fmla="*/ 2 h 15"/>
                <a:gd name="T6" fmla="*/ 0 w 38"/>
                <a:gd name="T7" fmla="*/ 11 h 15"/>
                <a:gd name="T8" fmla="*/ 21 w 38"/>
                <a:gd name="T9" fmla="*/ 13 h 15"/>
              </a:gdLst>
              <a:ahLst/>
              <a:cxnLst>
                <a:cxn ang="0">
                  <a:pos x="T0" y="T1"/>
                </a:cxn>
                <a:cxn ang="0">
                  <a:pos x="T2" y="T3"/>
                </a:cxn>
                <a:cxn ang="0">
                  <a:pos x="T4" y="T5"/>
                </a:cxn>
                <a:cxn ang="0">
                  <a:pos x="T6" y="T7"/>
                </a:cxn>
                <a:cxn ang="0">
                  <a:pos x="T8" y="T9"/>
                </a:cxn>
              </a:cxnLst>
              <a:rect l="0" t="0" r="r" b="b"/>
              <a:pathLst>
                <a:path w="38" h="15">
                  <a:moveTo>
                    <a:pt x="21" y="13"/>
                  </a:moveTo>
                  <a:cubicBezTo>
                    <a:pt x="30" y="11"/>
                    <a:pt x="38" y="7"/>
                    <a:pt x="37" y="4"/>
                  </a:cubicBezTo>
                  <a:cubicBezTo>
                    <a:pt x="37" y="1"/>
                    <a:pt x="28" y="0"/>
                    <a:pt x="18" y="2"/>
                  </a:cubicBezTo>
                  <a:cubicBezTo>
                    <a:pt x="8" y="4"/>
                    <a:pt x="0" y="8"/>
                    <a:pt x="0" y="11"/>
                  </a:cubicBezTo>
                  <a:cubicBezTo>
                    <a:pt x="1" y="14"/>
                    <a:pt x="11" y="15"/>
                    <a:pt x="2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49" name="Freeform 343"/>
            <p:cNvSpPr/>
            <p:nvPr/>
          </p:nvSpPr>
          <p:spPr bwMode="auto">
            <a:xfrm>
              <a:off x="5150154" y="12033028"/>
              <a:ext cx="103188" cy="46038"/>
            </a:xfrm>
            <a:custGeom>
              <a:avLst/>
              <a:gdLst>
                <a:gd name="T0" fmla="*/ 21 w 38"/>
                <a:gd name="T1" fmla="*/ 16 h 17"/>
                <a:gd name="T2" fmla="*/ 38 w 38"/>
                <a:gd name="T3" fmla="*/ 6 h 17"/>
                <a:gd name="T4" fmla="*/ 18 w 38"/>
                <a:gd name="T5" fmla="*/ 2 h 17"/>
                <a:gd name="T6" fmla="*/ 1 w 38"/>
                <a:gd name="T7" fmla="*/ 12 h 17"/>
                <a:gd name="T8" fmla="*/ 21 w 38"/>
                <a:gd name="T9" fmla="*/ 16 h 17"/>
              </a:gdLst>
              <a:ahLst/>
              <a:cxnLst>
                <a:cxn ang="0">
                  <a:pos x="T0" y="T1"/>
                </a:cxn>
                <a:cxn ang="0">
                  <a:pos x="T2" y="T3"/>
                </a:cxn>
                <a:cxn ang="0">
                  <a:pos x="T4" y="T5"/>
                </a:cxn>
                <a:cxn ang="0">
                  <a:pos x="T6" y="T7"/>
                </a:cxn>
                <a:cxn ang="0">
                  <a:pos x="T8" y="T9"/>
                </a:cxn>
              </a:cxnLst>
              <a:rect l="0" t="0" r="r" b="b"/>
              <a:pathLst>
                <a:path w="38" h="17">
                  <a:moveTo>
                    <a:pt x="21" y="16"/>
                  </a:moveTo>
                  <a:cubicBezTo>
                    <a:pt x="31" y="14"/>
                    <a:pt x="38" y="10"/>
                    <a:pt x="38" y="6"/>
                  </a:cubicBezTo>
                  <a:cubicBezTo>
                    <a:pt x="37" y="2"/>
                    <a:pt x="28" y="0"/>
                    <a:pt x="18" y="2"/>
                  </a:cubicBezTo>
                  <a:cubicBezTo>
                    <a:pt x="8" y="4"/>
                    <a:pt x="0" y="9"/>
                    <a:pt x="1" y="12"/>
                  </a:cubicBezTo>
                  <a:cubicBezTo>
                    <a:pt x="1" y="16"/>
                    <a:pt x="11" y="17"/>
                    <a:pt x="2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50" name="Freeform 344"/>
            <p:cNvSpPr/>
            <p:nvPr/>
          </p:nvSpPr>
          <p:spPr bwMode="auto">
            <a:xfrm>
              <a:off x="5361292" y="11994928"/>
              <a:ext cx="106363" cy="49213"/>
            </a:xfrm>
            <a:custGeom>
              <a:avLst/>
              <a:gdLst>
                <a:gd name="T0" fmla="*/ 21 w 39"/>
                <a:gd name="T1" fmla="*/ 17 h 18"/>
                <a:gd name="T2" fmla="*/ 38 w 39"/>
                <a:gd name="T3" fmla="*/ 6 h 18"/>
                <a:gd name="T4" fmla="*/ 17 w 39"/>
                <a:gd name="T5" fmla="*/ 2 h 18"/>
                <a:gd name="T6" fmla="*/ 1 w 39"/>
                <a:gd name="T7" fmla="*/ 12 h 18"/>
                <a:gd name="T8" fmla="*/ 21 w 39"/>
                <a:gd name="T9" fmla="*/ 17 h 18"/>
              </a:gdLst>
              <a:ahLst/>
              <a:cxnLst>
                <a:cxn ang="0">
                  <a:pos x="T0" y="T1"/>
                </a:cxn>
                <a:cxn ang="0">
                  <a:pos x="T2" y="T3"/>
                </a:cxn>
                <a:cxn ang="0">
                  <a:pos x="T4" y="T5"/>
                </a:cxn>
                <a:cxn ang="0">
                  <a:pos x="T6" y="T7"/>
                </a:cxn>
                <a:cxn ang="0">
                  <a:pos x="T8" y="T9"/>
                </a:cxn>
              </a:cxnLst>
              <a:rect l="0" t="0" r="r" b="b"/>
              <a:pathLst>
                <a:path w="39" h="18">
                  <a:moveTo>
                    <a:pt x="21" y="17"/>
                  </a:moveTo>
                  <a:cubicBezTo>
                    <a:pt x="31" y="16"/>
                    <a:pt x="39" y="11"/>
                    <a:pt x="38" y="6"/>
                  </a:cubicBezTo>
                  <a:cubicBezTo>
                    <a:pt x="36" y="2"/>
                    <a:pt x="27" y="0"/>
                    <a:pt x="17" y="2"/>
                  </a:cubicBezTo>
                  <a:cubicBezTo>
                    <a:pt x="7" y="3"/>
                    <a:pt x="0" y="8"/>
                    <a:pt x="1" y="12"/>
                  </a:cubicBezTo>
                  <a:cubicBezTo>
                    <a:pt x="1" y="16"/>
                    <a:pt x="11" y="18"/>
                    <a:pt x="2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51" name="Freeform 345"/>
            <p:cNvSpPr/>
            <p:nvPr/>
          </p:nvSpPr>
          <p:spPr bwMode="auto">
            <a:xfrm>
              <a:off x="5574017" y="11966353"/>
              <a:ext cx="104775" cy="57150"/>
            </a:xfrm>
            <a:custGeom>
              <a:avLst/>
              <a:gdLst>
                <a:gd name="T0" fmla="*/ 38 w 39"/>
                <a:gd name="T1" fmla="*/ 9 h 21"/>
                <a:gd name="T2" fmla="*/ 18 w 39"/>
                <a:gd name="T3" fmla="*/ 1 h 21"/>
                <a:gd name="T4" fmla="*/ 1 w 39"/>
                <a:gd name="T5" fmla="*/ 13 h 21"/>
                <a:gd name="T6" fmla="*/ 21 w 39"/>
                <a:gd name="T7" fmla="*/ 20 h 21"/>
                <a:gd name="T8" fmla="*/ 38 w 39"/>
                <a:gd name="T9" fmla="*/ 9 h 21"/>
              </a:gdLst>
              <a:ahLst/>
              <a:cxnLst>
                <a:cxn ang="0">
                  <a:pos x="T0" y="T1"/>
                </a:cxn>
                <a:cxn ang="0">
                  <a:pos x="T2" y="T3"/>
                </a:cxn>
                <a:cxn ang="0">
                  <a:pos x="T4" y="T5"/>
                </a:cxn>
                <a:cxn ang="0">
                  <a:pos x="T6" y="T7"/>
                </a:cxn>
                <a:cxn ang="0">
                  <a:pos x="T8" y="T9"/>
                </a:cxn>
              </a:cxnLst>
              <a:rect l="0" t="0" r="r" b="b"/>
              <a:pathLst>
                <a:path w="39" h="21">
                  <a:moveTo>
                    <a:pt x="38" y="9"/>
                  </a:moveTo>
                  <a:cubicBezTo>
                    <a:pt x="37" y="3"/>
                    <a:pt x="28" y="0"/>
                    <a:pt x="18" y="1"/>
                  </a:cubicBezTo>
                  <a:cubicBezTo>
                    <a:pt x="8" y="2"/>
                    <a:pt x="0" y="8"/>
                    <a:pt x="1" y="13"/>
                  </a:cubicBezTo>
                  <a:cubicBezTo>
                    <a:pt x="2" y="17"/>
                    <a:pt x="11" y="21"/>
                    <a:pt x="21" y="20"/>
                  </a:cubicBezTo>
                  <a:cubicBezTo>
                    <a:pt x="31" y="20"/>
                    <a:pt x="39" y="15"/>
                    <a:pt x="38"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52" name="Freeform 346"/>
            <p:cNvSpPr/>
            <p:nvPr/>
          </p:nvSpPr>
          <p:spPr bwMode="auto">
            <a:xfrm>
              <a:off x="5785154" y="11947303"/>
              <a:ext cx="106363" cy="61913"/>
            </a:xfrm>
            <a:custGeom>
              <a:avLst/>
              <a:gdLst>
                <a:gd name="T0" fmla="*/ 38 w 39"/>
                <a:gd name="T1" fmla="*/ 11 h 23"/>
                <a:gd name="T2" fmla="*/ 19 w 39"/>
                <a:gd name="T3" fmla="*/ 0 h 23"/>
                <a:gd name="T4" fmla="*/ 1 w 39"/>
                <a:gd name="T5" fmla="*/ 13 h 23"/>
                <a:gd name="T6" fmla="*/ 22 w 39"/>
                <a:gd name="T7" fmla="*/ 23 h 23"/>
                <a:gd name="T8" fmla="*/ 38 w 39"/>
                <a:gd name="T9" fmla="*/ 11 h 23"/>
              </a:gdLst>
              <a:ahLst/>
              <a:cxnLst>
                <a:cxn ang="0">
                  <a:pos x="T0" y="T1"/>
                </a:cxn>
                <a:cxn ang="0">
                  <a:pos x="T2" y="T3"/>
                </a:cxn>
                <a:cxn ang="0">
                  <a:pos x="T4" y="T5"/>
                </a:cxn>
                <a:cxn ang="0">
                  <a:pos x="T6" y="T7"/>
                </a:cxn>
                <a:cxn ang="0">
                  <a:pos x="T8" y="T9"/>
                </a:cxn>
              </a:cxnLst>
              <a:rect l="0" t="0" r="r" b="b"/>
              <a:pathLst>
                <a:path w="39" h="23">
                  <a:moveTo>
                    <a:pt x="38" y="11"/>
                  </a:moveTo>
                  <a:cubicBezTo>
                    <a:pt x="38" y="4"/>
                    <a:pt x="29" y="0"/>
                    <a:pt x="19" y="0"/>
                  </a:cubicBezTo>
                  <a:cubicBezTo>
                    <a:pt x="8" y="1"/>
                    <a:pt x="0" y="6"/>
                    <a:pt x="1" y="13"/>
                  </a:cubicBezTo>
                  <a:cubicBezTo>
                    <a:pt x="2" y="18"/>
                    <a:pt x="12" y="23"/>
                    <a:pt x="22" y="23"/>
                  </a:cubicBezTo>
                  <a:cubicBezTo>
                    <a:pt x="31" y="23"/>
                    <a:pt x="39" y="18"/>
                    <a:pt x="38"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53" name="Freeform 347"/>
            <p:cNvSpPr/>
            <p:nvPr/>
          </p:nvSpPr>
          <p:spPr bwMode="auto">
            <a:xfrm>
              <a:off x="5999467" y="11929840"/>
              <a:ext cx="106363" cy="76200"/>
            </a:xfrm>
            <a:custGeom>
              <a:avLst/>
              <a:gdLst>
                <a:gd name="T0" fmla="*/ 21 w 39"/>
                <a:gd name="T1" fmla="*/ 28 h 28"/>
                <a:gd name="T2" fmla="*/ 37 w 39"/>
                <a:gd name="T3" fmla="*/ 13 h 28"/>
                <a:gd name="T4" fmla="*/ 16 w 39"/>
                <a:gd name="T5" fmla="*/ 1 h 28"/>
                <a:gd name="T6" fmla="*/ 0 w 39"/>
                <a:gd name="T7" fmla="*/ 15 h 28"/>
                <a:gd name="T8" fmla="*/ 21 w 39"/>
                <a:gd name="T9" fmla="*/ 28 h 28"/>
              </a:gdLst>
              <a:ahLst/>
              <a:cxnLst>
                <a:cxn ang="0">
                  <a:pos x="T0" y="T1"/>
                </a:cxn>
                <a:cxn ang="0">
                  <a:pos x="T2" y="T3"/>
                </a:cxn>
                <a:cxn ang="0">
                  <a:pos x="T4" y="T5"/>
                </a:cxn>
                <a:cxn ang="0">
                  <a:pos x="T6" y="T7"/>
                </a:cxn>
                <a:cxn ang="0">
                  <a:pos x="T8" y="T9"/>
                </a:cxn>
              </a:cxnLst>
              <a:rect l="0" t="0" r="r" b="b"/>
              <a:pathLst>
                <a:path w="39" h="28">
                  <a:moveTo>
                    <a:pt x="21" y="28"/>
                  </a:moveTo>
                  <a:cubicBezTo>
                    <a:pt x="31" y="28"/>
                    <a:pt x="39" y="21"/>
                    <a:pt x="37" y="13"/>
                  </a:cubicBezTo>
                  <a:cubicBezTo>
                    <a:pt x="36" y="5"/>
                    <a:pt x="27" y="0"/>
                    <a:pt x="16" y="1"/>
                  </a:cubicBezTo>
                  <a:cubicBezTo>
                    <a:pt x="7" y="2"/>
                    <a:pt x="0" y="8"/>
                    <a:pt x="0" y="15"/>
                  </a:cubicBezTo>
                  <a:cubicBezTo>
                    <a:pt x="1" y="22"/>
                    <a:pt x="11" y="28"/>
                    <a:pt x="21"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54" name="Freeform 348"/>
            <p:cNvSpPr/>
            <p:nvPr/>
          </p:nvSpPr>
          <p:spPr bwMode="auto">
            <a:xfrm>
              <a:off x="6209017" y="11920315"/>
              <a:ext cx="107950" cy="88900"/>
            </a:xfrm>
            <a:custGeom>
              <a:avLst/>
              <a:gdLst>
                <a:gd name="T0" fmla="*/ 22 w 40"/>
                <a:gd name="T1" fmla="*/ 32 h 33"/>
                <a:gd name="T2" fmla="*/ 38 w 40"/>
                <a:gd name="T3" fmla="*/ 16 h 33"/>
                <a:gd name="T4" fmla="*/ 18 w 40"/>
                <a:gd name="T5" fmla="*/ 1 h 33"/>
                <a:gd name="T6" fmla="*/ 2 w 40"/>
                <a:gd name="T7" fmla="*/ 17 h 33"/>
                <a:gd name="T8" fmla="*/ 22 w 40"/>
                <a:gd name="T9" fmla="*/ 32 h 33"/>
              </a:gdLst>
              <a:ahLst/>
              <a:cxnLst>
                <a:cxn ang="0">
                  <a:pos x="T0" y="T1"/>
                </a:cxn>
                <a:cxn ang="0">
                  <a:pos x="T2" y="T3"/>
                </a:cxn>
                <a:cxn ang="0">
                  <a:pos x="T4" y="T5"/>
                </a:cxn>
                <a:cxn ang="0">
                  <a:pos x="T6" y="T7"/>
                </a:cxn>
                <a:cxn ang="0">
                  <a:pos x="T8" y="T9"/>
                </a:cxn>
              </a:cxnLst>
              <a:rect l="0" t="0" r="r" b="b"/>
              <a:pathLst>
                <a:path w="40" h="33">
                  <a:moveTo>
                    <a:pt x="22" y="32"/>
                  </a:moveTo>
                  <a:cubicBezTo>
                    <a:pt x="32" y="33"/>
                    <a:pt x="40" y="25"/>
                    <a:pt x="38" y="16"/>
                  </a:cubicBezTo>
                  <a:cubicBezTo>
                    <a:pt x="37" y="7"/>
                    <a:pt x="28" y="0"/>
                    <a:pt x="18" y="1"/>
                  </a:cubicBezTo>
                  <a:cubicBezTo>
                    <a:pt x="7" y="2"/>
                    <a:pt x="0" y="9"/>
                    <a:pt x="2" y="17"/>
                  </a:cubicBezTo>
                  <a:cubicBezTo>
                    <a:pt x="3" y="25"/>
                    <a:pt x="12" y="32"/>
                    <a:pt x="22"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55" name="Freeform 349"/>
            <p:cNvSpPr/>
            <p:nvPr/>
          </p:nvSpPr>
          <p:spPr bwMode="auto">
            <a:xfrm>
              <a:off x="6423329" y="11910790"/>
              <a:ext cx="106363" cy="101600"/>
            </a:xfrm>
            <a:custGeom>
              <a:avLst/>
              <a:gdLst>
                <a:gd name="T0" fmla="*/ 22 w 39"/>
                <a:gd name="T1" fmla="*/ 37 h 37"/>
                <a:gd name="T2" fmla="*/ 38 w 39"/>
                <a:gd name="T3" fmla="*/ 18 h 37"/>
                <a:gd name="T4" fmla="*/ 16 w 39"/>
                <a:gd name="T5" fmla="*/ 1 h 37"/>
                <a:gd name="T6" fmla="*/ 1 w 39"/>
                <a:gd name="T7" fmla="*/ 19 h 37"/>
                <a:gd name="T8" fmla="*/ 22 w 39"/>
                <a:gd name="T9" fmla="*/ 37 h 37"/>
              </a:gdLst>
              <a:ahLst/>
              <a:cxnLst>
                <a:cxn ang="0">
                  <a:pos x="T0" y="T1"/>
                </a:cxn>
                <a:cxn ang="0">
                  <a:pos x="T2" y="T3"/>
                </a:cxn>
                <a:cxn ang="0">
                  <a:pos x="T4" y="T5"/>
                </a:cxn>
                <a:cxn ang="0">
                  <a:pos x="T6" y="T7"/>
                </a:cxn>
                <a:cxn ang="0">
                  <a:pos x="T8" y="T9"/>
                </a:cxn>
              </a:cxnLst>
              <a:rect l="0" t="0" r="r" b="b"/>
              <a:pathLst>
                <a:path w="39" h="37">
                  <a:moveTo>
                    <a:pt x="22" y="37"/>
                  </a:moveTo>
                  <a:cubicBezTo>
                    <a:pt x="32" y="37"/>
                    <a:pt x="39" y="28"/>
                    <a:pt x="38" y="18"/>
                  </a:cubicBezTo>
                  <a:cubicBezTo>
                    <a:pt x="36" y="7"/>
                    <a:pt x="27" y="0"/>
                    <a:pt x="16" y="1"/>
                  </a:cubicBezTo>
                  <a:cubicBezTo>
                    <a:pt x="7" y="2"/>
                    <a:pt x="0" y="9"/>
                    <a:pt x="1" y="19"/>
                  </a:cubicBezTo>
                  <a:cubicBezTo>
                    <a:pt x="2" y="28"/>
                    <a:pt x="12" y="37"/>
                    <a:pt x="22"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56" name="Freeform 350"/>
            <p:cNvSpPr/>
            <p:nvPr/>
          </p:nvSpPr>
          <p:spPr bwMode="auto">
            <a:xfrm>
              <a:off x="4088117" y="12248928"/>
              <a:ext cx="103188" cy="23813"/>
            </a:xfrm>
            <a:custGeom>
              <a:avLst/>
              <a:gdLst>
                <a:gd name="T0" fmla="*/ 21 w 38"/>
                <a:gd name="T1" fmla="*/ 7 h 9"/>
                <a:gd name="T2" fmla="*/ 38 w 38"/>
                <a:gd name="T3" fmla="*/ 2 h 9"/>
                <a:gd name="T4" fmla="*/ 18 w 38"/>
                <a:gd name="T5" fmla="*/ 2 h 9"/>
                <a:gd name="T6" fmla="*/ 0 w 38"/>
                <a:gd name="T7" fmla="*/ 7 h 9"/>
                <a:gd name="T8" fmla="*/ 21 w 38"/>
                <a:gd name="T9" fmla="*/ 7 h 9"/>
              </a:gdLst>
              <a:ahLst/>
              <a:cxnLst>
                <a:cxn ang="0">
                  <a:pos x="T0" y="T1"/>
                </a:cxn>
                <a:cxn ang="0">
                  <a:pos x="T2" y="T3"/>
                </a:cxn>
                <a:cxn ang="0">
                  <a:pos x="T4" y="T5"/>
                </a:cxn>
                <a:cxn ang="0">
                  <a:pos x="T6" y="T7"/>
                </a:cxn>
                <a:cxn ang="0">
                  <a:pos x="T8" y="T9"/>
                </a:cxn>
              </a:cxnLst>
              <a:rect l="0" t="0" r="r" b="b"/>
              <a:pathLst>
                <a:path w="38" h="9">
                  <a:moveTo>
                    <a:pt x="21" y="7"/>
                  </a:moveTo>
                  <a:cubicBezTo>
                    <a:pt x="31" y="6"/>
                    <a:pt x="38" y="3"/>
                    <a:pt x="38" y="2"/>
                  </a:cubicBezTo>
                  <a:cubicBezTo>
                    <a:pt x="37" y="0"/>
                    <a:pt x="29" y="0"/>
                    <a:pt x="18" y="2"/>
                  </a:cubicBezTo>
                  <a:cubicBezTo>
                    <a:pt x="8" y="3"/>
                    <a:pt x="0" y="6"/>
                    <a:pt x="0" y="7"/>
                  </a:cubicBezTo>
                  <a:cubicBezTo>
                    <a:pt x="1" y="9"/>
                    <a:pt x="11" y="9"/>
                    <a:pt x="2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57" name="Freeform 351"/>
            <p:cNvSpPr/>
            <p:nvPr/>
          </p:nvSpPr>
          <p:spPr bwMode="auto">
            <a:xfrm>
              <a:off x="3873804" y="12280678"/>
              <a:ext cx="106363" cy="19050"/>
            </a:xfrm>
            <a:custGeom>
              <a:avLst/>
              <a:gdLst>
                <a:gd name="T0" fmla="*/ 21 w 39"/>
                <a:gd name="T1" fmla="*/ 6 h 7"/>
                <a:gd name="T2" fmla="*/ 38 w 39"/>
                <a:gd name="T3" fmla="*/ 1 h 7"/>
                <a:gd name="T4" fmla="*/ 18 w 39"/>
                <a:gd name="T5" fmla="*/ 1 h 7"/>
                <a:gd name="T6" fmla="*/ 1 w 39"/>
                <a:gd name="T7" fmla="*/ 6 h 7"/>
                <a:gd name="T8" fmla="*/ 21 w 39"/>
                <a:gd name="T9" fmla="*/ 6 h 7"/>
              </a:gdLst>
              <a:ahLst/>
              <a:cxnLst>
                <a:cxn ang="0">
                  <a:pos x="T0" y="T1"/>
                </a:cxn>
                <a:cxn ang="0">
                  <a:pos x="T2" y="T3"/>
                </a:cxn>
                <a:cxn ang="0">
                  <a:pos x="T4" y="T5"/>
                </a:cxn>
                <a:cxn ang="0">
                  <a:pos x="T6" y="T7"/>
                </a:cxn>
                <a:cxn ang="0">
                  <a:pos x="T8" y="T9"/>
                </a:cxn>
              </a:cxnLst>
              <a:rect l="0" t="0" r="r" b="b"/>
              <a:pathLst>
                <a:path w="39" h="7">
                  <a:moveTo>
                    <a:pt x="21" y="6"/>
                  </a:moveTo>
                  <a:cubicBezTo>
                    <a:pt x="31" y="5"/>
                    <a:pt x="39" y="3"/>
                    <a:pt x="38" y="1"/>
                  </a:cubicBezTo>
                  <a:cubicBezTo>
                    <a:pt x="37" y="0"/>
                    <a:pt x="28" y="0"/>
                    <a:pt x="18" y="1"/>
                  </a:cubicBezTo>
                  <a:cubicBezTo>
                    <a:pt x="7" y="2"/>
                    <a:pt x="0" y="4"/>
                    <a:pt x="1" y="6"/>
                  </a:cubicBezTo>
                  <a:cubicBezTo>
                    <a:pt x="2" y="7"/>
                    <a:pt x="11" y="7"/>
                    <a:pt x="2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58" name="Freeform 352"/>
            <p:cNvSpPr/>
            <p:nvPr/>
          </p:nvSpPr>
          <p:spPr bwMode="auto">
            <a:xfrm>
              <a:off x="3659492" y="12299728"/>
              <a:ext cx="106363" cy="15875"/>
            </a:xfrm>
            <a:custGeom>
              <a:avLst/>
              <a:gdLst>
                <a:gd name="T0" fmla="*/ 22 w 39"/>
                <a:gd name="T1" fmla="*/ 5 h 6"/>
                <a:gd name="T2" fmla="*/ 38 w 39"/>
                <a:gd name="T3" fmla="*/ 2 h 6"/>
                <a:gd name="T4" fmla="*/ 18 w 39"/>
                <a:gd name="T5" fmla="*/ 0 h 6"/>
                <a:gd name="T6" fmla="*/ 1 w 39"/>
                <a:gd name="T7" fmla="*/ 3 h 6"/>
                <a:gd name="T8" fmla="*/ 22 w 39"/>
                <a:gd name="T9" fmla="*/ 5 h 6"/>
              </a:gdLst>
              <a:ahLst/>
              <a:cxnLst>
                <a:cxn ang="0">
                  <a:pos x="T0" y="T1"/>
                </a:cxn>
                <a:cxn ang="0">
                  <a:pos x="T2" y="T3"/>
                </a:cxn>
                <a:cxn ang="0">
                  <a:pos x="T4" y="T5"/>
                </a:cxn>
                <a:cxn ang="0">
                  <a:pos x="T6" y="T7"/>
                </a:cxn>
                <a:cxn ang="0">
                  <a:pos x="T8" y="T9"/>
                </a:cxn>
              </a:cxnLst>
              <a:rect l="0" t="0" r="r" b="b"/>
              <a:pathLst>
                <a:path w="39" h="6">
                  <a:moveTo>
                    <a:pt x="22" y="5"/>
                  </a:moveTo>
                  <a:cubicBezTo>
                    <a:pt x="32" y="5"/>
                    <a:pt x="39" y="4"/>
                    <a:pt x="38" y="2"/>
                  </a:cubicBezTo>
                  <a:cubicBezTo>
                    <a:pt x="38" y="1"/>
                    <a:pt x="29" y="0"/>
                    <a:pt x="18" y="0"/>
                  </a:cubicBezTo>
                  <a:cubicBezTo>
                    <a:pt x="8" y="0"/>
                    <a:pt x="0" y="2"/>
                    <a:pt x="1" y="3"/>
                  </a:cubicBezTo>
                  <a:cubicBezTo>
                    <a:pt x="2" y="4"/>
                    <a:pt x="12" y="6"/>
                    <a:pt x="2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59" name="Freeform 353"/>
            <p:cNvSpPr/>
            <p:nvPr/>
          </p:nvSpPr>
          <p:spPr bwMode="auto">
            <a:xfrm>
              <a:off x="3445179" y="12299728"/>
              <a:ext cx="106363" cy="15875"/>
            </a:xfrm>
            <a:custGeom>
              <a:avLst/>
              <a:gdLst>
                <a:gd name="T0" fmla="*/ 38 w 39"/>
                <a:gd name="T1" fmla="*/ 3 h 6"/>
                <a:gd name="T2" fmla="*/ 19 w 39"/>
                <a:gd name="T3" fmla="*/ 0 h 6"/>
                <a:gd name="T4" fmla="*/ 1 w 39"/>
                <a:gd name="T5" fmla="*/ 2 h 6"/>
                <a:gd name="T6" fmla="*/ 22 w 39"/>
                <a:gd name="T7" fmla="*/ 5 h 6"/>
                <a:gd name="T8" fmla="*/ 38 w 39"/>
                <a:gd name="T9" fmla="*/ 3 h 6"/>
              </a:gdLst>
              <a:ahLst/>
              <a:cxnLst>
                <a:cxn ang="0">
                  <a:pos x="T0" y="T1"/>
                </a:cxn>
                <a:cxn ang="0">
                  <a:pos x="T2" y="T3"/>
                </a:cxn>
                <a:cxn ang="0">
                  <a:pos x="T4" y="T5"/>
                </a:cxn>
                <a:cxn ang="0">
                  <a:pos x="T6" y="T7"/>
                </a:cxn>
                <a:cxn ang="0">
                  <a:pos x="T8" y="T9"/>
                </a:cxn>
              </a:cxnLst>
              <a:rect l="0" t="0" r="r" b="b"/>
              <a:pathLst>
                <a:path w="39" h="6">
                  <a:moveTo>
                    <a:pt x="38" y="3"/>
                  </a:moveTo>
                  <a:cubicBezTo>
                    <a:pt x="38" y="1"/>
                    <a:pt x="29" y="0"/>
                    <a:pt x="19" y="0"/>
                  </a:cubicBezTo>
                  <a:cubicBezTo>
                    <a:pt x="8" y="0"/>
                    <a:pt x="0" y="1"/>
                    <a:pt x="1" y="2"/>
                  </a:cubicBezTo>
                  <a:cubicBezTo>
                    <a:pt x="2" y="4"/>
                    <a:pt x="11" y="5"/>
                    <a:pt x="22" y="5"/>
                  </a:cubicBezTo>
                  <a:cubicBezTo>
                    <a:pt x="31" y="6"/>
                    <a:pt x="39" y="4"/>
                    <a:pt x="3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60" name="Freeform 354"/>
            <p:cNvSpPr/>
            <p:nvPr/>
          </p:nvSpPr>
          <p:spPr bwMode="auto">
            <a:xfrm>
              <a:off x="3230867" y="12291790"/>
              <a:ext cx="106363" cy="15875"/>
            </a:xfrm>
            <a:custGeom>
              <a:avLst/>
              <a:gdLst>
                <a:gd name="T0" fmla="*/ 38 w 39"/>
                <a:gd name="T1" fmla="*/ 4 h 6"/>
                <a:gd name="T2" fmla="*/ 18 w 39"/>
                <a:gd name="T3" fmla="*/ 1 h 6"/>
                <a:gd name="T4" fmla="*/ 0 w 39"/>
                <a:gd name="T5" fmla="*/ 2 h 6"/>
                <a:gd name="T6" fmla="*/ 20 w 39"/>
                <a:gd name="T7" fmla="*/ 6 h 6"/>
                <a:gd name="T8" fmla="*/ 38 w 39"/>
                <a:gd name="T9" fmla="*/ 4 h 6"/>
              </a:gdLst>
              <a:ahLst/>
              <a:cxnLst>
                <a:cxn ang="0">
                  <a:pos x="T0" y="T1"/>
                </a:cxn>
                <a:cxn ang="0">
                  <a:pos x="T2" y="T3"/>
                </a:cxn>
                <a:cxn ang="0">
                  <a:pos x="T4" y="T5"/>
                </a:cxn>
                <a:cxn ang="0">
                  <a:pos x="T6" y="T7"/>
                </a:cxn>
                <a:cxn ang="0">
                  <a:pos x="T8" y="T9"/>
                </a:cxn>
              </a:cxnLst>
              <a:rect l="0" t="0" r="r" b="b"/>
              <a:pathLst>
                <a:path w="39" h="6">
                  <a:moveTo>
                    <a:pt x="38" y="4"/>
                  </a:moveTo>
                  <a:cubicBezTo>
                    <a:pt x="37" y="2"/>
                    <a:pt x="29" y="1"/>
                    <a:pt x="18" y="1"/>
                  </a:cubicBezTo>
                  <a:cubicBezTo>
                    <a:pt x="8" y="0"/>
                    <a:pt x="0" y="1"/>
                    <a:pt x="0" y="2"/>
                  </a:cubicBezTo>
                  <a:cubicBezTo>
                    <a:pt x="1" y="4"/>
                    <a:pt x="10" y="5"/>
                    <a:pt x="20" y="6"/>
                  </a:cubicBezTo>
                  <a:cubicBezTo>
                    <a:pt x="30" y="6"/>
                    <a:pt x="39" y="5"/>
                    <a:pt x="38"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61" name="Freeform 355"/>
            <p:cNvSpPr/>
            <p:nvPr/>
          </p:nvSpPr>
          <p:spPr bwMode="auto">
            <a:xfrm>
              <a:off x="3013379" y="12280678"/>
              <a:ext cx="106363" cy="15875"/>
            </a:xfrm>
            <a:custGeom>
              <a:avLst/>
              <a:gdLst>
                <a:gd name="T0" fmla="*/ 39 w 39"/>
                <a:gd name="T1" fmla="*/ 4 h 6"/>
                <a:gd name="T2" fmla="*/ 18 w 39"/>
                <a:gd name="T3" fmla="*/ 0 h 6"/>
                <a:gd name="T4" fmla="*/ 1 w 39"/>
                <a:gd name="T5" fmla="*/ 2 h 6"/>
                <a:gd name="T6" fmla="*/ 21 w 39"/>
                <a:gd name="T7" fmla="*/ 5 h 6"/>
                <a:gd name="T8" fmla="*/ 39 w 39"/>
                <a:gd name="T9" fmla="*/ 4 h 6"/>
              </a:gdLst>
              <a:ahLst/>
              <a:cxnLst>
                <a:cxn ang="0">
                  <a:pos x="T0" y="T1"/>
                </a:cxn>
                <a:cxn ang="0">
                  <a:pos x="T2" y="T3"/>
                </a:cxn>
                <a:cxn ang="0">
                  <a:pos x="T4" y="T5"/>
                </a:cxn>
                <a:cxn ang="0">
                  <a:pos x="T6" y="T7"/>
                </a:cxn>
                <a:cxn ang="0">
                  <a:pos x="T8" y="T9"/>
                </a:cxn>
              </a:cxnLst>
              <a:rect l="0" t="0" r="r" b="b"/>
              <a:pathLst>
                <a:path w="39" h="6">
                  <a:moveTo>
                    <a:pt x="39" y="4"/>
                  </a:moveTo>
                  <a:cubicBezTo>
                    <a:pt x="38" y="2"/>
                    <a:pt x="29" y="1"/>
                    <a:pt x="18" y="0"/>
                  </a:cubicBezTo>
                  <a:cubicBezTo>
                    <a:pt x="8" y="0"/>
                    <a:pt x="0" y="0"/>
                    <a:pt x="1" y="2"/>
                  </a:cubicBezTo>
                  <a:cubicBezTo>
                    <a:pt x="2" y="3"/>
                    <a:pt x="11" y="5"/>
                    <a:pt x="21" y="5"/>
                  </a:cubicBezTo>
                  <a:cubicBezTo>
                    <a:pt x="31" y="6"/>
                    <a:pt x="39" y="5"/>
                    <a:pt x="3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62" name="Freeform 356"/>
            <p:cNvSpPr/>
            <p:nvPr/>
          </p:nvSpPr>
          <p:spPr bwMode="auto">
            <a:xfrm>
              <a:off x="2799067" y="12264803"/>
              <a:ext cx="106363" cy="19050"/>
            </a:xfrm>
            <a:custGeom>
              <a:avLst/>
              <a:gdLst>
                <a:gd name="T0" fmla="*/ 38 w 39"/>
                <a:gd name="T1" fmla="*/ 5 h 7"/>
                <a:gd name="T2" fmla="*/ 18 w 39"/>
                <a:gd name="T3" fmla="*/ 1 h 7"/>
                <a:gd name="T4" fmla="*/ 1 w 39"/>
                <a:gd name="T5" fmla="*/ 2 h 7"/>
                <a:gd name="T6" fmla="*/ 22 w 39"/>
                <a:gd name="T7" fmla="*/ 6 h 7"/>
                <a:gd name="T8" fmla="*/ 38 w 39"/>
                <a:gd name="T9" fmla="*/ 5 h 7"/>
              </a:gdLst>
              <a:ahLst/>
              <a:cxnLst>
                <a:cxn ang="0">
                  <a:pos x="T0" y="T1"/>
                </a:cxn>
                <a:cxn ang="0">
                  <a:pos x="T2" y="T3"/>
                </a:cxn>
                <a:cxn ang="0">
                  <a:pos x="T4" y="T5"/>
                </a:cxn>
                <a:cxn ang="0">
                  <a:pos x="T6" y="T7"/>
                </a:cxn>
                <a:cxn ang="0">
                  <a:pos x="T8" y="T9"/>
                </a:cxn>
              </a:cxnLst>
              <a:rect l="0" t="0" r="r" b="b"/>
              <a:pathLst>
                <a:path w="39" h="7">
                  <a:moveTo>
                    <a:pt x="38" y="5"/>
                  </a:moveTo>
                  <a:cubicBezTo>
                    <a:pt x="37" y="3"/>
                    <a:pt x="29" y="2"/>
                    <a:pt x="18" y="1"/>
                  </a:cubicBezTo>
                  <a:cubicBezTo>
                    <a:pt x="8" y="0"/>
                    <a:pt x="0" y="1"/>
                    <a:pt x="1" y="2"/>
                  </a:cubicBezTo>
                  <a:cubicBezTo>
                    <a:pt x="2" y="3"/>
                    <a:pt x="12" y="5"/>
                    <a:pt x="22" y="6"/>
                  </a:cubicBezTo>
                  <a:cubicBezTo>
                    <a:pt x="31" y="7"/>
                    <a:pt x="39" y="6"/>
                    <a:pt x="38"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63" name="Freeform 357"/>
            <p:cNvSpPr/>
            <p:nvPr/>
          </p:nvSpPr>
          <p:spPr bwMode="auto">
            <a:xfrm>
              <a:off x="2583167" y="12250515"/>
              <a:ext cx="107950" cy="15875"/>
            </a:xfrm>
            <a:custGeom>
              <a:avLst/>
              <a:gdLst>
                <a:gd name="T0" fmla="*/ 39 w 40"/>
                <a:gd name="T1" fmla="*/ 4 h 6"/>
                <a:gd name="T2" fmla="*/ 18 w 40"/>
                <a:gd name="T3" fmla="*/ 0 h 6"/>
                <a:gd name="T4" fmla="*/ 1 w 40"/>
                <a:gd name="T5" fmla="*/ 1 h 6"/>
                <a:gd name="T6" fmla="*/ 21 w 40"/>
                <a:gd name="T7" fmla="*/ 5 h 6"/>
                <a:gd name="T8" fmla="*/ 39 w 40"/>
                <a:gd name="T9" fmla="*/ 4 h 6"/>
              </a:gdLst>
              <a:ahLst/>
              <a:cxnLst>
                <a:cxn ang="0">
                  <a:pos x="T0" y="T1"/>
                </a:cxn>
                <a:cxn ang="0">
                  <a:pos x="T2" y="T3"/>
                </a:cxn>
                <a:cxn ang="0">
                  <a:pos x="T4" y="T5"/>
                </a:cxn>
                <a:cxn ang="0">
                  <a:pos x="T6" y="T7"/>
                </a:cxn>
                <a:cxn ang="0">
                  <a:pos x="T8" y="T9"/>
                </a:cxn>
              </a:cxnLst>
              <a:rect l="0" t="0" r="r" b="b"/>
              <a:pathLst>
                <a:path w="40" h="6">
                  <a:moveTo>
                    <a:pt x="39" y="4"/>
                  </a:moveTo>
                  <a:cubicBezTo>
                    <a:pt x="38" y="2"/>
                    <a:pt x="28" y="1"/>
                    <a:pt x="18" y="0"/>
                  </a:cubicBezTo>
                  <a:cubicBezTo>
                    <a:pt x="7" y="0"/>
                    <a:pt x="0" y="0"/>
                    <a:pt x="1" y="1"/>
                  </a:cubicBezTo>
                  <a:cubicBezTo>
                    <a:pt x="2" y="2"/>
                    <a:pt x="12" y="4"/>
                    <a:pt x="21" y="5"/>
                  </a:cubicBezTo>
                  <a:cubicBezTo>
                    <a:pt x="32" y="6"/>
                    <a:pt x="40" y="5"/>
                    <a:pt x="3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64" name="Freeform 358"/>
            <p:cNvSpPr/>
            <p:nvPr/>
          </p:nvSpPr>
          <p:spPr bwMode="auto">
            <a:xfrm>
              <a:off x="2368854" y="12237815"/>
              <a:ext cx="104775" cy="12700"/>
            </a:xfrm>
            <a:custGeom>
              <a:avLst/>
              <a:gdLst>
                <a:gd name="T0" fmla="*/ 38 w 39"/>
                <a:gd name="T1" fmla="*/ 3 h 5"/>
                <a:gd name="T2" fmla="*/ 18 w 39"/>
                <a:gd name="T3" fmla="*/ 0 h 5"/>
                <a:gd name="T4" fmla="*/ 1 w 39"/>
                <a:gd name="T5" fmla="*/ 1 h 5"/>
                <a:gd name="T6" fmla="*/ 22 w 39"/>
                <a:gd name="T7" fmla="*/ 5 h 5"/>
                <a:gd name="T8" fmla="*/ 38 w 39"/>
                <a:gd name="T9" fmla="*/ 3 h 5"/>
              </a:gdLst>
              <a:ahLst/>
              <a:cxnLst>
                <a:cxn ang="0">
                  <a:pos x="T0" y="T1"/>
                </a:cxn>
                <a:cxn ang="0">
                  <a:pos x="T2" y="T3"/>
                </a:cxn>
                <a:cxn ang="0">
                  <a:pos x="T4" y="T5"/>
                </a:cxn>
                <a:cxn ang="0">
                  <a:pos x="T6" y="T7"/>
                </a:cxn>
                <a:cxn ang="0">
                  <a:pos x="T8" y="T9"/>
                </a:cxn>
              </a:cxnLst>
              <a:rect l="0" t="0" r="r" b="b"/>
              <a:pathLst>
                <a:path w="39" h="5">
                  <a:moveTo>
                    <a:pt x="38" y="3"/>
                  </a:moveTo>
                  <a:cubicBezTo>
                    <a:pt x="38" y="2"/>
                    <a:pt x="29" y="1"/>
                    <a:pt x="18" y="0"/>
                  </a:cubicBezTo>
                  <a:cubicBezTo>
                    <a:pt x="8" y="0"/>
                    <a:pt x="0" y="0"/>
                    <a:pt x="1" y="1"/>
                  </a:cubicBezTo>
                  <a:cubicBezTo>
                    <a:pt x="2" y="2"/>
                    <a:pt x="12" y="4"/>
                    <a:pt x="22" y="5"/>
                  </a:cubicBezTo>
                  <a:cubicBezTo>
                    <a:pt x="31" y="5"/>
                    <a:pt x="39" y="4"/>
                    <a:pt x="3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65" name="Freeform 359"/>
            <p:cNvSpPr/>
            <p:nvPr/>
          </p:nvSpPr>
          <p:spPr bwMode="auto">
            <a:xfrm>
              <a:off x="2151367" y="12226703"/>
              <a:ext cx="104775" cy="12700"/>
            </a:xfrm>
            <a:custGeom>
              <a:avLst/>
              <a:gdLst>
                <a:gd name="T0" fmla="*/ 39 w 39"/>
                <a:gd name="T1" fmla="*/ 3 h 5"/>
                <a:gd name="T2" fmla="*/ 19 w 39"/>
                <a:gd name="T3" fmla="*/ 0 h 5"/>
                <a:gd name="T4" fmla="*/ 1 w 39"/>
                <a:gd name="T5" fmla="*/ 1 h 5"/>
                <a:gd name="T6" fmla="*/ 22 w 39"/>
                <a:gd name="T7" fmla="*/ 4 h 5"/>
                <a:gd name="T8" fmla="*/ 39 w 39"/>
                <a:gd name="T9" fmla="*/ 3 h 5"/>
              </a:gdLst>
              <a:ahLst/>
              <a:cxnLst>
                <a:cxn ang="0">
                  <a:pos x="T0" y="T1"/>
                </a:cxn>
                <a:cxn ang="0">
                  <a:pos x="T2" y="T3"/>
                </a:cxn>
                <a:cxn ang="0">
                  <a:pos x="T4" y="T5"/>
                </a:cxn>
                <a:cxn ang="0">
                  <a:pos x="T6" y="T7"/>
                </a:cxn>
                <a:cxn ang="0">
                  <a:pos x="T8" y="T9"/>
                </a:cxn>
              </a:cxnLst>
              <a:rect l="0" t="0" r="r" b="b"/>
              <a:pathLst>
                <a:path w="39" h="5">
                  <a:moveTo>
                    <a:pt x="39" y="3"/>
                  </a:moveTo>
                  <a:cubicBezTo>
                    <a:pt x="38" y="2"/>
                    <a:pt x="29" y="1"/>
                    <a:pt x="19" y="0"/>
                  </a:cubicBezTo>
                  <a:cubicBezTo>
                    <a:pt x="8" y="0"/>
                    <a:pt x="0" y="0"/>
                    <a:pt x="1" y="1"/>
                  </a:cubicBezTo>
                  <a:cubicBezTo>
                    <a:pt x="2" y="2"/>
                    <a:pt x="12" y="4"/>
                    <a:pt x="22" y="4"/>
                  </a:cubicBezTo>
                  <a:cubicBezTo>
                    <a:pt x="32" y="5"/>
                    <a:pt x="39" y="4"/>
                    <a:pt x="3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66" name="Freeform 360"/>
            <p:cNvSpPr/>
            <p:nvPr/>
          </p:nvSpPr>
          <p:spPr bwMode="auto">
            <a:xfrm>
              <a:off x="1937054" y="12220353"/>
              <a:ext cx="104775" cy="11113"/>
            </a:xfrm>
            <a:custGeom>
              <a:avLst/>
              <a:gdLst>
                <a:gd name="T0" fmla="*/ 38 w 39"/>
                <a:gd name="T1" fmla="*/ 2 h 4"/>
                <a:gd name="T2" fmla="*/ 17 w 39"/>
                <a:gd name="T3" fmla="*/ 0 h 4"/>
                <a:gd name="T4" fmla="*/ 1 w 39"/>
                <a:gd name="T5" fmla="*/ 2 h 4"/>
                <a:gd name="T6" fmla="*/ 21 w 39"/>
                <a:gd name="T7" fmla="*/ 4 h 4"/>
                <a:gd name="T8" fmla="*/ 38 w 39"/>
                <a:gd name="T9" fmla="*/ 2 h 4"/>
              </a:gdLst>
              <a:ahLst/>
              <a:cxnLst>
                <a:cxn ang="0">
                  <a:pos x="T0" y="T1"/>
                </a:cxn>
                <a:cxn ang="0">
                  <a:pos x="T2" y="T3"/>
                </a:cxn>
                <a:cxn ang="0">
                  <a:pos x="T4" y="T5"/>
                </a:cxn>
                <a:cxn ang="0">
                  <a:pos x="T6" y="T7"/>
                </a:cxn>
                <a:cxn ang="0">
                  <a:pos x="T8" y="T9"/>
                </a:cxn>
              </a:cxnLst>
              <a:rect l="0" t="0" r="r" b="b"/>
              <a:pathLst>
                <a:path w="39" h="4">
                  <a:moveTo>
                    <a:pt x="38" y="2"/>
                  </a:moveTo>
                  <a:cubicBezTo>
                    <a:pt x="37" y="1"/>
                    <a:pt x="28" y="0"/>
                    <a:pt x="17" y="0"/>
                  </a:cubicBezTo>
                  <a:cubicBezTo>
                    <a:pt x="8" y="0"/>
                    <a:pt x="0" y="1"/>
                    <a:pt x="1" y="2"/>
                  </a:cubicBezTo>
                  <a:cubicBezTo>
                    <a:pt x="2" y="3"/>
                    <a:pt x="11" y="4"/>
                    <a:pt x="21" y="4"/>
                  </a:cubicBezTo>
                  <a:cubicBezTo>
                    <a:pt x="32" y="4"/>
                    <a:pt x="39" y="3"/>
                    <a:pt x="3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67" name="Freeform 361"/>
            <p:cNvSpPr/>
            <p:nvPr/>
          </p:nvSpPr>
          <p:spPr bwMode="auto">
            <a:xfrm>
              <a:off x="1722742" y="12223528"/>
              <a:ext cx="104775" cy="14288"/>
            </a:xfrm>
            <a:custGeom>
              <a:avLst/>
              <a:gdLst>
                <a:gd name="T0" fmla="*/ 22 w 39"/>
                <a:gd name="T1" fmla="*/ 4 h 5"/>
                <a:gd name="T2" fmla="*/ 38 w 39"/>
                <a:gd name="T3" fmla="*/ 1 h 5"/>
                <a:gd name="T4" fmla="*/ 17 w 39"/>
                <a:gd name="T5" fmla="*/ 0 h 5"/>
                <a:gd name="T6" fmla="*/ 1 w 39"/>
                <a:gd name="T7" fmla="*/ 3 h 5"/>
                <a:gd name="T8" fmla="*/ 22 w 39"/>
                <a:gd name="T9" fmla="*/ 4 h 5"/>
              </a:gdLst>
              <a:ahLst/>
              <a:cxnLst>
                <a:cxn ang="0">
                  <a:pos x="T0" y="T1"/>
                </a:cxn>
                <a:cxn ang="0">
                  <a:pos x="T2" y="T3"/>
                </a:cxn>
                <a:cxn ang="0">
                  <a:pos x="T4" y="T5"/>
                </a:cxn>
                <a:cxn ang="0">
                  <a:pos x="T6" y="T7"/>
                </a:cxn>
                <a:cxn ang="0">
                  <a:pos x="T8" y="T9"/>
                </a:cxn>
              </a:cxnLst>
              <a:rect l="0" t="0" r="r" b="b"/>
              <a:pathLst>
                <a:path w="39" h="5">
                  <a:moveTo>
                    <a:pt x="22" y="4"/>
                  </a:moveTo>
                  <a:cubicBezTo>
                    <a:pt x="32" y="4"/>
                    <a:pt x="39" y="3"/>
                    <a:pt x="38" y="1"/>
                  </a:cubicBezTo>
                  <a:cubicBezTo>
                    <a:pt x="37" y="0"/>
                    <a:pt x="28" y="0"/>
                    <a:pt x="17" y="0"/>
                  </a:cubicBezTo>
                  <a:cubicBezTo>
                    <a:pt x="7" y="0"/>
                    <a:pt x="0" y="2"/>
                    <a:pt x="1" y="3"/>
                  </a:cubicBezTo>
                  <a:cubicBezTo>
                    <a:pt x="2" y="4"/>
                    <a:pt x="12" y="5"/>
                    <a:pt x="2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68" name="Freeform 362"/>
            <p:cNvSpPr/>
            <p:nvPr/>
          </p:nvSpPr>
          <p:spPr bwMode="auto">
            <a:xfrm>
              <a:off x="11792254" y="9685115"/>
              <a:ext cx="104775" cy="217488"/>
            </a:xfrm>
            <a:custGeom>
              <a:avLst/>
              <a:gdLst>
                <a:gd name="T0" fmla="*/ 38 w 39"/>
                <a:gd name="T1" fmla="*/ 2 h 80"/>
                <a:gd name="T2" fmla="*/ 16 w 39"/>
                <a:gd name="T3" fmla="*/ 36 h 80"/>
                <a:gd name="T4" fmla="*/ 2 w 39"/>
                <a:gd name="T5" fmla="*/ 79 h 80"/>
                <a:gd name="T6" fmla="*/ 22 w 39"/>
                <a:gd name="T7" fmla="*/ 43 h 80"/>
                <a:gd name="T8" fmla="*/ 38 w 39"/>
                <a:gd name="T9" fmla="*/ 2 h 80"/>
              </a:gdLst>
              <a:ahLst/>
              <a:cxnLst>
                <a:cxn ang="0">
                  <a:pos x="T0" y="T1"/>
                </a:cxn>
                <a:cxn ang="0">
                  <a:pos x="T2" y="T3"/>
                </a:cxn>
                <a:cxn ang="0">
                  <a:pos x="T4" y="T5"/>
                </a:cxn>
                <a:cxn ang="0">
                  <a:pos x="T6" y="T7"/>
                </a:cxn>
                <a:cxn ang="0">
                  <a:pos x="T8" y="T9"/>
                </a:cxn>
              </a:cxnLst>
              <a:rect l="0" t="0" r="r" b="b"/>
              <a:pathLst>
                <a:path w="39" h="80">
                  <a:moveTo>
                    <a:pt x="38" y="2"/>
                  </a:moveTo>
                  <a:cubicBezTo>
                    <a:pt x="36" y="0"/>
                    <a:pt x="26" y="14"/>
                    <a:pt x="16" y="36"/>
                  </a:cubicBezTo>
                  <a:cubicBezTo>
                    <a:pt x="7" y="58"/>
                    <a:pt x="0" y="79"/>
                    <a:pt x="2" y="79"/>
                  </a:cubicBezTo>
                  <a:cubicBezTo>
                    <a:pt x="4" y="80"/>
                    <a:pt x="13" y="62"/>
                    <a:pt x="22" y="43"/>
                  </a:cubicBezTo>
                  <a:cubicBezTo>
                    <a:pt x="32" y="21"/>
                    <a:pt x="39" y="4"/>
                    <a:pt x="3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69" name="Freeform 363"/>
            <p:cNvSpPr/>
            <p:nvPr/>
          </p:nvSpPr>
          <p:spPr bwMode="auto">
            <a:xfrm>
              <a:off x="11585879" y="10158190"/>
              <a:ext cx="104775" cy="244475"/>
            </a:xfrm>
            <a:custGeom>
              <a:avLst/>
              <a:gdLst>
                <a:gd name="T0" fmla="*/ 38 w 39"/>
                <a:gd name="T1" fmla="*/ 2 h 90"/>
                <a:gd name="T2" fmla="*/ 18 w 39"/>
                <a:gd name="T3" fmla="*/ 43 h 90"/>
                <a:gd name="T4" fmla="*/ 2 w 39"/>
                <a:gd name="T5" fmla="*/ 89 h 90"/>
                <a:gd name="T6" fmla="*/ 23 w 39"/>
                <a:gd name="T7" fmla="*/ 46 h 90"/>
                <a:gd name="T8" fmla="*/ 38 w 39"/>
                <a:gd name="T9" fmla="*/ 2 h 90"/>
              </a:gdLst>
              <a:ahLst/>
              <a:cxnLst>
                <a:cxn ang="0">
                  <a:pos x="T0" y="T1"/>
                </a:cxn>
                <a:cxn ang="0">
                  <a:pos x="T2" y="T3"/>
                </a:cxn>
                <a:cxn ang="0">
                  <a:pos x="T4" y="T5"/>
                </a:cxn>
                <a:cxn ang="0">
                  <a:pos x="T6" y="T7"/>
                </a:cxn>
                <a:cxn ang="0">
                  <a:pos x="T8" y="T9"/>
                </a:cxn>
              </a:cxnLst>
              <a:rect l="0" t="0" r="r" b="b"/>
              <a:pathLst>
                <a:path w="39" h="90">
                  <a:moveTo>
                    <a:pt x="38" y="2"/>
                  </a:moveTo>
                  <a:cubicBezTo>
                    <a:pt x="36" y="0"/>
                    <a:pt x="28" y="18"/>
                    <a:pt x="18" y="43"/>
                  </a:cubicBezTo>
                  <a:cubicBezTo>
                    <a:pt x="8" y="67"/>
                    <a:pt x="0" y="88"/>
                    <a:pt x="2" y="89"/>
                  </a:cubicBezTo>
                  <a:cubicBezTo>
                    <a:pt x="3" y="90"/>
                    <a:pt x="13" y="70"/>
                    <a:pt x="23" y="46"/>
                  </a:cubicBezTo>
                  <a:cubicBezTo>
                    <a:pt x="32" y="23"/>
                    <a:pt x="39" y="4"/>
                    <a:pt x="3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70" name="Freeform 364"/>
            <p:cNvSpPr/>
            <p:nvPr/>
          </p:nvSpPr>
          <p:spPr bwMode="auto">
            <a:xfrm>
              <a:off x="11379504" y="10629678"/>
              <a:ext cx="103188" cy="171450"/>
            </a:xfrm>
            <a:custGeom>
              <a:avLst/>
              <a:gdLst>
                <a:gd name="T0" fmla="*/ 22 w 38"/>
                <a:gd name="T1" fmla="*/ 36 h 63"/>
                <a:gd name="T2" fmla="*/ 37 w 38"/>
                <a:gd name="T3" fmla="*/ 2 h 63"/>
                <a:gd name="T4" fmla="*/ 17 w 38"/>
                <a:gd name="T5" fmla="*/ 30 h 63"/>
                <a:gd name="T6" fmla="*/ 1 w 38"/>
                <a:gd name="T7" fmla="*/ 61 h 63"/>
                <a:gd name="T8" fmla="*/ 22 w 38"/>
                <a:gd name="T9" fmla="*/ 36 h 63"/>
              </a:gdLst>
              <a:ahLst/>
              <a:cxnLst>
                <a:cxn ang="0">
                  <a:pos x="T0" y="T1"/>
                </a:cxn>
                <a:cxn ang="0">
                  <a:pos x="T2" y="T3"/>
                </a:cxn>
                <a:cxn ang="0">
                  <a:pos x="T4" y="T5"/>
                </a:cxn>
                <a:cxn ang="0">
                  <a:pos x="T6" y="T7"/>
                </a:cxn>
                <a:cxn ang="0">
                  <a:pos x="T8" y="T9"/>
                </a:cxn>
              </a:cxnLst>
              <a:rect l="0" t="0" r="r" b="b"/>
              <a:pathLst>
                <a:path w="38" h="63">
                  <a:moveTo>
                    <a:pt x="22" y="36"/>
                  </a:moveTo>
                  <a:cubicBezTo>
                    <a:pt x="31" y="20"/>
                    <a:pt x="38" y="4"/>
                    <a:pt x="37" y="2"/>
                  </a:cubicBezTo>
                  <a:cubicBezTo>
                    <a:pt x="36" y="0"/>
                    <a:pt x="28" y="14"/>
                    <a:pt x="17" y="30"/>
                  </a:cubicBezTo>
                  <a:cubicBezTo>
                    <a:pt x="7" y="47"/>
                    <a:pt x="0" y="59"/>
                    <a:pt x="1" y="61"/>
                  </a:cubicBezTo>
                  <a:cubicBezTo>
                    <a:pt x="2" y="63"/>
                    <a:pt x="12" y="53"/>
                    <a:pt x="22"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71" name="Freeform 365"/>
            <p:cNvSpPr/>
            <p:nvPr/>
          </p:nvSpPr>
          <p:spPr bwMode="auto">
            <a:xfrm>
              <a:off x="11166779" y="10877328"/>
              <a:ext cx="106363" cy="41275"/>
            </a:xfrm>
            <a:custGeom>
              <a:avLst/>
              <a:gdLst>
                <a:gd name="T0" fmla="*/ 20 w 39"/>
                <a:gd name="T1" fmla="*/ 14 h 15"/>
                <a:gd name="T2" fmla="*/ 38 w 39"/>
                <a:gd name="T3" fmla="*/ 5 h 15"/>
                <a:gd name="T4" fmla="*/ 17 w 39"/>
                <a:gd name="T5" fmla="*/ 0 h 15"/>
                <a:gd name="T6" fmla="*/ 0 w 39"/>
                <a:gd name="T7" fmla="*/ 7 h 15"/>
                <a:gd name="T8" fmla="*/ 20 w 39"/>
                <a:gd name="T9" fmla="*/ 14 h 15"/>
              </a:gdLst>
              <a:ahLst/>
              <a:cxnLst>
                <a:cxn ang="0">
                  <a:pos x="T0" y="T1"/>
                </a:cxn>
                <a:cxn ang="0">
                  <a:pos x="T2" y="T3"/>
                </a:cxn>
                <a:cxn ang="0">
                  <a:pos x="T4" y="T5"/>
                </a:cxn>
                <a:cxn ang="0">
                  <a:pos x="T6" y="T7"/>
                </a:cxn>
                <a:cxn ang="0">
                  <a:pos x="T8" y="T9"/>
                </a:cxn>
              </a:cxnLst>
              <a:rect l="0" t="0" r="r" b="b"/>
              <a:pathLst>
                <a:path w="39" h="15">
                  <a:moveTo>
                    <a:pt x="20" y="14"/>
                  </a:moveTo>
                  <a:cubicBezTo>
                    <a:pt x="31" y="15"/>
                    <a:pt x="39" y="9"/>
                    <a:pt x="38" y="5"/>
                  </a:cubicBezTo>
                  <a:cubicBezTo>
                    <a:pt x="37" y="2"/>
                    <a:pt x="28" y="1"/>
                    <a:pt x="17" y="0"/>
                  </a:cubicBezTo>
                  <a:cubicBezTo>
                    <a:pt x="7" y="0"/>
                    <a:pt x="0" y="3"/>
                    <a:pt x="0" y="7"/>
                  </a:cubicBezTo>
                  <a:cubicBezTo>
                    <a:pt x="1" y="11"/>
                    <a:pt x="10" y="14"/>
                    <a:pt x="2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72" name="Freeform 366"/>
            <p:cNvSpPr/>
            <p:nvPr/>
          </p:nvSpPr>
          <p:spPr bwMode="auto">
            <a:xfrm>
              <a:off x="10950879" y="10874153"/>
              <a:ext cx="104775" cy="49213"/>
            </a:xfrm>
            <a:custGeom>
              <a:avLst/>
              <a:gdLst>
                <a:gd name="T0" fmla="*/ 21 w 39"/>
                <a:gd name="T1" fmla="*/ 17 h 18"/>
                <a:gd name="T2" fmla="*/ 38 w 39"/>
                <a:gd name="T3" fmla="*/ 8 h 18"/>
                <a:gd name="T4" fmla="*/ 17 w 39"/>
                <a:gd name="T5" fmla="*/ 1 h 18"/>
                <a:gd name="T6" fmla="*/ 0 w 39"/>
                <a:gd name="T7" fmla="*/ 10 h 18"/>
                <a:gd name="T8" fmla="*/ 21 w 39"/>
                <a:gd name="T9" fmla="*/ 17 h 18"/>
              </a:gdLst>
              <a:ahLst/>
              <a:cxnLst>
                <a:cxn ang="0">
                  <a:pos x="T0" y="T1"/>
                </a:cxn>
                <a:cxn ang="0">
                  <a:pos x="T2" y="T3"/>
                </a:cxn>
                <a:cxn ang="0">
                  <a:pos x="T4" y="T5"/>
                </a:cxn>
                <a:cxn ang="0">
                  <a:pos x="T6" y="T7"/>
                </a:cxn>
                <a:cxn ang="0">
                  <a:pos x="T8" y="T9"/>
                </a:cxn>
              </a:cxnLst>
              <a:rect l="0" t="0" r="r" b="b"/>
              <a:pathLst>
                <a:path w="39" h="18">
                  <a:moveTo>
                    <a:pt x="21" y="17"/>
                  </a:moveTo>
                  <a:cubicBezTo>
                    <a:pt x="31" y="17"/>
                    <a:pt x="39" y="13"/>
                    <a:pt x="38" y="8"/>
                  </a:cubicBezTo>
                  <a:cubicBezTo>
                    <a:pt x="37" y="4"/>
                    <a:pt x="28" y="0"/>
                    <a:pt x="17" y="1"/>
                  </a:cubicBezTo>
                  <a:cubicBezTo>
                    <a:pt x="7" y="2"/>
                    <a:pt x="0" y="6"/>
                    <a:pt x="0" y="10"/>
                  </a:cubicBezTo>
                  <a:cubicBezTo>
                    <a:pt x="1" y="15"/>
                    <a:pt x="11" y="18"/>
                    <a:pt x="2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73" name="Freeform 367"/>
            <p:cNvSpPr/>
            <p:nvPr/>
          </p:nvSpPr>
          <p:spPr bwMode="auto">
            <a:xfrm>
              <a:off x="10733392" y="10890028"/>
              <a:ext cx="104775" cy="60325"/>
            </a:xfrm>
            <a:custGeom>
              <a:avLst/>
              <a:gdLst>
                <a:gd name="T0" fmla="*/ 20 w 39"/>
                <a:gd name="T1" fmla="*/ 21 h 22"/>
                <a:gd name="T2" fmla="*/ 38 w 39"/>
                <a:gd name="T3" fmla="*/ 9 h 22"/>
                <a:gd name="T4" fmla="*/ 18 w 39"/>
                <a:gd name="T5" fmla="*/ 1 h 22"/>
                <a:gd name="T6" fmla="*/ 1 w 39"/>
                <a:gd name="T7" fmla="*/ 14 h 22"/>
                <a:gd name="T8" fmla="*/ 20 w 39"/>
                <a:gd name="T9" fmla="*/ 21 h 22"/>
              </a:gdLst>
              <a:ahLst/>
              <a:cxnLst>
                <a:cxn ang="0">
                  <a:pos x="T0" y="T1"/>
                </a:cxn>
                <a:cxn ang="0">
                  <a:pos x="T2" y="T3"/>
                </a:cxn>
                <a:cxn ang="0">
                  <a:pos x="T4" y="T5"/>
                </a:cxn>
                <a:cxn ang="0">
                  <a:pos x="T6" y="T7"/>
                </a:cxn>
                <a:cxn ang="0">
                  <a:pos x="T8" y="T9"/>
                </a:cxn>
              </a:cxnLst>
              <a:rect l="0" t="0" r="r" b="b"/>
              <a:pathLst>
                <a:path w="39" h="22">
                  <a:moveTo>
                    <a:pt x="20" y="21"/>
                  </a:moveTo>
                  <a:cubicBezTo>
                    <a:pt x="30" y="19"/>
                    <a:pt x="39" y="14"/>
                    <a:pt x="38" y="9"/>
                  </a:cubicBezTo>
                  <a:cubicBezTo>
                    <a:pt x="38" y="4"/>
                    <a:pt x="29" y="0"/>
                    <a:pt x="18" y="1"/>
                  </a:cubicBezTo>
                  <a:cubicBezTo>
                    <a:pt x="8" y="2"/>
                    <a:pt x="0" y="8"/>
                    <a:pt x="1" y="14"/>
                  </a:cubicBezTo>
                  <a:cubicBezTo>
                    <a:pt x="1" y="19"/>
                    <a:pt x="10" y="22"/>
                    <a:pt x="20"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74" name="Freeform 368"/>
            <p:cNvSpPr/>
            <p:nvPr/>
          </p:nvSpPr>
          <p:spPr bwMode="auto">
            <a:xfrm>
              <a:off x="10512729" y="10923365"/>
              <a:ext cx="109538" cy="73025"/>
            </a:xfrm>
            <a:custGeom>
              <a:avLst/>
              <a:gdLst>
                <a:gd name="T0" fmla="*/ 21 w 40"/>
                <a:gd name="T1" fmla="*/ 25 h 27"/>
                <a:gd name="T2" fmla="*/ 39 w 40"/>
                <a:gd name="T3" fmla="*/ 10 h 27"/>
                <a:gd name="T4" fmla="*/ 19 w 40"/>
                <a:gd name="T5" fmla="*/ 2 h 27"/>
                <a:gd name="T6" fmla="*/ 1 w 40"/>
                <a:gd name="T7" fmla="*/ 17 h 27"/>
                <a:gd name="T8" fmla="*/ 21 w 40"/>
                <a:gd name="T9" fmla="*/ 25 h 27"/>
              </a:gdLst>
              <a:ahLst/>
              <a:cxnLst>
                <a:cxn ang="0">
                  <a:pos x="T0" y="T1"/>
                </a:cxn>
                <a:cxn ang="0">
                  <a:pos x="T2" y="T3"/>
                </a:cxn>
                <a:cxn ang="0">
                  <a:pos x="T4" y="T5"/>
                </a:cxn>
                <a:cxn ang="0">
                  <a:pos x="T6" y="T7"/>
                </a:cxn>
                <a:cxn ang="0">
                  <a:pos x="T8" y="T9"/>
                </a:cxn>
              </a:cxnLst>
              <a:rect l="0" t="0" r="r" b="b"/>
              <a:pathLst>
                <a:path w="40" h="27">
                  <a:moveTo>
                    <a:pt x="21" y="25"/>
                  </a:moveTo>
                  <a:cubicBezTo>
                    <a:pt x="31" y="23"/>
                    <a:pt x="40" y="16"/>
                    <a:pt x="39" y="10"/>
                  </a:cubicBezTo>
                  <a:cubicBezTo>
                    <a:pt x="39" y="4"/>
                    <a:pt x="30" y="0"/>
                    <a:pt x="19" y="2"/>
                  </a:cubicBezTo>
                  <a:cubicBezTo>
                    <a:pt x="9" y="4"/>
                    <a:pt x="0" y="11"/>
                    <a:pt x="1" y="17"/>
                  </a:cubicBezTo>
                  <a:cubicBezTo>
                    <a:pt x="2" y="23"/>
                    <a:pt x="11" y="27"/>
                    <a:pt x="21"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75" name="Freeform 369"/>
            <p:cNvSpPr/>
            <p:nvPr/>
          </p:nvSpPr>
          <p:spPr bwMode="auto">
            <a:xfrm>
              <a:off x="10296829" y="10969403"/>
              <a:ext cx="107950" cy="87313"/>
            </a:xfrm>
            <a:custGeom>
              <a:avLst/>
              <a:gdLst>
                <a:gd name="T0" fmla="*/ 23 w 40"/>
                <a:gd name="T1" fmla="*/ 28 h 32"/>
                <a:gd name="T2" fmla="*/ 39 w 40"/>
                <a:gd name="T3" fmla="*/ 11 h 32"/>
                <a:gd name="T4" fmla="*/ 18 w 40"/>
                <a:gd name="T5" fmla="*/ 3 h 32"/>
                <a:gd name="T6" fmla="*/ 1 w 40"/>
                <a:gd name="T7" fmla="*/ 22 h 32"/>
                <a:gd name="T8" fmla="*/ 23 w 40"/>
                <a:gd name="T9" fmla="*/ 28 h 32"/>
              </a:gdLst>
              <a:ahLst/>
              <a:cxnLst>
                <a:cxn ang="0">
                  <a:pos x="T0" y="T1"/>
                </a:cxn>
                <a:cxn ang="0">
                  <a:pos x="T2" y="T3"/>
                </a:cxn>
                <a:cxn ang="0">
                  <a:pos x="T4" y="T5"/>
                </a:cxn>
                <a:cxn ang="0">
                  <a:pos x="T6" y="T7"/>
                </a:cxn>
                <a:cxn ang="0">
                  <a:pos x="T8" y="T9"/>
                </a:cxn>
              </a:cxnLst>
              <a:rect l="0" t="0" r="r" b="b"/>
              <a:pathLst>
                <a:path w="40" h="32">
                  <a:moveTo>
                    <a:pt x="23" y="28"/>
                  </a:moveTo>
                  <a:cubicBezTo>
                    <a:pt x="33" y="25"/>
                    <a:pt x="40" y="18"/>
                    <a:pt x="39" y="11"/>
                  </a:cubicBezTo>
                  <a:cubicBezTo>
                    <a:pt x="38" y="4"/>
                    <a:pt x="29" y="0"/>
                    <a:pt x="18" y="3"/>
                  </a:cubicBezTo>
                  <a:cubicBezTo>
                    <a:pt x="8" y="6"/>
                    <a:pt x="0" y="14"/>
                    <a:pt x="1" y="22"/>
                  </a:cubicBezTo>
                  <a:cubicBezTo>
                    <a:pt x="2" y="29"/>
                    <a:pt x="12" y="32"/>
                    <a:pt x="23"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76" name="Freeform 370"/>
            <p:cNvSpPr/>
            <p:nvPr/>
          </p:nvSpPr>
          <p:spPr bwMode="auto">
            <a:xfrm>
              <a:off x="10079342" y="11029728"/>
              <a:ext cx="107950" cy="96838"/>
            </a:xfrm>
            <a:custGeom>
              <a:avLst/>
              <a:gdLst>
                <a:gd name="T0" fmla="*/ 22 w 40"/>
                <a:gd name="T1" fmla="*/ 33 h 36"/>
                <a:gd name="T2" fmla="*/ 39 w 40"/>
                <a:gd name="T3" fmla="*/ 12 h 36"/>
                <a:gd name="T4" fmla="*/ 17 w 40"/>
                <a:gd name="T5" fmla="*/ 4 h 36"/>
                <a:gd name="T6" fmla="*/ 1 w 40"/>
                <a:gd name="T7" fmla="*/ 24 h 36"/>
                <a:gd name="T8" fmla="*/ 22 w 40"/>
                <a:gd name="T9" fmla="*/ 33 h 36"/>
              </a:gdLst>
              <a:ahLst/>
              <a:cxnLst>
                <a:cxn ang="0">
                  <a:pos x="T0" y="T1"/>
                </a:cxn>
                <a:cxn ang="0">
                  <a:pos x="T2" y="T3"/>
                </a:cxn>
                <a:cxn ang="0">
                  <a:pos x="T4" y="T5"/>
                </a:cxn>
                <a:cxn ang="0">
                  <a:pos x="T6" y="T7"/>
                </a:cxn>
                <a:cxn ang="0">
                  <a:pos x="T8" y="T9"/>
                </a:cxn>
              </a:cxnLst>
              <a:rect l="0" t="0" r="r" b="b"/>
              <a:pathLst>
                <a:path w="40" h="36">
                  <a:moveTo>
                    <a:pt x="22" y="33"/>
                  </a:moveTo>
                  <a:cubicBezTo>
                    <a:pt x="32" y="29"/>
                    <a:pt x="40" y="20"/>
                    <a:pt x="39" y="12"/>
                  </a:cubicBezTo>
                  <a:cubicBezTo>
                    <a:pt x="37" y="4"/>
                    <a:pt x="28" y="0"/>
                    <a:pt x="17" y="4"/>
                  </a:cubicBezTo>
                  <a:cubicBezTo>
                    <a:pt x="7" y="7"/>
                    <a:pt x="0" y="16"/>
                    <a:pt x="1" y="24"/>
                  </a:cubicBezTo>
                  <a:cubicBezTo>
                    <a:pt x="1" y="32"/>
                    <a:pt x="11" y="36"/>
                    <a:pt x="22"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77" name="Freeform 371"/>
            <p:cNvSpPr/>
            <p:nvPr/>
          </p:nvSpPr>
          <p:spPr bwMode="auto">
            <a:xfrm>
              <a:off x="9858679" y="11099578"/>
              <a:ext cx="109538" cy="109538"/>
            </a:xfrm>
            <a:custGeom>
              <a:avLst/>
              <a:gdLst>
                <a:gd name="T0" fmla="*/ 22 w 40"/>
                <a:gd name="T1" fmla="*/ 36 h 40"/>
                <a:gd name="T2" fmla="*/ 39 w 40"/>
                <a:gd name="T3" fmla="*/ 14 h 40"/>
                <a:gd name="T4" fmla="*/ 19 w 40"/>
                <a:gd name="T5" fmla="*/ 3 h 40"/>
                <a:gd name="T6" fmla="*/ 1 w 40"/>
                <a:gd name="T7" fmla="*/ 27 h 40"/>
                <a:gd name="T8" fmla="*/ 22 w 40"/>
                <a:gd name="T9" fmla="*/ 36 h 40"/>
              </a:gdLst>
              <a:ahLst/>
              <a:cxnLst>
                <a:cxn ang="0">
                  <a:pos x="T0" y="T1"/>
                </a:cxn>
                <a:cxn ang="0">
                  <a:pos x="T2" y="T3"/>
                </a:cxn>
                <a:cxn ang="0">
                  <a:pos x="T4" y="T5"/>
                </a:cxn>
                <a:cxn ang="0">
                  <a:pos x="T6" y="T7"/>
                </a:cxn>
                <a:cxn ang="0">
                  <a:pos x="T8" y="T9"/>
                </a:cxn>
              </a:cxnLst>
              <a:rect l="0" t="0" r="r" b="b"/>
              <a:pathLst>
                <a:path w="40" h="40">
                  <a:moveTo>
                    <a:pt x="22" y="36"/>
                  </a:moveTo>
                  <a:cubicBezTo>
                    <a:pt x="32" y="32"/>
                    <a:pt x="40" y="23"/>
                    <a:pt x="39" y="14"/>
                  </a:cubicBezTo>
                  <a:cubicBezTo>
                    <a:pt x="39" y="5"/>
                    <a:pt x="30" y="0"/>
                    <a:pt x="19" y="3"/>
                  </a:cubicBezTo>
                  <a:cubicBezTo>
                    <a:pt x="9" y="7"/>
                    <a:pt x="0" y="17"/>
                    <a:pt x="1" y="27"/>
                  </a:cubicBezTo>
                  <a:cubicBezTo>
                    <a:pt x="2" y="36"/>
                    <a:pt x="12" y="40"/>
                    <a:pt x="22"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78" name="Freeform 372"/>
            <p:cNvSpPr/>
            <p:nvPr/>
          </p:nvSpPr>
          <p:spPr bwMode="auto">
            <a:xfrm>
              <a:off x="9642779" y="11178953"/>
              <a:ext cx="104775" cy="119063"/>
            </a:xfrm>
            <a:custGeom>
              <a:avLst/>
              <a:gdLst>
                <a:gd name="T0" fmla="*/ 22 w 39"/>
                <a:gd name="T1" fmla="*/ 40 h 44"/>
                <a:gd name="T2" fmla="*/ 39 w 39"/>
                <a:gd name="T3" fmla="*/ 15 h 44"/>
                <a:gd name="T4" fmla="*/ 18 w 39"/>
                <a:gd name="T5" fmla="*/ 3 h 44"/>
                <a:gd name="T6" fmla="*/ 1 w 39"/>
                <a:gd name="T7" fmla="*/ 29 h 44"/>
                <a:gd name="T8" fmla="*/ 22 w 39"/>
                <a:gd name="T9" fmla="*/ 40 h 44"/>
              </a:gdLst>
              <a:ahLst/>
              <a:cxnLst>
                <a:cxn ang="0">
                  <a:pos x="T0" y="T1"/>
                </a:cxn>
                <a:cxn ang="0">
                  <a:pos x="T2" y="T3"/>
                </a:cxn>
                <a:cxn ang="0">
                  <a:pos x="T4" y="T5"/>
                </a:cxn>
                <a:cxn ang="0">
                  <a:pos x="T6" y="T7"/>
                </a:cxn>
                <a:cxn ang="0">
                  <a:pos x="T8" y="T9"/>
                </a:cxn>
              </a:cxnLst>
              <a:rect l="0" t="0" r="r" b="b"/>
              <a:pathLst>
                <a:path w="39" h="44">
                  <a:moveTo>
                    <a:pt x="22" y="40"/>
                  </a:moveTo>
                  <a:cubicBezTo>
                    <a:pt x="32" y="35"/>
                    <a:pt x="39" y="24"/>
                    <a:pt x="39" y="15"/>
                  </a:cubicBezTo>
                  <a:cubicBezTo>
                    <a:pt x="38" y="5"/>
                    <a:pt x="29" y="0"/>
                    <a:pt x="18" y="3"/>
                  </a:cubicBezTo>
                  <a:cubicBezTo>
                    <a:pt x="8" y="7"/>
                    <a:pt x="0" y="19"/>
                    <a:pt x="1" y="29"/>
                  </a:cubicBezTo>
                  <a:cubicBezTo>
                    <a:pt x="2" y="39"/>
                    <a:pt x="12" y="44"/>
                    <a:pt x="22"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79" name="Freeform 373"/>
            <p:cNvSpPr/>
            <p:nvPr/>
          </p:nvSpPr>
          <p:spPr bwMode="auto">
            <a:xfrm>
              <a:off x="9422117" y="11259915"/>
              <a:ext cx="107950" cy="130175"/>
            </a:xfrm>
            <a:custGeom>
              <a:avLst/>
              <a:gdLst>
                <a:gd name="T0" fmla="*/ 22 w 40"/>
                <a:gd name="T1" fmla="*/ 44 h 48"/>
                <a:gd name="T2" fmla="*/ 39 w 40"/>
                <a:gd name="T3" fmla="*/ 16 h 48"/>
                <a:gd name="T4" fmla="*/ 18 w 40"/>
                <a:gd name="T5" fmla="*/ 5 h 48"/>
                <a:gd name="T6" fmla="*/ 1 w 40"/>
                <a:gd name="T7" fmla="*/ 33 h 48"/>
                <a:gd name="T8" fmla="*/ 22 w 40"/>
                <a:gd name="T9" fmla="*/ 44 h 48"/>
              </a:gdLst>
              <a:ahLst/>
              <a:cxnLst>
                <a:cxn ang="0">
                  <a:pos x="T0" y="T1"/>
                </a:cxn>
                <a:cxn ang="0">
                  <a:pos x="T2" y="T3"/>
                </a:cxn>
                <a:cxn ang="0">
                  <a:pos x="T4" y="T5"/>
                </a:cxn>
                <a:cxn ang="0">
                  <a:pos x="T6" y="T7"/>
                </a:cxn>
                <a:cxn ang="0">
                  <a:pos x="T8" y="T9"/>
                </a:cxn>
              </a:cxnLst>
              <a:rect l="0" t="0" r="r" b="b"/>
              <a:pathLst>
                <a:path w="40" h="48">
                  <a:moveTo>
                    <a:pt x="22" y="44"/>
                  </a:moveTo>
                  <a:cubicBezTo>
                    <a:pt x="33" y="40"/>
                    <a:pt x="40" y="27"/>
                    <a:pt x="39" y="16"/>
                  </a:cubicBezTo>
                  <a:cubicBezTo>
                    <a:pt x="38" y="5"/>
                    <a:pt x="29" y="0"/>
                    <a:pt x="18" y="5"/>
                  </a:cubicBezTo>
                  <a:cubicBezTo>
                    <a:pt x="7" y="9"/>
                    <a:pt x="0" y="22"/>
                    <a:pt x="1" y="33"/>
                  </a:cubicBezTo>
                  <a:cubicBezTo>
                    <a:pt x="3" y="43"/>
                    <a:pt x="12" y="48"/>
                    <a:pt x="22"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80" name="Freeform 374"/>
            <p:cNvSpPr/>
            <p:nvPr/>
          </p:nvSpPr>
          <p:spPr bwMode="auto">
            <a:xfrm>
              <a:off x="9204629" y="11347228"/>
              <a:ext cx="109538" cy="138113"/>
            </a:xfrm>
            <a:custGeom>
              <a:avLst/>
              <a:gdLst>
                <a:gd name="T0" fmla="*/ 22 w 40"/>
                <a:gd name="T1" fmla="*/ 47 h 51"/>
                <a:gd name="T2" fmla="*/ 39 w 40"/>
                <a:gd name="T3" fmla="*/ 19 h 51"/>
                <a:gd name="T4" fmla="*/ 19 w 40"/>
                <a:gd name="T5" fmla="*/ 4 h 51"/>
                <a:gd name="T6" fmla="*/ 1 w 40"/>
                <a:gd name="T7" fmla="*/ 33 h 51"/>
                <a:gd name="T8" fmla="*/ 22 w 40"/>
                <a:gd name="T9" fmla="*/ 47 h 51"/>
              </a:gdLst>
              <a:ahLst/>
              <a:cxnLst>
                <a:cxn ang="0">
                  <a:pos x="T0" y="T1"/>
                </a:cxn>
                <a:cxn ang="0">
                  <a:pos x="T2" y="T3"/>
                </a:cxn>
                <a:cxn ang="0">
                  <a:pos x="T4" y="T5"/>
                </a:cxn>
                <a:cxn ang="0">
                  <a:pos x="T6" y="T7"/>
                </a:cxn>
                <a:cxn ang="0">
                  <a:pos x="T8" y="T9"/>
                </a:cxn>
              </a:cxnLst>
              <a:rect l="0" t="0" r="r" b="b"/>
              <a:pathLst>
                <a:path w="40" h="51">
                  <a:moveTo>
                    <a:pt x="22" y="47"/>
                  </a:moveTo>
                  <a:cubicBezTo>
                    <a:pt x="32" y="42"/>
                    <a:pt x="40" y="30"/>
                    <a:pt x="39" y="19"/>
                  </a:cubicBezTo>
                  <a:cubicBezTo>
                    <a:pt x="38" y="6"/>
                    <a:pt x="29" y="0"/>
                    <a:pt x="19" y="4"/>
                  </a:cubicBezTo>
                  <a:cubicBezTo>
                    <a:pt x="8" y="7"/>
                    <a:pt x="0" y="21"/>
                    <a:pt x="1" y="33"/>
                  </a:cubicBezTo>
                  <a:cubicBezTo>
                    <a:pt x="2" y="45"/>
                    <a:pt x="12" y="51"/>
                    <a:pt x="2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81" name="Freeform 375"/>
            <p:cNvSpPr/>
            <p:nvPr/>
          </p:nvSpPr>
          <p:spPr bwMode="auto">
            <a:xfrm>
              <a:off x="8987142" y="11431365"/>
              <a:ext cx="109538" cy="146050"/>
            </a:xfrm>
            <a:custGeom>
              <a:avLst/>
              <a:gdLst>
                <a:gd name="T0" fmla="*/ 21 w 40"/>
                <a:gd name="T1" fmla="*/ 51 h 54"/>
                <a:gd name="T2" fmla="*/ 39 w 40"/>
                <a:gd name="T3" fmla="*/ 20 h 54"/>
                <a:gd name="T4" fmla="*/ 18 w 40"/>
                <a:gd name="T5" fmla="*/ 4 h 54"/>
                <a:gd name="T6" fmla="*/ 1 w 40"/>
                <a:gd name="T7" fmla="*/ 35 h 54"/>
                <a:gd name="T8" fmla="*/ 21 w 40"/>
                <a:gd name="T9" fmla="*/ 51 h 54"/>
              </a:gdLst>
              <a:ahLst/>
              <a:cxnLst>
                <a:cxn ang="0">
                  <a:pos x="T0" y="T1"/>
                </a:cxn>
                <a:cxn ang="0">
                  <a:pos x="T2" y="T3"/>
                </a:cxn>
                <a:cxn ang="0">
                  <a:pos x="T4" y="T5"/>
                </a:cxn>
                <a:cxn ang="0">
                  <a:pos x="T6" y="T7"/>
                </a:cxn>
                <a:cxn ang="0">
                  <a:pos x="T8" y="T9"/>
                </a:cxn>
              </a:cxnLst>
              <a:rect l="0" t="0" r="r" b="b"/>
              <a:pathLst>
                <a:path w="40" h="54">
                  <a:moveTo>
                    <a:pt x="21" y="51"/>
                  </a:moveTo>
                  <a:cubicBezTo>
                    <a:pt x="32" y="47"/>
                    <a:pt x="40" y="33"/>
                    <a:pt x="39" y="20"/>
                  </a:cubicBezTo>
                  <a:cubicBezTo>
                    <a:pt x="38" y="7"/>
                    <a:pt x="29" y="0"/>
                    <a:pt x="18" y="4"/>
                  </a:cubicBezTo>
                  <a:cubicBezTo>
                    <a:pt x="7" y="8"/>
                    <a:pt x="0" y="22"/>
                    <a:pt x="1" y="35"/>
                  </a:cubicBezTo>
                  <a:cubicBezTo>
                    <a:pt x="2" y="47"/>
                    <a:pt x="11" y="54"/>
                    <a:pt x="21" y="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82" name="Freeform 376"/>
            <p:cNvSpPr/>
            <p:nvPr/>
          </p:nvSpPr>
          <p:spPr bwMode="auto">
            <a:xfrm>
              <a:off x="8768067" y="11512328"/>
              <a:ext cx="111125" cy="155575"/>
            </a:xfrm>
            <a:custGeom>
              <a:avLst/>
              <a:gdLst>
                <a:gd name="T0" fmla="*/ 22 w 41"/>
                <a:gd name="T1" fmla="*/ 53 h 57"/>
                <a:gd name="T2" fmla="*/ 40 w 41"/>
                <a:gd name="T3" fmla="*/ 22 h 57"/>
                <a:gd name="T4" fmla="*/ 18 w 41"/>
                <a:gd name="T5" fmla="*/ 4 h 57"/>
                <a:gd name="T6" fmla="*/ 2 w 41"/>
                <a:gd name="T7" fmla="*/ 36 h 57"/>
                <a:gd name="T8" fmla="*/ 22 w 41"/>
                <a:gd name="T9" fmla="*/ 53 h 57"/>
              </a:gdLst>
              <a:ahLst/>
              <a:cxnLst>
                <a:cxn ang="0">
                  <a:pos x="T0" y="T1"/>
                </a:cxn>
                <a:cxn ang="0">
                  <a:pos x="T2" y="T3"/>
                </a:cxn>
                <a:cxn ang="0">
                  <a:pos x="T4" y="T5"/>
                </a:cxn>
                <a:cxn ang="0">
                  <a:pos x="T6" y="T7"/>
                </a:cxn>
                <a:cxn ang="0">
                  <a:pos x="T8" y="T9"/>
                </a:cxn>
              </a:cxnLst>
              <a:rect l="0" t="0" r="r" b="b"/>
              <a:pathLst>
                <a:path w="41" h="57">
                  <a:moveTo>
                    <a:pt x="22" y="53"/>
                  </a:moveTo>
                  <a:cubicBezTo>
                    <a:pt x="33" y="50"/>
                    <a:pt x="41" y="35"/>
                    <a:pt x="40" y="22"/>
                  </a:cubicBezTo>
                  <a:cubicBezTo>
                    <a:pt x="38" y="8"/>
                    <a:pt x="29" y="0"/>
                    <a:pt x="18" y="4"/>
                  </a:cubicBezTo>
                  <a:cubicBezTo>
                    <a:pt x="8" y="8"/>
                    <a:pt x="0" y="23"/>
                    <a:pt x="2" y="36"/>
                  </a:cubicBezTo>
                  <a:cubicBezTo>
                    <a:pt x="3" y="49"/>
                    <a:pt x="13" y="57"/>
                    <a:pt x="22"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83" name="Freeform 377"/>
            <p:cNvSpPr/>
            <p:nvPr/>
          </p:nvSpPr>
          <p:spPr bwMode="auto">
            <a:xfrm>
              <a:off x="8553754" y="11588528"/>
              <a:ext cx="107950" cy="160338"/>
            </a:xfrm>
            <a:custGeom>
              <a:avLst/>
              <a:gdLst>
                <a:gd name="T0" fmla="*/ 23 w 40"/>
                <a:gd name="T1" fmla="*/ 55 h 59"/>
                <a:gd name="T2" fmla="*/ 39 w 40"/>
                <a:gd name="T3" fmla="*/ 24 h 59"/>
                <a:gd name="T4" fmla="*/ 18 w 40"/>
                <a:gd name="T5" fmla="*/ 4 h 59"/>
                <a:gd name="T6" fmla="*/ 1 w 40"/>
                <a:gd name="T7" fmla="*/ 36 h 59"/>
                <a:gd name="T8" fmla="*/ 23 w 40"/>
                <a:gd name="T9" fmla="*/ 55 h 59"/>
              </a:gdLst>
              <a:ahLst/>
              <a:cxnLst>
                <a:cxn ang="0">
                  <a:pos x="T0" y="T1"/>
                </a:cxn>
                <a:cxn ang="0">
                  <a:pos x="T2" y="T3"/>
                </a:cxn>
                <a:cxn ang="0">
                  <a:pos x="T4" y="T5"/>
                </a:cxn>
                <a:cxn ang="0">
                  <a:pos x="T6" y="T7"/>
                </a:cxn>
                <a:cxn ang="0">
                  <a:pos x="T8" y="T9"/>
                </a:cxn>
              </a:cxnLst>
              <a:rect l="0" t="0" r="r" b="b"/>
              <a:pathLst>
                <a:path w="40" h="59">
                  <a:moveTo>
                    <a:pt x="23" y="55"/>
                  </a:moveTo>
                  <a:cubicBezTo>
                    <a:pt x="32" y="51"/>
                    <a:pt x="40" y="38"/>
                    <a:pt x="39" y="24"/>
                  </a:cubicBezTo>
                  <a:cubicBezTo>
                    <a:pt x="38" y="9"/>
                    <a:pt x="29" y="0"/>
                    <a:pt x="18" y="4"/>
                  </a:cubicBezTo>
                  <a:cubicBezTo>
                    <a:pt x="8" y="7"/>
                    <a:pt x="0" y="21"/>
                    <a:pt x="1" y="36"/>
                  </a:cubicBezTo>
                  <a:cubicBezTo>
                    <a:pt x="2" y="50"/>
                    <a:pt x="12" y="59"/>
                    <a:pt x="23"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84" name="Freeform 378"/>
            <p:cNvSpPr/>
            <p:nvPr/>
          </p:nvSpPr>
          <p:spPr bwMode="auto">
            <a:xfrm>
              <a:off x="8336267" y="11656790"/>
              <a:ext cx="109538" cy="161925"/>
            </a:xfrm>
            <a:custGeom>
              <a:avLst/>
              <a:gdLst>
                <a:gd name="T0" fmla="*/ 23 w 40"/>
                <a:gd name="T1" fmla="*/ 57 h 60"/>
                <a:gd name="T2" fmla="*/ 39 w 40"/>
                <a:gd name="T3" fmla="*/ 25 h 60"/>
                <a:gd name="T4" fmla="*/ 18 w 40"/>
                <a:gd name="T5" fmla="*/ 3 h 60"/>
                <a:gd name="T6" fmla="*/ 1 w 40"/>
                <a:gd name="T7" fmla="*/ 35 h 60"/>
                <a:gd name="T8" fmla="*/ 23 w 40"/>
                <a:gd name="T9" fmla="*/ 57 h 60"/>
              </a:gdLst>
              <a:ahLst/>
              <a:cxnLst>
                <a:cxn ang="0">
                  <a:pos x="T0" y="T1"/>
                </a:cxn>
                <a:cxn ang="0">
                  <a:pos x="T2" y="T3"/>
                </a:cxn>
                <a:cxn ang="0">
                  <a:pos x="T4" y="T5"/>
                </a:cxn>
                <a:cxn ang="0">
                  <a:pos x="T6" y="T7"/>
                </a:cxn>
                <a:cxn ang="0">
                  <a:pos x="T8" y="T9"/>
                </a:cxn>
              </a:cxnLst>
              <a:rect l="0" t="0" r="r" b="b"/>
              <a:pathLst>
                <a:path w="40" h="60">
                  <a:moveTo>
                    <a:pt x="23" y="57"/>
                  </a:moveTo>
                  <a:cubicBezTo>
                    <a:pt x="33" y="53"/>
                    <a:pt x="40" y="39"/>
                    <a:pt x="39" y="25"/>
                  </a:cubicBezTo>
                  <a:cubicBezTo>
                    <a:pt x="38" y="10"/>
                    <a:pt x="29" y="0"/>
                    <a:pt x="18" y="3"/>
                  </a:cubicBezTo>
                  <a:cubicBezTo>
                    <a:pt x="8" y="5"/>
                    <a:pt x="0" y="20"/>
                    <a:pt x="1" y="35"/>
                  </a:cubicBezTo>
                  <a:cubicBezTo>
                    <a:pt x="3" y="49"/>
                    <a:pt x="13" y="60"/>
                    <a:pt x="23"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85" name="Freeform 379"/>
            <p:cNvSpPr/>
            <p:nvPr/>
          </p:nvSpPr>
          <p:spPr bwMode="auto">
            <a:xfrm>
              <a:off x="8121954" y="11710765"/>
              <a:ext cx="106363" cy="163513"/>
            </a:xfrm>
            <a:custGeom>
              <a:avLst/>
              <a:gdLst>
                <a:gd name="T0" fmla="*/ 23 w 39"/>
                <a:gd name="T1" fmla="*/ 58 h 60"/>
                <a:gd name="T2" fmla="*/ 39 w 39"/>
                <a:gd name="T3" fmla="*/ 27 h 60"/>
                <a:gd name="T4" fmla="*/ 18 w 39"/>
                <a:gd name="T5" fmla="*/ 2 h 60"/>
                <a:gd name="T6" fmla="*/ 1 w 39"/>
                <a:gd name="T7" fmla="*/ 33 h 60"/>
                <a:gd name="T8" fmla="*/ 23 w 39"/>
                <a:gd name="T9" fmla="*/ 58 h 60"/>
              </a:gdLst>
              <a:ahLst/>
              <a:cxnLst>
                <a:cxn ang="0">
                  <a:pos x="T0" y="T1"/>
                </a:cxn>
                <a:cxn ang="0">
                  <a:pos x="T2" y="T3"/>
                </a:cxn>
                <a:cxn ang="0">
                  <a:pos x="T4" y="T5"/>
                </a:cxn>
                <a:cxn ang="0">
                  <a:pos x="T6" y="T7"/>
                </a:cxn>
                <a:cxn ang="0">
                  <a:pos x="T8" y="T9"/>
                </a:cxn>
              </a:cxnLst>
              <a:rect l="0" t="0" r="r" b="b"/>
              <a:pathLst>
                <a:path w="39" h="60">
                  <a:moveTo>
                    <a:pt x="23" y="58"/>
                  </a:moveTo>
                  <a:cubicBezTo>
                    <a:pt x="32" y="56"/>
                    <a:pt x="39" y="42"/>
                    <a:pt x="39" y="27"/>
                  </a:cubicBezTo>
                  <a:cubicBezTo>
                    <a:pt x="38" y="11"/>
                    <a:pt x="29" y="0"/>
                    <a:pt x="18" y="2"/>
                  </a:cubicBezTo>
                  <a:cubicBezTo>
                    <a:pt x="8" y="4"/>
                    <a:pt x="0" y="18"/>
                    <a:pt x="1" y="33"/>
                  </a:cubicBezTo>
                  <a:cubicBezTo>
                    <a:pt x="2" y="49"/>
                    <a:pt x="12" y="60"/>
                    <a:pt x="23"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86" name="Freeform 380"/>
            <p:cNvSpPr/>
            <p:nvPr/>
          </p:nvSpPr>
          <p:spPr bwMode="auto">
            <a:xfrm>
              <a:off x="7907642" y="11748865"/>
              <a:ext cx="107950" cy="165100"/>
            </a:xfrm>
            <a:custGeom>
              <a:avLst/>
              <a:gdLst>
                <a:gd name="T0" fmla="*/ 23 w 40"/>
                <a:gd name="T1" fmla="*/ 59 h 61"/>
                <a:gd name="T2" fmla="*/ 38 w 40"/>
                <a:gd name="T3" fmla="*/ 28 h 61"/>
                <a:gd name="T4" fmla="*/ 17 w 40"/>
                <a:gd name="T5" fmla="*/ 2 h 61"/>
                <a:gd name="T6" fmla="*/ 1 w 40"/>
                <a:gd name="T7" fmla="*/ 34 h 61"/>
                <a:gd name="T8" fmla="*/ 23 w 40"/>
                <a:gd name="T9" fmla="*/ 59 h 61"/>
              </a:gdLst>
              <a:ahLst/>
              <a:cxnLst>
                <a:cxn ang="0">
                  <a:pos x="T0" y="T1"/>
                </a:cxn>
                <a:cxn ang="0">
                  <a:pos x="T2" y="T3"/>
                </a:cxn>
                <a:cxn ang="0">
                  <a:pos x="T4" y="T5"/>
                </a:cxn>
                <a:cxn ang="0">
                  <a:pos x="T6" y="T7"/>
                </a:cxn>
                <a:cxn ang="0">
                  <a:pos x="T8" y="T9"/>
                </a:cxn>
              </a:cxnLst>
              <a:rect l="0" t="0" r="r" b="b"/>
              <a:pathLst>
                <a:path w="40" h="61">
                  <a:moveTo>
                    <a:pt x="23" y="59"/>
                  </a:moveTo>
                  <a:cubicBezTo>
                    <a:pt x="33" y="56"/>
                    <a:pt x="40" y="43"/>
                    <a:pt x="38" y="28"/>
                  </a:cubicBezTo>
                  <a:cubicBezTo>
                    <a:pt x="37" y="11"/>
                    <a:pt x="28" y="0"/>
                    <a:pt x="17" y="2"/>
                  </a:cubicBezTo>
                  <a:cubicBezTo>
                    <a:pt x="7" y="3"/>
                    <a:pt x="0" y="18"/>
                    <a:pt x="1" y="34"/>
                  </a:cubicBezTo>
                  <a:cubicBezTo>
                    <a:pt x="3" y="49"/>
                    <a:pt x="13" y="61"/>
                    <a:pt x="23"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87" name="Freeform 381"/>
            <p:cNvSpPr/>
            <p:nvPr/>
          </p:nvSpPr>
          <p:spPr bwMode="auto">
            <a:xfrm>
              <a:off x="7693329" y="11786965"/>
              <a:ext cx="107950" cy="161925"/>
            </a:xfrm>
            <a:custGeom>
              <a:avLst/>
              <a:gdLst>
                <a:gd name="T0" fmla="*/ 23 w 40"/>
                <a:gd name="T1" fmla="*/ 59 h 60"/>
                <a:gd name="T2" fmla="*/ 39 w 40"/>
                <a:gd name="T3" fmla="*/ 27 h 60"/>
                <a:gd name="T4" fmla="*/ 18 w 40"/>
                <a:gd name="T5" fmla="*/ 3 h 60"/>
                <a:gd name="T6" fmla="*/ 2 w 40"/>
                <a:gd name="T7" fmla="*/ 35 h 60"/>
                <a:gd name="T8" fmla="*/ 23 w 40"/>
                <a:gd name="T9" fmla="*/ 59 h 60"/>
              </a:gdLst>
              <a:ahLst/>
              <a:cxnLst>
                <a:cxn ang="0">
                  <a:pos x="T0" y="T1"/>
                </a:cxn>
                <a:cxn ang="0">
                  <a:pos x="T2" y="T3"/>
                </a:cxn>
                <a:cxn ang="0">
                  <a:pos x="T4" y="T5"/>
                </a:cxn>
                <a:cxn ang="0">
                  <a:pos x="T6" y="T7"/>
                </a:cxn>
                <a:cxn ang="0">
                  <a:pos x="T8" y="T9"/>
                </a:cxn>
              </a:cxnLst>
              <a:rect l="0" t="0" r="r" b="b"/>
              <a:pathLst>
                <a:path w="40" h="60">
                  <a:moveTo>
                    <a:pt x="23" y="59"/>
                  </a:moveTo>
                  <a:cubicBezTo>
                    <a:pt x="33" y="57"/>
                    <a:pt x="40" y="43"/>
                    <a:pt x="39" y="27"/>
                  </a:cubicBezTo>
                  <a:cubicBezTo>
                    <a:pt x="37" y="11"/>
                    <a:pt x="28" y="0"/>
                    <a:pt x="18" y="3"/>
                  </a:cubicBezTo>
                  <a:cubicBezTo>
                    <a:pt x="7" y="5"/>
                    <a:pt x="0" y="20"/>
                    <a:pt x="2" y="35"/>
                  </a:cubicBezTo>
                  <a:cubicBezTo>
                    <a:pt x="4" y="49"/>
                    <a:pt x="13" y="60"/>
                    <a:pt x="23"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88" name="Freeform 382"/>
            <p:cNvSpPr/>
            <p:nvPr/>
          </p:nvSpPr>
          <p:spPr bwMode="auto">
            <a:xfrm>
              <a:off x="7482192" y="11825065"/>
              <a:ext cx="107950" cy="153988"/>
            </a:xfrm>
            <a:custGeom>
              <a:avLst/>
              <a:gdLst>
                <a:gd name="T0" fmla="*/ 23 w 40"/>
                <a:gd name="T1" fmla="*/ 56 h 57"/>
                <a:gd name="T2" fmla="*/ 39 w 40"/>
                <a:gd name="T3" fmla="*/ 26 h 57"/>
                <a:gd name="T4" fmla="*/ 18 w 40"/>
                <a:gd name="T5" fmla="*/ 2 h 57"/>
                <a:gd name="T6" fmla="*/ 2 w 40"/>
                <a:gd name="T7" fmla="*/ 32 h 57"/>
                <a:gd name="T8" fmla="*/ 23 w 40"/>
                <a:gd name="T9" fmla="*/ 56 h 57"/>
              </a:gdLst>
              <a:ahLst/>
              <a:cxnLst>
                <a:cxn ang="0">
                  <a:pos x="T0" y="T1"/>
                </a:cxn>
                <a:cxn ang="0">
                  <a:pos x="T2" y="T3"/>
                </a:cxn>
                <a:cxn ang="0">
                  <a:pos x="T4" y="T5"/>
                </a:cxn>
                <a:cxn ang="0">
                  <a:pos x="T6" y="T7"/>
                </a:cxn>
                <a:cxn ang="0">
                  <a:pos x="T8" y="T9"/>
                </a:cxn>
              </a:cxnLst>
              <a:rect l="0" t="0" r="r" b="b"/>
              <a:pathLst>
                <a:path w="40" h="57">
                  <a:moveTo>
                    <a:pt x="23" y="56"/>
                  </a:moveTo>
                  <a:cubicBezTo>
                    <a:pt x="33" y="54"/>
                    <a:pt x="40" y="41"/>
                    <a:pt x="39" y="26"/>
                  </a:cubicBezTo>
                  <a:cubicBezTo>
                    <a:pt x="37" y="11"/>
                    <a:pt x="28" y="0"/>
                    <a:pt x="18" y="2"/>
                  </a:cubicBezTo>
                  <a:cubicBezTo>
                    <a:pt x="7" y="3"/>
                    <a:pt x="0" y="17"/>
                    <a:pt x="2" y="32"/>
                  </a:cubicBezTo>
                  <a:cubicBezTo>
                    <a:pt x="3" y="46"/>
                    <a:pt x="13" y="57"/>
                    <a:pt x="23"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89" name="Freeform 383"/>
            <p:cNvSpPr/>
            <p:nvPr/>
          </p:nvSpPr>
          <p:spPr bwMode="auto">
            <a:xfrm>
              <a:off x="7269467" y="11852053"/>
              <a:ext cx="109538" cy="146050"/>
            </a:xfrm>
            <a:custGeom>
              <a:avLst/>
              <a:gdLst>
                <a:gd name="T0" fmla="*/ 22 w 40"/>
                <a:gd name="T1" fmla="*/ 53 h 54"/>
                <a:gd name="T2" fmla="*/ 38 w 40"/>
                <a:gd name="T3" fmla="*/ 25 h 54"/>
                <a:gd name="T4" fmla="*/ 17 w 40"/>
                <a:gd name="T5" fmla="*/ 2 h 54"/>
                <a:gd name="T6" fmla="*/ 1 w 40"/>
                <a:gd name="T7" fmla="*/ 28 h 54"/>
                <a:gd name="T8" fmla="*/ 22 w 40"/>
                <a:gd name="T9" fmla="*/ 53 h 54"/>
              </a:gdLst>
              <a:ahLst/>
              <a:cxnLst>
                <a:cxn ang="0">
                  <a:pos x="T0" y="T1"/>
                </a:cxn>
                <a:cxn ang="0">
                  <a:pos x="T2" y="T3"/>
                </a:cxn>
                <a:cxn ang="0">
                  <a:pos x="T4" y="T5"/>
                </a:cxn>
                <a:cxn ang="0">
                  <a:pos x="T6" y="T7"/>
                </a:cxn>
                <a:cxn ang="0">
                  <a:pos x="T8" y="T9"/>
                </a:cxn>
              </a:cxnLst>
              <a:rect l="0" t="0" r="r" b="b"/>
              <a:pathLst>
                <a:path w="40" h="54">
                  <a:moveTo>
                    <a:pt x="22" y="53"/>
                  </a:moveTo>
                  <a:cubicBezTo>
                    <a:pt x="33" y="52"/>
                    <a:pt x="40" y="40"/>
                    <a:pt x="38" y="25"/>
                  </a:cubicBezTo>
                  <a:cubicBezTo>
                    <a:pt x="37" y="10"/>
                    <a:pt x="27" y="0"/>
                    <a:pt x="17" y="2"/>
                  </a:cubicBezTo>
                  <a:cubicBezTo>
                    <a:pt x="7" y="4"/>
                    <a:pt x="0" y="15"/>
                    <a:pt x="1" y="28"/>
                  </a:cubicBezTo>
                  <a:cubicBezTo>
                    <a:pt x="2" y="42"/>
                    <a:pt x="12" y="54"/>
                    <a:pt x="22"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90" name="Freeform 384"/>
            <p:cNvSpPr/>
            <p:nvPr/>
          </p:nvSpPr>
          <p:spPr bwMode="auto">
            <a:xfrm>
              <a:off x="7058329" y="11875865"/>
              <a:ext cx="106363" cy="133350"/>
            </a:xfrm>
            <a:custGeom>
              <a:avLst/>
              <a:gdLst>
                <a:gd name="T0" fmla="*/ 22 w 39"/>
                <a:gd name="T1" fmla="*/ 48 h 49"/>
                <a:gd name="T2" fmla="*/ 38 w 39"/>
                <a:gd name="T3" fmla="*/ 25 h 49"/>
                <a:gd name="T4" fmla="*/ 18 w 39"/>
                <a:gd name="T5" fmla="*/ 0 h 49"/>
                <a:gd name="T6" fmla="*/ 1 w 39"/>
                <a:gd name="T7" fmla="*/ 25 h 49"/>
                <a:gd name="T8" fmla="*/ 22 w 39"/>
                <a:gd name="T9" fmla="*/ 48 h 49"/>
              </a:gdLst>
              <a:ahLst/>
              <a:cxnLst>
                <a:cxn ang="0">
                  <a:pos x="T0" y="T1"/>
                </a:cxn>
                <a:cxn ang="0">
                  <a:pos x="T2" y="T3"/>
                </a:cxn>
                <a:cxn ang="0">
                  <a:pos x="T4" y="T5"/>
                </a:cxn>
                <a:cxn ang="0">
                  <a:pos x="T6" y="T7"/>
                </a:cxn>
                <a:cxn ang="0">
                  <a:pos x="T8" y="T9"/>
                </a:cxn>
              </a:cxnLst>
              <a:rect l="0" t="0" r="r" b="b"/>
              <a:pathLst>
                <a:path w="39" h="49">
                  <a:moveTo>
                    <a:pt x="22" y="48"/>
                  </a:moveTo>
                  <a:cubicBezTo>
                    <a:pt x="32" y="48"/>
                    <a:pt x="39" y="37"/>
                    <a:pt x="38" y="25"/>
                  </a:cubicBezTo>
                  <a:cubicBezTo>
                    <a:pt x="37" y="11"/>
                    <a:pt x="28" y="0"/>
                    <a:pt x="18" y="0"/>
                  </a:cubicBezTo>
                  <a:cubicBezTo>
                    <a:pt x="8" y="1"/>
                    <a:pt x="0" y="12"/>
                    <a:pt x="1" y="25"/>
                  </a:cubicBezTo>
                  <a:cubicBezTo>
                    <a:pt x="2" y="38"/>
                    <a:pt x="12" y="49"/>
                    <a:pt x="22"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91" name="Freeform 385"/>
            <p:cNvSpPr/>
            <p:nvPr/>
          </p:nvSpPr>
          <p:spPr bwMode="auto">
            <a:xfrm>
              <a:off x="6847192" y="11891740"/>
              <a:ext cx="104775" cy="120650"/>
            </a:xfrm>
            <a:custGeom>
              <a:avLst/>
              <a:gdLst>
                <a:gd name="T0" fmla="*/ 22 w 39"/>
                <a:gd name="T1" fmla="*/ 44 h 44"/>
                <a:gd name="T2" fmla="*/ 38 w 39"/>
                <a:gd name="T3" fmla="*/ 23 h 44"/>
                <a:gd name="T4" fmla="*/ 18 w 39"/>
                <a:gd name="T5" fmla="*/ 0 h 44"/>
                <a:gd name="T6" fmla="*/ 1 w 39"/>
                <a:gd name="T7" fmla="*/ 22 h 44"/>
                <a:gd name="T8" fmla="*/ 22 w 39"/>
                <a:gd name="T9" fmla="*/ 44 h 44"/>
              </a:gdLst>
              <a:ahLst/>
              <a:cxnLst>
                <a:cxn ang="0">
                  <a:pos x="T0" y="T1"/>
                </a:cxn>
                <a:cxn ang="0">
                  <a:pos x="T2" y="T3"/>
                </a:cxn>
                <a:cxn ang="0">
                  <a:pos x="T4" y="T5"/>
                </a:cxn>
                <a:cxn ang="0">
                  <a:pos x="T6" y="T7"/>
                </a:cxn>
                <a:cxn ang="0">
                  <a:pos x="T8" y="T9"/>
                </a:cxn>
              </a:cxnLst>
              <a:rect l="0" t="0" r="r" b="b"/>
              <a:pathLst>
                <a:path w="39" h="44">
                  <a:moveTo>
                    <a:pt x="22" y="44"/>
                  </a:moveTo>
                  <a:cubicBezTo>
                    <a:pt x="31" y="44"/>
                    <a:pt x="39" y="35"/>
                    <a:pt x="38" y="23"/>
                  </a:cubicBezTo>
                  <a:cubicBezTo>
                    <a:pt x="37" y="10"/>
                    <a:pt x="28" y="0"/>
                    <a:pt x="18" y="0"/>
                  </a:cubicBezTo>
                  <a:cubicBezTo>
                    <a:pt x="8" y="0"/>
                    <a:pt x="0" y="10"/>
                    <a:pt x="1" y="22"/>
                  </a:cubicBezTo>
                  <a:cubicBezTo>
                    <a:pt x="2" y="34"/>
                    <a:pt x="12" y="44"/>
                    <a:pt x="22"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92" name="Freeform 386"/>
            <p:cNvSpPr/>
            <p:nvPr/>
          </p:nvSpPr>
          <p:spPr bwMode="auto">
            <a:xfrm>
              <a:off x="6634467" y="11902853"/>
              <a:ext cx="106363" cy="111125"/>
            </a:xfrm>
            <a:custGeom>
              <a:avLst/>
              <a:gdLst>
                <a:gd name="T0" fmla="*/ 22 w 39"/>
                <a:gd name="T1" fmla="*/ 41 h 41"/>
                <a:gd name="T2" fmla="*/ 38 w 39"/>
                <a:gd name="T3" fmla="*/ 21 h 41"/>
                <a:gd name="T4" fmla="*/ 18 w 39"/>
                <a:gd name="T5" fmla="*/ 0 h 41"/>
                <a:gd name="T6" fmla="*/ 1 w 39"/>
                <a:gd name="T7" fmla="*/ 21 h 41"/>
                <a:gd name="T8" fmla="*/ 22 w 39"/>
                <a:gd name="T9" fmla="*/ 41 h 41"/>
              </a:gdLst>
              <a:ahLst/>
              <a:cxnLst>
                <a:cxn ang="0">
                  <a:pos x="T0" y="T1"/>
                </a:cxn>
                <a:cxn ang="0">
                  <a:pos x="T2" y="T3"/>
                </a:cxn>
                <a:cxn ang="0">
                  <a:pos x="T4" y="T5"/>
                </a:cxn>
                <a:cxn ang="0">
                  <a:pos x="T6" y="T7"/>
                </a:cxn>
                <a:cxn ang="0">
                  <a:pos x="T8" y="T9"/>
                </a:cxn>
              </a:cxnLst>
              <a:rect l="0" t="0" r="r" b="b"/>
              <a:pathLst>
                <a:path w="39" h="41">
                  <a:moveTo>
                    <a:pt x="22" y="41"/>
                  </a:moveTo>
                  <a:cubicBezTo>
                    <a:pt x="32" y="40"/>
                    <a:pt x="39" y="32"/>
                    <a:pt x="38" y="21"/>
                  </a:cubicBezTo>
                  <a:cubicBezTo>
                    <a:pt x="37" y="9"/>
                    <a:pt x="28" y="0"/>
                    <a:pt x="18" y="0"/>
                  </a:cubicBezTo>
                  <a:cubicBezTo>
                    <a:pt x="7" y="1"/>
                    <a:pt x="0" y="10"/>
                    <a:pt x="1" y="21"/>
                  </a:cubicBezTo>
                  <a:cubicBezTo>
                    <a:pt x="2" y="31"/>
                    <a:pt x="12" y="41"/>
                    <a:pt x="22"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93" name="Freeform 387"/>
            <p:cNvSpPr/>
            <p:nvPr/>
          </p:nvSpPr>
          <p:spPr bwMode="auto">
            <a:xfrm>
              <a:off x="1508429" y="12234640"/>
              <a:ext cx="104775" cy="19050"/>
            </a:xfrm>
            <a:custGeom>
              <a:avLst/>
              <a:gdLst>
                <a:gd name="T0" fmla="*/ 22 w 39"/>
                <a:gd name="T1" fmla="*/ 6 h 7"/>
                <a:gd name="T2" fmla="*/ 38 w 39"/>
                <a:gd name="T3" fmla="*/ 1 h 7"/>
                <a:gd name="T4" fmla="*/ 17 w 39"/>
                <a:gd name="T5" fmla="*/ 1 h 7"/>
                <a:gd name="T6" fmla="*/ 1 w 39"/>
                <a:gd name="T7" fmla="*/ 5 h 7"/>
                <a:gd name="T8" fmla="*/ 22 w 39"/>
                <a:gd name="T9" fmla="*/ 6 h 7"/>
              </a:gdLst>
              <a:ahLst/>
              <a:cxnLst>
                <a:cxn ang="0">
                  <a:pos x="T0" y="T1"/>
                </a:cxn>
                <a:cxn ang="0">
                  <a:pos x="T2" y="T3"/>
                </a:cxn>
                <a:cxn ang="0">
                  <a:pos x="T4" y="T5"/>
                </a:cxn>
                <a:cxn ang="0">
                  <a:pos x="T6" y="T7"/>
                </a:cxn>
                <a:cxn ang="0">
                  <a:pos x="T8" y="T9"/>
                </a:cxn>
              </a:cxnLst>
              <a:rect l="0" t="0" r="r" b="b"/>
              <a:pathLst>
                <a:path w="39" h="7">
                  <a:moveTo>
                    <a:pt x="22" y="6"/>
                  </a:moveTo>
                  <a:cubicBezTo>
                    <a:pt x="32" y="5"/>
                    <a:pt x="39" y="3"/>
                    <a:pt x="38" y="1"/>
                  </a:cubicBezTo>
                  <a:cubicBezTo>
                    <a:pt x="37" y="0"/>
                    <a:pt x="28" y="0"/>
                    <a:pt x="17" y="1"/>
                  </a:cubicBezTo>
                  <a:cubicBezTo>
                    <a:pt x="8" y="2"/>
                    <a:pt x="0" y="3"/>
                    <a:pt x="1" y="5"/>
                  </a:cubicBezTo>
                  <a:cubicBezTo>
                    <a:pt x="2" y="6"/>
                    <a:pt x="11" y="7"/>
                    <a:pt x="2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94" name="Freeform 388"/>
            <p:cNvSpPr/>
            <p:nvPr/>
          </p:nvSpPr>
          <p:spPr bwMode="auto">
            <a:xfrm>
              <a:off x="1295704" y="12256865"/>
              <a:ext cx="106363" cy="23813"/>
            </a:xfrm>
            <a:custGeom>
              <a:avLst/>
              <a:gdLst>
                <a:gd name="T0" fmla="*/ 21 w 39"/>
                <a:gd name="T1" fmla="*/ 8 h 9"/>
                <a:gd name="T2" fmla="*/ 37 w 39"/>
                <a:gd name="T3" fmla="*/ 2 h 9"/>
                <a:gd name="T4" fmla="*/ 17 w 39"/>
                <a:gd name="T5" fmla="*/ 2 h 9"/>
                <a:gd name="T6" fmla="*/ 0 w 39"/>
                <a:gd name="T7" fmla="*/ 8 h 9"/>
                <a:gd name="T8" fmla="*/ 21 w 39"/>
                <a:gd name="T9" fmla="*/ 8 h 9"/>
              </a:gdLst>
              <a:ahLst/>
              <a:cxnLst>
                <a:cxn ang="0">
                  <a:pos x="T0" y="T1"/>
                </a:cxn>
                <a:cxn ang="0">
                  <a:pos x="T2" y="T3"/>
                </a:cxn>
                <a:cxn ang="0">
                  <a:pos x="T4" y="T5"/>
                </a:cxn>
                <a:cxn ang="0">
                  <a:pos x="T6" y="T7"/>
                </a:cxn>
                <a:cxn ang="0">
                  <a:pos x="T8" y="T9"/>
                </a:cxn>
              </a:cxnLst>
              <a:rect l="0" t="0" r="r" b="b"/>
              <a:pathLst>
                <a:path w="39" h="9">
                  <a:moveTo>
                    <a:pt x="21" y="8"/>
                  </a:moveTo>
                  <a:cubicBezTo>
                    <a:pt x="31" y="6"/>
                    <a:pt x="39" y="3"/>
                    <a:pt x="37" y="2"/>
                  </a:cubicBezTo>
                  <a:cubicBezTo>
                    <a:pt x="36" y="0"/>
                    <a:pt x="27" y="0"/>
                    <a:pt x="17" y="2"/>
                  </a:cubicBezTo>
                  <a:cubicBezTo>
                    <a:pt x="7" y="4"/>
                    <a:pt x="0" y="6"/>
                    <a:pt x="0" y="8"/>
                  </a:cubicBezTo>
                  <a:cubicBezTo>
                    <a:pt x="1" y="9"/>
                    <a:pt x="11" y="9"/>
                    <a:pt x="2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95" name="Freeform 389"/>
            <p:cNvSpPr/>
            <p:nvPr/>
          </p:nvSpPr>
          <p:spPr bwMode="auto">
            <a:xfrm>
              <a:off x="1081392" y="12294965"/>
              <a:ext cx="106363" cy="34925"/>
            </a:xfrm>
            <a:custGeom>
              <a:avLst/>
              <a:gdLst>
                <a:gd name="T0" fmla="*/ 21 w 39"/>
                <a:gd name="T1" fmla="*/ 10 h 13"/>
                <a:gd name="T2" fmla="*/ 38 w 39"/>
                <a:gd name="T3" fmla="*/ 2 h 13"/>
                <a:gd name="T4" fmla="*/ 18 w 39"/>
                <a:gd name="T5" fmla="*/ 3 h 13"/>
                <a:gd name="T6" fmla="*/ 1 w 39"/>
                <a:gd name="T7" fmla="*/ 11 h 13"/>
                <a:gd name="T8" fmla="*/ 21 w 39"/>
                <a:gd name="T9" fmla="*/ 10 h 13"/>
              </a:gdLst>
              <a:ahLst/>
              <a:cxnLst>
                <a:cxn ang="0">
                  <a:pos x="T0" y="T1"/>
                </a:cxn>
                <a:cxn ang="0">
                  <a:pos x="T2" y="T3"/>
                </a:cxn>
                <a:cxn ang="0">
                  <a:pos x="T4" y="T5"/>
                </a:cxn>
                <a:cxn ang="0">
                  <a:pos x="T6" y="T7"/>
                </a:cxn>
                <a:cxn ang="0">
                  <a:pos x="T8" y="T9"/>
                </a:cxn>
              </a:cxnLst>
              <a:rect l="0" t="0" r="r" b="b"/>
              <a:pathLst>
                <a:path w="39" h="13">
                  <a:moveTo>
                    <a:pt x="21" y="10"/>
                  </a:moveTo>
                  <a:cubicBezTo>
                    <a:pt x="31" y="7"/>
                    <a:pt x="39" y="4"/>
                    <a:pt x="38" y="2"/>
                  </a:cubicBezTo>
                  <a:cubicBezTo>
                    <a:pt x="37" y="0"/>
                    <a:pt x="28" y="1"/>
                    <a:pt x="18" y="3"/>
                  </a:cubicBezTo>
                  <a:cubicBezTo>
                    <a:pt x="8" y="6"/>
                    <a:pt x="0" y="9"/>
                    <a:pt x="1" y="11"/>
                  </a:cubicBezTo>
                  <a:cubicBezTo>
                    <a:pt x="3" y="13"/>
                    <a:pt x="12" y="12"/>
                    <a:pt x="2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96" name="Freeform 390"/>
            <p:cNvSpPr/>
            <p:nvPr/>
          </p:nvSpPr>
          <p:spPr bwMode="auto">
            <a:xfrm>
              <a:off x="873429" y="12348940"/>
              <a:ext cx="101600" cy="57150"/>
            </a:xfrm>
            <a:custGeom>
              <a:avLst/>
              <a:gdLst>
                <a:gd name="T0" fmla="*/ 21 w 38"/>
                <a:gd name="T1" fmla="*/ 14 h 21"/>
                <a:gd name="T2" fmla="*/ 37 w 38"/>
                <a:gd name="T3" fmla="*/ 3 h 21"/>
                <a:gd name="T4" fmla="*/ 18 w 38"/>
                <a:gd name="T5" fmla="*/ 6 h 21"/>
                <a:gd name="T6" fmla="*/ 1 w 38"/>
                <a:gd name="T7" fmla="*/ 19 h 21"/>
                <a:gd name="T8" fmla="*/ 21 w 38"/>
                <a:gd name="T9" fmla="*/ 14 h 21"/>
              </a:gdLst>
              <a:ahLst/>
              <a:cxnLst>
                <a:cxn ang="0">
                  <a:pos x="T0" y="T1"/>
                </a:cxn>
                <a:cxn ang="0">
                  <a:pos x="T2" y="T3"/>
                </a:cxn>
                <a:cxn ang="0">
                  <a:pos x="T4" y="T5"/>
                </a:cxn>
                <a:cxn ang="0">
                  <a:pos x="T6" y="T7"/>
                </a:cxn>
                <a:cxn ang="0">
                  <a:pos x="T8" y="T9"/>
                </a:cxn>
              </a:cxnLst>
              <a:rect l="0" t="0" r="r" b="b"/>
              <a:pathLst>
                <a:path w="38" h="21">
                  <a:moveTo>
                    <a:pt x="21" y="14"/>
                  </a:moveTo>
                  <a:cubicBezTo>
                    <a:pt x="30" y="9"/>
                    <a:pt x="38" y="5"/>
                    <a:pt x="37" y="3"/>
                  </a:cubicBezTo>
                  <a:cubicBezTo>
                    <a:pt x="37" y="0"/>
                    <a:pt x="28" y="1"/>
                    <a:pt x="18" y="6"/>
                  </a:cubicBezTo>
                  <a:cubicBezTo>
                    <a:pt x="8" y="10"/>
                    <a:pt x="0" y="17"/>
                    <a:pt x="1" y="19"/>
                  </a:cubicBezTo>
                  <a:cubicBezTo>
                    <a:pt x="1" y="21"/>
                    <a:pt x="11" y="19"/>
                    <a:pt x="21"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97" name="Freeform 391"/>
            <p:cNvSpPr/>
            <p:nvPr/>
          </p:nvSpPr>
          <p:spPr bwMode="auto">
            <a:xfrm>
              <a:off x="667054" y="12464828"/>
              <a:ext cx="100013" cy="95250"/>
            </a:xfrm>
            <a:custGeom>
              <a:avLst/>
              <a:gdLst>
                <a:gd name="T0" fmla="*/ 20 w 37"/>
                <a:gd name="T1" fmla="*/ 22 h 35"/>
                <a:gd name="T2" fmla="*/ 36 w 37"/>
                <a:gd name="T3" fmla="*/ 3 h 35"/>
                <a:gd name="T4" fmla="*/ 18 w 37"/>
                <a:gd name="T5" fmla="*/ 11 h 35"/>
                <a:gd name="T6" fmla="*/ 0 w 37"/>
                <a:gd name="T7" fmla="*/ 32 h 35"/>
                <a:gd name="T8" fmla="*/ 20 w 37"/>
                <a:gd name="T9" fmla="*/ 22 h 35"/>
              </a:gdLst>
              <a:ahLst/>
              <a:cxnLst>
                <a:cxn ang="0">
                  <a:pos x="T0" y="T1"/>
                </a:cxn>
                <a:cxn ang="0">
                  <a:pos x="T2" y="T3"/>
                </a:cxn>
                <a:cxn ang="0">
                  <a:pos x="T4" y="T5"/>
                </a:cxn>
                <a:cxn ang="0">
                  <a:pos x="T6" y="T7"/>
                </a:cxn>
                <a:cxn ang="0">
                  <a:pos x="T8" y="T9"/>
                </a:cxn>
              </a:cxnLst>
              <a:rect l="0" t="0" r="r" b="b"/>
              <a:pathLst>
                <a:path w="37" h="35">
                  <a:moveTo>
                    <a:pt x="20" y="22"/>
                  </a:moveTo>
                  <a:cubicBezTo>
                    <a:pt x="29" y="14"/>
                    <a:pt x="37" y="6"/>
                    <a:pt x="36" y="3"/>
                  </a:cubicBezTo>
                  <a:cubicBezTo>
                    <a:pt x="36" y="0"/>
                    <a:pt x="28" y="3"/>
                    <a:pt x="18" y="11"/>
                  </a:cubicBezTo>
                  <a:cubicBezTo>
                    <a:pt x="7" y="19"/>
                    <a:pt x="0" y="28"/>
                    <a:pt x="0" y="32"/>
                  </a:cubicBezTo>
                  <a:cubicBezTo>
                    <a:pt x="1" y="35"/>
                    <a:pt x="10" y="30"/>
                    <a:pt x="20"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98" name="Freeform 392"/>
            <p:cNvSpPr/>
            <p:nvPr/>
          </p:nvSpPr>
          <p:spPr bwMode="auto">
            <a:xfrm>
              <a:off x="460679" y="12644215"/>
              <a:ext cx="103188" cy="117475"/>
            </a:xfrm>
            <a:custGeom>
              <a:avLst/>
              <a:gdLst>
                <a:gd name="T0" fmla="*/ 21 w 38"/>
                <a:gd name="T1" fmla="*/ 27 h 43"/>
                <a:gd name="T2" fmla="*/ 37 w 38"/>
                <a:gd name="T3" fmla="*/ 3 h 43"/>
                <a:gd name="T4" fmla="*/ 16 w 38"/>
                <a:gd name="T5" fmla="*/ 15 h 43"/>
                <a:gd name="T6" fmla="*/ 1 w 38"/>
                <a:gd name="T7" fmla="*/ 39 h 43"/>
                <a:gd name="T8" fmla="*/ 21 w 38"/>
                <a:gd name="T9" fmla="*/ 27 h 43"/>
              </a:gdLst>
              <a:ahLst/>
              <a:cxnLst>
                <a:cxn ang="0">
                  <a:pos x="T0" y="T1"/>
                </a:cxn>
                <a:cxn ang="0">
                  <a:pos x="T2" y="T3"/>
                </a:cxn>
                <a:cxn ang="0">
                  <a:pos x="T4" y="T5"/>
                </a:cxn>
                <a:cxn ang="0">
                  <a:pos x="T6" y="T7"/>
                </a:cxn>
                <a:cxn ang="0">
                  <a:pos x="T8" y="T9"/>
                </a:cxn>
              </a:cxnLst>
              <a:rect l="0" t="0" r="r" b="b"/>
              <a:pathLst>
                <a:path w="38" h="43">
                  <a:moveTo>
                    <a:pt x="21" y="27"/>
                  </a:moveTo>
                  <a:cubicBezTo>
                    <a:pt x="31" y="17"/>
                    <a:pt x="38" y="6"/>
                    <a:pt x="37" y="3"/>
                  </a:cubicBezTo>
                  <a:cubicBezTo>
                    <a:pt x="35" y="0"/>
                    <a:pt x="26" y="5"/>
                    <a:pt x="16" y="15"/>
                  </a:cubicBezTo>
                  <a:cubicBezTo>
                    <a:pt x="7" y="25"/>
                    <a:pt x="0" y="35"/>
                    <a:pt x="1" y="39"/>
                  </a:cubicBezTo>
                  <a:cubicBezTo>
                    <a:pt x="2" y="43"/>
                    <a:pt x="11" y="37"/>
                    <a:pt x="21"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99" name="Freeform 393"/>
            <p:cNvSpPr/>
            <p:nvPr/>
          </p:nvSpPr>
          <p:spPr bwMode="auto">
            <a:xfrm>
              <a:off x="255892" y="12853765"/>
              <a:ext cx="103188" cy="127000"/>
            </a:xfrm>
            <a:custGeom>
              <a:avLst/>
              <a:gdLst>
                <a:gd name="T0" fmla="*/ 22 w 38"/>
                <a:gd name="T1" fmla="*/ 32 h 47"/>
                <a:gd name="T2" fmla="*/ 37 w 38"/>
                <a:gd name="T3" fmla="*/ 5 h 47"/>
                <a:gd name="T4" fmla="*/ 18 w 38"/>
                <a:gd name="T5" fmla="*/ 15 h 47"/>
                <a:gd name="T6" fmla="*/ 1 w 38"/>
                <a:gd name="T7" fmla="*/ 42 h 47"/>
                <a:gd name="T8" fmla="*/ 22 w 38"/>
                <a:gd name="T9" fmla="*/ 32 h 47"/>
              </a:gdLst>
              <a:ahLst/>
              <a:cxnLst>
                <a:cxn ang="0">
                  <a:pos x="T0" y="T1"/>
                </a:cxn>
                <a:cxn ang="0">
                  <a:pos x="T2" y="T3"/>
                </a:cxn>
                <a:cxn ang="0">
                  <a:pos x="T4" y="T5"/>
                </a:cxn>
                <a:cxn ang="0">
                  <a:pos x="T6" y="T7"/>
                </a:cxn>
                <a:cxn ang="0">
                  <a:pos x="T8" y="T9"/>
                </a:cxn>
              </a:cxnLst>
              <a:rect l="0" t="0" r="r" b="b"/>
              <a:pathLst>
                <a:path w="38" h="47">
                  <a:moveTo>
                    <a:pt x="22" y="32"/>
                  </a:moveTo>
                  <a:cubicBezTo>
                    <a:pt x="31" y="21"/>
                    <a:pt x="38" y="9"/>
                    <a:pt x="37" y="5"/>
                  </a:cubicBezTo>
                  <a:cubicBezTo>
                    <a:pt x="36" y="0"/>
                    <a:pt x="28" y="4"/>
                    <a:pt x="18" y="15"/>
                  </a:cubicBezTo>
                  <a:cubicBezTo>
                    <a:pt x="8" y="25"/>
                    <a:pt x="0" y="38"/>
                    <a:pt x="1" y="42"/>
                  </a:cubicBezTo>
                  <a:cubicBezTo>
                    <a:pt x="2" y="47"/>
                    <a:pt x="12" y="42"/>
                    <a:pt x="22"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00" name="Freeform 394"/>
            <p:cNvSpPr/>
            <p:nvPr/>
          </p:nvSpPr>
          <p:spPr bwMode="auto">
            <a:xfrm>
              <a:off x="152704" y="13634815"/>
              <a:ext cx="95250" cy="166688"/>
            </a:xfrm>
            <a:custGeom>
              <a:avLst/>
              <a:gdLst>
                <a:gd name="T0" fmla="*/ 25 w 35"/>
                <a:gd name="T1" fmla="*/ 3 h 61"/>
                <a:gd name="T2" fmla="*/ 12 w 35"/>
                <a:gd name="T3" fmla="*/ 0 h 61"/>
                <a:gd name="T4" fmla="*/ 0 w 35"/>
                <a:gd name="T5" fmla="*/ 14 h 61"/>
                <a:gd name="T6" fmla="*/ 5 w 35"/>
                <a:gd name="T7" fmla="*/ 59 h 61"/>
                <a:gd name="T8" fmla="*/ 22 w 35"/>
                <a:gd name="T9" fmla="*/ 54 h 61"/>
                <a:gd name="T10" fmla="*/ 31 w 35"/>
                <a:gd name="T11" fmla="*/ 38 h 61"/>
                <a:gd name="T12" fmla="*/ 25 w 35"/>
                <a:gd name="T13" fmla="*/ 3 h 61"/>
              </a:gdLst>
              <a:ahLst/>
              <a:cxnLst>
                <a:cxn ang="0">
                  <a:pos x="T0" y="T1"/>
                </a:cxn>
                <a:cxn ang="0">
                  <a:pos x="T2" y="T3"/>
                </a:cxn>
                <a:cxn ang="0">
                  <a:pos x="T4" y="T5"/>
                </a:cxn>
                <a:cxn ang="0">
                  <a:pos x="T6" y="T7"/>
                </a:cxn>
                <a:cxn ang="0">
                  <a:pos x="T8" y="T9"/>
                </a:cxn>
                <a:cxn ang="0">
                  <a:pos x="T10" y="T11"/>
                </a:cxn>
                <a:cxn ang="0">
                  <a:pos x="T12" y="T13"/>
                </a:cxn>
              </a:cxnLst>
              <a:rect l="0" t="0" r="r" b="b"/>
              <a:pathLst>
                <a:path w="35" h="61">
                  <a:moveTo>
                    <a:pt x="25" y="3"/>
                  </a:moveTo>
                  <a:cubicBezTo>
                    <a:pt x="21" y="0"/>
                    <a:pt x="17" y="0"/>
                    <a:pt x="12" y="0"/>
                  </a:cubicBezTo>
                  <a:cubicBezTo>
                    <a:pt x="7" y="1"/>
                    <a:pt x="3" y="6"/>
                    <a:pt x="0" y="14"/>
                  </a:cubicBezTo>
                  <a:cubicBezTo>
                    <a:pt x="2" y="31"/>
                    <a:pt x="4" y="47"/>
                    <a:pt x="5" y="59"/>
                  </a:cubicBezTo>
                  <a:cubicBezTo>
                    <a:pt x="12" y="61"/>
                    <a:pt x="17" y="59"/>
                    <a:pt x="22" y="54"/>
                  </a:cubicBezTo>
                  <a:cubicBezTo>
                    <a:pt x="27" y="51"/>
                    <a:pt x="30" y="45"/>
                    <a:pt x="31" y="38"/>
                  </a:cubicBezTo>
                  <a:cubicBezTo>
                    <a:pt x="35" y="25"/>
                    <a:pt x="33" y="9"/>
                    <a:pt x="2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01" name="Freeform 395"/>
            <p:cNvSpPr/>
            <p:nvPr/>
          </p:nvSpPr>
          <p:spPr bwMode="auto">
            <a:xfrm>
              <a:off x="3761092" y="12277503"/>
              <a:ext cx="103188" cy="19050"/>
            </a:xfrm>
            <a:custGeom>
              <a:avLst/>
              <a:gdLst>
                <a:gd name="T0" fmla="*/ 21 w 38"/>
                <a:gd name="T1" fmla="*/ 6 h 7"/>
                <a:gd name="T2" fmla="*/ 38 w 38"/>
                <a:gd name="T3" fmla="*/ 2 h 7"/>
                <a:gd name="T4" fmla="*/ 17 w 38"/>
                <a:gd name="T5" fmla="*/ 1 h 7"/>
                <a:gd name="T6" fmla="*/ 1 w 38"/>
                <a:gd name="T7" fmla="*/ 5 h 7"/>
                <a:gd name="T8" fmla="*/ 21 w 38"/>
                <a:gd name="T9" fmla="*/ 6 h 7"/>
              </a:gdLst>
              <a:ahLst/>
              <a:cxnLst>
                <a:cxn ang="0">
                  <a:pos x="T0" y="T1"/>
                </a:cxn>
                <a:cxn ang="0">
                  <a:pos x="T2" y="T3"/>
                </a:cxn>
                <a:cxn ang="0">
                  <a:pos x="T4" y="T5"/>
                </a:cxn>
                <a:cxn ang="0">
                  <a:pos x="T6" y="T7"/>
                </a:cxn>
                <a:cxn ang="0">
                  <a:pos x="T8" y="T9"/>
                </a:cxn>
              </a:cxnLst>
              <a:rect l="0" t="0" r="r" b="b"/>
              <a:pathLst>
                <a:path w="38" h="7">
                  <a:moveTo>
                    <a:pt x="21" y="6"/>
                  </a:moveTo>
                  <a:cubicBezTo>
                    <a:pt x="31" y="5"/>
                    <a:pt x="38" y="3"/>
                    <a:pt x="38" y="2"/>
                  </a:cubicBezTo>
                  <a:cubicBezTo>
                    <a:pt x="37" y="0"/>
                    <a:pt x="28" y="0"/>
                    <a:pt x="17" y="1"/>
                  </a:cubicBezTo>
                  <a:cubicBezTo>
                    <a:pt x="7" y="2"/>
                    <a:pt x="0" y="4"/>
                    <a:pt x="1" y="5"/>
                  </a:cubicBezTo>
                  <a:cubicBezTo>
                    <a:pt x="1" y="6"/>
                    <a:pt x="10" y="7"/>
                    <a:pt x="2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02" name="Freeform 396"/>
            <p:cNvSpPr/>
            <p:nvPr/>
          </p:nvSpPr>
          <p:spPr bwMode="auto">
            <a:xfrm>
              <a:off x="3972229" y="12250515"/>
              <a:ext cx="106363" cy="22225"/>
            </a:xfrm>
            <a:custGeom>
              <a:avLst/>
              <a:gdLst>
                <a:gd name="T0" fmla="*/ 20 w 39"/>
                <a:gd name="T1" fmla="*/ 6 h 8"/>
                <a:gd name="T2" fmla="*/ 38 w 39"/>
                <a:gd name="T3" fmla="*/ 1 h 8"/>
                <a:gd name="T4" fmla="*/ 19 w 39"/>
                <a:gd name="T5" fmla="*/ 1 h 8"/>
                <a:gd name="T6" fmla="*/ 1 w 39"/>
                <a:gd name="T7" fmla="*/ 6 h 8"/>
                <a:gd name="T8" fmla="*/ 20 w 39"/>
                <a:gd name="T9" fmla="*/ 6 h 8"/>
              </a:gdLst>
              <a:ahLst/>
              <a:cxnLst>
                <a:cxn ang="0">
                  <a:pos x="T0" y="T1"/>
                </a:cxn>
                <a:cxn ang="0">
                  <a:pos x="T2" y="T3"/>
                </a:cxn>
                <a:cxn ang="0">
                  <a:pos x="T4" y="T5"/>
                </a:cxn>
                <a:cxn ang="0">
                  <a:pos x="T6" y="T7"/>
                </a:cxn>
                <a:cxn ang="0">
                  <a:pos x="T8" y="T9"/>
                </a:cxn>
              </a:cxnLst>
              <a:rect l="0" t="0" r="r" b="b"/>
              <a:pathLst>
                <a:path w="39" h="8">
                  <a:moveTo>
                    <a:pt x="20" y="6"/>
                  </a:moveTo>
                  <a:cubicBezTo>
                    <a:pt x="31" y="5"/>
                    <a:pt x="39" y="2"/>
                    <a:pt x="38" y="1"/>
                  </a:cubicBezTo>
                  <a:cubicBezTo>
                    <a:pt x="37" y="0"/>
                    <a:pt x="28" y="0"/>
                    <a:pt x="19" y="1"/>
                  </a:cubicBezTo>
                  <a:cubicBezTo>
                    <a:pt x="8" y="3"/>
                    <a:pt x="0" y="5"/>
                    <a:pt x="1" y="6"/>
                  </a:cubicBezTo>
                  <a:cubicBezTo>
                    <a:pt x="2" y="8"/>
                    <a:pt x="11" y="8"/>
                    <a:pt x="2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03" name="Freeform 397"/>
            <p:cNvSpPr/>
            <p:nvPr/>
          </p:nvSpPr>
          <p:spPr bwMode="auto">
            <a:xfrm>
              <a:off x="4186542" y="12212415"/>
              <a:ext cx="103188" cy="26988"/>
            </a:xfrm>
            <a:custGeom>
              <a:avLst/>
              <a:gdLst>
                <a:gd name="T0" fmla="*/ 21 w 38"/>
                <a:gd name="T1" fmla="*/ 8 h 10"/>
                <a:gd name="T2" fmla="*/ 37 w 38"/>
                <a:gd name="T3" fmla="*/ 2 h 10"/>
                <a:gd name="T4" fmla="*/ 17 w 38"/>
                <a:gd name="T5" fmla="*/ 2 h 10"/>
                <a:gd name="T6" fmla="*/ 1 w 38"/>
                <a:gd name="T7" fmla="*/ 8 h 10"/>
                <a:gd name="T8" fmla="*/ 21 w 38"/>
                <a:gd name="T9" fmla="*/ 8 h 10"/>
              </a:gdLst>
              <a:ahLst/>
              <a:cxnLst>
                <a:cxn ang="0">
                  <a:pos x="T0" y="T1"/>
                </a:cxn>
                <a:cxn ang="0">
                  <a:pos x="T2" y="T3"/>
                </a:cxn>
                <a:cxn ang="0">
                  <a:pos x="T4" y="T5"/>
                </a:cxn>
                <a:cxn ang="0">
                  <a:pos x="T6" y="T7"/>
                </a:cxn>
                <a:cxn ang="0">
                  <a:pos x="T8" y="T9"/>
                </a:cxn>
              </a:cxnLst>
              <a:rect l="0" t="0" r="r" b="b"/>
              <a:pathLst>
                <a:path w="38" h="10">
                  <a:moveTo>
                    <a:pt x="21" y="8"/>
                  </a:moveTo>
                  <a:cubicBezTo>
                    <a:pt x="31" y="6"/>
                    <a:pt x="38" y="3"/>
                    <a:pt x="37" y="2"/>
                  </a:cubicBezTo>
                  <a:cubicBezTo>
                    <a:pt x="37" y="0"/>
                    <a:pt x="27" y="0"/>
                    <a:pt x="17" y="2"/>
                  </a:cubicBezTo>
                  <a:cubicBezTo>
                    <a:pt x="7" y="4"/>
                    <a:pt x="0" y="7"/>
                    <a:pt x="1" y="8"/>
                  </a:cubicBezTo>
                  <a:cubicBezTo>
                    <a:pt x="1" y="10"/>
                    <a:pt x="10" y="10"/>
                    <a:pt x="2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04" name="Freeform 398"/>
            <p:cNvSpPr/>
            <p:nvPr/>
          </p:nvSpPr>
          <p:spPr bwMode="auto">
            <a:xfrm>
              <a:off x="4397679" y="12169553"/>
              <a:ext cx="106363" cy="30163"/>
            </a:xfrm>
            <a:custGeom>
              <a:avLst/>
              <a:gdLst>
                <a:gd name="T0" fmla="*/ 20 w 39"/>
                <a:gd name="T1" fmla="*/ 9 h 11"/>
                <a:gd name="T2" fmla="*/ 38 w 39"/>
                <a:gd name="T3" fmla="*/ 2 h 11"/>
                <a:gd name="T4" fmla="*/ 18 w 39"/>
                <a:gd name="T5" fmla="*/ 3 h 11"/>
                <a:gd name="T6" fmla="*/ 1 w 39"/>
                <a:gd name="T7" fmla="*/ 10 h 11"/>
                <a:gd name="T8" fmla="*/ 20 w 39"/>
                <a:gd name="T9" fmla="*/ 9 h 11"/>
              </a:gdLst>
              <a:ahLst/>
              <a:cxnLst>
                <a:cxn ang="0">
                  <a:pos x="T0" y="T1"/>
                </a:cxn>
                <a:cxn ang="0">
                  <a:pos x="T2" y="T3"/>
                </a:cxn>
                <a:cxn ang="0">
                  <a:pos x="T4" y="T5"/>
                </a:cxn>
                <a:cxn ang="0">
                  <a:pos x="T6" y="T7"/>
                </a:cxn>
                <a:cxn ang="0">
                  <a:pos x="T8" y="T9"/>
                </a:cxn>
              </a:cxnLst>
              <a:rect l="0" t="0" r="r" b="b"/>
              <a:pathLst>
                <a:path w="39" h="11">
                  <a:moveTo>
                    <a:pt x="20" y="9"/>
                  </a:moveTo>
                  <a:cubicBezTo>
                    <a:pt x="31" y="7"/>
                    <a:pt x="39" y="4"/>
                    <a:pt x="38" y="2"/>
                  </a:cubicBezTo>
                  <a:cubicBezTo>
                    <a:pt x="37" y="0"/>
                    <a:pt x="28" y="1"/>
                    <a:pt x="18" y="3"/>
                  </a:cubicBezTo>
                  <a:cubicBezTo>
                    <a:pt x="8" y="5"/>
                    <a:pt x="0" y="8"/>
                    <a:pt x="1" y="10"/>
                  </a:cubicBezTo>
                  <a:cubicBezTo>
                    <a:pt x="2" y="11"/>
                    <a:pt x="11" y="11"/>
                    <a:pt x="2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05" name="Freeform 399"/>
            <p:cNvSpPr/>
            <p:nvPr/>
          </p:nvSpPr>
          <p:spPr bwMode="auto">
            <a:xfrm>
              <a:off x="4610404" y="12123515"/>
              <a:ext cx="104775" cy="31750"/>
            </a:xfrm>
            <a:custGeom>
              <a:avLst/>
              <a:gdLst>
                <a:gd name="T0" fmla="*/ 21 w 39"/>
                <a:gd name="T1" fmla="*/ 10 h 12"/>
                <a:gd name="T2" fmla="*/ 38 w 39"/>
                <a:gd name="T3" fmla="*/ 2 h 12"/>
                <a:gd name="T4" fmla="*/ 18 w 39"/>
                <a:gd name="T5" fmla="*/ 2 h 12"/>
                <a:gd name="T6" fmla="*/ 1 w 39"/>
                <a:gd name="T7" fmla="*/ 10 h 12"/>
                <a:gd name="T8" fmla="*/ 21 w 39"/>
                <a:gd name="T9" fmla="*/ 10 h 12"/>
              </a:gdLst>
              <a:ahLst/>
              <a:cxnLst>
                <a:cxn ang="0">
                  <a:pos x="T0" y="T1"/>
                </a:cxn>
                <a:cxn ang="0">
                  <a:pos x="T2" y="T3"/>
                </a:cxn>
                <a:cxn ang="0">
                  <a:pos x="T4" y="T5"/>
                </a:cxn>
                <a:cxn ang="0">
                  <a:pos x="T6" y="T7"/>
                </a:cxn>
                <a:cxn ang="0">
                  <a:pos x="T8" y="T9"/>
                </a:cxn>
              </a:cxnLst>
              <a:rect l="0" t="0" r="r" b="b"/>
              <a:pathLst>
                <a:path w="39" h="12">
                  <a:moveTo>
                    <a:pt x="21" y="10"/>
                  </a:moveTo>
                  <a:cubicBezTo>
                    <a:pt x="31" y="8"/>
                    <a:pt x="39" y="4"/>
                    <a:pt x="38" y="2"/>
                  </a:cubicBezTo>
                  <a:cubicBezTo>
                    <a:pt x="36" y="0"/>
                    <a:pt x="28" y="0"/>
                    <a:pt x="18" y="2"/>
                  </a:cubicBezTo>
                  <a:cubicBezTo>
                    <a:pt x="8" y="5"/>
                    <a:pt x="0" y="8"/>
                    <a:pt x="1" y="10"/>
                  </a:cubicBezTo>
                  <a:cubicBezTo>
                    <a:pt x="2" y="12"/>
                    <a:pt x="11" y="12"/>
                    <a:pt x="2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06" name="Freeform 400"/>
            <p:cNvSpPr/>
            <p:nvPr/>
          </p:nvSpPr>
          <p:spPr bwMode="auto">
            <a:xfrm>
              <a:off x="4821542" y="12074303"/>
              <a:ext cx="103188" cy="38100"/>
            </a:xfrm>
            <a:custGeom>
              <a:avLst/>
              <a:gdLst>
                <a:gd name="T0" fmla="*/ 21 w 38"/>
                <a:gd name="T1" fmla="*/ 11 h 14"/>
                <a:gd name="T2" fmla="*/ 38 w 38"/>
                <a:gd name="T3" fmla="*/ 3 h 14"/>
                <a:gd name="T4" fmla="*/ 18 w 38"/>
                <a:gd name="T5" fmla="*/ 2 h 14"/>
                <a:gd name="T6" fmla="*/ 1 w 38"/>
                <a:gd name="T7" fmla="*/ 11 h 14"/>
                <a:gd name="T8" fmla="*/ 21 w 38"/>
                <a:gd name="T9" fmla="*/ 11 h 14"/>
              </a:gdLst>
              <a:ahLst/>
              <a:cxnLst>
                <a:cxn ang="0">
                  <a:pos x="T0" y="T1"/>
                </a:cxn>
                <a:cxn ang="0">
                  <a:pos x="T2" y="T3"/>
                </a:cxn>
                <a:cxn ang="0">
                  <a:pos x="T4" y="T5"/>
                </a:cxn>
                <a:cxn ang="0">
                  <a:pos x="T6" y="T7"/>
                </a:cxn>
                <a:cxn ang="0">
                  <a:pos x="T8" y="T9"/>
                </a:cxn>
              </a:cxnLst>
              <a:rect l="0" t="0" r="r" b="b"/>
              <a:pathLst>
                <a:path w="38" h="14">
                  <a:moveTo>
                    <a:pt x="21" y="11"/>
                  </a:moveTo>
                  <a:cubicBezTo>
                    <a:pt x="31" y="9"/>
                    <a:pt x="38" y="6"/>
                    <a:pt x="38" y="3"/>
                  </a:cubicBezTo>
                  <a:cubicBezTo>
                    <a:pt x="37" y="0"/>
                    <a:pt x="28" y="0"/>
                    <a:pt x="18" y="2"/>
                  </a:cubicBezTo>
                  <a:cubicBezTo>
                    <a:pt x="7" y="5"/>
                    <a:pt x="0" y="9"/>
                    <a:pt x="1" y="11"/>
                  </a:cubicBezTo>
                  <a:cubicBezTo>
                    <a:pt x="3" y="13"/>
                    <a:pt x="11" y="14"/>
                    <a:pt x="2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07" name="Freeform 401"/>
            <p:cNvSpPr/>
            <p:nvPr/>
          </p:nvSpPr>
          <p:spPr bwMode="auto">
            <a:xfrm>
              <a:off x="5032679" y="12023503"/>
              <a:ext cx="106363" cy="42863"/>
            </a:xfrm>
            <a:custGeom>
              <a:avLst/>
              <a:gdLst>
                <a:gd name="T0" fmla="*/ 21 w 39"/>
                <a:gd name="T1" fmla="*/ 14 h 16"/>
                <a:gd name="T2" fmla="*/ 38 w 39"/>
                <a:gd name="T3" fmla="*/ 4 h 16"/>
                <a:gd name="T4" fmla="*/ 18 w 39"/>
                <a:gd name="T5" fmla="*/ 3 h 16"/>
                <a:gd name="T6" fmla="*/ 1 w 39"/>
                <a:gd name="T7" fmla="*/ 12 h 16"/>
                <a:gd name="T8" fmla="*/ 21 w 39"/>
                <a:gd name="T9" fmla="*/ 14 h 16"/>
              </a:gdLst>
              <a:ahLst/>
              <a:cxnLst>
                <a:cxn ang="0">
                  <a:pos x="T0" y="T1"/>
                </a:cxn>
                <a:cxn ang="0">
                  <a:pos x="T2" y="T3"/>
                </a:cxn>
                <a:cxn ang="0">
                  <a:pos x="T4" y="T5"/>
                </a:cxn>
                <a:cxn ang="0">
                  <a:pos x="T6" y="T7"/>
                </a:cxn>
                <a:cxn ang="0">
                  <a:pos x="T8" y="T9"/>
                </a:cxn>
              </a:cxnLst>
              <a:rect l="0" t="0" r="r" b="b"/>
              <a:pathLst>
                <a:path w="39" h="16">
                  <a:moveTo>
                    <a:pt x="21" y="14"/>
                  </a:moveTo>
                  <a:cubicBezTo>
                    <a:pt x="31" y="12"/>
                    <a:pt x="39" y="7"/>
                    <a:pt x="38" y="4"/>
                  </a:cubicBezTo>
                  <a:cubicBezTo>
                    <a:pt x="37" y="1"/>
                    <a:pt x="28" y="0"/>
                    <a:pt x="18" y="3"/>
                  </a:cubicBezTo>
                  <a:cubicBezTo>
                    <a:pt x="8" y="5"/>
                    <a:pt x="0" y="10"/>
                    <a:pt x="1" y="12"/>
                  </a:cubicBezTo>
                  <a:cubicBezTo>
                    <a:pt x="2" y="15"/>
                    <a:pt x="11" y="16"/>
                    <a:pt x="21"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08" name="Freeform 402"/>
            <p:cNvSpPr/>
            <p:nvPr/>
          </p:nvSpPr>
          <p:spPr bwMode="auto">
            <a:xfrm>
              <a:off x="5245404" y="11974290"/>
              <a:ext cx="106363" cy="49213"/>
            </a:xfrm>
            <a:custGeom>
              <a:avLst/>
              <a:gdLst>
                <a:gd name="T0" fmla="*/ 21 w 39"/>
                <a:gd name="T1" fmla="*/ 16 h 18"/>
                <a:gd name="T2" fmla="*/ 38 w 39"/>
                <a:gd name="T3" fmla="*/ 5 h 18"/>
                <a:gd name="T4" fmla="*/ 18 w 39"/>
                <a:gd name="T5" fmla="*/ 3 h 18"/>
                <a:gd name="T6" fmla="*/ 1 w 39"/>
                <a:gd name="T7" fmla="*/ 13 h 18"/>
                <a:gd name="T8" fmla="*/ 21 w 39"/>
                <a:gd name="T9" fmla="*/ 16 h 18"/>
              </a:gdLst>
              <a:ahLst/>
              <a:cxnLst>
                <a:cxn ang="0">
                  <a:pos x="T0" y="T1"/>
                </a:cxn>
                <a:cxn ang="0">
                  <a:pos x="T2" y="T3"/>
                </a:cxn>
                <a:cxn ang="0">
                  <a:pos x="T4" y="T5"/>
                </a:cxn>
                <a:cxn ang="0">
                  <a:pos x="T6" y="T7"/>
                </a:cxn>
                <a:cxn ang="0">
                  <a:pos x="T8" y="T9"/>
                </a:cxn>
              </a:cxnLst>
              <a:rect l="0" t="0" r="r" b="b"/>
              <a:pathLst>
                <a:path w="39" h="18">
                  <a:moveTo>
                    <a:pt x="21" y="16"/>
                  </a:moveTo>
                  <a:cubicBezTo>
                    <a:pt x="31" y="14"/>
                    <a:pt x="39" y="9"/>
                    <a:pt x="38" y="5"/>
                  </a:cubicBezTo>
                  <a:cubicBezTo>
                    <a:pt x="37" y="2"/>
                    <a:pt x="28" y="0"/>
                    <a:pt x="18" y="3"/>
                  </a:cubicBezTo>
                  <a:cubicBezTo>
                    <a:pt x="8" y="5"/>
                    <a:pt x="0" y="10"/>
                    <a:pt x="1" y="13"/>
                  </a:cubicBezTo>
                  <a:cubicBezTo>
                    <a:pt x="2" y="17"/>
                    <a:pt x="11" y="18"/>
                    <a:pt x="2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09" name="Freeform 403"/>
            <p:cNvSpPr/>
            <p:nvPr/>
          </p:nvSpPr>
          <p:spPr bwMode="auto">
            <a:xfrm>
              <a:off x="5459717" y="11929840"/>
              <a:ext cx="103188" cy="55563"/>
            </a:xfrm>
            <a:custGeom>
              <a:avLst/>
              <a:gdLst>
                <a:gd name="T0" fmla="*/ 21 w 38"/>
                <a:gd name="T1" fmla="*/ 18 h 20"/>
                <a:gd name="T2" fmla="*/ 37 w 38"/>
                <a:gd name="T3" fmla="*/ 7 h 20"/>
                <a:gd name="T4" fmla="*/ 16 w 38"/>
                <a:gd name="T5" fmla="*/ 2 h 20"/>
                <a:gd name="T6" fmla="*/ 0 w 38"/>
                <a:gd name="T7" fmla="*/ 13 h 20"/>
                <a:gd name="T8" fmla="*/ 21 w 38"/>
                <a:gd name="T9" fmla="*/ 18 h 20"/>
              </a:gdLst>
              <a:ahLst/>
              <a:cxnLst>
                <a:cxn ang="0">
                  <a:pos x="T0" y="T1"/>
                </a:cxn>
                <a:cxn ang="0">
                  <a:pos x="T2" y="T3"/>
                </a:cxn>
                <a:cxn ang="0">
                  <a:pos x="T4" y="T5"/>
                </a:cxn>
                <a:cxn ang="0">
                  <a:pos x="T6" y="T7"/>
                </a:cxn>
                <a:cxn ang="0">
                  <a:pos x="T8" y="T9"/>
                </a:cxn>
              </a:cxnLst>
              <a:rect l="0" t="0" r="r" b="b"/>
              <a:pathLst>
                <a:path w="38" h="20">
                  <a:moveTo>
                    <a:pt x="21" y="18"/>
                  </a:moveTo>
                  <a:cubicBezTo>
                    <a:pt x="31" y="16"/>
                    <a:pt x="38" y="12"/>
                    <a:pt x="37" y="7"/>
                  </a:cubicBezTo>
                  <a:cubicBezTo>
                    <a:pt x="36" y="2"/>
                    <a:pt x="27" y="0"/>
                    <a:pt x="16" y="2"/>
                  </a:cubicBezTo>
                  <a:cubicBezTo>
                    <a:pt x="7" y="4"/>
                    <a:pt x="0" y="9"/>
                    <a:pt x="0" y="13"/>
                  </a:cubicBezTo>
                  <a:cubicBezTo>
                    <a:pt x="1" y="17"/>
                    <a:pt x="10" y="20"/>
                    <a:pt x="21"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10" name="Freeform 404"/>
            <p:cNvSpPr/>
            <p:nvPr/>
          </p:nvSpPr>
          <p:spPr bwMode="auto">
            <a:xfrm>
              <a:off x="5670854" y="11894915"/>
              <a:ext cx="103188" cy="60325"/>
            </a:xfrm>
            <a:custGeom>
              <a:avLst/>
              <a:gdLst>
                <a:gd name="T0" fmla="*/ 21 w 38"/>
                <a:gd name="T1" fmla="*/ 21 h 22"/>
                <a:gd name="T2" fmla="*/ 37 w 38"/>
                <a:gd name="T3" fmla="*/ 9 h 22"/>
                <a:gd name="T4" fmla="*/ 16 w 38"/>
                <a:gd name="T5" fmla="*/ 2 h 22"/>
                <a:gd name="T6" fmla="*/ 0 w 38"/>
                <a:gd name="T7" fmla="*/ 14 h 22"/>
                <a:gd name="T8" fmla="*/ 21 w 38"/>
                <a:gd name="T9" fmla="*/ 21 h 22"/>
              </a:gdLst>
              <a:ahLst/>
              <a:cxnLst>
                <a:cxn ang="0">
                  <a:pos x="T0" y="T1"/>
                </a:cxn>
                <a:cxn ang="0">
                  <a:pos x="T2" y="T3"/>
                </a:cxn>
                <a:cxn ang="0">
                  <a:pos x="T4" y="T5"/>
                </a:cxn>
                <a:cxn ang="0">
                  <a:pos x="T6" y="T7"/>
                </a:cxn>
                <a:cxn ang="0">
                  <a:pos x="T8" y="T9"/>
                </a:cxn>
              </a:cxnLst>
              <a:rect l="0" t="0" r="r" b="b"/>
              <a:pathLst>
                <a:path w="38" h="22">
                  <a:moveTo>
                    <a:pt x="21" y="21"/>
                  </a:moveTo>
                  <a:cubicBezTo>
                    <a:pt x="31" y="20"/>
                    <a:pt x="38" y="15"/>
                    <a:pt x="37" y="9"/>
                  </a:cubicBezTo>
                  <a:cubicBezTo>
                    <a:pt x="36" y="3"/>
                    <a:pt x="27" y="0"/>
                    <a:pt x="16" y="2"/>
                  </a:cubicBezTo>
                  <a:cubicBezTo>
                    <a:pt x="7" y="3"/>
                    <a:pt x="0" y="9"/>
                    <a:pt x="0" y="14"/>
                  </a:cubicBezTo>
                  <a:cubicBezTo>
                    <a:pt x="1" y="19"/>
                    <a:pt x="11" y="22"/>
                    <a:pt x="21"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11" name="Freeform 405"/>
            <p:cNvSpPr/>
            <p:nvPr/>
          </p:nvSpPr>
          <p:spPr bwMode="auto">
            <a:xfrm>
              <a:off x="5880404" y="11867928"/>
              <a:ext cx="106363" cy="68263"/>
            </a:xfrm>
            <a:custGeom>
              <a:avLst/>
              <a:gdLst>
                <a:gd name="T0" fmla="*/ 21 w 39"/>
                <a:gd name="T1" fmla="*/ 25 h 25"/>
                <a:gd name="T2" fmla="*/ 38 w 39"/>
                <a:gd name="T3" fmla="*/ 11 h 25"/>
                <a:gd name="T4" fmla="*/ 19 w 39"/>
                <a:gd name="T5" fmla="*/ 1 h 25"/>
                <a:gd name="T6" fmla="*/ 2 w 39"/>
                <a:gd name="T7" fmla="*/ 15 h 25"/>
                <a:gd name="T8" fmla="*/ 21 w 39"/>
                <a:gd name="T9" fmla="*/ 25 h 25"/>
              </a:gdLst>
              <a:ahLst/>
              <a:cxnLst>
                <a:cxn ang="0">
                  <a:pos x="T0" y="T1"/>
                </a:cxn>
                <a:cxn ang="0">
                  <a:pos x="T2" y="T3"/>
                </a:cxn>
                <a:cxn ang="0">
                  <a:pos x="T4" y="T5"/>
                </a:cxn>
                <a:cxn ang="0">
                  <a:pos x="T6" y="T7"/>
                </a:cxn>
                <a:cxn ang="0">
                  <a:pos x="T8" y="T9"/>
                </a:cxn>
              </a:cxnLst>
              <a:rect l="0" t="0" r="r" b="b"/>
              <a:pathLst>
                <a:path w="39" h="25">
                  <a:moveTo>
                    <a:pt x="21" y="25"/>
                  </a:moveTo>
                  <a:cubicBezTo>
                    <a:pt x="32" y="24"/>
                    <a:pt x="39" y="18"/>
                    <a:pt x="38" y="11"/>
                  </a:cubicBezTo>
                  <a:cubicBezTo>
                    <a:pt x="37" y="4"/>
                    <a:pt x="28" y="0"/>
                    <a:pt x="19" y="1"/>
                  </a:cubicBezTo>
                  <a:cubicBezTo>
                    <a:pt x="8" y="2"/>
                    <a:pt x="0" y="8"/>
                    <a:pt x="2" y="15"/>
                  </a:cubicBezTo>
                  <a:cubicBezTo>
                    <a:pt x="3" y="21"/>
                    <a:pt x="11" y="25"/>
                    <a:pt x="21"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12" name="Freeform 407"/>
            <p:cNvSpPr/>
            <p:nvPr/>
          </p:nvSpPr>
          <p:spPr bwMode="auto">
            <a:xfrm>
              <a:off x="6091542" y="11844116"/>
              <a:ext cx="109538" cy="77788"/>
            </a:xfrm>
            <a:custGeom>
              <a:avLst/>
              <a:gdLst>
                <a:gd name="T0" fmla="*/ 22 w 40"/>
                <a:gd name="T1" fmla="*/ 29 h 29"/>
                <a:gd name="T2" fmla="*/ 38 w 40"/>
                <a:gd name="T3" fmla="*/ 13 h 29"/>
                <a:gd name="T4" fmla="*/ 18 w 40"/>
                <a:gd name="T5" fmla="*/ 1 h 29"/>
                <a:gd name="T6" fmla="*/ 2 w 40"/>
                <a:gd name="T7" fmla="*/ 17 h 29"/>
                <a:gd name="T8" fmla="*/ 22 w 40"/>
                <a:gd name="T9" fmla="*/ 29 h 29"/>
              </a:gdLst>
              <a:ahLst/>
              <a:cxnLst>
                <a:cxn ang="0">
                  <a:pos x="T0" y="T1"/>
                </a:cxn>
                <a:cxn ang="0">
                  <a:pos x="T2" y="T3"/>
                </a:cxn>
                <a:cxn ang="0">
                  <a:pos x="T4" y="T5"/>
                </a:cxn>
                <a:cxn ang="0">
                  <a:pos x="T6" y="T7"/>
                </a:cxn>
                <a:cxn ang="0">
                  <a:pos x="T8" y="T9"/>
                </a:cxn>
              </a:cxnLst>
              <a:rect l="0" t="0" r="r" b="b"/>
              <a:pathLst>
                <a:path w="40" h="29">
                  <a:moveTo>
                    <a:pt x="22" y="29"/>
                  </a:moveTo>
                  <a:cubicBezTo>
                    <a:pt x="32" y="28"/>
                    <a:pt x="40" y="21"/>
                    <a:pt x="38" y="13"/>
                  </a:cubicBezTo>
                  <a:cubicBezTo>
                    <a:pt x="37" y="5"/>
                    <a:pt x="28" y="0"/>
                    <a:pt x="18" y="1"/>
                  </a:cubicBezTo>
                  <a:cubicBezTo>
                    <a:pt x="8" y="2"/>
                    <a:pt x="0" y="9"/>
                    <a:pt x="2" y="17"/>
                  </a:cubicBezTo>
                  <a:cubicBezTo>
                    <a:pt x="3" y="24"/>
                    <a:pt x="12" y="29"/>
                    <a:pt x="22"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13" name="Freeform 408"/>
            <p:cNvSpPr/>
            <p:nvPr/>
          </p:nvSpPr>
          <p:spPr bwMode="auto">
            <a:xfrm>
              <a:off x="3543604" y="12285441"/>
              <a:ext cx="107950" cy="14288"/>
            </a:xfrm>
            <a:custGeom>
              <a:avLst/>
              <a:gdLst>
                <a:gd name="T0" fmla="*/ 39 w 40"/>
                <a:gd name="T1" fmla="*/ 3 h 5"/>
                <a:gd name="T2" fmla="*/ 19 w 40"/>
                <a:gd name="T3" fmla="*/ 0 h 5"/>
                <a:gd name="T4" fmla="*/ 1 w 40"/>
                <a:gd name="T5" fmla="*/ 3 h 5"/>
                <a:gd name="T6" fmla="*/ 21 w 40"/>
                <a:gd name="T7" fmla="*/ 5 h 5"/>
                <a:gd name="T8" fmla="*/ 39 w 40"/>
                <a:gd name="T9" fmla="*/ 3 h 5"/>
              </a:gdLst>
              <a:ahLst/>
              <a:cxnLst>
                <a:cxn ang="0">
                  <a:pos x="T0" y="T1"/>
                </a:cxn>
                <a:cxn ang="0">
                  <a:pos x="T2" y="T3"/>
                </a:cxn>
                <a:cxn ang="0">
                  <a:pos x="T4" y="T5"/>
                </a:cxn>
                <a:cxn ang="0">
                  <a:pos x="T6" y="T7"/>
                </a:cxn>
                <a:cxn ang="0">
                  <a:pos x="T8" y="T9"/>
                </a:cxn>
              </a:cxnLst>
              <a:rect l="0" t="0" r="r" b="b"/>
              <a:pathLst>
                <a:path w="40" h="5">
                  <a:moveTo>
                    <a:pt x="39" y="3"/>
                  </a:moveTo>
                  <a:cubicBezTo>
                    <a:pt x="38" y="1"/>
                    <a:pt x="29" y="0"/>
                    <a:pt x="19" y="0"/>
                  </a:cubicBezTo>
                  <a:cubicBezTo>
                    <a:pt x="8" y="0"/>
                    <a:pt x="0" y="1"/>
                    <a:pt x="1" y="3"/>
                  </a:cubicBezTo>
                  <a:cubicBezTo>
                    <a:pt x="2" y="4"/>
                    <a:pt x="11" y="5"/>
                    <a:pt x="21" y="5"/>
                  </a:cubicBezTo>
                  <a:cubicBezTo>
                    <a:pt x="32" y="5"/>
                    <a:pt x="40" y="4"/>
                    <a:pt x="3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14" name="Freeform 409"/>
            <p:cNvSpPr/>
            <p:nvPr/>
          </p:nvSpPr>
          <p:spPr bwMode="auto">
            <a:xfrm>
              <a:off x="3329292" y="12283853"/>
              <a:ext cx="104775" cy="12700"/>
            </a:xfrm>
            <a:custGeom>
              <a:avLst/>
              <a:gdLst>
                <a:gd name="T0" fmla="*/ 38 w 39"/>
                <a:gd name="T1" fmla="*/ 3 h 5"/>
                <a:gd name="T2" fmla="*/ 18 w 39"/>
                <a:gd name="T3" fmla="*/ 0 h 5"/>
                <a:gd name="T4" fmla="*/ 1 w 39"/>
                <a:gd name="T5" fmla="*/ 2 h 5"/>
                <a:gd name="T6" fmla="*/ 22 w 39"/>
                <a:gd name="T7" fmla="*/ 5 h 5"/>
                <a:gd name="T8" fmla="*/ 38 w 39"/>
                <a:gd name="T9" fmla="*/ 3 h 5"/>
              </a:gdLst>
              <a:ahLst/>
              <a:cxnLst>
                <a:cxn ang="0">
                  <a:pos x="T0" y="T1"/>
                </a:cxn>
                <a:cxn ang="0">
                  <a:pos x="T2" y="T3"/>
                </a:cxn>
                <a:cxn ang="0">
                  <a:pos x="T4" y="T5"/>
                </a:cxn>
                <a:cxn ang="0">
                  <a:pos x="T6" y="T7"/>
                </a:cxn>
                <a:cxn ang="0">
                  <a:pos x="T8" y="T9"/>
                </a:cxn>
              </a:cxnLst>
              <a:rect l="0" t="0" r="r" b="b"/>
              <a:pathLst>
                <a:path w="39" h="5">
                  <a:moveTo>
                    <a:pt x="38" y="3"/>
                  </a:moveTo>
                  <a:cubicBezTo>
                    <a:pt x="38" y="2"/>
                    <a:pt x="28" y="0"/>
                    <a:pt x="18" y="0"/>
                  </a:cubicBezTo>
                  <a:cubicBezTo>
                    <a:pt x="8" y="0"/>
                    <a:pt x="0" y="1"/>
                    <a:pt x="1" y="2"/>
                  </a:cubicBezTo>
                  <a:cubicBezTo>
                    <a:pt x="2" y="3"/>
                    <a:pt x="11" y="4"/>
                    <a:pt x="22" y="5"/>
                  </a:cubicBezTo>
                  <a:cubicBezTo>
                    <a:pt x="32" y="5"/>
                    <a:pt x="39" y="4"/>
                    <a:pt x="3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15" name="Freeform 410"/>
            <p:cNvSpPr/>
            <p:nvPr/>
          </p:nvSpPr>
          <p:spPr bwMode="auto">
            <a:xfrm>
              <a:off x="3114979" y="12275916"/>
              <a:ext cx="104775" cy="12700"/>
            </a:xfrm>
            <a:custGeom>
              <a:avLst/>
              <a:gdLst>
                <a:gd name="T0" fmla="*/ 38 w 39"/>
                <a:gd name="T1" fmla="*/ 3 h 5"/>
                <a:gd name="T2" fmla="*/ 18 w 39"/>
                <a:gd name="T3" fmla="*/ 0 h 5"/>
                <a:gd name="T4" fmla="*/ 1 w 39"/>
                <a:gd name="T5" fmla="*/ 1 h 5"/>
                <a:gd name="T6" fmla="*/ 21 w 39"/>
                <a:gd name="T7" fmla="*/ 4 h 5"/>
                <a:gd name="T8" fmla="*/ 38 w 39"/>
                <a:gd name="T9" fmla="*/ 3 h 5"/>
              </a:gdLst>
              <a:ahLst/>
              <a:cxnLst>
                <a:cxn ang="0">
                  <a:pos x="T0" y="T1"/>
                </a:cxn>
                <a:cxn ang="0">
                  <a:pos x="T2" y="T3"/>
                </a:cxn>
                <a:cxn ang="0">
                  <a:pos x="T4" y="T5"/>
                </a:cxn>
                <a:cxn ang="0">
                  <a:pos x="T6" y="T7"/>
                </a:cxn>
                <a:cxn ang="0">
                  <a:pos x="T8" y="T9"/>
                </a:cxn>
              </a:cxnLst>
              <a:rect l="0" t="0" r="r" b="b"/>
              <a:pathLst>
                <a:path w="39" h="5">
                  <a:moveTo>
                    <a:pt x="38" y="3"/>
                  </a:moveTo>
                  <a:cubicBezTo>
                    <a:pt x="38" y="2"/>
                    <a:pt x="28" y="1"/>
                    <a:pt x="18" y="0"/>
                  </a:cubicBezTo>
                  <a:cubicBezTo>
                    <a:pt x="8" y="0"/>
                    <a:pt x="0" y="0"/>
                    <a:pt x="1" y="1"/>
                  </a:cubicBezTo>
                  <a:cubicBezTo>
                    <a:pt x="1" y="2"/>
                    <a:pt x="10" y="4"/>
                    <a:pt x="21" y="4"/>
                  </a:cubicBezTo>
                  <a:cubicBezTo>
                    <a:pt x="31" y="5"/>
                    <a:pt x="39" y="4"/>
                    <a:pt x="3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16" name="Freeform 411"/>
            <p:cNvSpPr/>
            <p:nvPr/>
          </p:nvSpPr>
          <p:spPr bwMode="auto">
            <a:xfrm>
              <a:off x="2900667" y="12261628"/>
              <a:ext cx="103188" cy="14288"/>
            </a:xfrm>
            <a:custGeom>
              <a:avLst/>
              <a:gdLst>
                <a:gd name="T0" fmla="*/ 38 w 38"/>
                <a:gd name="T1" fmla="*/ 4 h 5"/>
                <a:gd name="T2" fmla="*/ 17 w 38"/>
                <a:gd name="T3" fmla="*/ 1 h 5"/>
                <a:gd name="T4" fmla="*/ 0 w 38"/>
                <a:gd name="T5" fmla="*/ 1 h 5"/>
                <a:gd name="T6" fmla="*/ 21 w 38"/>
                <a:gd name="T7" fmla="*/ 4 h 5"/>
                <a:gd name="T8" fmla="*/ 38 w 38"/>
                <a:gd name="T9" fmla="*/ 4 h 5"/>
              </a:gdLst>
              <a:ahLst/>
              <a:cxnLst>
                <a:cxn ang="0">
                  <a:pos x="T0" y="T1"/>
                </a:cxn>
                <a:cxn ang="0">
                  <a:pos x="T2" y="T3"/>
                </a:cxn>
                <a:cxn ang="0">
                  <a:pos x="T4" y="T5"/>
                </a:cxn>
                <a:cxn ang="0">
                  <a:pos x="T6" y="T7"/>
                </a:cxn>
                <a:cxn ang="0">
                  <a:pos x="T8" y="T9"/>
                </a:cxn>
              </a:cxnLst>
              <a:rect l="0" t="0" r="r" b="b"/>
              <a:pathLst>
                <a:path w="38" h="5">
                  <a:moveTo>
                    <a:pt x="38" y="4"/>
                  </a:moveTo>
                  <a:cubicBezTo>
                    <a:pt x="37" y="3"/>
                    <a:pt x="27" y="1"/>
                    <a:pt x="17" y="1"/>
                  </a:cubicBezTo>
                  <a:cubicBezTo>
                    <a:pt x="7" y="0"/>
                    <a:pt x="0" y="0"/>
                    <a:pt x="0" y="1"/>
                  </a:cubicBezTo>
                  <a:cubicBezTo>
                    <a:pt x="1" y="2"/>
                    <a:pt x="10" y="4"/>
                    <a:pt x="21" y="4"/>
                  </a:cubicBezTo>
                  <a:cubicBezTo>
                    <a:pt x="31" y="5"/>
                    <a:pt x="38" y="5"/>
                    <a:pt x="38"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17" name="Freeform 412"/>
            <p:cNvSpPr/>
            <p:nvPr/>
          </p:nvSpPr>
          <p:spPr bwMode="auto">
            <a:xfrm>
              <a:off x="2683179" y="12248928"/>
              <a:ext cx="106363" cy="12700"/>
            </a:xfrm>
            <a:custGeom>
              <a:avLst/>
              <a:gdLst>
                <a:gd name="T0" fmla="*/ 38 w 39"/>
                <a:gd name="T1" fmla="*/ 3 h 5"/>
                <a:gd name="T2" fmla="*/ 18 w 39"/>
                <a:gd name="T3" fmla="*/ 0 h 5"/>
                <a:gd name="T4" fmla="*/ 1 w 39"/>
                <a:gd name="T5" fmla="*/ 1 h 5"/>
                <a:gd name="T6" fmla="*/ 21 w 39"/>
                <a:gd name="T7" fmla="*/ 4 h 5"/>
                <a:gd name="T8" fmla="*/ 38 w 39"/>
                <a:gd name="T9" fmla="*/ 3 h 5"/>
              </a:gdLst>
              <a:ahLst/>
              <a:cxnLst>
                <a:cxn ang="0">
                  <a:pos x="T0" y="T1"/>
                </a:cxn>
                <a:cxn ang="0">
                  <a:pos x="T2" y="T3"/>
                </a:cxn>
                <a:cxn ang="0">
                  <a:pos x="T4" y="T5"/>
                </a:cxn>
                <a:cxn ang="0">
                  <a:pos x="T6" y="T7"/>
                </a:cxn>
                <a:cxn ang="0">
                  <a:pos x="T8" y="T9"/>
                </a:cxn>
              </a:cxnLst>
              <a:rect l="0" t="0" r="r" b="b"/>
              <a:pathLst>
                <a:path w="39" h="5">
                  <a:moveTo>
                    <a:pt x="38" y="3"/>
                  </a:moveTo>
                  <a:cubicBezTo>
                    <a:pt x="37" y="2"/>
                    <a:pt x="28" y="1"/>
                    <a:pt x="18" y="0"/>
                  </a:cubicBezTo>
                  <a:cubicBezTo>
                    <a:pt x="7" y="0"/>
                    <a:pt x="0" y="0"/>
                    <a:pt x="1" y="1"/>
                  </a:cubicBezTo>
                  <a:cubicBezTo>
                    <a:pt x="2" y="2"/>
                    <a:pt x="11" y="3"/>
                    <a:pt x="21" y="4"/>
                  </a:cubicBezTo>
                  <a:cubicBezTo>
                    <a:pt x="32" y="5"/>
                    <a:pt x="39" y="4"/>
                    <a:pt x="3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18" name="Freeform 413"/>
            <p:cNvSpPr/>
            <p:nvPr/>
          </p:nvSpPr>
          <p:spPr bwMode="auto">
            <a:xfrm>
              <a:off x="2465692" y="12234641"/>
              <a:ext cx="107950" cy="11113"/>
            </a:xfrm>
            <a:custGeom>
              <a:avLst/>
              <a:gdLst>
                <a:gd name="T0" fmla="*/ 39 w 40"/>
                <a:gd name="T1" fmla="*/ 3 h 4"/>
                <a:gd name="T2" fmla="*/ 18 w 40"/>
                <a:gd name="T3" fmla="*/ 0 h 4"/>
                <a:gd name="T4" fmla="*/ 2 w 40"/>
                <a:gd name="T5" fmla="*/ 1 h 4"/>
                <a:gd name="T6" fmla="*/ 22 w 40"/>
                <a:gd name="T7" fmla="*/ 3 h 4"/>
                <a:gd name="T8" fmla="*/ 39 w 40"/>
                <a:gd name="T9" fmla="*/ 3 h 4"/>
              </a:gdLst>
              <a:ahLst/>
              <a:cxnLst>
                <a:cxn ang="0">
                  <a:pos x="T0" y="T1"/>
                </a:cxn>
                <a:cxn ang="0">
                  <a:pos x="T2" y="T3"/>
                </a:cxn>
                <a:cxn ang="0">
                  <a:pos x="T4" y="T5"/>
                </a:cxn>
                <a:cxn ang="0">
                  <a:pos x="T6" y="T7"/>
                </a:cxn>
                <a:cxn ang="0">
                  <a:pos x="T8" y="T9"/>
                </a:cxn>
              </a:cxnLst>
              <a:rect l="0" t="0" r="r" b="b"/>
              <a:pathLst>
                <a:path w="40" h="4">
                  <a:moveTo>
                    <a:pt x="39" y="3"/>
                  </a:moveTo>
                  <a:cubicBezTo>
                    <a:pt x="37" y="2"/>
                    <a:pt x="28" y="1"/>
                    <a:pt x="18" y="0"/>
                  </a:cubicBezTo>
                  <a:cubicBezTo>
                    <a:pt x="8" y="0"/>
                    <a:pt x="0" y="0"/>
                    <a:pt x="2" y="1"/>
                  </a:cubicBezTo>
                  <a:cubicBezTo>
                    <a:pt x="3" y="1"/>
                    <a:pt x="11" y="3"/>
                    <a:pt x="22" y="3"/>
                  </a:cubicBezTo>
                  <a:cubicBezTo>
                    <a:pt x="32" y="4"/>
                    <a:pt x="40" y="4"/>
                    <a:pt x="3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19" name="Freeform 414"/>
            <p:cNvSpPr/>
            <p:nvPr/>
          </p:nvSpPr>
          <p:spPr bwMode="auto">
            <a:xfrm>
              <a:off x="2251379" y="12220353"/>
              <a:ext cx="106363" cy="11113"/>
            </a:xfrm>
            <a:custGeom>
              <a:avLst/>
              <a:gdLst>
                <a:gd name="T0" fmla="*/ 38 w 39"/>
                <a:gd name="T1" fmla="*/ 3 h 4"/>
                <a:gd name="T2" fmla="*/ 18 w 39"/>
                <a:gd name="T3" fmla="*/ 1 h 4"/>
                <a:gd name="T4" fmla="*/ 1 w 39"/>
                <a:gd name="T5" fmla="*/ 1 h 4"/>
                <a:gd name="T6" fmla="*/ 21 w 39"/>
                <a:gd name="T7" fmla="*/ 4 h 4"/>
                <a:gd name="T8" fmla="*/ 38 w 39"/>
                <a:gd name="T9" fmla="*/ 3 h 4"/>
              </a:gdLst>
              <a:ahLst/>
              <a:cxnLst>
                <a:cxn ang="0">
                  <a:pos x="T0" y="T1"/>
                </a:cxn>
                <a:cxn ang="0">
                  <a:pos x="T2" y="T3"/>
                </a:cxn>
                <a:cxn ang="0">
                  <a:pos x="T4" y="T5"/>
                </a:cxn>
                <a:cxn ang="0">
                  <a:pos x="T6" y="T7"/>
                </a:cxn>
                <a:cxn ang="0">
                  <a:pos x="T8" y="T9"/>
                </a:cxn>
              </a:cxnLst>
              <a:rect l="0" t="0" r="r" b="b"/>
              <a:pathLst>
                <a:path w="39" h="4">
                  <a:moveTo>
                    <a:pt x="38" y="3"/>
                  </a:moveTo>
                  <a:cubicBezTo>
                    <a:pt x="37" y="2"/>
                    <a:pt x="28" y="1"/>
                    <a:pt x="18" y="1"/>
                  </a:cubicBezTo>
                  <a:cubicBezTo>
                    <a:pt x="8" y="0"/>
                    <a:pt x="0" y="1"/>
                    <a:pt x="1" y="1"/>
                  </a:cubicBezTo>
                  <a:cubicBezTo>
                    <a:pt x="2" y="2"/>
                    <a:pt x="11" y="3"/>
                    <a:pt x="21" y="4"/>
                  </a:cubicBezTo>
                  <a:cubicBezTo>
                    <a:pt x="32" y="4"/>
                    <a:pt x="39" y="4"/>
                    <a:pt x="3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20" name="Freeform 415"/>
            <p:cNvSpPr/>
            <p:nvPr/>
          </p:nvSpPr>
          <p:spPr bwMode="auto">
            <a:xfrm>
              <a:off x="2037067" y="12215591"/>
              <a:ext cx="106363" cy="7938"/>
            </a:xfrm>
            <a:custGeom>
              <a:avLst/>
              <a:gdLst>
                <a:gd name="T0" fmla="*/ 38 w 39"/>
                <a:gd name="T1" fmla="*/ 2 h 3"/>
                <a:gd name="T2" fmla="*/ 18 w 39"/>
                <a:gd name="T3" fmla="*/ 0 h 3"/>
                <a:gd name="T4" fmla="*/ 1 w 39"/>
                <a:gd name="T5" fmla="*/ 1 h 3"/>
                <a:gd name="T6" fmla="*/ 20 w 39"/>
                <a:gd name="T7" fmla="*/ 3 h 3"/>
                <a:gd name="T8" fmla="*/ 38 w 39"/>
                <a:gd name="T9" fmla="*/ 2 h 3"/>
              </a:gdLst>
              <a:ahLst/>
              <a:cxnLst>
                <a:cxn ang="0">
                  <a:pos x="T0" y="T1"/>
                </a:cxn>
                <a:cxn ang="0">
                  <a:pos x="T2" y="T3"/>
                </a:cxn>
                <a:cxn ang="0">
                  <a:pos x="T4" y="T5"/>
                </a:cxn>
                <a:cxn ang="0">
                  <a:pos x="T6" y="T7"/>
                </a:cxn>
                <a:cxn ang="0">
                  <a:pos x="T8" y="T9"/>
                </a:cxn>
              </a:cxnLst>
              <a:rect l="0" t="0" r="r" b="b"/>
              <a:pathLst>
                <a:path w="39" h="3">
                  <a:moveTo>
                    <a:pt x="38" y="2"/>
                  </a:moveTo>
                  <a:cubicBezTo>
                    <a:pt x="37" y="1"/>
                    <a:pt x="28" y="0"/>
                    <a:pt x="18" y="0"/>
                  </a:cubicBezTo>
                  <a:cubicBezTo>
                    <a:pt x="8" y="0"/>
                    <a:pt x="0" y="0"/>
                    <a:pt x="1" y="1"/>
                  </a:cubicBezTo>
                  <a:cubicBezTo>
                    <a:pt x="2" y="1"/>
                    <a:pt x="10" y="2"/>
                    <a:pt x="20" y="3"/>
                  </a:cubicBezTo>
                  <a:cubicBezTo>
                    <a:pt x="31" y="3"/>
                    <a:pt x="39" y="2"/>
                    <a:pt x="3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21" name="Freeform 416"/>
            <p:cNvSpPr/>
            <p:nvPr/>
          </p:nvSpPr>
          <p:spPr bwMode="auto">
            <a:xfrm>
              <a:off x="1822754" y="12212416"/>
              <a:ext cx="106363" cy="7938"/>
            </a:xfrm>
            <a:custGeom>
              <a:avLst/>
              <a:gdLst>
                <a:gd name="T0" fmla="*/ 20 w 39"/>
                <a:gd name="T1" fmla="*/ 3 h 3"/>
                <a:gd name="T2" fmla="*/ 38 w 39"/>
                <a:gd name="T3" fmla="*/ 1 h 3"/>
                <a:gd name="T4" fmla="*/ 18 w 39"/>
                <a:gd name="T5" fmla="*/ 0 h 3"/>
                <a:gd name="T6" fmla="*/ 1 w 39"/>
                <a:gd name="T7" fmla="*/ 2 h 3"/>
                <a:gd name="T8" fmla="*/ 20 w 39"/>
                <a:gd name="T9" fmla="*/ 3 h 3"/>
              </a:gdLst>
              <a:ahLst/>
              <a:cxnLst>
                <a:cxn ang="0">
                  <a:pos x="T0" y="T1"/>
                </a:cxn>
                <a:cxn ang="0">
                  <a:pos x="T2" y="T3"/>
                </a:cxn>
                <a:cxn ang="0">
                  <a:pos x="T4" y="T5"/>
                </a:cxn>
                <a:cxn ang="0">
                  <a:pos x="T6" y="T7"/>
                </a:cxn>
                <a:cxn ang="0">
                  <a:pos x="T8" y="T9"/>
                </a:cxn>
              </a:cxnLst>
              <a:rect l="0" t="0" r="r" b="b"/>
              <a:pathLst>
                <a:path w="39" h="3">
                  <a:moveTo>
                    <a:pt x="20" y="3"/>
                  </a:moveTo>
                  <a:cubicBezTo>
                    <a:pt x="31" y="3"/>
                    <a:pt x="39" y="2"/>
                    <a:pt x="38" y="1"/>
                  </a:cubicBezTo>
                  <a:cubicBezTo>
                    <a:pt x="37" y="1"/>
                    <a:pt x="28" y="0"/>
                    <a:pt x="18" y="0"/>
                  </a:cubicBezTo>
                  <a:cubicBezTo>
                    <a:pt x="7" y="1"/>
                    <a:pt x="0" y="1"/>
                    <a:pt x="1" y="2"/>
                  </a:cubicBezTo>
                  <a:cubicBezTo>
                    <a:pt x="1" y="2"/>
                    <a:pt x="10" y="3"/>
                    <a:pt x="2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22" name="Freeform 417"/>
            <p:cNvSpPr/>
            <p:nvPr/>
          </p:nvSpPr>
          <p:spPr bwMode="auto">
            <a:xfrm>
              <a:off x="1608442" y="12218766"/>
              <a:ext cx="103188" cy="11113"/>
            </a:xfrm>
            <a:custGeom>
              <a:avLst/>
              <a:gdLst>
                <a:gd name="T0" fmla="*/ 21 w 38"/>
                <a:gd name="T1" fmla="*/ 3 h 4"/>
                <a:gd name="T2" fmla="*/ 38 w 38"/>
                <a:gd name="T3" fmla="*/ 1 h 4"/>
                <a:gd name="T4" fmla="*/ 17 w 38"/>
                <a:gd name="T5" fmla="*/ 1 h 4"/>
                <a:gd name="T6" fmla="*/ 1 w 38"/>
                <a:gd name="T7" fmla="*/ 3 h 4"/>
                <a:gd name="T8" fmla="*/ 21 w 38"/>
                <a:gd name="T9" fmla="*/ 3 h 4"/>
              </a:gdLst>
              <a:ahLst/>
              <a:cxnLst>
                <a:cxn ang="0">
                  <a:pos x="T0" y="T1"/>
                </a:cxn>
                <a:cxn ang="0">
                  <a:pos x="T2" y="T3"/>
                </a:cxn>
                <a:cxn ang="0">
                  <a:pos x="T4" y="T5"/>
                </a:cxn>
                <a:cxn ang="0">
                  <a:pos x="T6" y="T7"/>
                </a:cxn>
                <a:cxn ang="0">
                  <a:pos x="T8" y="T9"/>
                </a:cxn>
              </a:cxnLst>
              <a:rect l="0" t="0" r="r" b="b"/>
              <a:pathLst>
                <a:path w="38" h="4">
                  <a:moveTo>
                    <a:pt x="21" y="3"/>
                  </a:moveTo>
                  <a:cubicBezTo>
                    <a:pt x="31" y="3"/>
                    <a:pt x="38" y="2"/>
                    <a:pt x="38" y="1"/>
                  </a:cubicBezTo>
                  <a:cubicBezTo>
                    <a:pt x="37" y="0"/>
                    <a:pt x="27" y="0"/>
                    <a:pt x="17" y="1"/>
                  </a:cubicBezTo>
                  <a:cubicBezTo>
                    <a:pt x="7" y="2"/>
                    <a:pt x="0" y="2"/>
                    <a:pt x="1" y="3"/>
                  </a:cubicBezTo>
                  <a:cubicBezTo>
                    <a:pt x="1" y="4"/>
                    <a:pt x="11" y="4"/>
                    <a:pt x="2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23" name="Freeform 418"/>
            <p:cNvSpPr/>
            <p:nvPr/>
          </p:nvSpPr>
          <p:spPr bwMode="auto">
            <a:xfrm>
              <a:off x="1394129" y="12234641"/>
              <a:ext cx="104775" cy="15875"/>
            </a:xfrm>
            <a:custGeom>
              <a:avLst/>
              <a:gdLst>
                <a:gd name="T0" fmla="*/ 20 w 39"/>
                <a:gd name="T1" fmla="*/ 4 h 6"/>
                <a:gd name="T2" fmla="*/ 38 w 39"/>
                <a:gd name="T3" fmla="*/ 1 h 6"/>
                <a:gd name="T4" fmla="*/ 18 w 39"/>
                <a:gd name="T5" fmla="*/ 1 h 6"/>
                <a:gd name="T6" fmla="*/ 1 w 39"/>
                <a:gd name="T7" fmla="*/ 5 h 6"/>
                <a:gd name="T8" fmla="*/ 20 w 39"/>
                <a:gd name="T9" fmla="*/ 4 h 6"/>
              </a:gdLst>
              <a:ahLst/>
              <a:cxnLst>
                <a:cxn ang="0">
                  <a:pos x="T0" y="T1"/>
                </a:cxn>
                <a:cxn ang="0">
                  <a:pos x="T2" y="T3"/>
                </a:cxn>
                <a:cxn ang="0">
                  <a:pos x="T4" y="T5"/>
                </a:cxn>
                <a:cxn ang="0">
                  <a:pos x="T6" y="T7"/>
                </a:cxn>
                <a:cxn ang="0">
                  <a:pos x="T8" y="T9"/>
                </a:cxn>
              </a:cxnLst>
              <a:rect l="0" t="0" r="r" b="b"/>
              <a:pathLst>
                <a:path w="39" h="6">
                  <a:moveTo>
                    <a:pt x="20" y="4"/>
                  </a:moveTo>
                  <a:cubicBezTo>
                    <a:pt x="31" y="3"/>
                    <a:pt x="39" y="1"/>
                    <a:pt x="38" y="1"/>
                  </a:cubicBezTo>
                  <a:cubicBezTo>
                    <a:pt x="37" y="0"/>
                    <a:pt x="28" y="0"/>
                    <a:pt x="18" y="1"/>
                  </a:cubicBezTo>
                  <a:cubicBezTo>
                    <a:pt x="8" y="2"/>
                    <a:pt x="0" y="4"/>
                    <a:pt x="1" y="5"/>
                  </a:cubicBezTo>
                  <a:cubicBezTo>
                    <a:pt x="2" y="6"/>
                    <a:pt x="10" y="6"/>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24" name="Freeform 419"/>
            <p:cNvSpPr/>
            <p:nvPr/>
          </p:nvSpPr>
          <p:spPr bwMode="auto">
            <a:xfrm>
              <a:off x="1181404" y="12261628"/>
              <a:ext cx="103188" cy="23813"/>
            </a:xfrm>
            <a:custGeom>
              <a:avLst/>
              <a:gdLst>
                <a:gd name="T0" fmla="*/ 19 w 38"/>
                <a:gd name="T1" fmla="*/ 7 h 9"/>
                <a:gd name="T2" fmla="*/ 37 w 38"/>
                <a:gd name="T3" fmla="*/ 1 h 9"/>
                <a:gd name="T4" fmla="*/ 18 w 38"/>
                <a:gd name="T5" fmla="*/ 2 h 9"/>
                <a:gd name="T6" fmla="*/ 0 w 38"/>
                <a:gd name="T7" fmla="*/ 8 h 9"/>
                <a:gd name="T8" fmla="*/ 19 w 38"/>
                <a:gd name="T9" fmla="*/ 7 h 9"/>
              </a:gdLst>
              <a:ahLst/>
              <a:cxnLst>
                <a:cxn ang="0">
                  <a:pos x="T0" y="T1"/>
                </a:cxn>
                <a:cxn ang="0">
                  <a:pos x="T2" y="T3"/>
                </a:cxn>
                <a:cxn ang="0">
                  <a:pos x="T4" y="T5"/>
                </a:cxn>
                <a:cxn ang="0">
                  <a:pos x="T6" y="T7"/>
                </a:cxn>
                <a:cxn ang="0">
                  <a:pos x="T8" y="T9"/>
                </a:cxn>
              </a:cxnLst>
              <a:rect l="0" t="0" r="r" b="b"/>
              <a:pathLst>
                <a:path w="38" h="9">
                  <a:moveTo>
                    <a:pt x="19" y="7"/>
                  </a:moveTo>
                  <a:cubicBezTo>
                    <a:pt x="30" y="5"/>
                    <a:pt x="38" y="2"/>
                    <a:pt x="37" y="1"/>
                  </a:cubicBezTo>
                  <a:cubicBezTo>
                    <a:pt x="36" y="0"/>
                    <a:pt x="28" y="1"/>
                    <a:pt x="18" y="2"/>
                  </a:cubicBezTo>
                  <a:cubicBezTo>
                    <a:pt x="8" y="4"/>
                    <a:pt x="0" y="7"/>
                    <a:pt x="0" y="8"/>
                  </a:cubicBezTo>
                  <a:cubicBezTo>
                    <a:pt x="1" y="9"/>
                    <a:pt x="9" y="8"/>
                    <a:pt x="1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25" name="Freeform 420"/>
            <p:cNvSpPr/>
            <p:nvPr/>
          </p:nvSpPr>
          <p:spPr bwMode="auto">
            <a:xfrm>
              <a:off x="967092" y="12304491"/>
              <a:ext cx="106363" cy="33338"/>
            </a:xfrm>
            <a:custGeom>
              <a:avLst/>
              <a:gdLst>
                <a:gd name="T0" fmla="*/ 21 w 39"/>
                <a:gd name="T1" fmla="*/ 8 h 12"/>
                <a:gd name="T2" fmla="*/ 38 w 39"/>
                <a:gd name="T3" fmla="*/ 1 h 12"/>
                <a:gd name="T4" fmla="*/ 18 w 39"/>
                <a:gd name="T5" fmla="*/ 4 h 12"/>
                <a:gd name="T6" fmla="*/ 1 w 39"/>
                <a:gd name="T7" fmla="*/ 11 h 12"/>
                <a:gd name="T8" fmla="*/ 21 w 39"/>
                <a:gd name="T9" fmla="*/ 8 h 12"/>
              </a:gdLst>
              <a:ahLst/>
              <a:cxnLst>
                <a:cxn ang="0">
                  <a:pos x="T0" y="T1"/>
                </a:cxn>
                <a:cxn ang="0">
                  <a:pos x="T2" y="T3"/>
                </a:cxn>
                <a:cxn ang="0">
                  <a:pos x="T4" y="T5"/>
                </a:cxn>
                <a:cxn ang="0">
                  <a:pos x="T6" y="T7"/>
                </a:cxn>
                <a:cxn ang="0">
                  <a:pos x="T8" y="T9"/>
                </a:cxn>
              </a:cxnLst>
              <a:rect l="0" t="0" r="r" b="b"/>
              <a:pathLst>
                <a:path w="39" h="12">
                  <a:moveTo>
                    <a:pt x="21" y="8"/>
                  </a:moveTo>
                  <a:cubicBezTo>
                    <a:pt x="31" y="6"/>
                    <a:pt x="39" y="2"/>
                    <a:pt x="38" y="1"/>
                  </a:cubicBezTo>
                  <a:cubicBezTo>
                    <a:pt x="36" y="0"/>
                    <a:pt x="28" y="1"/>
                    <a:pt x="18" y="4"/>
                  </a:cubicBezTo>
                  <a:cubicBezTo>
                    <a:pt x="7" y="6"/>
                    <a:pt x="0" y="10"/>
                    <a:pt x="1" y="11"/>
                  </a:cubicBezTo>
                  <a:cubicBezTo>
                    <a:pt x="3" y="12"/>
                    <a:pt x="11" y="11"/>
                    <a:pt x="2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26" name="Freeform 421"/>
            <p:cNvSpPr/>
            <p:nvPr/>
          </p:nvSpPr>
          <p:spPr bwMode="auto">
            <a:xfrm>
              <a:off x="11876392" y="9493028"/>
              <a:ext cx="104775" cy="173038"/>
            </a:xfrm>
            <a:custGeom>
              <a:avLst/>
              <a:gdLst>
                <a:gd name="T0" fmla="*/ 16 w 39"/>
                <a:gd name="T1" fmla="*/ 27 h 64"/>
                <a:gd name="T2" fmla="*/ 2 w 39"/>
                <a:gd name="T3" fmla="*/ 62 h 64"/>
                <a:gd name="T4" fmla="*/ 23 w 39"/>
                <a:gd name="T5" fmla="*/ 33 h 64"/>
                <a:gd name="T6" fmla="*/ 37 w 39"/>
                <a:gd name="T7" fmla="*/ 3 h 64"/>
                <a:gd name="T8" fmla="*/ 16 w 39"/>
                <a:gd name="T9" fmla="*/ 27 h 64"/>
              </a:gdLst>
              <a:ahLst/>
              <a:cxnLst>
                <a:cxn ang="0">
                  <a:pos x="T0" y="T1"/>
                </a:cxn>
                <a:cxn ang="0">
                  <a:pos x="T2" y="T3"/>
                </a:cxn>
                <a:cxn ang="0">
                  <a:pos x="T4" y="T5"/>
                </a:cxn>
                <a:cxn ang="0">
                  <a:pos x="T6" y="T7"/>
                </a:cxn>
                <a:cxn ang="0">
                  <a:pos x="T8" y="T9"/>
                </a:cxn>
              </a:cxnLst>
              <a:rect l="0" t="0" r="r" b="b"/>
              <a:pathLst>
                <a:path w="39" h="64">
                  <a:moveTo>
                    <a:pt x="16" y="27"/>
                  </a:moveTo>
                  <a:cubicBezTo>
                    <a:pt x="6" y="43"/>
                    <a:pt x="0" y="60"/>
                    <a:pt x="2" y="62"/>
                  </a:cubicBezTo>
                  <a:cubicBezTo>
                    <a:pt x="3" y="64"/>
                    <a:pt x="13" y="50"/>
                    <a:pt x="23" y="33"/>
                  </a:cubicBezTo>
                  <a:cubicBezTo>
                    <a:pt x="32" y="17"/>
                    <a:pt x="39" y="6"/>
                    <a:pt x="37" y="3"/>
                  </a:cubicBezTo>
                  <a:cubicBezTo>
                    <a:pt x="35" y="0"/>
                    <a:pt x="25" y="9"/>
                    <a:pt x="16"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27" name="Freeform 422"/>
            <p:cNvSpPr/>
            <p:nvPr/>
          </p:nvSpPr>
          <p:spPr bwMode="auto">
            <a:xfrm>
              <a:off x="11674779" y="9894666"/>
              <a:ext cx="103188" cy="241300"/>
            </a:xfrm>
            <a:custGeom>
              <a:avLst/>
              <a:gdLst>
                <a:gd name="T0" fmla="*/ 21 w 38"/>
                <a:gd name="T1" fmla="*/ 49 h 89"/>
                <a:gd name="T2" fmla="*/ 36 w 38"/>
                <a:gd name="T3" fmla="*/ 1 h 89"/>
                <a:gd name="T4" fmla="*/ 17 w 38"/>
                <a:gd name="T5" fmla="*/ 39 h 89"/>
                <a:gd name="T6" fmla="*/ 2 w 38"/>
                <a:gd name="T7" fmla="*/ 88 h 89"/>
                <a:gd name="T8" fmla="*/ 21 w 38"/>
                <a:gd name="T9" fmla="*/ 49 h 89"/>
              </a:gdLst>
              <a:ahLst/>
              <a:cxnLst>
                <a:cxn ang="0">
                  <a:pos x="T0" y="T1"/>
                </a:cxn>
                <a:cxn ang="0">
                  <a:pos x="T2" y="T3"/>
                </a:cxn>
                <a:cxn ang="0">
                  <a:pos x="T4" y="T5"/>
                </a:cxn>
                <a:cxn ang="0">
                  <a:pos x="T6" y="T7"/>
                </a:cxn>
                <a:cxn ang="0">
                  <a:pos x="T8" y="T9"/>
                </a:cxn>
              </a:cxnLst>
              <a:rect l="0" t="0" r="r" b="b"/>
              <a:pathLst>
                <a:path w="38" h="89">
                  <a:moveTo>
                    <a:pt x="21" y="49"/>
                  </a:moveTo>
                  <a:cubicBezTo>
                    <a:pt x="31" y="24"/>
                    <a:pt x="38" y="3"/>
                    <a:pt x="36" y="1"/>
                  </a:cubicBezTo>
                  <a:cubicBezTo>
                    <a:pt x="35" y="0"/>
                    <a:pt x="26" y="16"/>
                    <a:pt x="17" y="39"/>
                  </a:cubicBezTo>
                  <a:cubicBezTo>
                    <a:pt x="7" y="64"/>
                    <a:pt x="0" y="86"/>
                    <a:pt x="2" y="88"/>
                  </a:cubicBezTo>
                  <a:cubicBezTo>
                    <a:pt x="3" y="89"/>
                    <a:pt x="11" y="72"/>
                    <a:pt x="2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28" name="Freeform 423"/>
            <p:cNvSpPr/>
            <p:nvPr/>
          </p:nvSpPr>
          <p:spPr bwMode="auto">
            <a:xfrm>
              <a:off x="11474754" y="10388378"/>
              <a:ext cx="100013" cy="220663"/>
            </a:xfrm>
            <a:custGeom>
              <a:avLst/>
              <a:gdLst>
                <a:gd name="T0" fmla="*/ 36 w 37"/>
                <a:gd name="T1" fmla="*/ 3 h 81"/>
                <a:gd name="T2" fmla="*/ 16 w 37"/>
                <a:gd name="T3" fmla="*/ 40 h 81"/>
                <a:gd name="T4" fmla="*/ 1 w 37"/>
                <a:gd name="T5" fmla="*/ 78 h 81"/>
                <a:gd name="T6" fmla="*/ 21 w 37"/>
                <a:gd name="T7" fmla="*/ 45 h 81"/>
                <a:gd name="T8" fmla="*/ 36 w 37"/>
                <a:gd name="T9" fmla="*/ 3 h 81"/>
              </a:gdLst>
              <a:ahLst/>
              <a:cxnLst>
                <a:cxn ang="0">
                  <a:pos x="T0" y="T1"/>
                </a:cxn>
                <a:cxn ang="0">
                  <a:pos x="T2" y="T3"/>
                </a:cxn>
                <a:cxn ang="0">
                  <a:pos x="T4" y="T5"/>
                </a:cxn>
                <a:cxn ang="0">
                  <a:pos x="T6" y="T7"/>
                </a:cxn>
                <a:cxn ang="0">
                  <a:pos x="T8" y="T9"/>
                </a:cxn>
              </a:cxnLst>
              <a:rect l="0" t="0" r="r" b="b"/>
              <a:pathLst>
                <a:path w="37" h="81">
                  <a:moveTo>
                    <a:pt x="36" y="3"/>
                  </a:moveTo>
                  <a:cubicBezTo>
                    <a:pt x="35" y="0"/>
                    <a:pt x="26" y="18"/>
                    <a:pt x="16" y="40"/>
                  </a:cubicBezTo>
                  <a:cubicBezTo>
                    <a:pt x="7" y="60"/>
                    <a:pt x="0" y="76"/>
                    <a:pt x="1" y="78"/>
                  </a:cubicBezTo>
                  <a:cubicBezTo>
                    <a:pt x="2" y="81"/>
                    <a:pt x="10" y="67"/>
                    <a:pt x="21" y="45"/>
                  </a:cubicBezTo>
                  <a:cubicBezTo>
                    <a:pt x="30" y="25"/>
                    <a:pt x="37" y="5"/>
                    <a:pt x="3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29" name="Freeform 424"/>
            <p:cNvSpPr/>
            <p:nvPr/>
          </p:nvSpPr>
          <p:spPr bwMode="auto">
            <a:xfrm>
              <a:off x="11268379" y="10767791"/>
              <a:ext cx="100013" cy="95250"/>
            </a:xfrm>
            <a:custGeom>
              <a:avLst/>
              <a:gdLst>
                <a:gd name="T0" fmla="*/ 20 w 37"/>
                <a:gd name="T1" fmla="*/ 26 h 35"/>
                <a:gd name="T2" fmla="*/ 37 w 37"/>
                <a:gd name="T3" fmla="*/ 3 h 35"/>
                <a:gd name="T4" fmla="*/ 16 w 37"/>
                <a:gd name="T5" fmla="*/ 15 h 35"/>
                <a:gd name="T6" fmla="*/ 0 w 37"/>
                <a:gd name="T7" fmla="*/ 31 h 35"/>
                <a:gd name="T8" fmla="*/ 20 w 37"/>
                <a:gd name="T9" fmla="*/ 26 h 35"/>
              </a:gdLst>
              <a:ahLst/>
              <a:cxnLst>
                <a:cxn ang="0">
                  <a:pos x="T0" y="T1"/>
                </a:cxn>
                <a:cxn ang="0">
                  <a:pos x="T2" y="T3"/>
                </a:cxn>
                <a:cxn ang="0">
                  <a:pos x="T4" y="T5"/>
                </a:cxn>
                <a:cxn ang="0">
                  <a:pos x="T6" y="T7"/>
                </a:cxn>
                <a:cxn ang="0">
                  <a:pos x="T8" y="T9"/>
                </a:cxn>
              </a:cxnLst>
              <a:rect l="0" t="0" r="r" b="b"/>
              <a:pathLst>
                <a:path w="37" h="35">
                  <a:moveTo>
                    <a:pt x="20" y="26"/>
                  </a:moveTo>
                  <a:cubicBezTo>
                    <a:pt x="30" y="18"/>
                    <a:pt x="37" y="6"/>
                    <a:pt x="37" y="3"/>
                  </a:cubicBezTo>
                  <a:cubicBezTo>
                    <a:pt x="36" y="0"/>
                    <a:pt x="27" y="8"/>
                    <a:pt x="16" y="15"/>
                  </a:cubicBezTo>
                  <a:cubicBezTo>
                    <a:pt x="7" y="23"/>
                    <a:pt x="0" y="27"/>
                    <a:pt x="0" y="31"/>
                  </a:cubicBezTo>
                  <a:cubicBezTo>
                    <a:pt x="1" y="35"/>
                    <a:pt x="10" y="35"/>
                    <a:pt x="20"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30" name="Freeform 425"/>
            <p:cNvSpPr/>
            <p:nvPr/>
          </p:nvSpPr>
          <p:spPr bwMode="auto">
            <a:xfrm>
              <a:off x="11050892" y="10828116"/>
              <a:ext cx="106363" cy="42863"/>
            </a:xfrm>
            <a:custGeom>
              <a:avLst/>
              <a:gdLst>
                <a:gd name="T0" fmla="*/ 21 w 39"/>
                <a:gd name="T1" fmla="*/ 16 h 16"/>
                <a:gd name="T2" fmla="*/ 38 w 39"/>
                <a:gd name="T3" fmla="*/ 9 h 16"/>
                <a:gd name="T4" fmla="*/ 18 w 39"/>
                <a:gd name="T5" fmla="*/ 0 h 16"/>
                <a:gd name="T6" fmla="*/ 1 w 39"/>
                <a:gd name="T7" fmla="*/ 8 h 16"/>
                <a:gd name="T8" fmla="*/ 21 w 39"/>
                <a:gd name="T9" fmla="*/ 16 h 16"/>
              </a:gdLst>
              <a:ahLst/>
              <a:cxnLst>
                <a:cxn ang="0">
                  <a:pos x="T0" y="T1"/>
                </a:cxn>
                <a:cxn ang="0">
                  <a:pos x="T2" y="T3"/>
                </a:cxn>
                <a:cxn ang="0">
                  <a:pos x="T4" y="T5"/>
                </a:cxn>
                <a:cxn ang="0">
                  <a:pos x="T6" y="T7"/>
                </a:cxn>
                <a:cxn ang="0">
                  <a:pos x="T8" y="T9"/>
                </a:cxn>
              </a:cxnLst>
              <a:rect l="0" t="0" r="r" b="b"/>
              <a:pathLst>
                <a:path w="39" h="16">
                  <a:moveTo>
                    <a:pt x="21" y="16"/>
                  </a:moveTo>
                  <a:cubicBezTo>
                    <a:pt x="31" y="16"/>
                    <a:pt x="39" y="13"/>
                    <a:pt x="38" y="9"/>
                  </a:cubicBezTo>
                  <a:cubicBezTo>
                    <a:pt x="38" y="5"/>
                    <a:pt x="28" y="1"/>
                    <a:pt x="18" y="0"/>
                  </a:cubicBezTo>
                  <a:cubicBezTo>
                    <a:pt x="8" y="0"/>
                    <a:pt x="0" y="4"/>
                    <a:pt x="1" y="8"/>
                  </a:cubicBezTo>
                  <a:cubicBezTo>
                    <a:pt x="1" y="13"/>
                    <a:pt x="10" y="16"/>
                    <a:pt x="2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31" name="Freeform 426"/>
            <p:cNvSpPr/>
            <p:nvPr/>
          </p:nvSpPr>
          <p:spPr bwMode="auto">
            <a:xfrm>
              <a:off x="10833404" y="10831291"/>
              <a:ext cx="106363" cy="50800"/>
            </a:xfrm>
            <a:custGeom>
              <a:avLst/>
              <a:gdLst>
                <a:gd name="T0" fmla="*/ 20 w 39"/>
                <a:gd name="T1" fmla="*/ 18 h 19"/>
                <a:gd name="T2" fmla="*/ 38 w 39"/>
                <a:gd name="T3" fmla="*/ 8 h 19"/>
                <a:gd name="T4" fmla="*/ 19 w 39"/>
                <a:gd name="T5" fmla="*/ 0 h 19"/>
                <a:gd name="T6" fmla="*/ 1 w 39"/>
                <a:gd name="T7" fmla="*/ 10 h 19"/>
                <a:gd name="T8" fmla="*/ 20 w 39"/>
                <a:gd name="T9" fmla="*/ 18 h 19"/>
              </a:gdLst>
              <a:ahLst/>
              <a:cxnLst>
                <a:cxn ang="0">
                  <a:pos x="T0" y="T1"/>
                </a:cxn>
                <a:cxn ang="0">
                  <a:pos x="T2" y="T3"/>
                </a:cxn>
                <a:cxn ang="0">
                  <a:pos x="T4" y="T5"/>
                </a:cxn>
                <a:cxn ang="0">
                  <a:pos x="T6" y="T7"/>
                </a:cxn>
                <a:cxn ang="0">
                  <a:pos x="T8" y="T9"/>
                </a:cxn>
              </a:cxnLst>
              <a:rect l="0" t="0" r="r" b="b"/>
              <a:pathLst>
                <a:path w="39" h="19">
                  <a:moveTo>
                    <a:pt x="20" y="18"/>
                  </a:moveTo>
                  <a:cubicBezTo>
                    <a:pt x="31" y="17"/>
                    <a:pt x="39" y="13"/>
                    <a:pt x="38" y="8"/>
                  </a:cubicBezTo>
                  <a:cubicBezTo>
                    <a:pt x="38" y="4"/>
                    <a:pt x="29" y="0"/>
                    <a:pt x="19" y="0"/>
                  </a:cubicBezTo>
                  <a:cubicBezTo>
                    <a:pt x="8" y="0"/>
                    <a:pt x="0" y="5"/>
                    <a:pt x="1" y="10"/>
                  </a:cubicBezTo>
                  <a:cubicBezTo>
                    <a:pt x="1" y="15"/>
                    <a:pt x="10" y="19"/>
                    <a:pt x="2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32" name="Freeform 427"/>
            <p:cNvSpPr/>
            <p:nvPr/>
          </p:nvSpPr>
          <p:spPr bwMode="auto">
            <a:xfrm>
              <a:off x="10615917" y="10843991"/>
              <a:ext cx="106363" cy="65088"/>
            </a:xfrm>
            <a:custGeom>
              <a:avLst/>
              <a:gdLst>
                <a:gd name="T0" fmla="*/ 21 w 39"/>
                <a:gd name="T1" fmla="*/ 22 h 24"/>
                <a:gd name="T2" fmla="*/ 38 w 39"/>
                <a:gd name="T3" fmla="*/ 10 h 24"/>
                <a:gd name="T4" fmla="*/ 17 w 39"/>
                <a:gd name="T5" fmla="*/ 2 h 24"/>
                <a:gd name="T6" fmla="*/ 0 w 39"/>
                <a:gd name="T7" fmla="*/ 15 h 24"/>
                <a:gd name="T8" fmla="*/ 21 w 39"/>
                <a:gd name="T9" fmla="*/ 22 h 24"/>
              </a:gdLst>
              <a:ahLst/>
              <a:cxnLst>
                <a:cxn ang="0">
                  <a:pos x="T0" y="T1"/>
                </a:cxn>
                <a:cxn ang="0">
                  <a:pos x="T2" y="T3"/>
                </a:cxn>
                <a:cxn ang="0">
                  <a:pos x="T4" y="T5"/>
                </a:cxn>
                <a:cxn ang="0">
                  <a:pos x="T6" y="T7"/>
                </a:cxn>
                <a:cxn ang="0">
                  <a:pos x="T8" y="T9"/>
                </a:cxn>
              </a:cxnLst>
              <a:rect l="0" t="0" r="r" b="b"/>
              <a:pathLst>
                <a:path w="39" h="24">
                  <a:moveTo>
                    <a:pt x="21" y="22"/>
                  </a:moveTo>
                  <a:cubicBezTo>
                    <a:pt x="31" y="21"/>
                    <a:pt x="39" y="15"/>
                    <a:pt x="38" y="10"/>
                  </a:cubicBezTo>
                  <a:cubicBezTo>
                    <a:pt x="38" y="4"/>
                    <a:pt x="28" y="0"/>
                    <a:pt x="17" y="2"/>
                  </a:cubicBezTo>
                  <a:cubicBezTo>
                    <a:pt x="7" y="3"/>
                    <a:pt x="0" y="9"/>
                    <a:pt x="0" y="15"/>
                  </a:cubicBezTo>
                  <a:cubicBezTo>
                    <a:pt x="1" y="21"/>
                    <a:pt x="10" y="24"/>
                    <a:pt x="21"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33" name="Freeform 428"/>
            <p:cNvSpPr/>
            <p:nvPr/>
          </p:nvSpPr>
          <p:spPr bwMode="auto">
            <a:xfrm>
              <a:off x="10396842" y="10877328"/>
              <a:ext cx="107950" cy="76200"/>
            </a:xfrm>
            <a:custGeom>
              <a:avLst/>
              <a:gdLst>
                <a:gd name="T0" fmla="*/ 20 w 40"/>
                <a:gd name="T1" fmla="*/ 26 h 28"/>
                <a:gd name="T2" fmla="*/ 39 w 40"/>
                <a:gd name="T3" fmla="*/ 10 h 28"/>
                <a:gd name="T4" fmla="*/ 19 w 40"/>
                <a:gd name="T5" fmla="*/ 2 h 28"/>
                <a:gd name="T6" fmla="*/ 1 w 40"/>
                <a:gd name="T7" fmla="*/ 18 h 28"/>
                <a:gd name="T8" fmla="*/ 20 w 40"/>
                <a:gd name="T9" fmla="*/ 26 h 28"/>
              </a:gdLst>
              <a:ahLst/>
              <a:cxnLst>
                <a:cxn ang="0">
                  <a:pos x="T0" y="T1"/>
                </a:cxn>
                <a:cxn ang="0">
                  <a:pos x="T2" y="T3"/>
                </a:cxn>
                <a:cxn ang="0">
                  <a:pos x="T4" y="T5"/>
                </a:cxn>
                <a:cxn ang="0">
                  <a:pos x="T6" y="T7"/>
                </a:cxn>
                <a:cxn ang="0">
                  <a:pos x="T8" y="T9"/>
                </a:cxn>
              </a:cxnLst>
              <a:rect l="0" t="0" r="r" b="b"/>
              <a:pathLst>
                <a:path w="40" h="28">
                  <a:moveTo>
                    <a:pt x="20" y="26"/>
                  </a:moveTo>
                  <a:cubicBezTo>
                    <a:pt x="31" y="24"/>
                    <a:pt x="40" y="17"/>
                    <a:pt x="39" y="10"/>
                  </a:cubicBezTo>
                  <a:cubicBezTo>
                    <a:pt x="38" y="4"/>
                    <a:pt x="29" y="0"/>
                    <a:pt x="19" y="2"/>
                  </a:cubicBezTo>
                  <a:cubicBezTo>
                    <a:pt x="8" y="3"/>
                    <a:pt x="0" y="11"/>
                    <a:pt x="1" y="18"/>
                  </a:cubicBezTo>
                  <a:cubicBezTo>
                    <a:pt x="2" y="24"/>
                    <a:pt x="10" y="28"/>
                    <a:pt x="20"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34" name="Freeform 429"/>
            <p:cNvSpPr/>
            <p:nvPr/>
          </p:nvSpPr>
          <p:spPr bwMode="auto">
            <a:xfrm>
              <a:off x="10176179" y="10920191"/>
              <a:ext cx="109538" cy="90488"/>
            </a:xfrm>
            <a:custGeom>
              <a:avLst/>
              <a:gdLst>
                <a:gd name="T0" fmla="*/ 22 w 40"/>
                <a:gd name="T1" fmla="*/ 30 h 33"/>
                <a:gd name="T2" fmla="*/ 39 w 40"/>
                <a:gd name="T3" fmla="*/ 12 h 33"/>
                <a:gd name="T4" fmla="*/ 18 w 40"/>
                <a:gd name="T5" fmla="*/ 3 h 33"/>
                <a:gd name="T6" fmla="*/ 2 w 40"/>
                <a:gd name="T7" fmla="*/ 22 h 33"/>
                <a:gd name="T8" fmla="*/ 22 w 40"/>
                <a:gd name="T9" fmla="*/ 30 h 33"/>
              </a:gdLst>
              <a:ahLst/>
              <a:cxnLst>
                <a:cxn ang="0">
                  <a:pos x="T0" y="T1"/>
                </a:cxn>
                <a:cxn ang="0">
                  <a:pos x="T2" y="T3"/>
                </a:cxn>
                <a:cxn ang="0">
                  <a:pos x="T4" y="T5"/>
                </a:cxn>
                <a:cxn ang="0">
                  <a:pos x="T6" y="T7"/>
                </a:cxn>
                <a:cxn ang="0">
                  <a:pos x="T8" y="T9"/>
                </a:cxn>
              </a:cxnLst>
              <a:rect l="0" t="0" r="r" b="b"/>
              <a:pathLst>
                <a:path w="40" h="33">
                  <a:moveTo>
                    <a:pt x="22" y="30"/>
                  </a:moveTo>
                  <a:cubicBezTo>
                    <a:pt x="32" y="27"/>
                    <a:pt x="40" y="19"/>
                    <a:pt x="39" y="12"/>
                  </a:cubicBezTo>
                  <a:cubicBezTo>
                    <a:pt x="39" y="5"/>
                    <a:pt x="29" y="0"/>
                    <a:pt x="18" y="3"/>
                  </a:cubicBezTo>
                  <a:cubicBezTo>
                    <a:pt x="8" y="6"/>
                    <a:pt x="0" y="14"/>
                    <a:pt x="2" y="22"/>
                  </a:cubicBezTo>
                  <a:cubicBezTo>
                    <a:pt x="3" y="29"/>
                    <a:pt x="12" y="33"/>
                    <a:pt x="2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35" name="Freeform 430"/>
            <p:cNvSpPr/>
            <p:nvPr/>
          </p:nvSpPr>
          <p:spPr bwMode="auto">
            <a:xfrm>
              <a:off x="9960279" y="10977341"/>
              <a:ext cx="107950" cy="98425"/>
            </a:xfrm>
            <a:custGeom>
              <a:avLst/>
              <a:gdLst>
                <a:gd name="T0" fmla="*/ 21 w 40"/>
                <a:gd name="T1" fmla="*/ 33 h 36"/>
                <a:gd name="T2" fmla="*/ 39 w 40"/>
                <a:gd name="T3" fmla="*/ 12 h 36"/>
                <a:gd name="T4" fmla="*/ 19 w 40"/>
                <a:gd name="T5" fmla="*/ 3 h 36"/>
                <a:gd name="T6" fmla="*/ 1 w 40"/>
                <a:gd name="T7" fmla="*/ 24 h 36"/>
                <a:gd name="T8" fmla="*/ 21 w 40"/>
                <a:gd name="T9" fmla="*/ 33 h 36"/>
              </a:gdLst>
              <a:ahLst/>
              <a:cxnLst>
                <a:cxn ang="0">
                  <a:pos x="T0" y="T1"/>
                </a:cxn>
                <a:cxn ang="0">
                  <a:pos x="T2" y="T3"/>
                </a:cxn>
                <a:cxn ang="0">
                  <a:pos x="T4" y="T5"/>
                </a:cxn>
                <a:cxn ang="0">
                  <a:pos x="T6" y="T7"/>
                </a:cxn>
                <a:cxn ang="0">
                  <a:pos x="T8" y="T9"/>
                </a:cxn>
              </a:cxnLst>
              <a:rect l="0" t="0" r="r" b="b"/>
              <a:pathLst>
                <a:path w="40" h="36">
                  <a:moveTo>
                    <a:pt x="21" y="33"/>
                  </a:moveTo>
                  <a:cubicBezTo>
                    <a:pt x="32" y="30"/>
                    <a:pt x="40" y="21"/>
                    <a:pt x="39" y="12"/>
                  </a:cubicBezTo>
                  <a:cubicBezTo>
                    <a:pt x="38" y="4"/>
                    <a:pt x="29" y="0"/>
                    <a:pt x="19" y="3"/>
                  </a:cubicBezTo>
                  <a:cubicBezTo>
                    <a:pt x="8" y="5"/>
                    <a:pt x="0" y="15"/>
                    <a:pt x="1" y="24"/>
                  </a:cubicBezTo>
                  <a:cubicBezTo>
                    <a:pt x="2" y="32"/>
                    <a:pt x="11" y="36"/>
                    <a:pt x="21"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36" name="Freeform 431"/>
            <p:cNvSpPr/>
            <p:nvPr/>
          </p:nvSpPr>
          <p:spPr bwMode="auto">
            <a:xfrm>
              <a:off x="9739617" y="11042428"/>
              <a:ext cx="107950" cy="109538"/>
            </a:xfrm>
            <a:custGeom>
              <a:avLst/>
              <a:gdLst>
                <a:gd name="T0" fmla="*/ 23 w 40"/>
                <a:gd name="T1" fmla="*/ 36 h 40"/>
                <a:gd name="T2" fmla="*/ 39 w 40"/>
                <a:gd name="T3" fmla="*/ 14 h 40"/>
                <a:gd name="T4" fmla="*/ 18 w 40"/>
                <a:gd name="T5" fmla="*/ 3 h 40"/>
                <a:gd name="T6" fmla="*/ 1 w 40"/>
                <a:gd name="T7" fmla="*/ 26 h 40"/>
                <a:gd name="T8" fmla="*/ 23 w 40"/>
                <a:gd name="T9" fmla="*/ 36 h 40"/>
              </a:gdLst>
              <a:ahLst/>
              <a:cxnLst>
                <a:cxn ang="0">
                  <a:pos x="T0" y="T1"/>
                </a:cxn>
                <a:cxn ang="0">
                  <a:pos x="T2" y="T3"/>
                </a:cxn>
                <a:cxn ang="0">
                  <a:pos x="T4" y="T5"/>
                </a:cxn>
                <a:cxn ang="0">
                  <a:pos x="T6" y="T7"/>
                </a:cxn>
                <a:cxn ang="0">
                  <a:pos x="T8" y="T9"/>
                </a:cxn>
              </a:cxnLst>
              <a:rect l="0" t="0" r="r" b="b"/>
              <a:pathLst>
                <a:path w="40" h="40">
                  <a:moveTo>
                    <a:pt x="23" y="36"/>
                  </a:moveTo>
                  <a:cubicBezTo>
                    <a:pt x="33" y="32"/>
                    <a:pt x="40" y="22"/>
                    <a:pt x="39" y="14"/>
                  </a:cubicBezTo>
                  <a:cubicBezTo>
                    <a:pt x="38" y="4"/>
                    <a:pt x="28" y="0"/>
                    <a:pt x="18" y="3"/>
                  </a:cubicBezTo>
                  <a:cubicBezTo>
                    <a:pt x="7" y="7"/>
                    <a:pt x="0" y="17"/>
                    <a:pt x="1" y="26"/>
                  </a:cubicBezTo>
                  <a:cubicBezTo>
                    <a:pt x="2" y="36"/>
                    <a:pt x="12" y="40"/>
                    <a:pt x="23"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37" name="Freeform 432"/>
            <p:cNvSpPr/>
            <p:nvPr/>
          </p:nvSpPr>
          <p:spPr bwMode="auto">
            <a:xfrm>
              <a:off x="9520542" y="11113866"/>
              <a:ext cx="111125" cy="119063"/>
            </a:xfrm>
            <a:custGeom>
              <a:avLst/>
              <a:gdLst>
                <a:gd name="T0" fmla="*/ 22 w 41"/>
                <a:gd name="T1" fmla="*/ 40 h 44"/>
                <a:gd name="T2" fmla="*/ 39 w 41"/>
                <a:gd name="T3" fmla="*/ 15 h 44"/>
                <a:gd name="T4" fmla="*/ 19 w 41"/>
                <a:gd name="T5" fmla="*/ 3 h 44"/>
                <a:gd name="T6" fmla="*/ 2 w 41"/>
                <a:gd name="T7" fmla="*/ 29 h 44"/>
                <a:gd name="T8" fmla="*/ 22 w 41"/>
                <a:gd name="T9" fmla="*/ 40 h 44"/>
              </a:gdLst>
              <a:ahLst/>
              <a:cxnLst>
                <a:cxn ang="0">
                  <a:pos x="T0" y="T1"/>
                </a:cxn>
                <a:cxn ang="0">
                  <a:pos x="T2" y="T3"/>
                </a:cxn>
                <a:cxn ang="0">
                  <a:pos x="T4" y="T5"/>
                </a:cxn>
                <a:cxn ang="0">
                  <a:pos x="T6" y="T7"/>
                </a:cxn>
                <a:cxn ang="0">
                  <a:pos x="T8" y="T9"/>
                </a:cxn>
              </a:cxnLst>
              <a:rect l="0" t="0" r="r" b="b"/>
              <a:pathLst>
                <a:path w="41" h="44">
                  <a:moveTo>
                    <a:pt x="22" y="40"/>
                  </a:moveTo>
                  <a:cubicBezTo>
                    <a:pt x="33" y="36"/>
                    <a:pt x="41" y="25"/>
                    <a:pt x="39" y="15"/>
                  </a:cubicBezTo>
                  <a:cubicBezTo>
                    <a:pt x="38" y="5"/>
                    <a:pt x="29" y="0"/>
                    <a:pt x="19" y="3"/>
                  </a:cubicBezTo>
                  <a:cubicBezTo>
                    <a:pt x="8" y="7"/>
                    <a:pt x="0" y="18"/>
                    <a:pt x="2" y="29"/>
                  </a:cubicBezTo>
                  <a:cubicBezTo>
                    <a:pt x="3" y="39"/>
                    <a:pt x="12" y="44"/>
                    <a:pt x="22"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38" name="Freeform 433"/>
            <p:cNvSpPr/>
            <p:nvPr/>
          </p:nvSpPr>
          <p:spPr bwMode="auto">
            <a:xfrm>
              <a:off x="9303054" y="11190066"/>
              <a:ext cx="107950" cy="127000"/>
            </a:xfrm>
            <a:custGeom>
              <a:avLst/>
              <a:gdLst>
                <a:gd name="T0" fmla="*/ 21 w 40"/>
                <a:gd name="T1" fmla="*/ 43 h 47"/>
                <a:gd name="T2" fmla="*/ 39 w 40"/>
                <a:gd name="T3" fmla="*/ 16 h 47"/>
                <a:gd name="T4" fmla="*/ 18 w 40"/>
                <a:gd name="T5" fmla="*/ 3 h 47"/>
                <a:gd name="T6" fmla="*/ 1 w 40"/>
                <a:gd name="T7" fmla="*/ 31 h 47"/>
                <a:gd name="T8" fmla="*/ 21 w 40"/>
                <a:gd name="T9" fmla="*/ 43 h 47"/>
              </a:gdLst>
              <a:ahLst/>
              <a:cxnLst>
                <a:cxn ang="0">
                  <a:pos x="T0" y="T1"/>
                </a:cxn>
                <a:cxn ang="0">
                  <a:pos x="T2" y="T3"/>
                </a:cxn>
                <a:cxn ang="0">
                  <a:pos x="T4" y="T5"/>
                </a:cxn>
                <a:cxn ang="0">
                  <a:pos x="T6" y="T7"/>
                </a:cxn>
                <a:cxn ang="0">
                  <a:pos x="T8" y="T9"/>
                </a:cxn>
              </a:cxnLst>
              <a:rect l="0" t="0" r="r" b="b"/>
              <a:pathLst>
                <a:path w="40" h="47">
                  <a:moveTo>
                    <a:pt x="21" y="43"/>
                  </a:moveTo>
                  <a:cubicBezTo>
                    <a:pt x="32" y="39"/>
                    <a:pt x="40" y="27"/>
                    <a:pt x="39" y="16"/>
                  </a:cubicBezTo>
                  <a:cubicBezTo>
                    <a:pt x="38" y="6"/>
                    <a:pt x="28" y="0"/>
                    <a:pt x="18" y="3"/>
                  </a:cubicBezTo>
                  <a:cubicBezTo>
                    <a:pt x="8" y="7"/>
                    <a:pt x="0" y="19"/>
                    <a:pt x="1" y="31"/>
                  </a:cubicBezTo>
                  <a:cubicBezTo>
                    <a:pt x="2" y="41"/>
                    <a:pt x="11" y="47"/>
                    <a:pt x="21"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39" name="Freeform 434"/>
            <p:cNvSpPr/>
            <p:nvPr/>
          </p:nvSpPr>
          <p:spPr bwMode="auto">
            <a:xfrm>
              <a:off x="9082392" y="11264678"/>
              <a:ext cx="111125" cy="136525"/>
            </a:xfrm>
            <a:custGeom>
              <a:avLst/>
              <a:gdLst>
                <a:gd name="T0" fmla="*/ 22 w 41"/>
                <a:gd name="T1" fmla="*/ 47 h 50"/>
                <a:gd name="T2" fmla="*/ 39 w 41"/>
                <a:gd name="T3" fmla="*/ 17 h 50"/>
                <a:gd name="T4" fmla="*/ 18 w 41"/>
                <a:gd name="T5" fmla="*/ 4 h 50"/>
                <a:gd name="T6" fmla="*/ 2 w 41"/>
                <a:gd name="T7" fmla="*/ 33 h 50"/>
                <a:gd name="T8" fmla="*/ 22 w 41"/>
                <a:gd name="T9" fmla="*/ 47 h 50"/>
              </a:gdLst>
              <a:ahLst/>
              <a:cxnLst>
                <a:cxn ang="0">
                  <a:pos x="T0" y="T1"/>
                </a:cxn>
                <a:cxn ang="0">
                  <a:pos x="T2" y="T3"/>
                </a:cxn>
                <a:cxn ang="0">
                  <a:pos x="T4" y="T5"/>
                </a:cxn>
                <a:cxn ang="0">
                  <a:pos x="T6" y="T7"/>
                </a:cxn>
                <a:cxn ang="0">
                  <a:pos x="T8" y="T9"/>
                </a:cxn>
              </a:cxnLst>
              <a:rect l="0" t="0" r="r" b="b"/>
              <a:pathLst>
                <a:path w="41" h="50">
                  <a:moveTo>
                    <a:pt x="22" y="47"/>
                  </a:moveTo>
                  <a:cubicBezTo>
                    <a:pt x="33" y="42"/>
                    <a:pt x="41" y="29"/>
                    <a:pt x="39" y="17"/>
                  </a:cubicBezTo>
                  <a:cubicBezTo>
                    <a:pt x="38" y="6"/>
                    <a:pt x="28" y="0"/>
                    <a:pt x="18" y="4"/>
                  </a:cubicBezTo>
                  <a:cubicBezTo>
                    <a:pt x="8" y="7"/>
                    <a:pt x="0" y="21"/>
                    <a:pt x="2" y="33"/>
                  </a:cubicBezTo>
                  <a:cubicBezTo>
                    <a:pt x="3" y="44"/>
                    <a:pt x="12" y="50"/>
                    <a:pt x="2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40" name="Freeform 435"/>
            <p:cNvSpPr/>
            <p:nvPr/>
          </p:nvSpPr>
          <p:spPr bwMode="auto">
            <a:xfrm>
              <a:off x="8866492" y="11340878"/>
              <a:ext cx="107950" cy="144463"/>
            </a:xfrm>
            <a:custGeom>
              <a:avLst/>
              <a:gdLst>
                <a:gd name="T0" fmla="*/ 22 w 40"/>
                <a:gd name="T1" fmla="*/ 49 h 53"/>
                <a:gd name="T2" fmla="*/ 39 w 40"/>
                <a:gd name="T3" fmla="*/ 19 h 53"/>
                <a:gd name="T4" fmla="*/ 19 w 40"/>
                <a:gd name="T5" fmla="*/ 3 h 53"/>
                <a:gd name="T6" fmla="*/ 1 w 40"/>
                <a:gd name="T7" fmla="*/ 33 h 53"/>
                <a:gd name="T8" fmla="*/ 22 w 40"/>
                <a:gd name="T9" fmla="*/ 49 h 53"/>
              </a:gdLst>
              <a:ahLst/>
              <a:cxnLst>
                <a:cxn ang="0">
                  <a:pos x="T0" y="T1"/>
                </a:cxn>
                <a:cxn ang="0">
                  <a:pos x="T2" y="T3"/>
                </a:cxn>
                <a:cxn ang="0">
                  <a:pos x="T4" y="T5"/>
                </a:cxn>
                <a:cxn ang="0">
                  <a:pos x="T6" y="T7"/>
                </a:cxn>
                <a:cxn ang="0">
                  <a:pos x="T8" y="T9"/>
                </a:cxn>
              </a:cxnLst>
              <a:rect l="0" t="0" r="r" b="b"/>
              <a:pathLst>
                <a:path w="40" h="53">
                  <a:moveTo>
                    <a:pt x="22" y="49"/>
                  </a:moveTo>
                  <a:cubicBezTo>
                    <a:pt x="32" y="46"/>
                    <a:pt x="40" y="32"/>
                    <a:pt x="39" y="19"/>
                  </a:cubicBezTo>
                  <a:cubicBezTo>
                    <a:pt x="38" y="7"/>
                    <a:pt x="28" y="0"/>
                    <a:pt x="19" y="3"/>
                  </a:cubicBezTo>
                  <a:cubicBezTo>
                    <a:pt x="8" y="7"/>
                    <a:pt x="0" y="20"/>
                    <a:pt x="1" y="33"/>
                  </a:cubicBezTo>
                  <a:cubicBezTo>
                    <a:pt x="3" y="46"/>
                    <a:pt x="12" y="53"/>
                    <a:pt x="22"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41" name="Freeform 436"/>
            <p:cNvSpPr/>
            <p:nvPr/>
          </p:nvSpPr>
          <p:spPr bwMode="auto">
            <a:xfrm>
              <a:off x="8649004" y="11412316"/>
              <a:ext cx="107950" cy="149225"/>
            </a:xfrm>
            <a:custGeom>
              <a:avLst/>
              <a:gdLst>
                <a:gd name="T0" fmla="*/ 22 w 40"/>
                <a:gd name="T1" fmla="*/ 52 h 55"/>
                <a:gd name="T2" fmla="*/ 39 w 40"/>
                <a:gd name="T3" fmla="*/ 22 h 55"/>
                <a:gd name="T4" fmla="*/ 18 w 40"/>
                <a:gd name="T5" fmla="*/ 4 h 55"/>
                <a:gd name="T6" fmla="*/ 2 w 40"/>
                <a:gd name="T7" fmla="*/ 35 h 55"/>
                <a:gd name="T8" fmla="*/ 22 w 40"/>
                <a:gd name="T9" fmla="*/ 52 h 55"/>
              </a:gdLst>
              <a:ahLst/>
              <a:cxnLst>
                <a:cxn ang="0">
                  <a:pos x="T0" y="T1"/>
                </a:cxn>
                <a:cxn ang="0">
                  <a:pos x="T2" y="T3"/>
                </a:cxn>
                <a:cxn ang="0">
                  <a:pos x="T4" y="T5"/>
                </a:cxn>
                <a:cxn ang="0">
                  <a:pos x="T6" y="T7"/>
                </a:cxn>
                <a:cxn ang="0">
                  <a:pos x="T8" y="T9"/>
                </a:cxn>
              </a:cxnLst>
              <a:rect l="0" t="0" r="r" b="b"/>
              <a:pathLst>
                <a:path w="40" h="55">
                  <a:moveTo>
                    <a:pt x="22" y="52"/>
                  </a:moveTo>
                  <a:cubicBezTo>
                    <a:pt x="32" y="48"/>
                    <a:pt x="40" y="35"/>
                    <a:pt x="39" y="22"/>
                  </a:cubicBezTo>
                  <a:cubicBezTo>
                    <a:pt x="38" y="9"/>
                    <a:pt x="28" y="0"/>
                    <a:pt x="18" y="4"/>
                  </a:cubicBezTo>
                  <a:cubicBezTo>
                    <a:pt x="7" y="7"/>
                    <a:pt x="0" y="21"/>
                    <a:pt x="2" y="35"/>
                  </a:cubicBezTo>
                  <a:cubicBezTo>
                    <a:pt x="3" y="48"/>
                    <a:pt x="12" y="55"/>
                    <a:pt x="22"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42" name="Freeform 437"/>
            <p:cNvSpPr/>
            <p:nvPr/>
          </p:nvSpPr>
          <p:spPr bwMode="auto">
            <a:xfrm>
              <a:off x="8431517" y="11477403"/>
              <a:ext cx="111125" cy="153988"/>
            </a:xfrm>
            <a:custGeom>
              <a:avLst/>
              <a:gdLst>
                <a:gd name="T0" fmla="*/ 22 w 41"/>
                <a:gd name="T1" fmla="*/ 54 h 57"/>
                <a:gd name="T2" fmla="*/ 39 w 41"/>
                <a:gd name="T3" fmla="*/ 22 h 57"/>
                <a:gd name="T4" fmla="*/ 18 w 41"/>
                <a:gd name="T5" fmla="*/ 3 h 57"/>
                <a:gd name="T6" fmla="*/ 2 w 41"/>
                <a:gd name="T7" fmla="*/ 34 h 57"/>
                <a:gd name="T8" fmla="*/ 22 w 41"/>
                <a:gd name="T9" fmla="*/ 54 h 57"/>
              </a:gdLst>
              <a:ahLst/>
              <a:cxnLst>
                <a:cxn ang="0">
                  <a:pos x="T0" y="T1"/>
                </a:cxn>
                <a:cxn ang="0">
                  <a:pos x="T2" y="T3"/>
                </a:cxn>
                <a:cxn ang="0">
                  <a:pos x="T4" y="T5"/>
                </a:cxn>
                <a:cxn ang="0">
                  <a:pos x="T6" y="T7"/>
                </a:cxn>
                <a:cxn ang="0">
                  <a:pos x="T8" y="T9"/>
                </a:cxn>
              </a:cxnLst>
              <a:rect l="0" t="0" r="r" b="b"/>
              <a:pathLst>
                <a:path w="41" h="57">
                  <a:moveTo>
                    <a:pt x="22" y="54"/>
                  </a:moveTo>
                  <a:cubicBezTo>
                    <a:pt x="33" y="51"/>
                    <a:pt x="41" y="36"/>
                    <a:pt x="39" y="22"/>
                  </a:cubicBezTo>
                  <a:cubicBezTo>
                    <a:pt x="37" y="9"/>
                    <a:pt x="28" y="0"/>
                    <a:pt x="18" y="3"/>
                  </a:cubicBezTo>
                  <a:cubicBezTo>
                    <a:pt x="7" y="6"/>
                    <a:pt x="0" y="20"/>
                    <a:pt x="2" y="34"/>
                  </a:cubicBezTo>
                  <a:cubicBezTo>
                    <a:pt x="3" y="48"/>
                    <a:pt x="12" y="57"/>
                    <a:pt x="22"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43" name="Freeform 438"/>
            <p:cNvSpPr/>
            <p:nvPr/>
          </p:nvSpPr>
          <p:spPr bwMode="auto">
            <a:xfrm>
              <a:off x="8217204" y="11531378"/>
              <a:ext cx="106363" cy="157163"/>
            </a:xfrm>
            <a:custGeom>
              <a:avLst/>
              <a:gdLst>
                <a:gd name="T0" fmla="*/ 22 w 39"/>
                <a:gd name="T1" fmla="*/ 55 h 58"/>
                <a:gd name="T2" fmla="*/ 38 w 39"/>
                <a:gd name="T3" fmla="*/ 25 h 58"/>
                <a:gd name="T4" fmla="*/ 17 w 39"/>
                <a:gd name="T5" fmla="*/ 3 h 58"/>
                <a:gd name="T6" fmla="*/ 1 w 39"/>
                <a:gd name="T7" fmla="*/ 33 h 58"/>
                <a:gd name="T8" fmla="*/ 22 w 39"/>
                <a:gd name="T9" fmla="*/ 55 h 58"/>
              </a:gdLst>
              <a:ahLst/>
              <a:cxnLst>
                <a:cxn ang="0">
                  <a:pos x="T0" y="T1"/>
                </a:cxn>
                <a:cxn ang="0">
                  <a:pos x="T2" y="T3"/>
                </a:cxn>
                <a:cxn ang="0">
                  <a:pos x="T4" y="T5"/>
                </a:cxn>
                <a:cxn ang="0">
                  <a:pos x="T6" y="T7"/>
                </a:cxn>
                <a:cxn ang="0">
                  <a:pos x="T8" y="T9"/>
                </a:cxn>
              </a:cxnLst>
              <a:rect l="0" t="0" r="r" b="b"/>
              <a:pathLst>
                <a:path w="39" h="58">
                  <a:moveTo>
                    <a:pt x="22" y="55"/>
                  </a:moveTo>
                  <a:cubicBezTo>
                    <a:pt x="32" y="53"/>
                    <a:pt x="39" y="39"/>
                    <a:pt x="38" y="25"/>
                  </a:cubicBezTo>
                  <a:cubicBezTo>
                    <a:pt x="37" y="11"/>
                    <a:pt x="27" y="0"/>
                    <a:pt x="17" y="3"/>
                  </a:cubicBezTo>
                  <a:cubicBezTo>
                    <a:pt x="7" y="5"/>
                    <a:pt x="0" y="18"/>
                    <a:pt x="1" y="33"/>
                  </a:cubicBezTo>
                  <a:cubicBezTo>
                    <a:pt x="2" y="48"/>
                    <a:pt x="12" y="58"/>
                    <a:pt x="22"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44" name="Freeform 439"/>
            <p:cNvSpPr/>
            <p:nvPr/>
          </p:nvSpPr>
          <p:spPr bwMode="auto">
            <a:xfrm>
              <a:off x="7999717" y="11574241"/>
              <a:ext cx="109538" cy="158750"/>
            </a:xfrm>
            <a:custGeom>
              <a:avLst/>
              <a:gdLst>
                <a:gd name="T0" fmla="*/ 23 w 40"/>
                <a:gd name="T1" fmla="*/ 56 h 58"/>
                <a:gd name="T2" fmla="*/ 39 w 40"/>
                <a:gd name="T3" fmla="*/ 27 h 58"/>
                <a:gd name="T4" fmla="*/ 18 w 40"/>
                <a:gd name="T5" fmla="*/ 2 h 58"/>
                <a:gd name="T6" fmla="*/ 2 w 40"/>
                <a:gd name="T7" fmla="*/ 33 h 58"/>
                <a:gd name="T8" fmla="*/ 23 w 40"/>
                <a:gd name="T9" fmla="*/ 56 h 58"/>
              </a:gdLst>
              <a:ahLst/>
              <a:cxnLst>
                <a:cxn ang="0">
                  <a:pos x="T0" y="T1"/>
                </a:cxn>
                <a:cxn ang="0">
                  <a:pos x="T2" y="T3"/>
                </a:cxn>
                <a:cxn ang="0">
                  <a:pos x="T4" y="T5"/>
                </a:cxn>
                <a:cxn ang="0">
                  <a:pos x="T6" y="T7"/>
                </a:cxn>
                <a:cxn ang="0">
                  <a:pos x="T8" y="T9"/>
                </a:cxn>
              </a:cxnLst>
              <a:rect l="0" t="0" r="r" b="b"/>
              <a:pathLst>
                <a:path w="40" h="58">
                  <a:moveTo>
                    <a:pt x="23" y="56"/>
                  </a:moveTo>
                  <a:cubicBezTo>
                    <a:pt x="33" y="54"/>
                    <a:pt x="40" y="41"/>
                    <a:pt x="39" y="27"/>
                  </a:cubicBezTo>
                  <a:cubicBezTo>
                    <a:pt x="38" y="11"/>
                    <a:pt x="28" y="0"/>
                    <a:pt x="18" y="2"/>
                  </a:cubicBezTo>
                  <a:cubicBezTo>
                    <a:pt x="7" y="4"/>
                    <a:pt x="0" y="17"/>
                    <a:pt x="2" y="33"/>
                  </a:cubicBezTo>
                  <a:cubicBezTo>
                    <a:pt x="4" y="47"/>
                    <a:pt x="13" y="58"/>
                    <a:pt x="23"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45" name="Freeform 440"/>
            <p:cNvSpPr/>
            <p:nvPr/>
          </p:nvSpPr>
          <p:spPr bwMode="auto">
            <a:xfrm>
              <a:off x="7788579" y="11610753"/>
              <a:ext cx="104775" cy="157163"/>
            </a:xfrm>
            <a:custGeom>
              <a:avLst/>
              <a:gdLst>
                <a:gd name="T0" fmla="*/ 22 w 39"/>
                <a:gd name="T1" fmla="*/ 56 h 58"/>
                <a:gd name="T2" fmla="*/ 38 w 39"/>
                <a:gd name="T3" fmla="*/ 26 h 58"/>
                <a:gd name="T4" fmla="*/ 17 w 39"/>
                <a:gd name="T5" fmla="*/ 2 h 58"/>
                <a:gd name="T6" fmla="*/ 1 w 39"/>
                <a:gd name="T7" fmla="*/ 32 h 58"/>
                <a:gd name="T8" fmla="*/ 22 w 39"/>
                <a:gd name="T9" fmla="*/ 56 h 58"/>
              </a:gdLst>
              <a:ahLst/>
              <a:cxnLst>
                <a:cxn ang="0">
                  <a:pos x="T0" y="T1"/>
                </a:cxn>
                <a:cxn ang="0">
                  <a:pos x="T2" y="T3"/>
                </a:cxn>
                <a:cxn ang="0">
                  <a:pos x="T4" y="T5"/>
                </a:cxn>
                <a:cxn ang="0">
                  <a:pos x="T6" y="T7"/>
                </a:cxn>
                <a:cxn ang="0">
                  <a:pos x="T8" y="T9"/>
                </a:cxn>
              </a:cxnLst>
              <a:rect l="0" t="0" r="r" b="b"/>
              <a:pathLst>
                <a:path w="39" h="58">
                  <a:moveTo>
                    <a:pt x="22" y="56"/>
                  </a:moveTo>
                  <a:cubicBezTo>
                    <a:pt x="32" y="54"/>
                    <a:pt x="39" y="40"/>
                    <a:pt x="38" y="26"/>
                  </a:cubicBezTo>
                  <a:cubicBezTo>
                    <a:pt x="37" y="10"/>
                    <a:pt x="27" y="0"/>
                    <a:pt x="17" y="2"/>
                  </a:cubicBezTo>
                  <a:cubicBezTo>
                    <a:pt x="7" y="5"/>
                    <a:pt x="0" y="18"/>
                    <a:pt x="1" y="32"/>
                  </a:cubicBezTo>
                  <a:cubicBezTo>
                    <a:pt x="2" y="48"/>
                    <a:pt x="12" y="58"/>
                    <a:pt x="22"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46" name="Freeform 441"/>
            <p:cNvSpPr/>
            <p:nvPr/>
          </p:nvSpPr>
          <p:spPr bwMode="auto">
            <a:xfrm>
              <a:off x="7574267" y="11653616"/>
              <a:ext cx="107950" cy="152400"/>
            </a:xfrm>
            <a:custGeom>
              <a:avLst/>
              <a:gdLst>
                <a:gd name="T0" fmla="*/ 23 w 40"/>
                <a:gd name="T1" fmla="*/ 55 h 56"/>
                <a:gd name="T2" fmla="*/ 39 w 40"/>
                <a:gd name="T3" fmla="*/ 24 h 56"/>
                <a:gd name="T4" fmla="*/ 18 w 40"/>
                <a:gd name="T5" fmla="*/ 2 h 56"/>
                <a:gd name="T6" fmla="*/ 2 w 40"/>
                <a:gd name="T7" fmla="*/ 33 h 56"/>
                <a:gd name="T8" fmla="*/ 23 w 40"/>
                <a:gd name="T9" fmla="*/ 55 h 56"/>
              </a:gdLst>
              <a:ahLst/>
              <a:cxnLst>
                <a:cxn ang="0">
                  <a:pos x="T0" y="T1"/>
                </a:cxn>
                <a:cxn ang="0">
                  <a:pos x="T2" y="T3"/>
                </a:cxn>
                <a:cxn ang="0">
                  <a:pos x="T4" y="T5"/>
                </a:cxn>
                <a:cxn ang="0">
                  <a:pos x="T6" y="T7"/>
                </a:cxn>
                <a:cxn ang="0">
                  <a:pos x="T8" y="T9"/>
                </a:cxn>
              </a:cxnLst>
              <a:rect l="0" t="0" r="r" b="b"/>
              <a:pathLst>
                <a:path w="40" h="56">
                  <a:moveTo>
                    <a:pt x="23" y="55"/>
                  </a:moveTo>
                  <a:cubicBezTo>
                    <a:pt x="33" y="53"/>
                    <a:pt x="40" y="39"/>
                    <a:pt x="39" y="24"/>
                  </a:cubicBezTo>
                  <a:cubicBezTo>
                    <a:pt x="37" y="10"/>
                    <a:pt x="28" y="0"/>
                    <a:pt x="18" y="2"/>
                  </a:cubicBezTo>
                  <a:cubicBezTo>
                    <a:pt x="8" y="4"/>
                    <a:pt x="0" y="18"/>
                    <a:pt x="2" y="33"/>
                  </a:cubicBezTo>
                  <a:cubicBezTo>
                    <a:pt x="4" y="47"/>
                    <a:pt x="13" y="56"/>
                    <a:pt x="23"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47" name="Freeform 442"/>
            <p:cNvSpPr/>
            <p:nvPr/>
          </p:nvSpPr>
          <p:spPr bwMode="auto">
            <a:xfrm>
              <a:off x="7361542" y="11691716"/>
              <a:ext cx="109538" cy="146050"/>
            </a:xfrm>
            <a:custGeom>
              <a:avLst/>
              <a:gdLst>
                <a:gd name="T0" fmla="*/ 22 w 40"/>
                <a:gd name="T1" fmla="*/ 52 h 54"/>
                <a:gd name="T2" fmla="*/ 38 w 40"/>
                <a:gd name="T3" fmla="*/ 23 h 54"/>
                <a:gd name="T4" fmla="*/ 18 w 40"/>
                <a:gd name="T5" fmla="*/ 2 h 54"/>
                <a:gd name="T6" fmla="*/ 2 w 40"/>
                <a:gd name="T7" fmla="*/ 31 h 54"/>
                <a:gd name="T8" fmla="*/ 22 w 40"/>
                <a:gd name="T9" fmla="*/ 52 h 54"/>
              </a:gdLst>
              <a:ahLst/>
              <a:cxnLst>
                <a:cxn ang="0">
                  <a:pos x="T0" y="T1"/>
                </a:cxn>
                <a:cxn ang="0">
                  <a:pos x="T2" y="T3"/>
                </a:cxn>
                <a:cxn ang="0">
                  <a:pos x="T4" y="T5"/>
                </a:cxn>
                <a:cxn ang="0">
                  <a:pos x="T6" y="T7"/>
                </a:cxn>
                <a:cxn ang="0">
                  <a:pos x="T8" y="T9"/>
                </a:cxn>
              </a:cxnLst>
              <a:rect l="0" t="0" r="r" b="b"/>
              <a:pathLst>
                <a:path w="40" h="54">
                  <a:moveTo>
                    <a:pt x="22" y="52"/>
                  </a:moveTo>
                  <a:cubicBezTo>
                    <a:pt x="33" y="51"/>
                    <a:pt x="40" y="38"/>
                    <a:pt x="38" y="23"/>
                  </a:cubicBezTo>
                  <a:cubicBezTo>
                    <a:pt x="37" y="10"/>
                    <a:pt x="28" y="0"/>
                    <a:pt x="18" y="2"/>
                  </a:cubicBezTo>
                  <a:cubicBezTo>
                    <a:pt x="7" y="4"/>
                    <a:pt x="0" y="16"/>
                    <a:pt x="2" y="31"/>
                  </a:cubicBezTo>
                  <a:cubicBezTo>
                    <a:pt x="4" y="44"/>
                    <a:pt x="12" y="54"/>
                    <a:pt x="22"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48" name="Freeform 443"/>
            <p:cNvSpPr/>
            <p:nvPr/>
          </p:nvSpPr>
          <p:spPr bwMode="auto">
            <a:xfrm>
              <a:off x="7150404" y="11723466"/>
              <a:ext cx="107950" cy="136525"/>
            </a:xfrm>
            <a:custGeom>
              <a:avLst/>
              <a:gdLst>
                <a:gd name="T0" fmla="*/ 22 w 40"/>
                <a:gd name="T1" fmla="*/ 49 h 50"/>
                <a:gd name="T2" fmla="*/ 38 w 40"/>
                <a:gd name="T3" fmla="*/ 22 h 50"/>
                <a:gd name="T4" fmla="*/ 18 w 40"/>
                <a:gd name="T5" fmla="*/ 2 h 50"/>
                <a:gd name="T6" fmla="*/ 2 w 40"/>
                <a:gd name="T7" fmla="*/ 29 h 50"/>
                <a:gd name="T8" fmla="*/ 22 w 40"/>
                <a:gd name="T9" fmla="*/ 49 h 50"/>
              </a:gdLst>
              <a:ahLst/>
              <a:cxnLst>
                <a:cxn ang="0">
                  <a:pos x="T0" y="T1"/>
                </a:cxn>
                <a:cxn ang="0">
                  <a:pos x="T2" y="T3"/>
                </a:cxn>
                <a:cxn ang="0">
                  <a:pos x="T4" y="T5"/>
                </a:cxn>
                <a:cxn ang="0">
                  <a:pos x="T6" y="T7"/>
                </a:cxn>
                <a:cxn ang="0">
                  <a:pos x="T8" y="T9"/>
                </a:cxn>
              </a:cxnLst>
              <a:rect l="0" t="0" r="r" b="b"/>
              <a:pathLst>
                <a:path w="40" h="50">
                  <a:moveTo>
                    <a:pt x="22" y="49"/>
                  </a:moveTo>
                  <a:cubicBezTo>
                    <a:pt x="33" y="48"/>
                    <a:pt x="40" y="36"/>
                    <a:pt x="38" y="22"/>
                  </a:cubicBezTo>
                  <a:cubicBezTo>
                    <a:pt x="36" y="9"/>
                    <a:pt x="27" y="0"/>
                    <a:pt x="18" y="2"/>
                  </a:cubicBezTo>
                  <a:cubicBezTo>
                    <a:pt x="7" y="3"/>
                    <a:pt x="0" y="15"/>
                    <a:pt x="2" y="29"/>
                  </a:cubicBezTo>
                  <a:cubicBezTo>
                    <a:pt x="4" y="41"/>
                    <a:pt x="12" y="50"/>
                    <a:pt x="22"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49" name="Freeform 444"/>
            <p:cNvSpPr/>
            <p:nvPr/>
          </p:nvSpPr>
          <p:spPr bwMode="auto">
            <a:xfrm>
              <a:off x="6939267" y="11753628"/>
              <a:ext cx="107950" cy="125413"/>
            </a:xfrm>
            <a:custGeom>
              <a:avLst/>
              <a:gdLst>
                <a:gd name="T0" fmla="*/ 21 w 40"/>
                <a:gd name="T1" fmla="*/ 45 h 46"/>
                <a:gd name="T2" fmla="*/ 38 w 40"/>
                <a:gd name="T3" fmla="*/ 21 h 46"/>
                <a:gd name="T4" fmla="*/ 18 w 40"/>
                <a:gd name="T5" fmla="*/ 1 h 46"/>
                <a:gd name="T6" fmla="*/ 2 w 40"/>
                <a:gd name="T7" fmla="*/ 25 h 46"/>
                <a:gd name="T8" fmla="*/ 21 w 40"/>
                <a:gd name="T9" fmla="*/ 45 h 46"/>
              </a:gdLst>
              <a:ahLst/>
              <a:cxnLst>
                <a:cxn ang="0">
                  <a:pos x="T0" y="T1"/>
                </a:cxn>
                <a:cxn ang="0">
                  <a:pos x="T2" y="T3"/>
                </a:cxn>
                <a:cxn ang="0">
                  <a:pos x="T4" y="T5"/>
                </a:cxn>
                <a:cxn ang="0">
                  <a:pos x="T6" y="T7"/>
                </a:cxn>
                <a:cxn ang="0">
                  <a:pos x="T8" y="T9"/>
                </a:cxn>
              </a:cxnLst>
              <a:rect l="0" t="0" r="r" b="b"/>
              <a:pathLst>
                <a:path w="40" h="46">
                  <a:moveTo>
                    <a:pt x="21" y="45"/>
                  </a:moveTo>
                  <a:cubicBezTo>
                    <a:pt x="32" y="45"/>
                    <a:pt x="40" y="34"/>
                    <a:pt x="38" y="21"/>
                  </a:cubicBezTo>
                  <a:cubicBezTo>
                    <a:pt x="37" y="9"/>
                    <a:pt x="28" y="0"/>
                    <a:pt x="18" y="1"/>
                  </a:cubicBezTo>
                  <a:cubicBezTo>
                    <a:pt x="8" y="2"/>
                    <a:pt x="0" y="13"/>
                    <a:pt x="2" y="25"/>
                  </a:cubicBezTo>
                  <a:cubicBezTo>
                    <a:pt x="3" y="37"/>
                    <a:pt x="12" y="46"/>
                    <a:pt x="21"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50" name="Freeform 445"/>
            <p:cNvSpPr/>
            <p:nvPr/>
          </p:nvSpPr>
          <p:spPr bwMode="auto">
            <a:xfrm>
              <a:off x="6726542" y="11779028"/>
              <a:ext cx="109538" cy="112713"/>
            </a:xfrm>
            <a:custGeom>
              <a:avLst/>
              <a:gdLst>
                <a:gd name="T0" fmla="*/ 22 w 40"/>
                <a:gd name="T1" fmla="*/ 41 h 42"/>
                <a:gd name="T2" fmla="*/ 38 w 40"/>
                <a:gd name="T3" fmla="*/ 19 h 42"/>
                <a:gd name="T4" fmla="*/ 18 w 40"/>
                <a:gd name="T5" fmla="*/ 1 h 42"/>
                <a:gd name="T6" fmla="*/ 2 w 40"/>
                <a:gd name="T7" fmla="*/ 23 h 42"/>
                <a:gd name="T8" fmla="*/ 22 w 40"/>
                <a:gd name="T9" fmla="*/ 41 h 42"/>
              </a:gdLst>
              <a:ahLst/>
              <a:cxnLst>
                <a:cxn ang="0">
                  <a:pos x="T0" y="T1"/>
                </a:cxn>
                <a:cxn ang="0">
                  <a:pos x="T2" y="T3"/>
                </a:cxn>
                <a:cxn ang="0">
                  <a:pos x="T4" y="T5"/>
                </a:cxn>
                <a:cxn ang="0">
                  <a:pos x="T6" y="T7"/>
                </a:cxn>
                <a:cxn ang="0">
                  <a:pos x="T8" y="T9"/>
                </a:cxn>
              </a:cxnLst>
              <a:rect l="0" t="0" r="r" b="b"/>
              <a:pathLst>
                <a:path w="40" h="42">
                  <a:moveTo>
                    <a:pt x="22" y="41"/>
                  </a:moveTo>
                  <a:cubicBezTo>
                    <a:pt x="32" y="41"/>
                    <a:pt x="40" y="31"/>
                    <a:pt x="38" y="19"/>
                  </a:cubicBezTo>
                  <a:cubicBezTo>
                    <a:pt x="37" y="8"/>
                    <a:pt x="28" y="0"/>
                    <a:pt x="18" y="1"/>
                  </a:cubicBezTo>
                  <a:cubicBezTo>
                    <a:pt x="8" y="2"/>
                    <a:pt x="0" y="12"/>
                    <a:pt x="2" y="23"/>
                  </a:cubicBezTo>
                  <a:cubicBezTo>
                    <a:pt x="3" y="34"/>
                    <a:pt x="12" y="42"/>
                    <a:pt x="22"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51" name="Freeform 446"/>
            <p:cNvSpPr/>
            <p:nvPr/>
          </p:nvSpPr>
          <p:spPr bwMode="auto">
            <a:xfrm>
              <a:off x="6515404" y="11799666"/>
              <a:ext cx="107950" cy="103188"/>
            </a:xfrm>
            <a:custGeom>
              <a:avLst/>
              <a:gdLst>
                <a:gd name="T0" fmla="*/ 22 w 40"/>
                <a:gd name="T1" fmla="*/ 37 h 38"/>
                <a:gd name="T2" fmla="*/ 38 w 40"/>
                <a:gd name="T3" fmla="*/ 17 h 38"/>
                <a:gd name="T4" fmla="*/ 18 w 40"/>
                <a:gd name="T5" fmla="*/ 1 h 38"/>
                <a:gd name="T6" fmla="*/ 2 w 40"/>
                <a:gd name="T7" fmla="*/ 21 h 38"/>
                <a:gd name="T8" fmla="*/ 22 w 40"/>
                <a:gd name="T9" fmla="*/ 37 h 38"/>
              </a:gdLst>
              <a:ahLst/>
              <a:cxnLst>
                <a:cxn ang="0">
                  <a:pos x="T0" y="T1"/>
                </a:cxn>
                <a:cxn ang="0">
                  <a:pos x="T2" y="T3"/>
                </a:cxn>
                <a:cxn ang="0">
                  <a:pos x="T4" y="T5"/>
                </a:cxn>
                <a:cxn ang="0">
                  <a:pos x="T6" y="T7"/>
                </a:cxn>
                <a:cxn ang="0">
                  <a:pos x="T8" y="T9"/>
                </a:cxn>
              </a:cxnLst>
              <a:rect l="0" t="0" r="r" b="b"/>
              <a:pathLst>
                <a:path w="40" h="38">
                  <a:moveTo>
                    <a:pt x="22" y="37"/>
                  </a:moveTo>
                  <a:cubicBezTo>
                    <a:pt x="32" y="37"/>
                    <a:pt x="40" y="28"/>
                    <a:pt x="38" y="17"/>
                  </a:cubicBezTo>
                  <a:cubicBezTo>
                    <a:pt x="37" y="7"/>
                    <a:pt x="28" y="0"/>
                    <a:pt x="18" y="1"/>
                  </a:cubicBezTo>
                  <a:cubicBezTo>
                    <a:pt x="8" y="2"/>
                    <a:pt x="0" y="11"/>
                    <a:pt x="2" y="21"/>
                  </a:cubicBezTo>
                  <a:cubicBezTo>
                    <a:pt x="3" y="31"/>
                    <a:pt x="12" y="38"/>
                    <a:pt x="22"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52" name="Freeform 447"/>
            <p:cNvSpPr/>
            <p:nvPr/>
          </p:nvSpPr>
          <p:spPr bwMode="auto">
            <a:xfrm>
              <a:off x="6305854" y="11821891"/>
              <a:ext cx="103188" cy="88900"/>
            </a:xfrm>
            <a:custGeom>
              <a:avLst/>
              <a:gdLst>
                <a:gd name="T0" fmla="*/ 21 w 38"/>
                <a:gd name="T1" fmla="*/ 33 h 33"/>
                <a:gd name="T2" fmla="*/ 37 w 38"/>
                <a:gd name="T3" fmla="*/ 16 h 33"/>
                <a:gd name="T4" fmla="*/ 16 w 38"/>
                <a:gd name="T5" fmla="*/ 1 h 33"/>
                <a:gd name="T6" fmla="*/ 1 w 38"/>
                <a:gd name="T7" fmla="*/ 18 h 33"/>
                <a:gd name="T8" fmla="*/ 21 w 38"/>
                <a:gd name="T9" fmla="*/ 33 h 33"/>
              </a:gdLst>
              <a:ahLst/>
              <a:cxnLst>
                <a:cxn ang="0">
                  <a:pos x="T0" y="T1"/>
                </a:cxn>
                <a:cxn ang="0">
                  <a:pos x="T2" y="T3"/>
                </a:cxn>
                <a:cxn ang="0">
                  <a:pos x="T4" y="T5"/>
                </a:cxn>
                <a:cxn ang="0">
                  <a:pos x="T6" y="T7"/>
                </a:cxn>
                <a:cxn ang="0">
                  <a:pos x="T8" y="T9"/>
                </a:cxn>
              </a:cxnLst>
              <a:rect l="0" t="0" r="r" b="b"/>
              <a:pathLst>
                <a:path w="38" h="33">
                  <a:moveTo>
                    <a:pt x="21" y="33"/>
                  </a:moveTo>
                  <a:cubicBezTo>
                    <a:pt x="31" y="32"/>
                    <a:pt x="38" y="25"/>
                    <a:pt x="37" y="16"/>
                  </a:cubicBezTo>
                  <a:cubicBezTo>
                    <a:pt x="36" y="7"/>
                    <a:pt x="27" y="0"/>
                    <a:pt x="16" y="1"/>
                  </a:cubicBezTo>
                  <a:cubicBezTo>
                    <a:pt x="7" y="2"/>
                    <a:pt x="0" y="9"/>
                    <a:pt x="1" y="18"/>
                  </a:cubicBezTo>
                  <a:cubicBezTo>
                    <a:pt x="1" y="27"/>
                    <a:pt x="11" y="33"/>
                    <a:pt x="21"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53" name="Freeform 448"/>
            <p:cNvSpPr/>
            <p:nvPr/>
          </p:nvSpPr>
          <p:spPr bwMode="auto">
            <a:xfrm>
              <a:off x="759129" y="12379103"/>
              <a:ext cx="103188" cy="69850"/>
            </a:xfrm>
            <a:custGeom>
              <a:avLst/>
              <a:gdLst>
                <a:gd name="T0" fmla="*/ 37 w 38"/>
                <a:gd name="T1" fmla="*/ 2 h 26"/>
                <a:gd name="T2" fmla="*/ 18 w 38"/>
                <a:gd name="T3" fmla="*/ 9 h 26"/>
                <a:gd name="T4" fmla="*/ 1 w 38"/>
                <a:gd name="T5" fmla="*/ 24 h 26"/>
                <a:gd name="T6" fmla="*/ 20 w 38"/>
                <a:gd name="T7" fmla="*/ 16 h 26"/>
                <a:gd name="T8" fmla="*/ 37 w 38"/>
                <a:gd name="T9" fmla="*/ 2 h 26"/>
              </a:gdLst>
              <a:ahLst/>
              <a:cxnLst>
                <a:cxn ang="0">
                  <a:pos x="T0" y="T1"/>
                </a:cxn>
                <a:cxn ang="0">
                  <a:pos x="T2" y="T3"/>
                </a:cxn>
                <a:cxn ang="0">
                  <a:pos x="T4" y="T5"/>
                </a:cxn>
                <a:cxn ang="0">
                  <a:pos x="T6" y="T7"/>
                </a:cxn>
                <a:cxn ang="0">
                  <a:pos x="T8" y="T9"/>
                </a:cxn>
              </a:cxnLst>
              <a:rect l="0" t="0" r="r" b="b"/>
              <a:pathLst>
                <a:path w="38" h="26">
                  <a:moveTo>
                    <a:pt x="37" y="2"/>
                  </a:moveTo>
                  <a:cubicBezTo>
                    <a:pt x="36" y="0"/>
                    <a:pt x="28" y="3"/>
                    <a:pt x="18" y="9"/>
                  </a:cubicBezTo>
                  <a:cubicBezTo>
                    <a:pt x="8" y="15"/>
                    <a:pt x="0" y="22"/>
                    <a:pt x="1" y="24"/>
                  </a:cubicBezTo>
                  <a:cubicBezTo>
                    <a:pt x="2" y="26"/>
                    <a:pt x="10" y="22"/>
                    <a:pt x="20" y="16"/>
                  </a:cubicBezTo>
                  <a:cubicBezTo>
                    <a:pt x="30" y="10"/>
                    <a:pt x="38" y="3"/>
                    <a:pt x="3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54" name="Freeform 449"/>
            <p:cNvSpPr/>
            <p:nvPr/>
          </p:nvSpPr>
          <p:spPr bwMode="auto">
            <a:xfrm>
              <a:off x="552754" y="12521978"/>
              <a:ext cx="103188" cy="101600"/>
            </a:xfrm>
            <a:custGeom>
              <a:avLst/>
              <a:gdLst>
                <a:gd name="T0" fmla="*/ 37 w 38"/>
                <a:gd name="T1" fmla="*/ 2 h 37"/>
                <a:gd name="T2" fmla="*/ 18 w 38"/>
                <a:gd name="T3" fmla="*/ 13 h 37"/>
                <a:gd name="T4" fmla="*/ 1 w 38"/>
                <a:gd name="T5" fmla="*/ 34 h 37"/>
                <a:gd name="T6" fmla="*/ 20 w 38"/>
                <a:gd name="T7" fmla="*/ 23 h 37"/>
                <a:gd name="T8" fmla="*/ 37 w 38"/>
                <a:gd name="T9" fmla="*/ 2 h 37"/>
              </a:gdLst>
              <a:ahLst/>
              <a:cxnLst>
                <a:cxn ang="0">
                  <a:pos x="T0" y="T1"/>
                </a:cxn>
                <a:cxn ang="0">
                  <a:pos x="T2" y="T3"/>
                </a:cxn>
                <a:cxn ang="0">
                  <a:pos x="T4" y="T5"/>
                </a:cxn>
                <a:cxn ang="0">
                  <a:pos x="T6" y="T7"/>
                </a:cxn>
                <a:cxn ang="0">
                  <a:pos x="T8" y="T9"/>
                </a:cxn>
              </a:cxnLst>
              <a:rect l="0" t="0" r="r" b="b"/>
              <a:pathLst>
                <a:path w="38" h="37">
                  <a:moveTo>
                    <a:pt x="37" y="2"/>
                  </a:moveTo>
                  <a:cubicBezTo>
                    <a:pt x="36" y="0"/>
                    <a:pt x="27" y="5"/>
                    <a:pt x="18" y="13"/>
                  </a:cubicBezTo>
                  <a:cubicBezTo>
                    <a:pt x="8" y="22"/>
                    <a:pt x="0" y="31"/>
                    <a:pt x="1" y="34"/>
                  </a:cubicBezTo>
                  <a:cubicBezTo>
                    <a:pt x="3" y="37"/>
                    <a:pt x="11" y="32"/>
                    <a:pt x="20" y="23"/>
                  </a:cubicBezTo>
                  <a:cubicBezTo>
                    <a:pt x="30" y="14"/>
                    <a:pt x="38" y="5"/>
                    <a:pt x="3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55" name="Freeform 450"/>
            <p:cNvSpPr/>
            <p:nvPr/>
          </p:nvSpPr>
          <p:spPr bwMode="auto">
            <a:xfrm>
              <a:off x="351142" y="12709303"/>
              <a:ext cx="98425" cy="117475"/>
            </a:xfrm>
            <a:custGeom>
              <a:avLst/>
              <a:gdLst>
                <a:gd name="T0" fmla="*/ 20 w 36"/>
                <a:gd name="T1" fmla="*/ 27 h 43"/>
                <a:gd name="T2" fmla="*/ 36 w 36"/>
                <a:gd name="T3" fmla="*/ 4 h 43"/>
                <a:gd name="T4" fmla="*/ 16 w 36"/>
                <a:gd name="T5" fmla="*/ 15 h 43"/>
                <a:gd name="T6" fmla="*/ 0 w 36"/>
                <a:gd name="T7" fmla="*/ 39 h 43"/>
                <a:gd name="T8" fmla="*/ 20 w 36"/>
                <a:gd name="T9" fmla="*/ 27 h 43"/>
              </a:gdLst>
              <a:ahLst/>
              <a:cxnLst>
                <a:cxn ang="0">
                  <a:pos x="T0" y="T1"/>
                </a:cxn>
                <a:cxn ang="0">
                  <a:pos x="T2" y="T3"/>
                </a:cxn>
                <a:cxn ang="0">
                  <a:pos x="T4" y="T5"/>
                </a:cxn>
                <a:cxn ang="0">
                  <a:pos x="T6" y="T7"/>
                </a:cxn>
                <a:cxn ang="0">
                  <a:pos x="T8" y="T9"/>
                </a:cxn>
              </a:cxnLst>
              <a:rect l="0" t="0" r="r" b="b"/>
              <a:pathLst>
                <a:path w="36" h="43">
                  <a:moveTo>
                    <a:pt x="20" y="27"/>
                  </a:moveTo>
                  <a:cubicBezTo>
                    <a:pt x="29" y="18"/>
                    <a:pt x="36" y="7"/>
                    <a:pt x="36" y="4"/>
                  </a:cubicBezTo>
                  <a:cubicBezTo>
                    <a:pt x="35" y="0"/>
                    <a:pt x="26" y="5"/>
                    <a:pt x="16" y="15"/>
                  </a:cubicBezTo>
                  <a:cubicBezTo>
                    <a:pt x="6" y="25"/>
                    <a:pt x="0" y="35"/>
                    <a:pt x="0" y="39"/>
                  </a:cubicBezTo>
                  <a:cubicBezTo>
                    <a:pt x="1" y="43"/>
                    <a:pt x="10" y="38"/>
                    <a:pt x="20"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56" name="Freeform 451"/>
            <p:cNvSpPr/>
            <p:nvPr/>
          </p:nvSpPr>
          <p:spPr bwMode="auto">
            <a:xfrm>
              <a:off x="144767" y="12914091"/>
              <a:ext cx="103188" cy="119063"/>
            </a:xfrm>
            <a:custGeom>
              <a:avLst/>
              <a:gdLst>
                <a:gd name="T0" fmla="*/ 21 w 38"/>
                <a:gd name="T1" fmla="*/ 31 h 44"/>
                <a:gd name="T2" fmla="*/ 36 w 38"/>
                <a:gd name="T3" fmla="*/ 4 h 44"/>
                <a:gd name="T4" fmla="*/ 17 w 38"/>
                <a:gd name="T5" fmla="*/ 13 h 44"/>
                <a:gd name="T6" fmla="*/ 1 w 38"/>
                <a:gd name="T7" fmla="*/ 39 h 44"/>
                <a:gd name="T8" fmla="*/ 21 w 38"/>
                <a:gd name="T9" fmla="*/ 31 h 44"/>
              </a:gdLst>
              <a:ahLst/>
              <a:cxnLst>
                <a:cxn ang="0">
                  <a:pos x="T0" y="T1"/>
                </a:cxn>
                <a:cxn ang="0">
                  <a:pos x="T2" y="T3"/>
                </a:cxn>
                <a:cxn ang="0">
                  <a:pos x="T4" y="T5"/>
                </a:cxn>
                <a:cxn ang="0">
                  <a:pos x="T6" y="T7"/>
                </a:cxn>
                <a:cxn ang="0">
                  <a:pos x="T8" y="T9"/>
                </a:cxn>
              </a:cxnLst>
              <a:rect l="0" t="0" r="r" b="b"/>
              <a:pathLst>
                <a:path w="38" h="44">
                  <a:moveTo>
                    <a:pt x="21" y="31"/>
                  </a:moveTo>
                  <a:cubicBezTo>
                    <a:pt x="31" y="21"/>
                    <a:pt x="38" y="8"/>
                    <a:pt x="36" y="4"/>
                  </a:cubicBezTo>
                  <a:cubicBezTo>
                    <a:pt x="35" y="0"/>
                    <a:pt x="26" y="4"/>
                    <a:pt x="17" y="13"/>
                  </a:cubicBezTo>
                  <a:cubicBezTo>
                    <a:pt x="7" y="23"/>
                    <a:pt x="0" y="34"/>
                    <a:pt x="1" y="39"/>
                  </a:cubicBezTo>
                  <a:cubicBezTo>
                    <a:pt x="3" y="44"/>
                    <a:pt x="11" y="40"/>
                    <a:pt x="21"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57" name="Freeform 452"/>
            <p:cNvSpPr/>
            <p:nvPr/>
          </p:nvSpPr>
          <p:spPr bwMode="auto">
            <a:xfrm>
              <a:off x="3214992" y="12266391"/>
              <a:ext cx="100013" cy="14288"/>
            </a:xfrm>
            <a:custGeom>
              <a:avLst/>
              <a:gdLst>
                <a:gd name="T0" fmla="*/ 37 w 37"/>
                <a:gd name="T1" fmla="*/ 3 h 5"/>
                <a:gd name="T2" fmla="*/ 18 w 37"/>
                <a:gd name="T3" fmla="*/ 0 h 5"/>
                <a:gd name="T4" fmla="*/ 1 w 37"/>
                <a:gd name="T5" fmla="*/ 2 h 5"/>
                <a:gd name="T6" fmla="*/ 20 w 37"/>
                <a:gd name="T7" fmla="*/ 4 h 5"/>
                <a:gd name="T8" fmla="*/ 37 w 37"/>
                <a:gd name="T9" fmla="*/ 3 h 5"/>
              </a:gdLst>
              <a:ahLst/>
              <a:cxnLst>
                <a:cxn ang="0">
                  <a:pos x="T0" y="T1"/>
                </a:cxn>
                <a:cxn ang="0">
                  <a:pos x="T2" y="T3"/>
                </a:cxn>
                <a:cxn ang="0">
                  <a:pos x="T4" y="T5"/>
                </a:cxn>
                <a:cxn ang="0">
                  <a:pos x="T6" y="T7"/>
                </a:cxn>
                <a:cxn ang="0">
                  <a:pos x="T8" y="T9"/>
                </a:cxn>
              </a:cxnLst>
              <a:rect l="0" t="0" r="r" b="b"/>
              <a:pathLst>
                <a:path w="37" h="5">
                  <a:moveTo>
                    <a:pt x="37" y="3"/>
                  </a:moveTo>
                  <a:cubicBezTo>
                    <a:pt x="36" y="2"/>
                    <a:pt x="28" y="1"/>
                    <a:pt x="18" y="0"/>
                  </a:cubicBezTo>
                  <a:cubicBezTo>
                    <a:pt x="8" y="0"/>
                    <a:pt x="0" y="1"/>
                    <a:pt x="1" y="2"/>
                  </a:cubicBezTo>
                  <a:cubicBezTo>
                    <a:pt x="1" y="3"/>
                    <a:pt x="10" y="4"/>
                    <a:pt x="20" y="4"/>
                  </a:cubicBezTo>
                  <a:cubicBezTo>
                    <a:pt x="30" y="5"/>
                    <a:pt x="37" y="4"/>
                    <a:pt x="3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58" name="Freeform 453"/>
            <p:cNvSpPr/>
            <p:nvPr/>
          </p:nvSpPr>
          <p:spPr bwMode="auto">
            <a:xfrm>
              <a:off x="3429304" y="12272741"/>
              <a:ext cx="103188" cy="12700"/>
            </a:xfrm>
            <a:custGeom>
              <a:avLst/>
              <a:gdLst>
                <a:gd name="T0" fmla="*/ 37 w 38"/>
                <a:gd name="T1" fmla="*/ 3 h 5"/>
                <a:gd name="T2" fmla="*/ 17 w 38"/>
                <a:gd name="T3" fmla="*/ 0 h 5"/>
                <a:gd name="T4" fmla="*/ 1 w 38"/>
                <a:gd name="T5" fmla="*/ 2 h 5"/>
                <a:gd name="T6" fmla="*/ 21 w 38"/>
                <a:gd name="T7" fmla="*/ 5 h 5"/>
                <a:gd name="T8" fmla="*/ 37 w 38"/>
                <a:gd name="T9" fmla="*/ 3 h 5"/>
              </a:gdLst>
              <a:ahLst/>
              <a:cxnLst>
                <a:cxn ang="0">
                  <a:pos x="T0" y="T1"/>
                </a:cxn>
                <a:cxn ang="0">
                  <a:pos x="T2" y="T3"/>
                </a:cxn>
                <a:cxn ang="0">
                  <a:pos x="T4" y="T5"/>
                </a:cxn>
                <a:cxn ang="0">
                  <a:pos x="T6" y="T7"/>
                </a:cxn>
                <a:cxn ang="0">
                  <a:pos x="T8" y="T9"/>
                </a:cxn>
              </a:cxnLst>
              <a:rect l="0" t="0" r="r" b="b"/>
              <a:pathLst>
                <a:path w="38" h="5">
                  <a:moveTo>
                    <a:pt x="37" y="3"/>
                  </a:moveTo>
                  <a:cubicBezTo>
                    <a:pt x="36" y="1"/>
                    <a:pt x="27" y="0"/>
                    <a:pt x="17" y="0"/>
                  </a:cubicBezTo>
                  <a:cubicBezTo>
                    <a:pt x="8" y="0"/>
                    <a:pt x="0" y="1"/>
                    <a:pt x="1" y="2"/>
                  </a:cubicBezTo>
                  <a:cubicBezTo>
                    <a:pt x="2" y="3"/>
                    <a:pt x="11" y="5"/>
                    <a:pt x="21" y="5"/>
                  </a:cubicBezTo>
                  <a:cubicBezTo>
                    <a:pt x="31" y="5"/>
                    <a:pt x="38" y="4"/>
                    <a:pt x="3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59" name="Freeform 454"/>
            <p:cNvSpPr/>
            <p:nvPr/>
          </p:nvSpPr>
          <p:spPr bwMode="auto">
            <a:xfrm>
              <a:off x="3643617" y="12272741"/>
              <a:ext cx="103188" cy="12700"/>
            </a:xfrm>
            <a:custGeom>
              <a:avLst/>
              <a:gdLst>
                <a:gd name="T0" fmla="*/ 21 w 38"/>
                <a:gd name="T1" fmla="*/ 5 h 5"/>
                <a:gd name="T2" fmla="*/ 37 w 38"/>
                <a:gd name="T3" fmla="*/ 2 h 5"/>
                <a:gd name="T4" fmla="*/ 17 w 38"/>
                <a:gd name="T5" fmla="*/ 0 h 5"/>
                <a:gd name="T6" fmla="*/ 1 w 38"/>
                <a:gd name="T7" fmla="*/ 3 h 5"/>
                <a:gd name="T8" fmla="*/ 21 w 38"/>
                <a:gd name="T9" fmla="*/ 5 h 5"/>
              </a:gdLst>
              <a:ahLst/>
              <a:cxnLst>
                <a:cxn ang="0">
                  <a:pos x="T0" y="T1"/>
                </a:cxn>
                <a:cxn ang="0">
                  <a:pos x="T2" y="T3"/>
                </a:cxn>
                <a:cxn ang="0">
                  <a:pos x="T4" y="T5"/>
                </a:cxn>
                <a:cxn ang="0">
                  <a:pos x="T6" y="T7"/>
                </a:cxn>
                <a:cxn ang="0">
                  <a:pos x="T8" y="T9"/>
                </a:cxn>
              </a:cxnLst>
              <a:rect l="0" t="0" r="r" b="b"/>
              <a:pathLst>
                <a:path w="38" h="5">
                  <a:moveTo>
                    <a:pt x="21" y="5"/>
                  </a:moveTo>
                  <a:cubicBezTo>
                    <a:pt x="31" y="4"/>
                    <a:pt x="38" y="3"/>
                    <a:pt x="37" y="2"/>
                  </a:cubicBezTo>
                  <a:cubicBezTo>
                    <a:pt x="36" y="1"/>
                    <a:pt x="27" y="0"/>
                    <a:pt x="17" y="0"/>
                  </a:cubicBezTo>
                  <a:cubicBezTo>
                    <a:pt x="7" y="0"/>
                    <a:pt x="0" y="1"/>
                    <a:pt x="1" y="3"/>
                  </a:cubicBezTo>
                  <a:cubicBezTo>
                    <a:pt x="2" y="4"/>
                    <a:pt x="12" y="5"/>
                    <a:pt x="2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60" name="Freeform 455"/>
            <p:cNvSpPr/>
            <p:nvPr/>
          </p:nvSpPr>
          <p:spPr bwMode="auto">
            <a:xfrm>
              <a:off x="3857929" y="12250516"/>
              <a:ext cx="103188" cy="22225"/>
            </a:xfrm>
            <a:custGeom>
              <a:avLst/>
              <a:gdLst>
                <a:gd name="T0" fmla="*/ 21 w 38"/>
                <a:gd name="T1" fmla="*/ 6 h 8"/>
                <a:gd name="T2" fmla="*/ 37 w 38"/>
                <a:gd name="T3" fmla="*/ 2 h 8"/>
                <a:gd name="T4" fmla="*/ 18 w 38"/>
                <a:gd name="T5" fmla="*/ 2 h 8"/>
                <a:gd name="T6" fmla="*/ 1 w 38"/>
                <a:gd name="T7" fmla="*/ 6 h 8"/>
                <a:gd name="T8" fmla="*/ 21 w 38"/>
                <a:gd name="T9" fmla="*/ 6 h 8"/>
              </a:gdLst>
              <a:ahLst/>
              <a:cxnLst>
                <a:cxn ang="0">
                  <a:pos x="T0" y="T1"/>
                </a:cxn>
                <a:cxn ang="0">
                  <a:pos x="T2" y="T3"/>
                </a:cxn>
                <a:cxn ang="0">
                  <a:pos x="T4" y="T5"/>
                </a:cxn>
                <a:cxn ang="0">
                  <a:pos x="T6" y="T7"/>
                </a:cxn>
                <a:cxn ang="0">
                  <a:pos x="T8" y="T9"/>
                </a:cxn>
              </a:cxnLst>
              <a:rect l="0" t="0" r="r" b="b"/>
              <a:pathLst>
                <a:path w="38" h="8">
                  <a:moveTo>
                    <a:pt x="21" y="6"/>
                  </a:moveTo>
                  <a:cubicBezTo>
                    <a:pt x="30" y="5"/>
                    <a:pt x="38" y="3"/>
                    <a:pt x="37" y="2"/>
                  </a:cubicBezTo>
                  <a:cubicBezTo>
                    <a:pt x="36" y="0"/>
                    <a:pt x="27" y="0"/>
                    <a:pt x="18" y="2"/>
                  </a:cubicBezTo>
                  <a:cubicBezTo>
                    <a:pt x="8" y="3"/>
                    <a:pt x="0" y="5"/>
                    <a:pt x="1" y="6"/>
                  </a:cubicBezTo>
                  <a:cubicBezTo>
                    <a:pt x="2" y="8"/>
                    <a:pt x="11" y="8"/>
                    <a:pt x="2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61" name="Freeform 456"/>
            <p:cNvSpPr/>
            <p:nvPr/>
          </p:nvSpPr>
          <p:spPr bwMode="auto">
            <a:xfrm>
              <a:off x="4072242" y="12218766"/>
              <a:ext cx="100013" cy="23813"/>
            </a:xfrm>
            <a:custGeom>
              <a:avLst/>
              <a:gdLst>
                <a:gd name="T0" fmla="*/ 20 w 37"/>
                <a:gd name="T1" fmla="*/ 7 h 9"/>
                <a:gd name="T2" fmla="*/ 36 w 37"/>
                <a:gd name="T3" fmla="*/ 1 h 9"/>
                <a:gd name="T4" fmla="*/ 17 w 37"/>
                <a:gd name="T5" fmla="*/ 2 h 9"/>
                <a:gd name="T6" fmla="*/ 1 w 37"/>
                <a:gd name="T7" fmla="*/ 7 h 9"/>
                <a:gd name="T8" fmla="*/ 20 w 37"/>
                <a:gd name="T9" fmla="*/ 7 h 9"/>
              </a:gdLst>
              <a:ahLst/>
              <a:cxnLst>
                <a:cxn ang="0">
                  <a:pos x="T0" y="T1"/>
                </a:cxn>
                <a:cxn ang="0">
                  <a:pos x="T2" y="T3"/>
                </a:cxn>
                <a:cxn ang="0">
                  <a:pos x="T4" y="T5"/>
                </a:cxn>
                <a:cxn ang="0">
                  <a:pos x="T6" y="T7"/>
                </a:cxn>
                <a:cxn ang="0">
                  <a:pos x="T8" y="T9"/>
                </a:cxn>
              </a:cxnLst>
              <a:rect l="0" t="0" r="r" b="b"/>
              <a:pathLst>
                <a:path w="37" h="9">
                  <a:moveTo>
                    <a:pt x="20" y="7"/>
                  </a:moveTo>
                  <a:cubicBezTo>
                    <a:pt x="30" y="5"/>
                    <a:pt x="37" y="2"/>
                    <a:pt x="36" y="1"/>
                  </a:cubicBezTo>
                  <a:cubicBezTo>
                    <a:pt x="35" y="0"/>
                    <a:pt x="26" y="0"/>
                    <a:pt x="17" y="2"/>
                  </a:cubicBezTo>
                  <a:cubicBezTo>
                    <a:pt x="7" y="3"/>
                    <a:pt x="0" y="6"/>
                    <a:pt x="1" y="7"/>
                  </a:cubicBezTo>
                  <a:cubicBezTo>
                    <a:pt x="2" y="9"/>
                    <a:pt x="11" y="8"/>
                    <a:pt x="2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62" name="Freeform 457"/>
            <p:cNvSpPr/>
            <p:nvPr/>
          </p:nvSpPr>
          <p:spPr bwMode="auto">
            <a:xfrm>
              <a:off x="4284967" y="12174316"/>
              <a:ext cx="103188" cy="26988"/>
            </a:xfrm>
            <a:custGeom>
              <a:avLst/>
              <a:gdLst>
                <a:gd name="T0" fmla="*/ 21 w 38"/>
                <a:gd name="T1" fmla="*/ 8 h 10"/>
                <a:gd name="T2" fmla="*/ 36 w 38"/>
                <a:gd name="T3" fmla="*/ 1 h 10"/>
                <a:gd name="T4" fmla="*/ 17 w 38"/>
                <a:gd name="T5" fmla="*/ 2 h 10"/>
                <a:gd name="T6" fmla="*/ 1 w 38"/>
                <a:gd name="T7" fmla="*/ 9 h 10"/>
                <a:gd name="T8" fmla="*/ 21 w 38"/>
                <a:gd name="T9" fmla="*/ 8 h 10"/>
              </a:gdLst>
              <a:ahLst/>
              <a:cxnLst>
                <a:cxn ang="0">
                  <a:pos x="T0" y="T1"/>
                </a:cxn>
                <a:cxn ang="0">
                  <a:pos x="T2" y="T3"/>
                </a:cxn>
                <a:cxn ang="0">
                  <a:pos x="T4" y="T5"/>
                </a:cxn>
                <a:cxn ang="0">
                  <a:pos x="T6" y="T7"/>
                </a:cxn>
                <a:cxn ang="0">
                  <a:pos x="T8" y="T9"/>
                </a:cxn>
              </a:cxnLst>
              <a:rect l="0" t="0" r="r" b="b"/>
              <a:pathLst>
                <a:path w="38" h="10">
                  <a:moveTo>
                    <a:pt x="21" y="8"/>
                  </a:moveTo>
                  <a:cubicBezTo>
                    <a:pt x="31" y="6"/>
                    <a:pt x="38" y="3"/>
                    <a:pt x="36" y="1"/>
                  </a:cubicBezTo>
                  <a:cubicBezTo>
                    <a:pt x="35" y="0"/>
                    <a:pt x="26" y="0"/>
                    <a:pt x="17" y="2"/>
                  </a:cubicBezTo>
                  <a:cubicBezTo>
                    <a:pt x="7" y="5"/>
                    <a:pt x="0" y="7"/>
                    <a:pt x="1" y="9"/>
                  </a:cubicBezTo>
                  <a:cubicBezTo>
                    <a:pt x="2" y="10"/>
                    <a:pt x="12" y="10"/>
                    <a:pt x="2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63" name="Freeform 458"/>
            <p:cNvSpPr/>
            <p:nvPr/>
          </p:nvSpPr>
          <p:spPr bwMode="auto">
            <a:xfrm>
              <a:off x="4499279" y="12126691"/>
              <a:ext cx="96838" cy="31750"/>
            </a:xfrm>
            <a:custGeom>
              <a:avLst/>
              <a:gdLst>
                <a:gd name="T0" fmla="*/ 19 w 36"/>
                <a:gd name="T1" fmla="*/ 10 h 12"/>
                <a:gd name="T2" fmla="*/ 36 w 36"/>
                <a:gd name="T3" fmla="*/ 2 h 12"/>
                <a:gd name="T4" fmla="*/ 17 w 36"/>
                <a:gd name="T5" fmla="*/ 3 h 12"/>
                <a:gd name="T6" fmla="*/ 0 w 36"/>
                <a:gd name="T7" fmla="*/ 10 h 12"/>
                <a:gd name="T8" fmla="*/ 19 w 36"/>
                <a:gd name="T9" fmla="*/ 10 h 12"/>
              </a:gdLst>
              <a:ahLst/>
              <a:cxnLst>
                <a:cxn ang="0">
                  <a:pos x="T0" y="T1"/>
                </a:cxn>
                <a:cxn ang="0">
                  <a:pos x="T2" y="T3"/>
                </a:cxn>
                <a:cxn ang="0">
                  <a:pos x="T4" y="T5"/>
                </a:cxn>
                <a:cxn ang="0">
                  <a:pos x="T6" y="T7"/>
                </a:cxn>
                <a:cxn ang="0">
                  <a:pos x="T8" y="T9"/>
                </a:cxn>
              </a:cxnLst>
              <a:rect l="0" t="0" r="r" b="b"/>
              <a:pathLst>
                <a:path w="36" h="12">
                  <a:moveTo>
                    <a:pt x="19" y="10"/>
                  </a:moveTo>
                  <a:cubicBezTo>
                    <a:pt x="29" y="8"/>
                    <a:pt x="36" y="4"/>
                    <a:pt x="36" y="2"/>
                  </a:cubicBezTo>
                  <a:cubicBezTo>
                    <a:pt x="35" y="0"/>
                    <a:pt x="26" y="0"/>
                    <a:pt x="17" y="3"/>
                  </a:cubicBezTo>
                  <a:cubicBezTo>
                    <a:pt x="7" y="5"/>
                    <a:pt x="0" y="8"/>
                    <a:pt x="0" y="10"/>
                  </a:cubicBezTo>
                  <a:cubicBezTo>
                    <a:pt x="1" y="12"/>
                    <a:pt x="10" y="12"/>
                    <a:pt x="19"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64" name="Freeform 459"/>
            <p:cNvSpPr/>
            <p:nvPr/>
          </p:nvSpPr>
          <p:spPr bwMode="auto">
            <a:xfrm>
              <a:off x="4707242" y="12074303"/>
              <a:ext cx="103188" cy="34925"/>
            </a:xfrm>
            <a:custGeom>
              <a:avLst/>
              <a:gdLst>
                <a:gd name="T0" fmla="*/ 21 w 38"/>
                <a:gd name="T1" fmla="*/ 11 h 13"/>
                <a:gd name="T2" fmla="*/ 37 w 38"/>
                <a:gd name="T3" fmla="*/ 2 h 13"/>
                <a:gd name="T4" fmla="*/ 17 w 38"/>
                <a:gd name="T5" fmla="*/ 2 h 13"/>
                <a:gd name="T6" fmla="*/ 1 w 38"/>
                <a:gd name="T7" fmla="*/ 11 h 13"/>
                <a:gd name="T8" fmla="*/ 21 w 38"/>
                <a:gd name="T9" fmla="*/ 11 h 13"/>
              </a:gdLst>
              <a:ahLst/>
              <a:cxnLst>
                <a:cxn ang="0">
                  <a:pos x="T0" y="T1"/>
                </a:cxn>
                <a:cxn ang="0">
                  <a:pos x="T2" y="T3"/>
                </a:cxn>
                <a:cxn ang="0">
                  <a:pos x="T4" y="T5"/>
                </a:cxn>
                <a:cxn ang="0">
                  <a:pos x="T6" y="T7"/>
                </a:cxn>
                <a:cxn ang="0">
                  <a:pos x="T8" y="T9"/>
                </a:cxn>
              </a:cxnLst>
              <a:rect l="0" t="0" r="r" b="b"/>
              <a:pathLst>
                <a:path w="38" h="13">
                  <a:moveTo>
                    <a:pt x="21" y="11"/>
                  </a:moveTo>
                  <a:cubicBezTo>
                    <a:pt x="30" y="8"/>
                    <a:pt x="38" y="5"/>
                    <a:pt x="37" y="2"/>
                  </a:cubicBezTo>
                  <a:cubicBezTo>
                    <a:pt x="36" y="0"/>
                    <a:pt x="27" y="0"/>
                    <a:pt x="17" y="2"/>
                  </a:cubicBezTo>
                  <a:cubicBezTo>
                    <a:pt x="8" y="5"/>
                    <a:pt x="0" y="9"/>
                    <a:pt x="1" y="11"/>
                  </a:cubicBezTo>
                  <a:cubicBezTo>
                    <a:pt x="2" y="13"/>
                    <a:pt x="11" y="13"/>
                    <a:pt x="2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65" name="Freeform 460"/>
            <p:cNvSpPr/>
            <p:nvPr/>
          </p:nvSpPr>
          <p:spPr bwMode="auto">
            <a:xfrm>
              <a:off x="4919967" y="12020328"/>
              <a:ext cx="103188" cy="38100"/>
            </a:xfrm>
            <a:custGeom>
              <a:avLst/>
              <a:gdLst>
                <a:gd name="T0" fmla="*/ 21 w 38"/>
                <a:gd name="T1" fmla="*/ 12 h 14"/>
                <a:gd name="T2" fmla="*/ 37 w 38"/>
                <a:gd name="T3" fmla="*/ 3 h 14"/>
                <a:gd name="T4" fmla="*/ 17 w 38"/>
                <a:gd name="T5" fmla="*/ 2 h 14"/>
                <a:gd name="T6" fmla="*/ 1 w 38"/>
                <a:gd name="T7" fmla="*/ 12 h 14"/>
                <a:gd name="T8" fmla="*/ 21 w 38"/>
                <a:gd name="T9" fmla="*/ 12 h 14"/>
              </a:gdLst>
              <a:ahLst/>
              <a:cxnLst>
                <a:cxn ang="0">
                  <a:pos x="T0" y="T1"/>
                </a:cxn>
                <a:cxn ang="0">
                  <a:pos x="T2" y="T3"/>
                </a:cxn>
                <a:cxn ang="0">
                  <a:pos x="T4" y="T5"/>
                </a:cxn>
                <a:cxn ang="0">
                  <a:pos x="T6" y="T7"/>
                </a:cxn>
                <a:cxn ang="0">
                  <a:pos x="T8" y="T9"/>
                </a:cxn>
              </a:cxnLst>
              <a:rect l="0" t="0" r="r" b="b"/>
              <a:pathLst>
                <a:path w="38" h="14">
                  <a:moveTo>
                    <a:pt x="21" y="12"/>
                  </a:moveTo>
                  <a:cubicBezTo>
                    <a:pt x="31" y="10"/>
                    <a:pt x="38" y="5"/>
                    <a:pt x="37" y="3"/>
                  </a:cubicBezTo>
                  <a:cubicBezTo>
                    <a:pt x="35" y="0"/>
                    <a:pt x="26" y="0"/>
                    <a:pt x="17" y="2"/>
                  </a:cubicBezTo>
                  <a:cubicBezTo>
                    <a:pt x="7" y="5"/>
                    <a:pt x="0" y="9"/>
                    <a:pt x="1" y="12"/>
                  </a:cubicBezTo>
                  <a:cubicBezTo>
                    <a:pt x="2" y="14"/>
                    <a:pt x="12" y="14"/>
                    <a:pt x="2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66" name="Freeform 461"/>
            <p:cNvSpPr/>
            <p:nvPr/>
          </p:nvSpPr>
          <p:spPr bwMode="auto">
            <a:xfrm>
              <a:off x="5131104" y="11963178"/>
              <a:ext cx="103188" cy="46038"/>
            </a:xfrm>
            <a:custGeom>
              <a:avLst/>
              <a:gdLst>
                <a:gd name="T0" fmla="*/ 21 w 38"/>
                <a:gd name="T1" fmla="*/ 14 h 17"/>
                <a:gd name="T2" fmla="*/ 37 w 38"/>
                <a:gd name="T3" fmla="*/ 4 h 17"/>
                <a:gd name="T4" fmla="*/ 17 w 38"/>
                <a:gd name="T5" fmla="*/ 3 h 17"/>
                <a:gd name="T6" fmla="*/ 1 w 38"/>
                <a:gd name="T7" fmla="*/ 13 h 17"/>
                <a:gd name="T8" fmla="*/ 21 w 38"/>
                <a:gd name="T9" fmla="*/ 14 h 17"/>
              </a:gdLst>
              <a:ahLst/>
              <a:cxnLst>
                <a:cxn ang="0">
                  <a:pos x="T0" y="T1"/>
                </a:cxn>
                <a:cxn ang="0">
                  <a:pos x="T2" y="T3"/>
                </a:cxn>
                <a:cxn ang="0">
                  <a:pos x="T4" y="T5"/>
                </a:cxn>
                <a:cxn ang="0">
                  <a:pos x="T6" y="T7"/>
                </a:cxn>
                <a:cxn ang="0">
                  <a:pos x="T8" y="T9"/>
                </a:cxn>
              </a:cxnLst>
              <a:rect l="0" t="0" r="r" b="b"/>
              <a:pathLst>
                <a:path w="38" h="17">
                  <a:moveTo>
                    <a:pt x="21" y="14"/>
                  </a:moveTo>
                  <a:cubicBezTo>
                    <a:pt x="31" y="12"/>
                    <a:pt x="38" y="7"/>
                    <a:pt x="37" y="4"/>
                  </a:cubicBezTo>
                  <a:cubicBezTo>
                    <a:pt x="35" y="1"/>
                    <a:pt x="26" y="0"/>
                    <a:pt x="17" y="3"/>
                  </a:cubicBezTo>
                  <a:cubicBezTo>
                    <a:pt x="7" y="5"/>
                    <a:pt x="0" y="10"/>
                    <a:pt x="1" y="13"/>
                  </a:cubicBezTo>
                  <a:cubicBezTo>
                    <a:pt x="2" y="16"/>
                    <a:pt x="12" y="17"/>
                    <a:pt x="21"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67" name="Freeform 462"/>
            <p:cNvSpPr/>
            <p:nvPr/>
          </p:nvSpPr>
          <p:spPr bwMode="auto">
            <a:xfrm>
              <a:off x="5342242" y="11909203"/>
              <a:ext cx="103188" cy="50800"/>
            </a:xfrm>
            <a:custGeom>
              <a:avLst/>
              <a:gdLst>
                <a:gd name="T0" fmla="*/ 21 w 38"/>
                <a:gd name="T1" fmla="*/ 17 h 19"/>
                <a:gd name="T2" fmla="*/ 37 w 38"/>
                <a:gd name="T3" fmla="*/ 5 h 19"/>
                <a:gd name="T4" fmla="*/ 17 w 38"/>
                <a:gd name="T5" fmla="*/ 3 h 19"/>
                <a:gd name="T6" fmla="*/ 1 w 38"/>
                <a:gd name="T7" fmla="*/ 14 h 19"/>
                <a:gd name="T8" fmla="*/ 21 w 38"/>
                <a:gd name="T9" fmla="*/ 17 h 19"/>
              </a:gdLst>
              <a:ahLst/>
              <a:cxnLst>
                <a:cxn ang="0">
                  <a:pos x="T0" y="T1"/>
                </a:cxn>
                <a:cxn ang="0">
                  <a:pos x="T2" y="T3"/>
                </a:cxn>
                <a:cxn ang="0">
                  <a:pos x="T4" y="T5"/>
                </a:cxn>
                <a:cxn ang="0">
                  <a:pos x="T6" y="T7"/>
                </a:cxn>
                <a:cxn ang="0">
                  <a:pos x="T8" y="T9"/>
                </a:cxn>
              </a:cxnLst>
              <a:rect l="0" t="0" r="r" b="b"/>
              <a:pathLst>
                <a:path w="38" h="19">
                  <a:moveTo>
                    <a:pt x="21" y="17"/>
                  </a:moveTo>
                  <a:cubicBezTo>
                    <a:pt x="30" y="15"/>
                    <a:pt x="38" y="10"/>
                    <a:pt x="37" y="5"/>
                  </a:cubicBezTo>
                  <a:cubicBezTo>
                    <a:pt x="36" y="1"/>
                    <a:pt x="27" y="0"/>
                    <a:pt x="17" y="3"/>
                  </a:cubicBezTo>
                  <a:cubicBezTo>
                    <a:pt x="8" y="5"/>
                    <a:pt x="0" y="10"/>
                    <a:pt x="1" y="14"/>
                  </a:cubicBezTo>
                  <a:cubicBezTo>
                    <a:pt x="2" y="18"/>
                    <a:pt x="11" y="19"/>
                    <a:pt x="2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68" name="Freeform 463"/>
            <p:cNvSpPr/>
            <p:nvPr/>
          </p:nvSpPr>
          <p:spPr bwMode="auto">
            <a:xfrm>
              <a:off x="5554967" y="11859991"/>
              <a:ext cx="103188" cy="57150"/>
            </a:xfrm>
            <a:custGeom>
              <a:avLst/>
              <a:gdLst>
                <a:gd name="T0" fmla="*/ 21 w 38"/>
                <a:gd name="T1" fmla="*/ 19 h 21"/>
                <a:gd name="T2" fmla="*/ 36 w 38"/>
                <a:gd name="T3" fmla="*/ 7 h 21"/>
                <a:gd name="T4" fmla="*/ 17 w 38"/>
                <a:gd name="T5" fmla="*/ 2 h 21"/>
                <a:gd name="T6" fmla="*/ 1 w 38"/>
                <a:gd name="T7" fmla="*/ 14 h 21"/>
                <a:gd name="T8" fmla="*/ 21 w 38"/>
                <a:gd name="T9" fmla="*/ 19 h 21"/>
              </a:gdLst>
              <a:ahLst/>
              <a:cxnLst>
                <a:cxn ang="0">
                  <a:pos x="T0" y="T1"/>
                </a:cxn>
                <a:cxn ang="0">
                  <a:pos x="T2" y="T3"/>
                </a:cxn>
                <a:cxn ang="0">
                  <a:pos x="T4" y="T5"/>
                </a:cxn>
                <a:cxn ang="0">
                  <a:pos x="T6" y="T7"/>
                </a:cxn>
                <a:cxn ang="0">
                  <a:pos x="T8" y="T9"/>
                </a:cxn>
              </a:cxnLst>
              <a:rect l="0" t="0" r="r" b="b"/>
              <a:pathLst>
                <a:path w="38" h="21">
                  <a:moveTo>
                    <a:pt x="21" y="19"/>
                  </a:moveTo>
                  <a:cubicBezTo>
                    <a:pt x="30" y="18"/>
                    <a:pt x="38" y="12"/>
                    <a:pt x="36" y="7"/>
                  </a:cubicBezTo>
                  <a:cubicBezTo>
                    <a:pt x="35" y="2"/>
                    <a:pt x="26" y="0"/>
                    <a:pt x="17" y="2"/>
                  </a:cubicBezTo>
                  <a:cubicBezTo>
                    <a:pt x="7" y="4"/>
                    <a:pt x="0" y="10"/>
                    <a:pt x="1" y="14"/>
                  </a:cubicBezTo>
                  <a:cubicBezTo>
                    <a:pt x="2" y="19"/>
                    <a:pt x="11" y="21"/>
                    <a:pt x="21"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69" name="Freeform 464"/>
            <p:cNvSpPr/>
            <p:nvPr/>
          </p:nvSpPr>
          <p:spPr bwMode="auto">
            <a:xfrm>
              <a:off x="5766104" y="11817128"/>
              <a:ext cx="103188" cy="66675"/>
            </a:xfrm>
            <a:custGeom>
              <a:avLst/>
              <a:gdLst>
                <a:gd name="T0" fmla="*/ 21 w 38"/>
                <a:gd name="T1" fmla="*/ 23 h 25"/>
                <a:gd name="T2" fmla="*/ 36 w 38"/>
                <a:gd name="T3" fmla="*/ 9 h 25"/>
                <a:gd name="T4" fmla="*/ 17 w 38"/>
                <a:gd name="T5" fmla="*/ 2 h 25"/>
                <a:gd name="T6" fmla="*/ 1 w 38"/>
                <a:gd name="T7" fmla="*/ 16 h 25"/>
                <a:gd name="T8" fmla="*/ 21 w 38"/>
                <a:gd name="T9" fmla="*/ 23 h 25"/>
              </a:gdLst>
              <a:ahLst/>
              <a:cxnLst>
                <a:cxn ang="0">
                  <a:pos x="T0" y="T1"/>
                </a:cxn>
                <a:cxn ang="0">
                  <a:pos x="T2" y="T3"/>
                </a:cxn>
                <a:cxn ang="0">
                  <a:pos x="T4" y="T5"/>
                </a:cxn>
                <a:cxn ang="0">
                  <a:pos x="T6" y="T7"/>
                </a:cxn>
                <a:cxn ang="0">
                  <a:pos x="T8" y="T9"/>
                </a:cxn>
              </a:cxnLst>
              <a:rect l="0" t="0" r="r" b="b"/>
              <a:pathLst>
                <a:path w="38" h="25">
                  <a:moveTo>
                    <a:pt x="21" y="23"/>
                  </a:moveTo>
                  <a:cubicBezTo>
                    <a:pt x="30" y="22"/>
                    <a:pt x="38" y="15"/>
                    <a:pt x="36" y="9"/>
                  </a:cubicBezTo>
                  <a:cubicBezTo>
                    <a:pt x="35" y="3"/>
                    <a:pt x="26" y="0"/>
                    <a:pt x="17" y="2"/>
                  </a:cubicBezTo>
                  <a:cubicBezTo>
                    <a:pt x="7" y="4"/>
                    <a:pt x="0" y="10"/>
                    <a:pt x="1" y="16"/>
                  </a:cubicBezTo>
                  <a:cubicBezTo>
                    <a:pt x="2" y="21"/>
                    <a:pt x="11" y="25"/>
                    <a:pt x="21"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70" name="Freeform 465"/>
            <p:cNvSpPr/>
            <p:nvPr/>
          </p:nvSpPr>
          <p:spPr bwMode="auto">
            <a:xfrm>
              <a:off x="3000679" y="12258453"/>
              <a:ext cx="100013" cy="11113"/>
            </a:xfrm>
            <a:custGeom>
              <a:avLst/>
              <a:gdLst>
                <a:gd name="T0" fmla="*/ 36 w 37"/>
                <a:gd name="T1" fmla="*/ 3 h 4"/>
                <a:gd name="T2" fmla="*/ 17 w 37"/>
                <a:gd name="T3" fmla="*/ 0 h 4"/>
                <a:gd name="T4" fmla="*/ 0 w 37"/>
                <a:gd name="T5" fmla="*/ 1 h 4"/>
                <a:gd name="T6" fmla="*/ 20 w 37"/>
                <a:gd name="T7" fmla="*/ 4 h 4"/>
                <a:gd name="T8" fmla="*/ 36 w 37"/>
                <a:gd name="T9" fmla="*/ 3 h 4"/>
              </a:gdLst>
              <a:ahLst/>
              <a:cxnLst>
                <a:cxn ang="0">
                  <a:pos x="T0" y="T1"/>
                </a:cxn>
                <a:cxn ang="0">
                  <a:pos x="T2" y="T3"/>
                </a:cxn>
                <a:cxn ang="0">
                  <a:pos x="T4" y="T5"/>
                </a:cxn>
                <a:cxn ang="0">
                  <a:pos x="T6" y="T7"/>
                </a:cxn>
                <a:cxn ang="0">
                  <a:pos x="T8" y="T9"/>
                </a:cxn>
              </a:cxnLst>
              <a:rect l="0" t="0" r="r" b="b"/>
              <a:pathLst>
                <a:path w="37" h="4">
                  <a:moveTo>
                    <a:pt x="36" y="3"/>
                  </a:moveTo>
                  <a:cubicBezTo>
                    <a:pt x="36" y="2"/>
                    <a:pt x="27" y="1"/>
                    <a:pt x="17" y="0"/>
                  </a:cubicBezTo>
                  <a:cubicBezTo>
                    <a:pt x="7" y="0"/>
                    <a:pt x="0" y="0"/>
                    <a:pt x="0" y="1"/>
                  </a:cubicBezTo>
                  <a:cubicBezTo>
                    <a:pt x="1" y="2"/>
                    <a:pt x="10" y="3"/>
                    <a:pt x="20" y="4"/>
                  </a:cubicBezTo>
                  <a:cubicBezTo>
                    <a:pt x="29" y="4"/>
                    <a:pt x="37" y="4"/>
                    <a:pt x="3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71" name="Freeform 466"/>
            <p:cNvSpPr/>
            <p:nvPr/>
          </p:nvSpPr>
          <p:spPr bwMode="auto">
            <a:xfrm>
              <a:off x="2783192" y="12245753"/>
              <a:ext cx="103188" cy="11113"/>
            </a:xfrm>
            <a:custGeom>
              <a:avLst/>
              <a:gdLst>
                <a:gd name="T0" fmla="*/ 37 w 38"/>
                <a:gd name="T1" fmla="*/ 3 h 4"/>
                <a:gd name="T2" fmla="*/ 18 w 38"/>
                <a:gd name="T3" fmla="*/ 1 h 4"/>
                <a:gd name="T4" fmla="*/ 1 w 38"/>
                <a:gd name="T5" fmla="*/ 1 h 4"/>
                <a:gd name="T6" fmla="*/ 20 w 38"/>
                <a:gd name="T7" fmla="*/ 4 h 4"/>
                <a:gd name="T8" fmla="*/ 37 w 38"/>
                <a:gd name="T9" fmla="*/ 3 h 4"/>
              </a:gdLst>
              <a:ahLst/>
              <a:cxnLst>
                <a:cxn ang="0">
                  <a:pos x="T0" y="T1"/>
                </a:cxn>
                <a:cxn ang="0">
                  <a:pos x="T2" y="T3"/>
                </a:cxn>
                <a:cxn ang="0">
                  <a:pos x="T4" y="T5"/>
                </a:cxn>
                <a:cxn ang="0">
                  <a:pos x="T6" y="T7"/>
                </a:cxn>
                <a:cxn ang="0">
                  <a:pos x="T8" y="T9"/>
                </a:cxn>
              </a:cxnLst>
              <a:rect l="0" t="0" r="r" b="b"/>
              <a:pathLst>
                <a:path w="38" h="4">
                  <a:moveTo>
                    <a:pt x="37" y="3"/>
                  </a:moveTo>
                  <a:cubicBezTo>
                    <a:pt x="36" y="2"/>
                    <a:pt x="27" y="1"/>
                    <a:pt x="18" y="1"/>
                  </a:cubicBezTo>
                  <a:cubicBezTo>
                    <a:pt x="8" y="0"/>
                    <a:pt x="0" y="0"/>
                    <a:pt x="1" y="1"/>
                  </a:cubicBezTo>
                  <a:cubicBezTo>
                    <a:pt x="2" y="2"/>
                    <a:pt x="11" y="3"/>
                    <a:pt x="20" y="4"/>
                  </a:cubicBezTo>
                  <a:cubicBezTo>
                    <a:pt x="30" y="4"/>
                    <a:pt x="38" y="4"/>
                    <a:pt x="3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72" name="Freeform 467"/>
            <p:cNvSpPr/>
            <p:nvPr/>
          </p:nvSpPr>
          <p:spPr bwMode="auto">
            <a:xfrm>
              <a:off x="2568879" y="12234641"/>
              <a:ext cx="100013" cy="7938"/>
            </a:xfrm>
            <a:custGeom>
              <a:avLst/>
              <a:gdLst>
                <a:gd name="T0" fmla="*/ 37 w 37"/>
                <a:gd name="T1" fmla="*/ 3 h 3"/>
                <a:gd name="T2" fmla="*/ 18 w 37"/>
                <a:gd name="T3" fmla="*/ 0 h 3"/>
                <a:gd name="T4" fmla="*/ 1 w 37"/>
                <a:gd name="T5" fmla="*/ 0 h 3"/>
                <a:gd name="T6" fmla="*/ 19 w 37"/>
                <a:gd name="T7" fmla="*/ 3 h 3"/>
                <a:gd name="T8" fmla="*/ 37 w 37"/>
                <a:gd name="T9" fmla="*/ 3 h 3"/>
              </a:gdLst>
              <a:ahLst/>
              <a:cxnLst>
                <a:cxn ang="0">
                  <a:pos x="T0" y="T1"/>
                </a:cxn>
                <a:cxn ang="0">
                  <a:pos x="T2" y="T3"/>
                </a:cxn>
                <a:cxn ang="0">
                  <a:pos x="T4" y="T5"/>
                </a:cxn>
                <a:cxn ang="0">
                  <a:pos x="T6" y="T7"/>
                </a:cxn>
                <a:cxn ang="0">
                  <a:pos x="T8" y="T9"/>
                </a:cxn>
              </a:cxnLst>
              <a:rect l="0" t="0" r="r" b="b"/>
              <a:pathLst>
                <a:path w="37" h="3">
                  <a:moveTo>
                    <a:pt x="37" y="3"/>
                  </a:moveTo>
                  <a:cubicBezTo>
                    <a:pt x="36" y="2"/>
                    <a:pt x="28" y="1"/>
                    <a:pt x="18" y="0"/>
                  </a:cubicBezTo>
                  <a:cubicBezTo>
                    <a:pt x="8" y="0"/>
                    <a:pt x="0" y="0"/>
                    <a:pt x="1" y="0"/>
                  </a:cubicBezTo>
                  <a:cubicBezTo>
                    <a:pt x="1" y="1"/>
                    <a:pt x="9" y="2"/>
                    <a:pt x="19" y="3"/>
                  </a:cubicBezTo>
                  <a:cubicBezTo>
                    <a:pt x="29" y="3"/>
                    <a:pt x="37" y="3"/>
                    <a:pt x="3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73" name="Freeform 468"/>
            <p:cNvSpPr/>
            <p:nvPr/>
          </p:nvSpPr>
          <p:spPr bwMode="auto">
            <a:xfrm>
              <a:off x="2351392" y="12220353"/>
              <a:ext cx="103188" cy="9525"/>
            </a:xfrm>
            <a:custGeom>
              <a:avLst/>
              <a:gdLst>
                <a:gd name="T0" fmla="*/ 21 w 38"/>
                <a:gd name="T1" fmla="*/ 3 h 3"/>
                <a:gd name="T2" fmla="*/ 37 w 38"/>
                <a:gd name="T3" fmla="*/ 3 h 3"/>
                <a:gd name="T4" fmla="*/ 17 w 38"/>
                <a:gd name="T5" fmla="*/ 1 h 3"/>
                <a:gd name="T6" fmla="*/ 1 w 38"/>
                <a:gd name="T7" fmla="*/ 1 h 3"/>
                <a:gd name="T8" fmla="*/ 21 w 38"/>
                <a:gd name="T9" fmla="*/ 3 h 3"/>
              </a:gdLst>
              <a:ahLst/>
              <a:cxnLst>
                <a:cxn ang="0">
                  <a:pos x="T0" y="T1"/>
                </a:cxn>
                <a:cxn ang="0">
                  <a:pos x="T2" y="T3"/>
                </a:cxn>
                <a:cxn ang="0">
                  <a:pos x="T4" y="T5"/>
                </a:cxn>
                <a:cxn ang="0">
                  <a:pos x="T6" y="T7"/>
                </a:cxn>
                <a:cxn ang="0">
                  <a:pos x="T8" y="T9"/>
                </a:cxn>
              </a:cxnLst>
              <a:rect l="0" t="0" r="r" b="b"/>
              <a:pathLst>
                <a:path w="38" h="3">
                  <a:moveTo>
                    <a:pt x="21" y="3"/>
                  </a:moveTo>
                  <a:cubicBezTo>
                    <a:pt x="31" y="3"/>
                    <a:pt x="38" y="3"/>
                    <a:pt x="37" y="3"/>
                  </a:cubicBezTo>
                  <a:cubicBezTo>
                    <a:pt x="36" y="2"/>
                    <a:pt x="27" y="1"/>
                    <a:pt x="17" y="1"/>
                  </a:cubicBezTo>
                  <a:cubicBezTo>
                    <a:pt x="7" y="0"/>
                    <a:pt x="0" y="0"/>
                    <a:pt x="1" y="1"/>
                  </a:cubicBezTo>
                  <a:cubicBezTo>
                    <a:pt x="2" y="1"/>
                    <a:pt x="11" y="2"/>
                    <a:pt x="2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74" name="Freeform 469"/>
            <p:cNvSpPr/>
            <p:nvPr/>
          </p:nvSpPr>
          <p:spPr bwMode="auto">
            <a:xfrm>
              <a:off x="2137079" y="12212416"/>
              <a:ext cx="100013" cy="6350"/>
            </a:xfrm>
            <a:custGeom>
              <a:avLst/>
              <a:gdLst>
                <a:gd name="T0" fmla="*/ 37 w 37"/>
                <a:gd name="T1" fmla="*/ 2 h 2"/>
                <a:gd name="T2" fmla="*/ 18 w 37"/>
                <a:gd name="T3" fmla="*/ 1 h 2"/>
                <a:gd name="T4" fmla="*/ 1 w 37"/>
                <a:gd name="T5" fmla="*/ 1 h 2"/>
                <a:gd name="T6" fmla="*/ 20 w 37"/>
                <a:gd name="T7" fmla="*/ 2 h 2"/>
                <a:gd name="T8" fmla="*/ 37 w 37"/>
                <a:gd name="T9" fmla="*/ 2 h 2"/>
              </a:gdLst>
              <a:ahLst/>
              <a:cxnLst>
                <a:cxn ang="0">
                  <a:pos x="T0" y="T1"/>
                </a:cxn>
                <a:cxn ang="0">
                  <a:pos x="T2" y="T3"/>
                </a:cxn>
                <a:cxn ang="0">
                  <a:pos x="T4" y="T5"/>
                </a:cxn>
                <a:cxn ang="0">
                  <a:pos x="T6" y="T7"/>
                </a:cxn>
                <a:cxn ang="0">
                  <a:pos x="T8" y="T9"/>
                </a:cxn>
              </a:cxnLst>
              <a:rect l="0" t="0" r="r" b="b"/>
              <a:pathLst>
                <a:path w="37" h="2">
                  <a:moveTo>
                    <a:pt x="37" y="2"/>
                  </a:moveTo>
                  <a:cubicBezTo>
                    <a:pt x="36" y="2"/>
                    <a:pt x="28" y="1"/>
                    <a:pt x="18" y="1"/>
                  </a:cubicBezTo>
                  <a:cubicBezTo>
                    <a:pt x="8" y="0"/>
                    <a:pt x="0" y="0"/>
                    <a:pt x="1" y="1"/>
                  </a:cubicBezTo>
                  <a:cubicBezTo>
                    <a:pt x="1" y="1"/>
                    <a:pt x="10" y="2"/>
                    <a:pt x="20" y="2"/>
                  </a:cubicBezTo>
                  <a:cubicBezTo>
                    <a:pt x="29" y="2"/>
                    <a:pt x="37" y="2"/>
                    <a:pt x="3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75" name="Freeform 470"/>
            <p:cNvSpPr/>
            <p:nvPr/>
          </p:nvSpPr>
          <p:spPr bwMode="auto">
            <a:xfrm>
              <a:off x="1922767" y="12210828"/>
              <a:ext cx="100013" cy="1588"/>
            </a:xfrm>
            <a:custGeom>
              <a:avLst/>
              <a:gdLst>
                <a:gd name="T0" fmla="*/ 36 w 37"/>
                <a:gd name="T1" fmla="*/ 1 h 1"/>
                <a:gd name="T2" fmla="*/ 17 w 37"/>
                <a:gd name="T3" fmla="*/ 0 h 1"/>
                <a:gd name="T4" fmla="*/ 1 w 37"/>
                <a:gd name="T5" fmla="*/ 1 h 1"/>
                <a:gd name="T6" fmla="*/ 20 w 37"/>
                <a:gd name="T7" fmla="*/ 1 h 1"/>
                <a:gd name="T8" fmla="*/ 36 w 37"/>
                <a:gd name="T9" fmla="*/ 1 h 1"/>
              </a:gdLst>
              <a:ahLst/>
              <a:cxnLst>
                <a:cxn ang="0">
                  <a:pos x="T0" y="T1"/>
                </a:cxn>
                <a:cxn ang="0">
                  <a:pos x="T2" y="T3"/>
                </a:cxn>
                <a:cxn ang="0">
                  <a:pos x="T4" y="T5"/>
                </a:cxn>
                <a:cxn ang="0">
                  <a:pos x="T6" y="T7"/>
                </a:cxn>
                <a:cxn ang="0">
                  <a:pos x="T8" y="T9"/>
                </a:cxn>
              </a:cxnLst>
              <a:rect l="0" t="0" r="r" b="b"/>
              <a:pathLst>
                <a:path w="37" h="1">
                  <a:moveTo>
                    <a:pt x="36" y="1"/>
                  </a:moveTo>
                  <a:cubicBezTo>
                    <a:pt x="35" y="0"/>
                    <a:pt x="26" y="0"/>
                    <a:pt x="17" y="0"/>
                  </a:cubicBezTo>
                  <a:cubicBezTo>
                    <a:pt x="7" y="0"/>
                    <a:pt x="0" y="0"/>
                    <a:pt x="1" y="1"/>
                  </a:cubicBezTo>
                  <a:cubicBezTo>
                    <a:pt x="2" y="1"/>
                    <a:pt x="11" y="1"/>
                    <a:pt x="20" y="1"/>
                  </a:cubicBezTo>
                  <a:cubicBezTo>
                    <a:pt x="30" y="1"/>
                    <a:pt x="37"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76" name="Freeform 471"/>
            <p:cNvSpPr/>
            <p:nvPr/>
          </p:nvSpPr>
          <p:spPr bwMode="auto">
            <a:xfrm>
              <a:off x="1279829" y="12239403"/>
              <a:ext cx="103188" cy="17463"/>
            </a:xfrm>
            <a:custGeom>
              <a:avLst/>
              <a:gdLst>
                <a:gd name="T0" fmla="*/ 21 w 38"/>
                <a:gd name="T1" fmla="*/ 4 h 6"/>
                <a:gd name="T2" fmla="*/ 36 w 38"/>
                <a:gd name="T3" fmla="*/ 1 h 6"/>
                <a:gd name="T4" fmla="*/ 17 w 38"/>
                <a:gd name="T5" fmla="*/ 2 h 6"/>
                <a:gd name="T6" fmla="*/ 1 w 38"/>
                <a:gd name="T7" fmla="*/ 6 h 6"/>
                <a:gd name="T8" fmla="*/ 21 w 38"/>
                <a:gd name="T9" fmla="*/ 4 h 6"/>
              </a:gdLst>
              <a:ahLst/>
              <a:cxnLst>
                <a:cxn ang="0">
                  <a:pos x="T0" y="T1"/>
                </a:cxn>
                <a:cxn ang="0">
                  <a:pos x="T2" y="T3"/>
                </a:cxn>
                <a:cxn ang="0">
                  <a:pos x="T4" y="T5"/>
                </a:cxn>
                <a:cxn ang="0">
                  <a:pos x="T6" y="T7"/>
                </a:cxn>
                <a:cxn ang="0">
                  <a:pos x="T8" y="T9"/>
                </a:cxn>
              </a:cxnLst>
              <a:rect l="0" t="0" r="r" b="b"/>
              <a:pathLst>
                <a:path w="38" h="6">
                  <a:moveTo>
                    <a:pt x="21" y="4"/>
                  </a:moveTo>
                  <a:cubicBezTo>
                    <a:pt x="31" y="3"/>
                    <a:pt x="38" y="1"/>
                    <a:pt x="36" y="1"/>
                  </a:cubicBezTo>
                  <a:cubicBezTo>
                    <a:pt x="35" y="0"/>
                    <a:pt x="26" y="1"/>
                    <a:pt x="17" y="2"/>
                  </a:cubicBezTo>
                  <a:cubicBezTo>
                    <a:pt x="7" y="4"/>
                    <a:pt x="0" y="5"/>
                    <a:pt x="1" y="6"/>
                  </a:cubicBezTo>
                  <a:cubicBezTo>
                    <a:pt x="2" y="6"/>
                    <a:pt x="11" y="5"/>
                    <a:pt x="2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77" name="Freeform 472"/>
            <p:cNvSpPr/>
            <p:nvPr/>
          </p:nvSpPr>
          <p:spPr bwMode="auto">
            <a:xfrm>
              <a:off x="1068692" y="12272741"/>
              <a:ext cx="100013" cy="23813"/>
            </a:xfrm>
            <a:custGeom>
              <a:avLst/>
              <a:gdLst>
                <a:gd name="T0" fmla="*/ 20 w 37"/>
                <a:gd name="T1" fmla="*/ 6 h 9"/>
                <a:gd name="T2" fmla="*/ 36 w 37"/>
                <a:gd name="T3" fmla="*/ 1 h 9"/>
                <a:gd name="T4" fmla="*/ 16 w 37"/>
                <a:gd name="T5" fmla="*/ 4 h 9"/>
                <a:gd name="T6" fmla="*/ 1 w 37"/>
                <a:gd name="T7" fmla="*/ 8 h 9"/>
                <a:gd name="T8" fmla="*/ 20 w 37"/>
                <a:gd name="T9" fmla="*/ 6 h 9"/>
              </a:gdLst>
              <a:ahLst/>
              <a:cxnLst>
                <a:cxn ang="0">
                  <a:pos x="T0" y="T1"/>
                </a:cxn>
                <a:cxn ang="0">
                  <a:pos x="T2" y="T3"/>
                </a:cxn>
                <a:cxn ang="0">
                  <a:pos x="T4" y="T5"/>
                </a:cxn>
                <a:cxn ang="0">
                  <a:pos x="T6" y="T7"/>
                </a:cxn>
                <a:cxn ang="0">
                  <a:pos x="T8" y="T9"/>
                </a:cxn>
              </a:cxnLst>
              <a:rect l="0" t="0" r="r" b="b"/>
              <a:pathLst>
                <a:path w="37" h="9">
                  <a:moveTo>
                    <a:pt x="20" y="6"/>
                  </a:moveTo>
                  <a:cubicBezTo>
                    <a:pt x="30" y="4"/>
                    <a:pt x="37" y="1"/>
                    <a:pt x="36" y="1"/>
                  </a:cubicBezTo>
                  <a:cubicBezTo>
                    <a:pt x="35" y="0"/>
                    <a:pt x="26" y="2"/>
                    <a:pt x="16" y="4"/>
                  </a:cubicBezTo>
                  <a:cubicBezTo>
                    <a:pt x="6" y="6"/>
                    <a:pt x="0" y="8"/>
                    <a:pt x="1" y="8"/>
                  </a:cubicBezTo>
                  <a:cubicBezTo>
                    <a:pt x="2" y="9"/>
                    <a:pt x="11" y="8"/>
                    <a:pt x="2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78" name="Freeform 473"/>
            <p:cNvSpPr/>
            <p:nvPr/>
          </p:nvSpPr>
          <p:spPr bwMode="auto">
            <a:xfrm>
              <a:off x="855967" y="12321953"/>
              <a:ext cx="98425" cy="46038"/>
            </a:xfrm>
            <a:custGeom>
              <a:avLst/>
              <a:gdLst>
                <a:gd name="T0" fmla="*/ 19 w 36"/>
                <a:gd name="T1" fmla="*/ 10 h 17"/>
                <a:gd name="T2" fmla="*/ 36 w 36"/>
                <a:gd name="T3" fmla="*/ 1 h 17"/>
                <a:gd name="T4" fmla="*/ 17 w 36"/>
                <a:gd name="T5" fmla="*/ 6 h 17"/>
                <a:gd name="T6" fmla="*/ 1 w 36"/>
                <a:gd name="T7" fmla="*/ 16 h 17"/>
                <a:gd name="T8" fmla="*/ 19 w 36"/>
                <a:gd name="T9" fmla="*/ 10 h 17"/>
              </a:gdLst>
              <a:ahLst/>
              <a:cxnLst>
                <a:cxn ang="0">
                  <a:pos x="T0" y="T1"/>
                </a:cxn>
                <a:cxn ang="0">
                  <a:pos x="T2" y="T3"/>
                </a:cxn>
                <a:cxn ang="0">
                  <a:pos x="T4" y="T5"/>
                </a:cxn>
                <a:cxn ang="0">
                  <a:pos x="T6" y="T7"/>
                </a:cxn>
                <a:cxn ang="0">
                  <a:pos x="T8" y="T9"/>
                </a:cxn>
              </a:cxnLst>
              <a:rect l="0" t="0" r="r" b="b"/>
              <a:pathLst>
                <a:path w="36" h="17">
                  <a:moveTo>
                    <a:pt x="19" y="10"/>
                  </a:moveTo>
                  <a:cubicBezTo>
                    <a:pt x="29" y="6"/>
                    <a:pt x="36" y="2"/>
                    <a:pt x="36" y="1"/>
                  </a:cubicBezTo>
                  <a:cubicBezTo>
                    <a:pt x="35" y="0"/>
                    <a:pt x="27" y="2"/>
                    <a:pt x="17" y="6"/>
                  </a:cubicBezTo>
                  <a:cubicBezTo>
                    <a:pt x="8" y="10"/>
                    <a:pt x="0" y="15"/>
                    <a:pt x="1" y="16"/>
                  </a:cubicBezTo>
                  <a:cubicBezTo>
                    <a:pt x="1" y="17"/>
                    <a:pt x="10" y="14"/>
                    <a:pt x="19"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79" name="Freeform 474"/>
            <p:cNvSpPr/>
            <p:nvPr/>
          </p:nvSpPr>
          <p:spPr bwMode="auto">
            <a:xfrm>
              <a:off x="648004" y="12426728"/>
              <a:ext cx="100013" cy="79375"/>
            </a:xfrm>
            <a:custGeom>
              <a:avLst/>
              <a:gdLst>
                <a:gd name="T0" fmla="*/ 20 w 37"/>
                <a:gd name="T1" fmla="*/ 17 h 29"/>
                <a:gd name="T2" fmla="*/ 36 w 37"/>
                <a:gd name="T3" fmla="*/ 2 h 29"/>
                <a:gd name="T4" fmla="*/ 17 w 37"/>
                <a:gd name="T5" fmla="*/ 11 h 29"/>
                <a:gd name="T6" fmla="*/ 1 w 37"/>
                <a:gd name="T7" fmla="*/ 27 h 29"/>
                <a:gd name="T8" fmla="*/ 20 w 37"/>
                <a:gd name="T9" fmla="*/ 17 h 29"/>
              </a:gdLst>
              <a:ahLst/>
              <a:cxnLst>
                <a:cxn ang="0">
                  <a:pos x="T0" y="T1"/>
                </a:cxn>
                <a:cxn ang="0">
                  <a:pos x="T2" y="T3"/>
                </a:cxn>
                <a:cxn ang="0">
                  <a:pos x="T4" y="T5"/>
                </a:cxn>
                <a:cxn ang="0">
                  <a:pos x="T6" y="T7"/>
                </a:cxn>
                <a:cxn ang="0">
                  <a:pos x="T8" y="T9"/>
                </a:cxn>
              </a:cxnLst>
              <a:rect l="0" t="0" r="r" b="b"/>
              <a:pathLst>
                <a:path w="37" h="29">
                  <a:moveTo>
                    <a:pt x="20" y="17"/>
                  </a:moveTo>
                  <a:cubicBezTo>
                    <a:pt x="30" y="10"/>
                    <a:pt x="37" y="3"/>
                    <a:pt x="36" y="2"/>
                  </a:cubicBezTo>
                  <a:cubicBezTo>
                    <a:pt x="35" y="0"/>
                    <a:pt x="26" y="5"/>
                    <a:pt x="17" y="11"/>
                  </a:cubicBezTo>
                  <a:cubicBezTo>
                    <a:pt x="7" y="18"/>
                    <a:pt x="0" y="25"/>
                    <a:pt x="1" y="27"/>
                  </a:cubicBezTo>
                  <a:cubicBezTo>
                    <a:pt x="2" y="29"/>
                    <a:pt x="11" y="24"/>
                    <a:pt x="20"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80" name="Freeform 475"/>
            <p:cNvSpPr/>
            <p:nvPr/>
          </p:nvSpPr>
          <p:spPr bwMode="auto">
            <a:xfrm>
              <a:off x="443217" y="12587066"/>
              <a:ext cx="98425" cy="98425"/>
            </a:xfrm>
            <a:custGeom>
              <a:avLst/>
              <a:gdLst>
                <a:gd name="T0" fmla="*/ 20 w 36"/>
                <a:gd name="T1" fmla="*/ 23 h 36"/>
                <a:gd name="T2" fmla="*/ 35 w 36"/>
                <a:gd name="T3" fmla="*/ 2 h 36"/>
                <a:gd name="T4" fmla="*/ 16 w 36"/>
                <a:gd name="T5" fmla="*/ 13 h 36"/>
                <a:gd name="T6" fmla="*/ 1 w 36"/>
                <a:gd name="T7" fmla="*/ 33 h 36"/>
                <a:gd name="T8" fmla="*/ 20 w 36"/>
                <a:gd name="T9" fmla="*/ 23 h 36"/>
              </a:gdLst>
              <a:ahLst/>
              <a:cxnLst>
                <a:cxn ang="0">
                  <a:pos x="T0" y="T1"/>
                </a:cxn>
                <a:cxn ang="0">
                  <a:pos x="T2" y="T3"/>
                </a:cxn>
                <a:cxn ang="0">
                  <a:pos x="T4" y="T5"/>
                </a:cxn>
                <a:cxn ang="0">
                  <a:pos x="T6" y="T7"/>
                </a:cxn>
                <a:cxn ang="0">
                  <a:pos x="T8" y="T9"/>
                </a:cxn>
              </a:cxnLst>
              <a:rect l="0" t="0" r="r" b="b"/>
              <a:pathLst>
                <a:path w="36" h="36">
                  <a:moveTo>
                    <a:pt x="20" y="23"/>
                  </a:moveTo>
                  <a:cubicBezTo>
                    <a:pt x="29" y="14"/>
                    <a:pt x="36" y="5"/>
                    <a:pt x="35" y="2"/>
                  </a:cubicBezTo>
                  <a:cubicBezTo>
                    <a:pt x="34" y="0"/>
                    <a:pt x="25" y="5"/>
                    <a:pt x="16" y="13"/>
                  </a:cubicBezTo>
                  <a:cubicBezTo>
                    <a:pt x="6" y="21"/>
                    <a:pt x="0" y="30"/>
                    <a:pt x="1" y="33"/>
                  </a:cubicBezTo>
                  <a:cubicBezTo>
                    <a:pt x="2" y="36"/>
                    <a:pt x="10" y="31"/>
                    <a:pt x="2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81" name="Freeform 476"/>
            <p:cNvSpPr/>
            <p:nvPr/>
          </p:nvSpPr>
          <p:spPr bwMode="auto">
            <a:xfrm>
              <a:off x="240017" y="12772803"/>
              <a:ext cx="95250" cy="111125"/>
            </a:xfrm>
            <a:custGeom>
              <a:avLst/>
              <a:gdLst>
                <a:gd name="T0" fmla="*/ 19 w 35"/>
                <a:gd name="T1" fmla="*/ 28 h 41"/>
                <a:gd name="T2" fmla="*/ 35 w 35"/>
                <a:gd name="T3" fmla="*/ 4 h 41"/>
                <a:gd name="T4" fmla="*/ 16 w 35"/>
                <a:gd name="T5" fmla="*/ 12 h 41"/>
                <a:gd name="T6" fmla="*/ 0 w 35"/>
                <a:gd name="T7" fmla="*/ 36 h 41"/>
                <a:gd name="T8" fmla="*/ 19 w 35"/>
                <a:gd name="T9" fmla="*/ 28 h 41"/>
              </a:gdLst>
              <a:ahLst/>
              <a:cxnLst>
                <a:cxn ang="0">
                  <a:pos x="T0" y="T1"/>
                </a:cxn>
                <a:cxn ang="0">
                  <a:pos x="T2" y="T3"/>
                </a:cxn>
                <a:cxn ang="0">
                  <a:pos x="T4" y="T5"/>
                </a:cxn>
                <a:cxn ang="0">
                  <a:pos x="T6" y="T7"/>
                </a:cxn>
                <a:cxn ang="0">
                  <a:pos x="T8" y="T9"/>
                </a:cxn>
              </a:cxnLst>
              <a:rect l="0" t="0" r="r" b="b"/>
              <a:pathLst>
                <a:path w="35" h="41">
                  <a:moveTo>
                    <a:pt x="19" y="28"/>
                  </a:moveTo>
                  <a:cubicBezTo>
                    <a:pt x="28" y="19"/>
                    <a:pt x="35" y="8"/>
                    <a:pt x="35" y="4"/>
                  </a:cubicBezTo>
                  <a:cubicBezTo>
                    <a:pt x="34" y="0"/>
                    <a:pt x="26" y="4"/>
                    <a:pt x="16" y="12"/>
                  </a:cubicBezTo>
                  <a:cubicBezTo>
                    <a:pt x="7" y="21"/>
                    <a:pt x="0" y="31"/>
                    <a:pt x="0" y="36"/>
                  </a:cubicBezTo>
                  <a:cubicBezTo>
                    <a:pt x="1" y="41"/>
                    <a:pt x="9" y="37"/>
                    <a:pt x="19"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82" name="Freeform 477"/>
            <p:cNvSpPr/>
            <p:nvPr/>
          </p:nvSpPr>
          <p:spPr bwMode="auto">
            <a:xfrm>
              <a:off x="11762092" y="9650191"/>
              <a:ext cx="96838" cy="214313"/>
            </a:xfrm>
            <a:custGeom>
              <a:avLst/>
              <a:gdLst>
                <a:gd name="T0" fmla="*/ 34 w 36"/>
                <a:gd name="T1" fmla="*/ 2 h 79"/>
                <a:gd name="T2" fmla="*/ 14 w 36"/>
                <a:gd name="T3" fmla="*/ 35 h 79"/>
                <a:gd name="T4" fmla="*/ 1 w 36"/>
                <a:gd name="T5" fmla="*/ 78 h 79"/>
                <a:gd name="T6" fmla="*/ 21 w 36"/>
                <a:gd name="T7" fmla="*/ 41 h 79"/>
                <a:gd name="T8" fmla="*/ 34 w 36"/>
                <a:gd name="T9" fmla="*/ 2 h 79"/>
              </a:gdLst>
              <a:ahLst/>
              <a:cxnLst>
                <a:cxn ang="0">
                  <a:pos x="T0" y="T1"/>
                </a:cxn>
                <a:cxn ang="0">
                  <a:pos x="T2" y="T3"/>
                </a:cxn>
                <a:cxn ang="0">
                  <a:pos x="T4" y="T5"/>
                </a:cxn>
                <a:cxn ang="0">
                  <a:pos x="T6" y="T7"/>
                </a:cxn>
                <a:cxn ang="0">
                  <a:pos x="T8" y="T9"/>
                </a:cxn>
              </a:cxnLst>
              <a:rect l="0" t="0" r="r" b="b"/>
              <a:pathLst>
                <a:path w="36" h="79">
                  <a:moveTo>
                    <a:pt x="34" y="2"/>
                  </a:moveTo>
                  <a:cubicBezTo>
                    <a:pt x="32" y="0"/>
                    <a:pt x="23" y="14"/>
                    <a:pt x="14" y="35"/>
                  </a:cubicBezTo>
                  <a:cubicBezTo>
                    <a:pt x="5" y="56"/>
                    <a:pt x="0" y="76"/>
                    <a:pt x="1" y="78"/>
                  </a:cubicBezTo>
                  <a:cubicBezTo>
                    <a:pt x="3" y="79"/>
                    <a:pt x="12" y="62"/>
                    <a:pt x="21" y="41"/>
                  </a:cubicBezTo>
                  <a:cubicBezTo>
                    <a:pt x="30" y="21"/>
                    <a:pt x="36" y="4"/>
                    <a:pt x="3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83" name="Freeform 478"/>
            <p:cNvSpPr/>
            <p:nvPr/>
          </p:nvSpPr>
          <p:spPr bwMode="auto">
            <a:xfrm>
              <a:off x="11563654" y="10131203"/>
              <a:ext cx="98425" cy="230188"/>
            </a:xfrm>
            <a:custGeom>
              <a:avLst/>
              <a:gdLst>
                <a:gd name="T0" fmla="*/ 21 w 36"/>
                <a:gd name="T1" fmla="*/ 45 h 85"/>
                <a:gd name="T2" fmla="*/ 34 w 36"/>
                <a:gd name="T3" fmla="*/ 1 h 85"/>
                <a:gd name="T4" fmla="*/ 15 w 36"/>
                <a:gd name="T5" fmla="*/ 41 h 85"/>
                <a:gd name="T6" fmla="*/ 2 w 36"/>
                <a:gd name="T7" fmla="*/ 84 h 85"/>
                <a:gd name="T8" fmla="*/ 21 w 36"/>
                <a:gd name="T9" fmla="*/ 45 h 85"/>
              </a:gdLst>
              <a:ahLst/>
              <a:cxnLst>
                <a:cxn ang="0">
                  <a:pos x="T0" y="T1"/>
                </a:cxn>
                <a:cxn ang="0">
                  <a:pos x="T2" y="T3"/>
                </a:cxn>
                <a:cxn ang="0">
                  <a:pos x="T4" y="T5"/>
                </a:cxn>
                <a:cxn ang="0">
                  <a:pos x="T6" y="T7"/>
                </a:cxn>
                <a:cxn ang="0">
                  <a:pos x="T8" y="T9"/>
                </a:cxn>
              </a:cxnLst>
              <a:rect l="0" t="0" r="r" b="b"/>
              <a:pathLst>
                <a:path w="36" h="85">
                  <a:moveTo>
                    <a:pt x="21" y="45"/>
                  </a:moveTo>
                  <a:cubicBezTo>
                    <a:pt x="30" y="23"/>
                    <a:pt x="36" y="3"/>
                    <a:pt x="34" y="1"/>
                  </a:cubicBezTo>
                  <a:cubicBezTo>
                    <a:pt x="33" y="0"/>
                    <a:pt x="24" y="19"/>
                    <a:pt x="15" y="41"/>
                  </a:cubicBezTo>
                  <a:cubicBezTo>
                    <a:pt x="6" y="64"/>
                    <a:pt x="0" y="82"/>
                    <a:pt x="2" y="84"/>
                  </a:cubicBezTo>
                  <a:cubicBezTo>
                    <a:pt x="3" y="85"/>
                    <a:pt x="12" y="68"/>
                    <a:pt x="21"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84" name="Freeform 479"/>
            <p:cNvSpPr/>
            <p:nvPr/>
          </p:nvSpPr>
          <p:spPr bwMode="auto">
            <a:xfrm>
              <a:off x="11365217" y="10586816"/>
              <a:ext cx="95250" cy="157163"/>
            </a:xfrm>
            <a:custGeom>
              <a:avLst/>
              <a:gdLst>
                <a:gd name="T0" fmla="*/ 18 w 35"/>
                <a:gd name="T1" fmla="*/ 37 h 58"/>
                <a:gd name="T2" fmla="*/ 34 w 35"/>
                <a:gd name="T3" fmla="*/ 3 h 58"/>
                <a:gd name="T4" fmla="*/ 16 w 35"/>
                <a:gd name="T5" fmla="*/ 26 h 58"/>
                <a:gd name="T6" fmla="*/ 0 w 35"/>
                <a:gd name="T7" fmla="*/ 55 h 58"/>
                <a:gd name="T8" fmla="*/ 18 w 35"/>
                <a:gd name="T9" fmla="*/ 37 h 58"/>
              </a:gdLst>
              <a:ahLst/>
              <a:cxnLst>
                <a:cxn ang="0">
                  <a:pos x="T0" y="T1"/>
                </a:cxn>
                <a:cxn ang="0">
                  <a:pos x="T2" y="T3"/>
                </a:cxn>
                <a:cxn ang="0">
                  <a:pos x="T4" y="T5"/>
                </a:cxn>
                <a:cxn ang="0">
                  <a:pos x="T6" y="T7"/>
                </a:cxn>
                <a:cxn ang="0">
                  <a:pos x="T8" y="T9"/>
                </a:cxn>
              </a:cxnLst>
              <a:rect l="0" t="0" r="r" b="b"/>
              <a:pathLst>
                <a:path w="35" h="58">
                  <a:moveTo>
                    <a:pt x="18" y="37"/>
                  </a:moveTo>
                  <a:cubicBezTo>
                    <a:pt x="28" y="22"/>
                    <a:pt x="35" y="5"/>
                    <a:pt x="34" y="3"/>
                  </a:cubicBezTo>
                  <a:cubicBezTo>
                    <a:pt x="33" y="0"/>
                    <a:pt x="25" y="12"/>
                    <a:pt x="16" y="26"/>
                  </a:cubicBezTo>
                  <a:cubicBezTo>
                    <a:pt x="7" y="40"/>
                    <a:pt x="0" y="51"/>
                    <a:pt x="0" y="55"/>
                  </a:cubicBezTo>
                  <a:cubicBezTo>
                    <a:pt x="1" y="58"/>
                    <a:pt x="9" y="52"/>
                    <a:pt x="18"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85" name="Freeform 480"/>
            <p:cNvSpPr/>
            <p:nvPr/>
          </p:nvSpPr>
          <p:spPr bwMode="auto">
            <a:xfrm>
              <a:off x="11154079" y="10785253"/>
              <a:ext cx="100013" cy="49213"/>
            </a:xfrm>
            <a:custGeom>
              <a:avLst/>
              <a:gdLst>
                <a:gd name="T0" fmla="*/ 19 w 37"/>
                <a:gd name="T1" fmla="*/ 17 h 18"/>
                <a:gd name="T2" fmla="*/ 36 w 37"/>
                <a:gd name="T3" fmla="*/ 11 h 18"/>
                <a:gd name="T4" fmla="*/ 17 w 37"/>
                <a:gd name="T5" fmla="*/ 2 h 18"/>
                <a:gd name="T6" fmla="*/ 0 w 37"/>
                <a:gd name="T7" fmla="*/ 8 h 18"/>
                <a:gd name="T8" fmla="*/ 19 w 37"/>
                <a:gd name="T9" fmla="*/ 17 h 18"/>
              </a:gdLst>
              <a:ahLst/>
              <a:cxnLst>
                <a:cxn ang="0">
                  <a:pos x="T0" y="T1"/>
                </a:cxn>
                <a:cxn ang="0">
                  <a:pos x="T2" y="T3"/>
                </a:cxn>
                <a:cxn ang="0">
                  <a:pos x="T4" y="T5"/>
                </a:cxn>
                <a:cxn ang="0">
                  <a:pos x="T6" y="T7"/>
                </a:cxn>
                <a:cxn ang="0">
                  <a:pos x="T8" y="T9"/>
                </a:cxn>
              </a:cxnLst>
              <a:rect l="0" t="0" r="r" b="b"/>
              <a:pathLst>
                <a:path w="37" h="18">
                  <a:moveTo>
                    <a:pt x="19" y="17"/>
                  </a:moveTo>
                  <a:cubicBezTo>
                    <a:pt x="29" y="18"/>
                    <a:pt x="37" y="15"/>
                    <a:pt x="36" y="11"/>
                  </a:cubicBezTo>
                  <a:cubicBezTo>
                    <a:pt x="36" y="7"/>
                    <a:pt x="27" y="3"/>
                    <a:pt x="17" y="2"/>
                  </a:cubicBezTo>
                  <a:cubicBezTo>
                    <a:pt x="7" y="0"/>
                    <a:pt x="0" y="4"/>
                    <a:pt x="0" y="8"/>
                  </a:cubicBezTo>
                  <a:cubicBezTo>
                    <a:pt x="1" y="12"/>
                    <a:pt x="9" y="17"/>
                    <a:pt x="19"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86" name="Freeform 481"/>
            <p:cNvSpPr/>
            <p:nvPr/>
          </p:nvSpPr>
          <p:spPr bwMode="auto">
            <a:xfrm>
              <a:off x="10933417" y="10774141"/>
              <a:ext cx="103188" cy="49213"/>
            </a:xfrm>
            <a:custGeom>
              <a:avLst/>
              <a:gdLst>
                <a:gd name="T0" fmla="*/ 21 w 38"/>
                <a:gd name="T1" fmla="*/ 18 h 18"/>
                <a:gd name="T2" fmla="*/ 37 w 38"/>
                <a:gd name="T3" fmla="*/ 10 h 18"/>
                <a:gd name="T4" fmla="*/ 18 w 38"/>
                <a:gd name="T5" fmla="*/ 0 h 18"/>
                <a:gd name="T6" fmla="*/ 1 w 38"/>
                <a:gd name="T7" fmla="*/ 10 h 18"/>
                <a:gd name="T8" fmla="*/ 21 w 38"/>
                <a:gd name="T9" fmla="*/ 18 h 18"/>
              </a:gdLst>
              <a:ahLst/>
              <a:cxnLst>
                <a:cxn ang="0">
                  <a:pos x="T0" y="T1"/>
                </a:cxn>
                <a:cxn ang="0">
                  <a:pos x="T2" y="T3"/>
                </a:cxn>
                <a:cxn ang="0">
                  <a:pos x="T4" y="T5"/>
                </a:cxn>
                <a:cxn ang="0">
                  <a:pos x="T6" y="T7"/>
                </a:cxn>
                <a:cxn ang="0">
                  <a:pos x="T8" y="T9"/>
                </a:cxn>
              </a:cxnLst>
              <a:rect l="0" t="0" r="r" b="b"/>
              <a:pathLst>
                <a:path w="38" h="18">
                  <a:moveTo>
                    <a:pt x="21" y="18"/>
                  </a:moveTo>
                  <a:cubicBezTo>
                    <a:pt x="31" y="18"/>
                    <a:pt x="38" y="15"/>
                    <a:pt x="37" y="10"/>
                  </a:cubicBezTo>
                  <a:cubicBezTo>
                    <a:pt x="36" y="5"/>
                    <a:pt x="27" y="1"/>
                    <a:pt x="18" y="0"/>
                  </a:cubicBezTo>
                  <a:cubicBezTo>
                    <a:pt x="8" y="0"/>
                    <a:pt x="0" y="4"/>
                    <a:pt x="1" y="10"/>
                  </a:cubicBezTo>
                  <a:cubicBezTo>
                    <a:pt x="2" y="15"/>
                    <a:pt x="11" y="18"/>
                    <a:pt x="21"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87" name="Freeform 482"/>
            <p:cNvSpPr/>
            <p:nvPr/>
          </p:nvSpPr>
          <p:spPr bwMode="auto">
            <a:xfrm>
              <a:off x="10717517" y="10777316"/>
              <a:ext cx="103188" cy="58738"/>
            </a:xfrm>
            <a:custGeom>
              <a:avLst/>
              <a:gdLst>
                <a:gd name="T0" fmla="*/ 21 w 38"/>
                <a:gd name="T1" fmla="*/ 21 h 22"/>
                <a:gd name="T2" fmla="*/ 37 w 38"/>
                <a:gd name="T3" fmla="*/ 9 h 22"/>
                <a:gd name="T4" fmla="*/ 17 w 38"/>
                <a:gd name="T5" fmla="*/ 0 h 22"/>
                <a:gd name="T6" fmla="*/ 1 w 38"/>
                <a:gd name="T7" fmla="*/ 12 h 22"/>
                <a:gd name="T8" fmla="*/ 21 w 38"/>
                <a:gd name="T9" fmla="*/ 21 h 22"/>
              </a:gdLst>
              <a:ahLst/>
              <a:cxnLst>
                <a:cxn ang="0">
                  <a:pos x="T0" y="T1"/>
                </a:cxn>
                <a:cxn ang="0">
                  <a:pos x="T2" y="T3"/>
                </a:cxn>
                <a:cxn ang="0">
                  <a:pos x="T4" y="T5"/>
                </a:cxn>
                <a:cxn ang="0">
                  <a:pos x="T6" y="T7"/>
                </a:cxn>
                <a:cxn ang="0">
                  <a:pos x="T8" y="T9"/>
                </a:cxn>
              </a:cxnLst>
              <a:rect l="0" t="0" r="r" b="b"/>
              <a:pathLst>
                <a:path w="38" h="22">
                  <a:moveTo>
                    <a:pt x="21" y="21"/>
                  </a:moveTo>
                  <a:cubicBezTo>
                    <a:pt x="31" y="20"/>
                    <a:pt x="38" y="15"/>
                    <a:pt x="37" y="9"/>
                  </a:cubicBezTo>
                  <a:cubicBezTo>
                    <a:pt x="36" y="4"/>
                    <a:pt x="27" y="0"/>
                    <a:pt x="17" y="0"/>
                  </a:cubicBezTo>
                  <a:cubicBezTo>
                    <a:pt x="7" y="1"/>
                    <a:pt x="0" y="6"/>
                    <a:pt x="1" y="12"/>
                  </a:cubicBezTo>
                  <a:cubicBezTo>
                    <a:pt x="2" y="18"/>
                    <a:pt x="11" y="22"/>
                    <a:pt x="21"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88" name="Freeform 483"/>
            <p:cNvSpPr/>
            <p:nvPr/>
          </p:nvSpPr>
          <p:spPr bwMode="auto">
            <a:xfrm>
              <a:off x="10496854" y="10793191"/>
              <a:ext cx="106363" cy="69850"/>
            </a:xfrm>
            <a:custGeom>
              <a:avLst/>
              <a:gdLst>
                <a:gd name="T0" fmla="*/ 21 w 39"/>
                <a:gd name="T1" fmla="*/ 24 h 26"/>
                <a:gd name="T2" fmla="*/ 38 w 39"/>
                <a:gd name="T3" fmla="*/ 10 h 26"/>
                <a:gd name="T4" fmla="*/ 18 w 39"/>
                <a:gd name="T5" fmla="*/ 1 h 26"/>
                <a:gd name="T6" fmla="*/ 1 w 39"/>
                <a:gd name="T7" fmla="*/ 15 h 26"/>
                <a:gd name="T8" fmla="*/ 21 w 39"/>
                <a:gd name="T9" fmla="*/ 24 h 26"/>
              </a:gdLst>
              <a:ahLst/>
              <a:cxnLst>
                <a:cxn ang="0">
                  <a:pos x="T0" y="T1"/>
                </a:cxn>
                <a:cxn ang="0">
                  <a:pos x="T2" y="T3"/>
                </a:cxn>
                <a:cxn ang="0">
                  <a:pos x="T4" y="T5"/>
                </a:cxn>
                <a:cxn ang="0">
                  <a:pos x="T6" y="T7"/>
                </a:cxn>
                <a:cxn ang="0">
                  <a:pos x="T8" y="T9"/>
                </a:cxn>
              </a:cxnLst>
              <a:rect l="0" t="0" r="r" b="b"/>
              <a:pathLst>
                <a:path w="39" h="26">
                  <a:moveTo>
                    <a:pt x="21" y="24"/>
                  </a:moveTo>
                  <a:cubicBezTo>
                    <a:pt x="31" y="23"/>
                    <a:pt x="39" y="17"/>
                    <a:pt x="38" y="10"/>
                  </a:cubicBezTo>
                  <a:cubicBezTo>
                    <a:pt x="37" y="4"/>
                    <a:pt x="28" y="0"/>
                    <a:pt x="18" y="1"/>
                  </a:cubicBezTo>
                  <a:cubicBezTo>
                    <a:pt x="8" y="2"/>
                    <a:pt x="0" y="9"/>
                    <a:pt x="1" y="15"/>
                  </a:cubicBezTo>
                  <a:cubicBezTo>
                    <a:pt x="2" y="22"/>
                    <a:pt x="11" y="26"/>
                    <a:pt x="21"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89" name="Freeform 484"/>
            <p:cNvSpPr/>
            <p:nvPr/>
          </p:nvSpPr>
          <p:spPr bwMode="auto">
            <a:xfrm>
              <a:off x="10279367" y="10823353"/>
              <a:ext cx="103188" cy="80963"/>
            </a:xfrm>
            <a:custGeom>
              <a:avLst/>
              <a:gdLst>
                <a:gd name="T0" fmla="*/ 20 w 38"/>
                <a:gd name="T1" fmla="*/ 28 h 30"/>
                <a:gd name="T2" fmla="*/ 37 w 38"/>
                <a:gd name="T3" fmla="*/ 11 h 30"/>
                <a:gd name="T4" fmla="*/ 17 w 38"/>
                <a:gd name="T5" fmla="*/ 2 h 30"/>
                <a:gd name="T6" fmla="*/ 1 w 38"/>
                <a:gd name="T7" fmla="*/ 18 h 30"/>
                <a:gd name="T8" fmla="*/ 20 w 38"/>
                <a:gd name="T9" fmla="*/ 28 h 30"/>
              </a:gdLst>
              <a:ahLst/>
              <a:cxnLst>
                <a:cxn ang="0">
                  <a:pos x="T0" y="T1"/>
                </a:cxn>
                <a:cxn ang="0">
                  <a:pos x="T2" y="T3"/>
                </a:cxn>
                <a:cxn ang="0">
                  <a:pos x="T4" y="T5"/>
                </a:cxn>
                <a:cxn ang="0">
                  <a:pos x="T6" y="T7"/>
                </a:cxn>
                <a:cxn ang="0">
                  <a:pos x="T8" y="T9"/>
                </a:cxn>
              </a:cxnLst>
              <a:rect l="0" t="0" r="r" b="b"/>
              <a:pathLst>
                <a:path w="38" h="30">
                  <a:moveTo>
                    <a:pt x="20" y="28"/>
                  </a:moveTo>
                  <a:cubicBezTo>
                    <a:pt x="30" y="26"/>
                    <a:pt x="38" y="18"/>
                    <a:pt x="37" y="11"/>
                  </a:cubicBezTo>
                  <a:cubicBezTo>
                    <a:pt x="36" y="5"/>
                    <a:pt x="27" y="0"/>
                    <a:pt x="17" y="2"/>
                  </a:cubicBezTo>
                  <a:cubicBezTo>
                    <a:pt x="7" y="3"/>
                    <a:pt x="0" y="11"/>
                    <a:pt x="1" y="18"/>
                  </a:cubicBezTo>
                  <a:cubicBezTo>
                    <a:pt x="2" y="25"/>
                    <a:pt x="10" y="30"/>
                    <a:pt x="2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90" name="Freeform 485"/>
            <p:cNvSpPr/>
            <p:nvPr/>
          </p:nvSpPr>
          <p:spPr bwMode="auto">
            <a:xfrm>
              <a:off x="10060292" y="10866216"/>
              <a:ext cx="103188" cy="88900"/>
            </a:xfrm>
            <a:custGeom>
              <a:avLst/>
              <a:gdLst>
                <a:gd name="T0" fmla="*/ 20 w 38"/>
                <a:gd name="T1" fmla="*/ 31 h 33"/>
                <a:gd name="T2" fmla="*/ 37 w 38"/>
                <a:gd name="T3" fmla="*/ 12 h 33"/>
                <a:gd name="T4" fmla="*/ 18 w 38"/>
                <a:gd name="T5" fmla="*/ 1 h 33"/>
                <a:gd name="T6" fmla="*/ 1 w 38"/>
                <a:gd name="T7" fmla="*/ 20 h 33"/>
                <a:gd name="T8" fmla="*/ 20 w 38"/>
                <a:gd name="T9" fmla="*/ 31 h 33"/>
              </a:gdLst>
              <a:ahLst/>
              <a:cxnLst>
                <a:cxn ang="0">
                  <a:pos x="T0" y="T1"/>
                </a:cxn>
                <a:cxn ang="0">
                  <a:pos x="T2" y="T3"/>
                </a:cxn>
                <a:cxn ang="0">
                  <a:pos x="T4" y="T5"/>
                </a:cxn>
                <a:cxn ang="0">
                  <a:pos x="T6" y="T7"/>
                </a:cxn>
                <a:cxn ang="0">
                  <a:pos x="T8" y="T9"/>
                </a:cxn>
              </a:cxnLst>
              <a:rect l="0" t="0" r="r" b="b"/>
              <a:pathLst>
                <a:path w="38" h="33">
                  <a:moveTo>
                    <a:pt x="20" y="31"/>
                  </a:moveTo>
                  <a:cubicBezTo>
                    <a:pt x="30" y="28"/>
                    <a:pt x="38" y="20"/>
                    <a:pt x="37" y="12"/>
                  </a:cubicBezTo>
                  <a:cubicBezTo>
                    <a:pt x="37" y="4"/>
                    <a:pt x="28" y="0"/>
                    <a:pt x="18" y="1"/>
                  </a:cubicBezTo>
                  <a:cubicBezTo>
                    <a:pt x="8" y="3"/>
                    <a:pt x="0" y="12"/>
                    <a:pt x="1" y="20"/>
                  </a:cubicBezTo>
                  <a:cubicBezTo>
                    <a:pt x="2" y="28"/>
                    <a:pt x="10" y="33"/>
                    <a:pt x="20"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91" name="Freeform 486"/>
            <p:cNvSpPr/>
            <p:nvPr/>
          </p:nvSpPr>
          <p:spPr bwMode="auto">
            <a:xfrm>
              <a:off x="9839629" y="10918603"/>
              <a:ext cx="103188" cy="100013"/>
            </a:xfrm>
            <a:custGeom>
              <a:avLst/>
              <a:gdLst>
                <a:gd name="T0" fmla="*/ 20 w 38"/>
                <a:gd name="T1" fmla="*/ 34 h 37"/>
                <a:gd name="T2" fmla="*/ 38 w 38"/>
                <a:gd name="T3" fmla="*/ 14 h 37"/>
                <a:gd name="T4" fmla="*/ 19 w 38"/>
                <a:gd name="T5" fmla="*/ 2 h 37"/>
                <a:gd name="T6" fmla="*/ 1 w 38"/>
                <a:gd name="T7" fmla="*/ 22 h 37"/>
                <a:gd name="T8" fmla="*/ 20 w 38"/>
                <a:gd name="T9" fmla="*/ 34 h 37"/>
              </a:gdLst>
              <a:ahLst/>
              <a:cxnLst>
                <a:cxn ang="0">
                  <a:pos x="T0" y="T1"/>
                </a:cxn>
                <a:cxn ang="0">
                  <a:pos x="T2" y="T3"/>
                </a:cxn>
                <a:cxn ang="0">
                  <a:pos x="T4" y="T5"/>
                </a:cxn>
                <a:cxn ang="0">
                  <a:pos x="T6" y="T7"/>
                </a:cxn>
                <a:cxn ang="0">
                  <a:pos x="T8" y="T9"/>
                </a:cxn>
              </a:cxnLst>
              <a:rect l="0" t="0" r="r" b="b"/>
              <a:pathLst>
                <a:path w="38" h="37">
                  <a:moveTo>
                    <a:pt x="20" y="34"/>
                  </a:moveTo>
                  <a:cubicBezTo>
                    <a:pt x="30" y="32"/>
                    <a:pt x="38" y="22"/>
                    <a:pt x="38" y="14"/>
                  </a:cubicBezTo>
                  <a:cubicBezTo>
                    <a:pt x="37" y="5"/>
                    <a:pt x="29" y="0"/>
                    <a:pt x="19" y="2"/>
                  </a:cubicBezTo>
                  <a:cubicBezTo>
                    <a:pt x="9" y="4"/>
                    <a:pt x="0" y="13"/>
                    <a:pt x="1" y="22"/>
                  </a:cubicBezTo>
                  <a:cubicBezTo>
                    <a:pt x="1" y="31"/>
                    <a:pt x="10" y="37"/>
                    <a:pt x="20"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92" name="Freeform 487"/>
            <p:cNvSpPr/>
            <p:nvPr/>
          </p:nvSpPr>
          <p:spPr bwMode="auto">
            <a:xfrm>
              <a:off x="9620554" y="10974166"/>
              <a:ext cx="106363" cy="114300"/>
            </a:xfrm>
            <a:custGeom>
              <a:avLst/>
              <a:gdLst>
                <a:gd name="T0" fmla="*/ 22 w 39"/>
                <a:gd name="T1" fmla="*/ 38 h 42"/>
                <a:gd name="T2" fmla="*/ 38 w 39"/>
                <a:gd name="T3" fmla="*/ 15 h 42"/>
                <a:gd name="T4" fmla="*/ 17 w 39"/>
                <a:gd name="T5" fmla="*/ 3 h 42"/>
                <a:gd name="T6" fmla="*/ 1 w 39"/>
                <a:gd name="T7" fmla="*/ 27 h 42"/>
                <a:gd name="T8" fmla="*/ 22 w 39"/>
                <a:gd name="T9" fmla="*/ 38 h 42"/>
              </a:gdLst>
              <a:ahLst/>
              <a:cxnLst>
                <a:cxn ang="0">
                  <a:pos x="T0" y="T1"/>
                </a:cxn>
                <a:cxn ang="0">
                  <a:pos x="T2" y="T3"/>
                </a:cxn>
                <a:cxn ang="0">
                  <a:pos x="T4" y="T5"/>
                </a:cxn>
                <a:cxn ang="0">
                  <a:pos x="T6" y="T7"/>
                </a:cxn>
                <a:cxn ang="0">
                  <a:pos x="T8" y="T9"/>
                </a:cxn>
              </a:cxnLst>
              <a:rect l="0" t="0" r="r" b="b"/>
              <a:pathLst>
                <a:path w="39" h="42">
                  <a:moveTo>
                    <a:pt x="22" y="38"/>
                  </a:moveTo>
                  <a:cubicBezTo>
                    <a:pt x="32" y="35"/>
                    <a:pt x="39" y="24"/>
                    <a:pt x="38" y="15"/>
                  </a:cubicBezTo>
                  <a:cubicBezTo>
                    <a:pt x="37" y="5"/>
                    <a:pt x="27" y="0"/>
                    <a:pt x="17" y="3"/>
                  </a:cubicBezTo>
                  <a:cubicBezTo>
                    <a:pt x="7" y="6"/>
                    <a:pt x="0" y="17"/>
                    <a:pt x="1" y="27"/>
                  </a:cubicBezTo>
                  <a:cubicBezTo>
                    <a:pt x="3" y="36"/>
                    <a:pt x="12" y="42"/>
                    <a:pt x="22"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93" name="Freeform 488"/>
            <p:cNvSpPr/>
            <p:nvPr/>
          </p:nvSpPr>
          <p:spPr bwMode="auto">
            <a:xfrm>
              <a:off x="9403067" y="11040841"/>
              <a:ext cx="103188" cy="119063"/>
            </a:xfrm>
            <a:custGeom>
              <a:avLst/>
              <a:gdLst>
                <a:gd name="T0" fmla="*/ 19 w 38"/>
                <a:gd name="T1" fmla="*/ 42 h 44"/>
                <a:gd name="T2" fmla="*/ 37 w 38"/>
                <a:gd name="T3" fmla="*/ 18 h 44"/>
                <a:gd name="T4" fmla="*/ 18 w 38"/>
                <a:gd name="T5" fmla="*/ 3 h 44"/>
                <a:gd name="T6" fmla="*/ 0 w 38"/>
                <a:gd name="T7" fmla="*/ 26 h 44"/>
                <a:gd name="T8" fmla="*/ 19 w 38"/>
                <a:gd name="T9" fmla="*/ 42 h 44"/>
              </a:gdLst>
              <a:ahLst/>
              <a:cxnLst>
                <a:cxn ang="0">
                  <a:pos x="T0" y="T1"/>
                </a:cxn>
                <a:cxn ang="0">
                  <a:pos x="T2" y="T3"/>
                </a:cxn>
                <a:cxn ang="0">
                  <a:pos x="T4" y="T5"/>
                </a:cxn>
                <a:cxn ang="0">
                  <a:pos x="T6" y="T7"/>
                </a:cxn>
                <a:cxn ang="0">
                  <a:pos x="T8" y="T9"/>
                </a:cxn>
              </a:cxnLst>
              <a:rect l="0" t="0" r="r" b="b"/>
              <a:pathLst>
                <a:path w="38" h="44">
                  <a:moveTo>
                    <a:pt x="19" y="42"/>
                  </a:moveTo>
                  <a:cubicBezTo>
                    <a:pt x="29" y="39"/>
                    <a:pt x="38" y="28"/>
                    <a:pt x="37" y="18"/>
                  </a:cubicBezTo>
                  <a:cubicBezTo>
                    <a:pt x="37" y="7"/>
                    <a:pt x="28" y="0"/>
                    <a:pt x="18" y="3"/>
                  </a:cubicBezTo>
                  <a:cubicBezTo>
                    <a:pt x="8" y="5"/>
                    <a:pt x="0" y="16"/>
                    <a:pt x="0" y="26"/>
                  </a:cubicBezTo>
                  <a:cubicBezTo>
                    <a:pt x="1" y="37"/>
                    <a:pt x="9" y="44"/>
                    <a:pt x="19"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94" name="Freeform 489"/>
            <p:cNvSpPr/>
            <p:nvPr/>
          </p:nvSpPr>
          <p:spPr bwMode="auto">
            <a:xfrm>
              <a:off x="9183992" y="11107516"/>
              <a:ext cx="104775" cy="130175"/>
            </a:xfrm>
            <a:custGeom>
              <a:avLst/>
              <a:gdLst>
                <a:gd name="T0" fmla="*/ 21 w 39"/>
                <a:gd name="T1" fmla="*/ 44 h 48"/>
                <a:gd name="T2" fmla="*/ 37 w 39"/>
                <a:gd name="T3" fmla="*/ 17 h 48"/>
                <a:gd name="T4" fmla="*/ 17 w 39"/>
                <a:gd name="T5" fmla="*/ 3 h 48"/>
                <a:gd name="T6" fmla="*/ 1 w 39"/>
                <a:gd name="T7" fmla="*/ 30 h 48"/>
                <a:gd name="T8" fmla="*/ 21 w 39"/>
                <a:gd name="T9" fmla="*/ 44 h 48"/>
              </a:gdLst>
              <a:ahLst/>
              <a:cxnLst>
                <a:cxn ang="0">
                  <a:pos x="T0" y="T1"/>
                </a:cxn>
                <a:cxn ang="0">
                  <a:pos x="T2" y="T3"/>
                </a:cxn>
                <a:cxn ang="0">
                  <a:pos x="T4" y="T5"/>
                </a:cxn>
                <a:cxn ang="0">
                  <a:pos x="T6" y="T7"/>
                </a:cxn>
                <a:cxn ang="0">
                  <a:pos x="T8" y="T9"/>
                </a:cxn>
              </a:cxnLst>
              <a:rect l="0" t="0" r="r" b="b"/>
              <a:pathLst>
                <a:path w="39" h="48">
                  <a:moveTo>
                    <a:pt x="21" y="44"/>
                  </a:moveTo>
                  <a:cubicBezTo>
                    <a:pt x="31" y="40"/>
                    <a:pt x="39" y="28"/>
                    <a:pt x="37" y="17"/>
                  </a:cubicBezTo>
                  <a:cubicBezTo>
                    <a:pt x="36" y="6"/>
                    <a:pt x="27" y="0"/>
                    <a:pt x="17" y="3"/>
                  </a:cubicBezTo>
                  <a:cubicBezTo>
                    <a:pt x="7" y="6"/>
                    <a:pt x="0" y="18"/>
                    <a:pt x="1" y="30"/>
                  </a:cubicBezTo>
                  <a:cubicBezTo>
                    <a:pt x="2" y="41"/>
                    <a:pt x="12" y="48"/>
                    <a:pt x="21"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95" name="Freeform 490"/>
            <p:cNvSpPr/>
            <p:nvPr/>
          </p:nvSpPr>
          <p:spPr bwMode="auto">
            <a:xfrm>
              <a:off x="8963329" y="11175778"/>
              <a:ext cx="106363" cy="136525"/>
            </a:xfrm>
            <a:custGeom>
              <a:avLst/>
              <a:gdLst>
                <a:gd name="T0" fmla="*/ 21 w 39"/>
                <a:gd name="T1" fmla="*/ 47 h 50"/>
                <a:gd name="T2" fmla="*/ 38 w 39"/>
                <a:gd name="T3" fmla="*/ 19 h 50"/>
                <a:gd name="T4" fmla="*/ 18 w 39"/>
                <a:gd name="T5" fmla="*/ 3 h 50"/>
                <a:gd name="T6" fmla="*/ 1 w 39"/>
                <a:gd name="T7" fmla="*/ 30 h 50"/>
                <a:gd name="T8" fmla="*/ 21 w 39"/>
                <a:gd name="T9" fmla="*/ 47 h 50"/>
              </a:gdLst>
              <a:ahLst/>
              <a:cxnLst>
                <a:cxn ang="0">
                  <a:pos x="T0" y="T1"/>
                </a:cxn>
                <a:cxn ang="0">
                  <a:pos x="T2" y="T3"/>
                </a:cxn>
                <a:cxn ang="0">
                  <a:pos x="T4" y="T5"/>
                </a:cxn>
                <a:cxn ang="0">
                  <a:pos x="T6" y="T7"/>
                </a:cxn>
                <a:cxn ang="0">
                  <a:pos x="T8" y="T9"/>
                </a:cxn>
              </a:cxnLst>
              <a:rect l="0" t="0" r="r" b="b"/>
              <a:pathLst>
                <a:path w="39" h="50">
                  <a:moveTo>
                    <a:pt x="21" y="47"/>
                  </a:moveTo>
                  <a:cubicBezTo>
                    <a:pt x="31" y="44"/>
                    <a:pt x="39" y="31"/>
                    <a:pt x="38" y="19"/>
                  </a:cubicBezTo>
                  <a:cubicBezTo>
                    <a:pt x="37" y="7"/>
                    <a:pt x="28" y="0"/>
                    <a:pt x="18" y="3"/>
                  </a:cubicBezTo>
                  <a:cubicBezTo>
                    <a:pt x="8" y="6"/>
                    <a:pt x="0" y="18"/>
                    <a:pt x="1" y="30"/>
                  </a:cubicBezTo>
                  <a:cubicBezTo>
                    <a:pt x="2" y="43"/>
                    <a:pt x="11" y="50"/>
                    <a:pt x="21"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96" name="Freeform 491"/>
            <p:cNvSpPr/>
            <p:nvPr/>
          </p:nvSpPr>
          <p:spPr bwMode="auto">
            <a:xfrm>
              <a:off x="8745842" y="11240866"/>
              <a:ext cx="106363" cy="144463"/>
            </a:xfrm>
            <a:custGeom>
              <a:avLst/>
              <a:gdLst>
                <a:gd name="T0" fmla="*/ 22 w 39"/>
                <a:gd name="T1" fmla="*/ 50 h 53"/>
                <a:gd name="T2" fmla="*/ 37 w 39"/>
                <a:gd name="T3" fmla="*/ 20 h 53"/>
                <a:gd name="T4" fmla="*/ 17 w 39"/>
                <a:gd name="T5" fmla="*/ 3 h 53"/>
                <a:gd name="T6" fmla="*/ 1 w 39"/>
                <a:gd name="T7" fmla="*/ 32 h 53"/>
                <a:gd name="T8" fmla="*/ 22 w 39"/>
                <a:gd name="T9" fmla="*/ 50 h 53"/>
              </a:gdLst>
              <a:ahLst/>
              <a:cxnLst>
                <a:cxn ang="0">
                  <a:pos x="T0" y="T1"/>
                </a:cxn>
                <a:cxn ang="0">
                  <a:pos x="T2" y="T3"/>
                </a:cxn>
                <a:cxn ang="0">
                  <a:pos x="T4" y="T5"/>
                </a:cxn>
                <a:cxn ang="0">
                  <a:pos x="T6" y="T7"/>
                </a:cxn>
                <a:cxn ang="0">
                  <a:pos x="T8" y="T9"/>
                </a:cxn>
              </a:cxnLst>
              <a:rect l="0" t="0" r="r" b="b"/>
              <a:pathLst>
                <a:path w="39" h="53">
                  <a:moveTo>
                    <a:pt x="22" y="50"/>
                  </a:moveTo>
                  <a:cubicBezTo>
                    <a:pt x="32" y="46"/>
                    <a:pt x="39" y="33"/>
                    <a:pt x="37" y="20"/>
                  </a:cubicBezTo>
                  <a:cubicBezTo>
                    <a:pt x="36" y="8"/>
                    <a:pt x="27" y="0"/>
                    <a:pt x="17" y="3"/>
                  </a:cubicBezTo>
                  <a:cubicBezTo>
                    <a:pt x="7" y="6"/>
                    <a:pt x="0" y="19"/>
                    <a:pt x="1" y="32"/>
                  </a:cubicBezTo>
                  <a:cubicBezTo>
                    <a:pt x="3" y="45"/>
                    <a:pt x="12" y="53"/>
                    <a:pt x="22"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97" name="Freeform 492"/>
            <p:cNvSpPr/>
            <p:nvPr/>
          </p:nvSpPr>
          <p:spPr bwMode="auto">
            <a:xfrm>
              <a:off x="8529942" y="11302778"/>
              <a:ext cx="103188" cy="147638"/>
            </a:xfrm>
            <a:custGeom>
              <a:avLst/>
              <a:gdLst>
                <a:gd name="T0" fmla="*/ 21 w 38"/>
                <a:gd name="T1" fmla="*/ 52 h 54"/>
                <a:gd name="T2" fmla="*/ 37 w 38"/>
                <a:gd name="T3" fmla="*/ 22 h 54"/>
                <a:gd name="T4" fmla="*/ 17 w 38"/>
                <a:gd name="T5" fmla="*/ 2 h 54"/>
                <a:gd name="T6" fmla="*/ 1 w 38"/>
                <a:gd name="T7" fmla="*/ 31 h 54"/>
                <a:gd name="T8" fmla="*/ 21 w 38"/>
                <a:gd name="T9" fmla="*/ 52 h 54"/>
              </a:gdLst>
              <a:ahLst/>
              <a:cxnLst>
                <a:cxn ang="0">
                  <a:pos x="T0" y="T1"/>
                </a:cxn>
                <a:cxn ang="0">
                  <a:pos x="T2" y="T3"/>
                </a:cxn>
                <a:cxn ang="0">
                  <a:pos x="T4" y="T5"/>
                </a:cxn>
                <a:cxn ang="0">
                  <a:pos x="T6" y="T7"/>
                </a:cxn>
                <a:cxn ang="0">
                  <a:pos x="T8" y="T9"/>
                </a:cxn>
              </a:cxnLst>
              <a:rect l="0" t="0" r="r" b="b"/>
              <a:pathLst>
                <a:path w="38" h="54">
                  <a:moveTo>
                    <a:pt x="21" y="52"/>
                  </a:moveTo>
                  <a:cubicBezTo>
                    <a:pt x="31" y="49"/>
                    <a:pt x="38" y="35"/>
                    <a:pt x="37" y="22"/>
                  </a:cubicBezTo>
                  <a:cubicBezTo>
                    <a:pt x="36" y="9"/>
                    <a:pt x="27" y="0"/>
                    <a:pt x="17" y="2"/>
                  </a:cubicBezTo>
                  <a:cubicBezTo>
                    <a:pt x="7" y="5"/>
                    <a:pt x="0" y="18"/>
                    <a:pt x="1" y="31"/>
                  </a:cubicBezTo>
                  <a:cubicBezTo>
                    <a:pt x="2" y="45"/>
                    <a:pt x="11" y="54"/>
                    <a:pt x="21"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98" name="Freeform 493"/>
            <p:cNvSpPr/>
            <p:nvPr/>
          </p:nvSpPr>
          <p:spPr bwMode="auto">
            <a:xfrm>
              <a:off x="8312454" y="11358341"/>
              <a:ext cx="104775" cy="150813"/>
            </a:xfrm>
            <a:custGeom>
              <a:avLst/>
              <a:gdLst>
                <a:gd name="T0" fmla="*/ 22 w 39"/>
                <a:gd name="T1" fmla="*/ 53 h 56"/>
                <a:gd name="T2" fmla="*/ 37 w 39"/>
                <a:gd name="T3" fmla="*/ 23 h 56"/>
                <a:gd name="T4" fmla="*/ 17 w 39"/>
                <a:gd name="T5" fmla="*/ 2 h 56"/>
                <a:gd name="T6" fmla="*/ 1 w 39"/>
                <a:gd name="T7" fmla="*/ 32 h 56"/>
                <a:gd name="T8" fmla="*/ 22 w 39"/>
                <a:gd name="T9" fmla="*/ 53 h 56"/>
              </a:gdLst>
              <a:ahLst/>
              <a:cxnLst>
                <a:cxn ang="0">
                  <a:pos x="T0" y="T1"/>
                </a:cxn>
                <a:cxn ang="0">
                  <a:pos x="T2" y="T3"/>
                </a:cxn>
                <a:cxn ang="0">
                  <a:pos x="T4" y="T5"/>
                </a:cxn>
                <a:cxn ang="0">
                  <a:pos x="T6" y="T7"/>
                </a:cxn>
                <a:cxn ang="0">
                  <a:pos x="T8" y="T9"/>
                </a:cxn>
              </a:cxnLst>
              <a:rect l="0" t="0" r="r" b="b"/>
              <a:pathLst>
                <a:path w="39" h="56">
                  <a:moveTo>
                    <a:pt x="22" y="53"/>
                  </a:moveTo>
                  <a:cubicBezTo>
                    <a:pt x="32" y="50"/>
                    <a:pt x="39" y="36"/>
                    <a:pt x="37" y="23"/>
                  </a:cubicBezTo>
                  <a:cubicBezTo>
                    <a:pt x="36" y="9"/>
                    <a:pt x="27" y="0"/>
                    <a:pt x="17" y="2"/>
                  </a:cubicBezTo>
                  <a:cubicBezTo>
                    <a:pt x="7" y="5"/>
                    <a:pt x="0" y="18"/>
                    <a:pt x="1" y="32"/>
                  </a:cubicBezTo>
                  <a:cubicBezTo>
                    <a:pt x="3" y="46"/>
                    <a:pt x="12" y="56"/>
                    <a:pt x="22"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499" name="Freeform 494"/>
            <p:cNvSpPr/>
            <p:nvPr/>
          </p:nvSpPr>
          <p:spPr bwMode="auto">
            <a:xfrm>
              <a:off x="8098142" y="11401203"/>
              <a:ext cx="103188" cy="153988"/>
            </a:xfrm>
            <a:custGeom>
              <a:avLst/>
              <a:gdLst>
                <a:gd name="T0" fmla="*/ 22 w 38"/>
                <a:gd name="T1" fmla="*/ 54 h 57"/>
                <a:gd name="T2" fmla="*/ 37 w 38"/>
                <a:gd name="T3" fmla="*/ 24 h 57"/>
                <a:gd name="T4" fmla="*/ 16 w 38"/>
                <a:gd name="T5" fmla="*/ 2 h 57"/>
                <a:gd name="T6" fmla="*/ 1 w 38"/>
                <a:gd name="T7" fmla="*/ 31 h 57"/>
                <a:gd name="T8" fmla="*/ 22 w 38"/>
                <a:gd name="T9" fmla="*/ 54 h 57"/>
              </a:gdLst>
              <a:ahLst/>
              <a:cxnLst>
                <a:cxn ang="0">
                  <a:pos x="T0" y="T1"/>
                </a:cxn>
                <a:cxn ang="0">
                  <a:pos x="T2" y="T3"/>
                </a:cxn>
                <a:cxn ang="0">
                  <a:pos x="T4" y="T5"/>
                </a:cxn>
                <a:cxn ang="0">
                  <a:pos x="T6" y="T7"/>
                </a:cxn>
                <a:cxn ang="0">
                  <a:pos x="T8" y="T9"/>
                </a:cxn>
              </a:cxnLst>
              <a:rect l="0" t="0" r="r" b="b"/>
              <a:pathLst>
                <a:path w="38" h="57">
                  <a:moveTo>
                    <a:pt x="22" y="54"/>
                  </a:moveTo>
                  <a:cubicBezTo>
                    <a:pt x="31" y="52"/>
                    <a:pt x="38" y="38"/>
                    <a:pt x="37" y="24"/>
                  </a:cubicBezTo>
                  <a:cubicBezTo>
                    <a:pt x="35" y="10"/>
                    <a:pt x="26" y="0"/>
                    <a:pt x="16" y="2"/>
                  </a:cubicBezTo>
                  <a:cubicBezTo>
                    <a:pt x="6" y="4"/>
                    <a:pt x="0" y="17"/>
                    <a:pt x="1" y="31"/>
                  </a:cubicBezTo>
                  <a:cubicBezTo>
                    <a:pt x="2" y="46"/>
                    <a:pt x="12" y="57"/>
                    <a:pt x="22"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00" name="Freeform 495"/>
            <p:cNvSpPr/>
            <p:nvPr/>
          </p:nvSpPr>
          <p:spPr bwMode="auto">
            <a:xfrm>
              <a:off x="7883829" y="11431366"/>
              <a:ext cx="103188" cy="153988"/>
            </a:xfrm>
            <a:custGeom>
              <a:avLst/>
              <a:gdLst>
                <a:gd name="T0" fmla="*/ 21 w 38"/>
                <a:gd name="T1" fmla="*/ 55 h 57"/>
                <a:gd name="T2" fmla="*/ 37 w 38"/>
                <a:gd name="T3" fmla="*/ 26 h 57"/>
                <a:gd name="T4" fmla="*/ 16 w 38"/>
                <a:gd name="T5" fmla="*/ 1 h 57"/>
                <a:gd name="T6" fmla="*/ 1 w 38"/>
                <a:gd name="T7" fmla="*/ 32 h 57"/>
                <a:gd name="T8" fmla="*/ 21 w 38"/>
                <a:gd name="T9" fmla="*/ 55 h 57"/>
              </a:gdLst>
              <a:ahLst/>
              <a:cxnLst>
                <a:cxn ang="0">
                  <a:pos x="T0" y="T1"/>
                </a:cxn>
                <a:cxn ang="0">
                  <a:pos x="T2" y="T3"/>
                </a:cxn>
                <a:cxn ang="0">
                  <a:pos x="T4" y="T5"/>
                </a:cxn>
                <a:cxn ang="0">
                  <a:pos x="T6" y="T7"/>
                </a:cxn>
                <a:cxn ang="0">
                  <a:pos x="T8" y="T9"/>
                </a:cxn>
              </a:cxnLst>
              <a:rect l="0" t="0" r="r" b="b"/>
              <a:pathLst>
                <a:path w="38" h="57">
                  <a:moveTo>
                    <a:pt x="21" y="55"/>
                  </a:moveTo>
                  <a:cubicBezTo>
                    <a:pt x="31" y="54"/>
                    <a:pt x="38" y="41"/>
                    <a:pt x="37" y="26"/>
                  </a:cubicBezTo>
                  <a:cubicBezTo>
                    <a:pt x="35" y="12"/>
                    <a:pt x="26" y="0"/>
                    <a:pt x="16" y="1"/>
                  </a:cubicBezTo>
                  <a:cubicBezTo>
                    <a:pt x="7" y="2"/>
                    <a:pt x="0" y="17"/>
                    <a:pt x="1" y="32"/>
                  </a:cubicBezTo>
                  <a:cubicBezTo>
                    <a:pt x="2" y="46"/>
                    <a:pt x="11" y="57"/>
                    <a:pt x="21"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01" name="Freeform 496"/>
            <p:cNvSpPr/>
            <p:nvPr/>
          </p:nvSpPr>
          <p:spPr bwMode="auto">
            <a:xfrm>
              <a:off x="7671104" y="11477403"/>
              <a:ext cx="101600" cy="152400"/>
            </a:xfrm>
            <a:custGeom>
              <a:avLst/>
              <a:gdLst>
                <a:gd name="T0" fmla="*/ 20 w 37"/>
                <a:gd name="T1" fmla="*/ 55 h 56"/>
                <a:gd name="T2" fmla="*/ 36 w 37"/>
                <a:gd name="T3" fmla="*/ 25 h 56"/>
                <a:gd name="T4" fmla="*/ 17 w 37"/>
                <a:gd name="T5" fmla="*/ 2 h 56"/>
                <a:gd name="T6" fmla="*/ 1 w 37"/>
                <a:gd name="T7" fmla="*/ 31 h 56"/>
                <a:gd name="T8" fmla="*/ 20 w 37"/>
                <a:gd name="T9" fmla="*/ 55 h 56"/>
              </a:gdLst>
              <a:ahLst/>
              <a:cxnLst>
                <a:cxn ang="0">
                  <a:pos x="T0" y="T1"/>
                </a:cxn>
                <a:cxn ang="0">
                  <a:pos x="T2" y="T3"/>
                </a:cxn>
                <a:cxn ang="0">
                  <a:pos x="T4" y="T5"/>
                </a:cxn>
                <a:cxn ang="0">
                  <a:pos x="T6" y="T7"/>
                </a:cxn>
                <a:cxn ang="0">
                  <a:pos x="T8" y="T9"/>
                </a:cxn>
              </a:cxnLst>
              <a:rect l="0" t="0" r="r" b="b"/>
              <a:pathLst>
                <a:path w="37" h="56">
                  <a:moveTo>
                    <a:pt x="20" y="55"/>
                  </a:moveTo>
                  <a:cubicBezTo>
                    <a:pt x="30" y="54"/>
                    <a:pt x="37" y="40"/>
                    <a:pt x="36" y="25"/>
                  </a:cubicBezTo>
                  <a:cubicBezTo>
                    <a:pt x="35" y="11"/>
                    <a:pt x="27" y="0"/>
                    <a:pt x="17" y="2"/>
                  </a:cubicBezTo>
                  <a:cubicBezTo>
                    <a:pt x="7" y="3"/>
                    <a:pt x="0" y="17"/>
                    <a:pt x="1" y="31"/>
                  </a:cubicBezTo>
                  <a:cubicBezTo>
                    <a:pt x="2" y="45"/>
                    <a:pt x="10" y="56"/>
                    <a:pt x="20"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02" name="Freeform 497"/>
            <p:cNvSpPr/>
            <p:nvPr/>
          </p:nvSpPr>
          <p:spPr bwMode="auto">
            <a:xfrm>
              <a:off x="7456792" y="11523441"/>
              <a:ext cx="103188" cy="149225"/>
            </a:xfrm>
            <a:custGeom>
              <a:avLst/>
              <a:gdLst>
                <a:gd name="T0" fmla="*/ 22 w 38"/>
                <a:gd name="T1" fmla="*/ 53 h 55"/>
                <a:gd name="T2" fmla="*/ 37 w 38"/>
                <a:gd name="T3" fmla="*/ 23 h 55"/>
                <a:gd name="T4" fmla="*/ 17 w 38"/>
                <a:gd name="T5" fmla="*/ 2 h 55"/>
                <a:gd name="T6" fmla="*/ 2 w 38"/>
                <a:gd name="T7" fmla="*/ 31 h 55"/>
                <a:gd name="T8" fmla="*/ 22 w 38"/>
                <a:gd name="T9" fmla="*/ 53 h 55"/>
              </a:gdLst>
              <a:ahLst/>
              <a:cxnLst>
                <a:cxn ang="0">
                  <a:pos x="T0" y="T1"/>
                </a:cxn>
                <a:cxn ang="0">
                  <a:pos x="T2" y="T3"/>
                </a:cxn>
                <a:cxn ang="0">
                  <a:pos x="T4" y="T5"/>
                </a:cxn>
                <a:cxn ang="0">
                  <a:pos x="T6" y="T7"/>
                </a:cxn>
                <a:cxn ang="0">
                  <a:pos x="T8" y="T9"/>
                </a:cxn>
              </a:cxnLst>
              <a:rect l="0" t="0" r="r" b="b"/>
              <a:pathLst>
                <a:path w="38" h="55">
                  <a:moveTo>
                    <a:pt x="22" y="53"/>
                  </a:moveTo>
                  <a:cubicBezTo>
                    <a:pt x="32" y="51"/>
                    <a:pt x="38" y="37"/>
                    <a:pt x="37" y="23"/>
                  </a:cubicBezTo>
                  <a:cubicBezTo>
                    <a:pt x="35" y="9"/>
                    <a:pt x="26" y="0"/>
                    <a:pt x="17" y="2"/>
                  </a:cubicBezTo>
                  <a:cubicBezTo>
                    <a:pt x="7" y="4"/>
                    <a:pt x="0" y="17"/>
                    <a:pt x="2" y="31"/>
                  </a:cubicBezTo>
                  <a:cubicBezTo>
                    <a:pt x="3" y="45"/>
                    <a:pt x="12" y="55"/>
                    <a:pt x="22"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03" name="Freeform 498"/>
            <p:cNvSpPr/>
            <p:nvPr/>
          </p:nvSpPr>
          <p:spPr bwMode="auto">
            <a:xfrm>
              <a:off x="7245654" y="11564716"/>
              <a:ext cx="103188" cy="142875"/>
            </a:xfrm>
            <a:custGeom>
              <a:avLst/>
              <a:gdLst>
                <a:gd name="T0" fmla="*/ 22 w 38"/>
                <a:gd name="T1" fmla="*/ 51 h 53"/>
                <a:gd name="T2" fmla="*/ 37 w 38"/>
                <a:gd name="T3" fmla="*/ 22 h 53"/>
                <a:gd name="T4" fmla="*/ 16 w 38"/>
                <a:gd name="T5" fmla="*/ 2 h 53"/>
                <a:gd name="T6" fmla="*/ 2 w 38"/>
                <a:gd name="T7" fmla="*/ 30 h 53"/>
                <a:gd name="T8" fmla="*/ 22 w 38"/>
                <a:gd name="T9" fmla="*/ 51 h 53"/>
              </a:gdLst>
              <a:ahLst/>
              <a:cxnLst>
                <a:cxn ang="0">
                  <a:pos x="T0" y="T1"/>
                </a:cxn>
                <a:cxn ang="0">
                  <a:pos x="T2" y="T3"/>
                </a:cxn>
                <a:cxn ang="0">
                  <a:pos x="T4" y="T5"/>
                </a:cxn>
                <a:cxn ang="0">
                  <a:pos x="T6" y="T7"/>
                </a:cxn>
                <a:cxn ang="0">
                  <a:pos x="T8" y="T9"/>
                </a:cxn>
              </a:cxnLst>
              <a:rect l="0" t="0" r="r" b="b"/>
              <a:pathLst>
                <a:path w="38" h="53">
                  <a:moveTo>
                    <a:pt x="22" y="51"/>
                  </a:moveTo>
                  <a:cubicBezTo>
                    <a:pt x="32" y="49"/>
                    <a:pt x="38" y="36"/>
                    <a:pt x="37" y="22"/>
                  </a:cubicBezTo>
                  <a:cubicBezTo>
                    <a:pt x="35" y="9"/>
                    <a:pt x="26" y="0"/>
                    <a:pt x="16" y="2"/>
                  </a:cubicBezTo>
                  <a:cubicBezTo>
                    <a:pt x="7" y="5"/>
                    <a:pt x="0" y="17"/>
                    <a:pt x="2" y="30"/>
                  </a:cubicBezTo>
                  <a:cubicBezTo>
                    <a:pt x="3" y="43"/>
                    <a:pt x="13" y="53"/>
                    <a:pt x="22" y="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04" name="Freeform 499"/>
            <p:cNvSpPr/>
            <p:nvPr/>
          </p:nvSpPr>
          <p:spPr bwMode="auto">
            <a:xfrm>
              <a:off x="7036104" y="11604403"/>
              <a:ext cx="100013" cy="130175"/>
            </a:xfrm>
            <a:custGeom>
              <a:avLst/>
              <a:gdLst>
                <a:gd name="T0" fmla="*/ 20 w 37"/>
                <a:gd name="T1" fmla="*/ 47 h 48"/>
                <a:gd name="T2" fmla="*/ 36 w 37"/>
                <a:gd name="T3" fmla="*/ 22 h 48"/>
                <a:gd name="T4" fmla="*/ 17 w 37"/>
                <a:gd name="T5" fmla="*/ 2 h 48"/>
                <a:gd name="T6" fmla="*/ 0 w 37"/>
                <a:gd name="T7" fmla="*/ 26 h 48"/>
                <a:gd name="T8" fmla="*/ 20 w 37"/>
                <a:gd name="T9" fmla="*/ 47 h 48"/>
              </a:gdLst>
              <a:ahLst/>
              <a:cxnLst>
                <a:cxn ang="0">
                  <a:pos x="T0" y="T1"/>
                </a:cxn>
                <a:cxn ang="0">
                  <a:pos x="T2" y="T3"/>
                </a:cxn>
                <a:cxn ang="0">
                  <a:pos x="T4" y="T5"/>
                </a:cxn>
                <a:cxn ang="0">
                  <a:pos x="T6" y="T7"/>
                </a:cxn>
                <a:cxn ang="0">
                  <a:pos x="T8" y="T9"/>
                </a:cxn>
              </a:cxnLst>
              <a:rect l="0" t="0" r="r" b="b"/>
              <a:pathLst>
                <a:path w="37" h="48">
                  <a:moveTo>
                    <a:pt x="20" y="47"/>
                  </a:moveTo>
                  <a:cubicBezTo>
                    <a:pt x="29" y="46"/>
                    <a:pt x="37" y="35"/>
                    <a:pt x="36" y="22"/>
                  </a:cubicBezTo>
                  <a:cubicBezTo>
                    <a:pt x="35" y="10"/>
                    <a:pt x="26" y="0"/>
                    <a:pt x="17" y="2"/>
                  </a:cubicBezTo>
                  <a:cubicBezTo>
                    <a:pt x="7" y="3"/>
                    <a:pt x="0" y="14"/>
                    <a:pt x="0" y="26"/>
                  </a:cubicBezTo>
                  <a:cubicBezTo>
                    <a:pt x="1" y="39"/>
                    <a:pt x="10" y="48"/>
                    <a:pt x="20"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05" name="Freeform 500"/>
            <p:cNvSpPr/>
            <p:nvPr/>
          </p:nvSpPr>
          <p:spPr bwMode="auto">
            <a:xfrm>
              <a:off x="6821792" y="11642503"/>
              <a:ext cx="103188" cy="119063"/>
            </a:xfrm>
            <a:custGeom>
              <a:avLst/>
              <a:gdLst>
                <a:gd name="T0" fmla="*/ 21 w 38"/>
                <a:gd name="T1" fmla="*/ 43 h 44"/>
                <a:gd name="T2" fmla="*/ 37 w 38"/>
                <a:gd name="T3" fmla="*/ 20 h 44"/>
                <a:gd name="T4" fmla="*/ 17 w 38"/>
                <a:gd name="T5" fmla="*/ 1 h 44"/>
                <a:gd name="T6" fmla="*/ 2 w 38"/>
                <a:gd name="T7" fmla="*/ 24 h 44"/>
                <a:gd name="T8" fmla="*/ 21 w 38"/>
                <a:gd name="T9" fmla="*/ 43 h 44"/>
              </a:gdLst>
              <a:ahLst/>
              <a:cxnLst>
                <a:cxn ang="0">
                  <a:pos x="T0" y="T1"/>
                </a:cxn>
                <a:cxn ang="0">
                  <a:pos x="T2" y="T3"/>
                </a:cxn>
                <a:cxn ang="0">
                  <a:pos x="T4" y="T5"/>
                </a:cxn>
                <a:cxn ang="0">
                  <a:pos x="T6" y="T7"/>
                </a:cxn>
                <a:cxn ang="0">
                  <a:pos x="T8" y="T9"/>
                </a:cxn>
              </a:cxnLst>
              <a:rect l="0" t="0" r="r" b="b"/>
              <a:pathLst>
                <a:path w="38" h="44">
                  <a:moveTo>
                    <a:pt x="21" y="43"/>
                  </a:moveTo>
                  <a:cubicBezTo>
                    <a:pt x="31" y="42"/>
                    <a:pt x="38" y="31"/>
                    <a:pt x="37" y="20"/>
                  </a:cubicBezTo>
                  <a:cubicBezTo>
                    <a:pt x="36" y="8"/>
                    <a:pt x="27" y="0"/>
                    <a:pt x="17" y="1"/>
                  </a:cubicBezTo>
                  <a:cubicBezTo>
                    <a:pt x="8" y="2"/>
                    <a:pt x="0" y="13"/>
                    <a:pt x="2" y="24"/>
                  </a:cubicBezTo>
                  <a:cubicBezTo>
                    <a:pt x="3" y="36"/>
                    <a:pt x="12" y="44"/>
                    <a:pt x="21"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06" name="Freeform 501"/>
            <p:cNvSpPr/>
            <p:nvPr/>
          </p:nvSpPr>
          <p:spPr bwMode="auto">
            <a:xfrm>
              <a:off x="6610654" y="11675841"/>
              <a:ext cx="103188" cy="111125"/>
            </a:xfrm>
            <a:custGeom>
              <a:avLst/>
              <a:gdLst>
                <a:gd name="T0" fmla="*/ 22 w 38"/>
                <a:gd name="T1" fmla="*/ 40 h 41"/>
                <a:gd name="T2" fmla="*/ 37 w 38"/>
                <a:gd name="T3" fmla="*/ 18 h 41"/>
                <a:gd name="T4" fmla="*/ 17 w 38"/>
                <a:gd name="T5" fmla="*/ 2 h 41"/>
                <a:gd name="T6" fmla="*/ 2 w 38"/>
                <a:gd name="T7" fmla="*/ 23 h 41"/>
                <a:gd name="T8" fmla="*/ 22 w 38"/>
                <a:gd name="T9" fmla="*/ 40 h 41"/>
              </a:gdLst>
              <a:ahLst/>
              <a:cxnLst>
                <a:cxn ang="0">
                  <a:pos x="T0" y="T1"/>
                </a:cxn>
                <a:cxn ang="0">
                  <a:pos x="T2" y="T3"/>
                </a:cxn>
                <a:cxn ang="0">
                  <a:pos x="T4" y="T5"/>
                </a:cxn>
                <a:cxn ang="0">
                  <a:pos x="T6" y="T7"/>
                </a:cxn>
                <a:cxn ang="0">
                  <a:pos x="T8" y="T9"/>
                </a:cxn>
              </a:cxnLst>
              <a:rect l="0" t="0" r="r" b="b"/>
              <a:pathLst>
                <a:path w="38" h="41">
                  <a:moveTo>
                    <a:pt x="22" y="40"/>
                  </a:moveTo>
                  <a:cubicBezTo>
                    <a:pt x="31" y="39"/>
                    <a:pt x="38" y="29"/>
                    <a:pt x="37" y="18"/>
                  </a:cubicBezTo>
                  <a:cubicBezTo>
                    <a:pt x="36" y="7"/>
                    <a:pt x="27" y="0"/>
                    <a:pt x="17" y="2"/>
                  </a:cubicBezTo>
                  <a:cubicBezTo>
                    <a:pt x="7" y="3"/>
                    <a:pt x="0" y="13"/>
                    <a:pt x="2" y="23"/>
                  </a:cubicBezTo>
                  <a:cubicBezTo>
                    <a:pt x="3" y="33"/>
                    <a:pt x="12" y="41"/>
                    <a:pt x="22"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07" name="Freeform 502"/>
            <p:cNvSpPr/>
            <p:nvPr/>
          </p:nvSpPr>
          <p:spPr bwMode="auto">
            <a:xfrm>
              <a:off x="6401104" y="11710766"/>
              <a:ext cx="100013" cy="96838"/>
            </a:xfrm>
            <a:custGeom>
              <a:avLst/>
              <a:gdLst>
                <a:gd name="T0" fmla="*/ 20 w 37"/>
                <a:gd name="T1" fmla="*/ 35 h 36"/>
                <a:gd name="T2" fmla="*/ 36 w 37"/>
                <a:gd name="T3" fmla="*/ 16 h 36"/>
                <a:gd name="T4" fmla="*/ 16 w 37"/>
                <a:gd name="T5" fmla="*/ 1 h 36"/>
                <a:gd name="T6" fmla="*/ 1 w 37"/>
                <a:gd name="T7" fmla="*/ 20 h 36"/>
                <a:gd name="T8" fmla="*/ 20 w 37"/>
                <a:gd name="T9" fmla="*/ 35 h 36"/>
              </a:gdLst>
              <a:ahLst/>
              <a:cxnLst>
                <a:cxn ang="0">
                  <a:pos x="T0" y="T1"/>
                </a:cxn>
                <a:cxn ang="0">
                  <a:pos x="T2" y="T3"/>
                </a:cxn>
                <a:cxn ang="0">
                  <a:pos x="T4" y="T5"/>
                </a:cxn>
                <a:cxn ang="0">
                  <a:pos x="T6" y="T7"/>
                </a:cxn>
                <a:cxn ang="0">
                  <a:pos x="T8" y="T9"/>
                </a:cxn>
              </a:cxnLst>
              <a:rect l="0" t="0" r="r" b="b"/>
              <a:pathLst>
                <a:path w="37" h="36">
                  <a:moveTo>
                    <a:pt x="20" y="35"/>
                  </a:moveTo>
                  <a:cubicBezTo>
                    <a:pt x="30" y="34"/>
                    <a:pt x="37" y="25"/>
                    <a:pt x="36" y="16"/>
                  </a:cubicBezTo>
                  <a:cubicBezTo>
                    <a:pt x="35" y="6"/>
                    <a:pt x="26" y="0"/>
                    <a:pt x="16" y="1"/>
                  </a:cubicBezTo>
                  <a:cubicBezTo>
                    <a:pt x="7" y="2"/>
                    <a:pt x="0" y="11"/>
                    <a:pt x="1" y="20"/>
                  </a:cubicBezTo>
                  <a:cubicBezTo>
                    <a:pt x="2" y="29"/>
                    <a:pt x="11" y="36"/>
                    <a:pt x="2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08" name="Freeform 503"/>
            <p:cNvSpPr/>
            <p:nvPr/>
          </p:nvSpPr>
          <p:spPr bwMode="auto">
            <a:xfrm>
              <a:off x="6189967" y="11742516"/>
              <a:ext cx="100013" cy="87313"/>
            </a:xfrm>
            <a:custGeom>
              <a:avLst/>
              <a:gdLst>
                <a:gd name="T0" fmla="*/ 20 w 37"/>
                <a:gd name="T1" fmla="*/ 31 h 32"/>
                <a:gd name="T2" fmla="*/ 36 w 37"/>
                <a:gd name="T3" fmla="*/ 14 h 32"/>
                <a:gd name="T4" fmla="*/ 17 w 37"/>
                <a:gd name="T5" fmla="*/ 1 h 32"/>
                <a:gd name="T6" fmla="*/ 1 w 37"/>
                <a:gd name="T7" fmla="*/ 18 h 32"/>
                <a:gd name="T8" fmla="*/ 20 w 37"/>
                <a:gd name="T9" fmla="*/ 31 h 32"/>
              </a:gdLst>
              <a:ahLst/>
              <a:cxnLst>
                <a:cxn ang="0">
                  <a:pos x="T0" y="T1"/>
                </a:cxn>
                <a:cxn ang="0">
                  <a:pos x="T2" y="T3"/>
                </a:cxn>
                <a:cxn ang="0">
                  <a:pos x="T4" y="T5"/>
                </a:cxn>
                <a:cxn ang="0">
                  <a:pos x="T6" y="T7"/>
                </a:cxn>
                <a:cxn ang="0">
                  <a:pos x="T8" y="T9"/>
                </a:cxn>
              </a:cxnLst>
              <a:rect l="0" t="0" r="r" b="b"/>
              <a:pathLst>
                <a:path w="37" h="32">
                  <a:moveTo>
                    <a:pt x="20" y="31"/>
                  </a:moveTo>
                  <a:cubicBezTo>
                    <a:pt x="29" y="31"/>
                    <a:pt x="37" y="23"/>
                    <a:pt x="36" y="14"/>
                  </a:cubicBezTo>
                  <a:cubicBezTo>
                    <a:pt x="35" y="6"/>
                    <a:pt x="27" y="0"/>
                    <a:pt x="17" y="1"/>
                  </a:cubicBezTo>
                  <a:cubicBezTo>
                    <a:pt x="8" y="2"/>
                    <a:pt x="0" y="10"/>
                    <a:pt x="1" y="18"/>
                  </a:cubicBezTo>
                  <a:cubicBezTo>
                    <a:pt x="2" y="26"/>
                    <a:pt x="10" y="32"/>
                    <a:pt x="20"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09" name="Freeform 504"/>
            <p:cNvSpPr/>
            <p:nvPr/>
          </p:nvSpPr>
          <p:spPr bwMode="auto">
            <a:xfrm>
              <a:off x="5977242" y="11779028"/>
              <a:ext cx="101600" cy="76200"/>
            </a:xfrm>
            <a:custGeom>
              <a:avLst/>
              <a:gdLst>
                <a:gd name="T0" fmla="*/ 20 w 37"/>
                <a:gd name="T1" fmla="*/ 27 h 28"/>
                <a:gd name="T2" fmla="*/ 36 w 37"/>
                <a:gd name="T3" fmla="*/ 12 h 28"/>
                <a:gd name="T4" fmla="*/ 17 w 37"/>
                <a:gd name="T5" fmla="*/ 1 h 28"/>
                <a:gd name="T6" fmla="*/ 1 w 37"/>
                <a:gd name="T7" fmla="*/ 17 h 28"/>
                <a:gd name="T8" fmla="*/ 20 w 37"/>
                <a:gd name="T9" fmla="*/ 27 h 28"/>
              </a:gdLst>
              <a:ahLst/>
              <a:cxnLst>
                <a:cxn ang="0">
                  <a:pos x="T0" y="T1"/>
                </a:cxn>
                <a:cxn ang="0">
                  <a:pos x="T2" y="T3"/>
                </a:cxn>
                <a:cxn ang="0">
                  <a:pos x="T4" y="T5"/>
                </a:cxn>
                <a:cxn ang="0">
                  <a:pos x="T6" y="T7"/>
                </a:cxn>
                <a:cxn ang="0">
                  <a:pos x="T8" y="T9"/>
                </a:cxn>
              </a:cxnLst>
              <a:rect l="0" t="0" r="r" b="b"/>
              <a:pathLst>
                <a:path w="37" h="28">
                  <a:moveTo>
                    <a:pt x="20" y="27"/>
                  </a:moveTo>
                  <a:cubicBezTo>
                    <a:pt x="30" y="26"/>
                    <a:pt x="37" y="19"/>
                    <a:pt x="36" y="12"/>
                  </a:cubicBezTo>
                  <a:cubicBezTo>
                    <a:pt x="35" y="5"/>
                    <a:pt x="27" y="0"/>
                    <a:pt x="17" y="1"/>
                  </a:cubicBezTo>
                  <a:cubicBezTo>
                    <a:pt x="7" y="3"/>
                    <a:pt x="0" y="10"/>
                    <a:pt x="1" y="17"/>
                  </a:cubicBezTo>
                  <a:cubicBezTo>
                    <a:pt x="2" y="23"/>
                    <a:pt x="10" y="28"/>
                    <a:pt x="20"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10" name="Freeform 505"/>
            <p:cNvSpPr/>
            <p:nvPr/>
          </p:nvSpPr>
          <p:spPr bwMode="auto">
            <a:xfrm>
              <a:off x="12082767" y="9532716"/>
              <a:ext cx="93663" cy="60325"/>
            </a:xfrm>
            <a:custGeom>
              <a:avLst/>
              <a:gdLst>
                <a:gd name="T0" fmla="*/ 3 w 35"/>
                <a:gd name="T1" fmla="*/ 16 h 22"/>
                <a:gd name="T2" fmla="*/ 8 w 35"/>
                <a:gd name="T3" fmla="*/ 19 h 22"/>
                <a:gd name="T4" fmla="*/ 35 w 35"/>
                <a:gd name="T5" fmla="*/ 6 h 22"/>
                <a:gd name="T6" fmla="*/ 27 w 35"/>
                <a:gd name="T7" fmla="*/ 0 h 22"/>
                <a:gd name="T8" fmla="*/ 3 w 35"/>
                <a:gd name="T9" fmla="*/ 16 h 22"/>
              </a:gdLst>
              <a:ahLst/>
              <a:cxnLst>
                <a:cxn ang="0">
                  <a:pos x="T0" y="T1"/>
                </a:cxn>
                <a:cxn ang="0">
                  <a:pos x="T2" y="T3"/>
                </a:cxn>
                <a:cxn ang="0">
                  <a:pos x="T4" y="T5"/>
                </a:cxn>
                <a:cxn ang="0">
                  <a:pos x="T6" y="T7"/>
                </a:cxn>
                <a:cxn ang="0">
                  <a:pos x="T8" y="T9"/>
                </a:cxn>
              </a:cxnLst>
              <a:rect l="0" t="0" r="r" b="b"/>
              <a:pathLst>
                <a:path w="35" h="22">
                  <a:moveTo>
                    <a:pt x="3" y="16"/>
                  </a:moveTo>
                  <a:cubicBezTo>
                    <a:pt x="0" y="21"/>
                    <a:pt x="1" y="22"/>
                    <a:pt x="8" y="19"/>
                  </a:cubicBezTo>
                  <a:cubicBezTo>
                    <a:pt x="15" y="16"/>
                    <a:pt x="22" y="10"/>
                    <a:pt x="35" y="6"/>
                  </a:cubicBezTo>
                  <a:cubicBezTo>
                    <a:pt x="34" y="3"/>
                    <a:pt x="32" y="1"/>
                    <a:pt x="27" y="0"/>
                  </a:cubicBezTo>
                  <a:cubicBezTo>
                    <a:pt x="13" y="3"/>
                    <a:pt x="6" y="11"/>
                    <a:pt x="3"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11" name="Freeform 506"/>
            <p:cNvSpPr/>
            <p:nvPr/>
          </p:nvSpPr>
          <p:spPr bwMode="auto">
            <a:xfrm>
              <a:off x="124129" y="13323666"/>
              <a:ext cx="85725" cy="169863"/>
            </a:xfrm>
            <a:custGeom>
              <a:avLst/>
              <a:gdLst>
                <a:gd name="T0" fmla="*/ 28 w 32"/>
                <a:gd name="T1" fmla="*/ 34 h 63"/>
                <a:gd name="T2" fmla="*/ 26 w 32"/>
                <a:gd name="T3" fmla="*/ 3 h 63"/>
                <a:gd name="T4" fmla="*/ 0 w 32"/>
                <a:gd name="T5" fmla="*/ 24 h 63"/>
                <a:gd name="T6" fmla="*/ 5 w 32"/>
                <a:gd name="T7" fmla="*/ 63 h 63"/>
                <a:gd name="T8" fmla="*/ 28 w 32"/>
                <a:gd name="T9" fmla="*/ 34 h 63"/>
              </a:gdLst>
              <a:ahLst/>
              <a:cxnLst>
                <a:cxn ang="0">
                  <a:pos x="T0" y="T1"/>
                </a:cxn>
                <a:cxn ang="0">
                  <a:pos x="T2" y="T3"/>
                </a:cxn>
                <a:cxn ang="0">
                  <a:pos x="T4" y="T5"/>
                </a:cxn>
                <a:cxn ang="0">
                  <a:pos x="T6" y="T7"/>
                </a:cxn>
                <a:cxn ang="0">
                  <a:pos x="T8" y="T9"/>
                </a:cxn>
              </a:cxnLst>
              <a:rect l="0" t="0" r="r" b="b"/>
              <a:pathLst>
                <a:path w="32" h="63">
                  <a:moveTo>
                    <a:pt x="28" y="34"/>
                  </a:moveTo>
                  <a:cubicBezTo>
                    <a:pt x="32" y="18"/>
                    <a:pt x="31" y="6"/>
                    <a:pt x="26" y="3"/>
                  </a:cubicBezTo>
                  <a:cubicBezTo>
                    <a:pt x="20" y="0"/>
                    <a:pt x="13" y="6"/>
                    <a:pt x="0" y="24"/>
                  </a:cubicBezTo>
                  <a:cubicBezTo>
                    <a:pt x="0" y="35"/>
                    <a:pt x="1" y="49"/>
                    <a:pt x="5" y="63"/>
                  </a:cubicBezTo>
                  <a:cubicBezTo>
                    <a:pt x="15" y="60"/>
                    <a:pt x="23" y="51"/>
                    <a:pt x="28"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12" name="Freeform 507"/>
            <p:cNvSpPr/>
            <p:nvPr/>
          </p:nvSpPr>
          <p:spPr bwMode="auto">
            <a:xfrm>
              <a:off x="12035142" y="9489853"/>
              <a:ext cx="98425" cy="68263"/>
            </a:xfrm>
            <a:custGeom>
              <a:avLst/>
              <a:gdLst>
                <a:gd name="T0" fmla="*/ 4 w 36"/>
                <a:gd name="T1" fmla="*/ 25 h 25"/>
                <a:gd name="T2" fmla="*/ 30 w 36"/>
                <a:gd name="T3" fmla="*/ 10 h 25"/>
                <a:gd name="T4" fmla="*/ 35 w 36"/>
                <a:gd name="T5" fmla="*/ 6 h 25"/>
                <a:gd name="T6" fmla="*/ 27 w 36"/>
                <a:gd name="T7" fmla="*/ 0 h 25"/>
                <a:gd name="T8" fmla="*/ 17 w 36"/>
                <a:gd name="T9" fmla="*/ 6 h 25"/>
                <a:gd name="T10" fmla="*/ 4 w 36"/>
                <a:gd name="T11" fmla="*/ 25 h 25"/>
              </a:gdLst>
              <a:ahLst/>
              <a:cxnLst>
                <a:cxn ang="0">
                  <a:pos x="T0" y="T1"/>
                </a:cxn>
                <a:cxn ang="0">
                  <a:pos x="T2" y="T3"/>
                </a:cxn>
                <a:cxn ang="0">
                  <a:pos x="T4" y="T5"/>
                </a:cxn>
                <a:cxn ang="0">
                  <a:pos x="T6" y="T7"/>
                </a:cxn>
                <a:cxn ang="0">
                  <a:pos x="T8" y="T9"/>
                </a:cxn>
                <a:cxn ang="0">
                  <a:pos x="T10" y="T11"/>
                </a:cxn>
              </a:cxnLst>
              <a:rect l="0" t="0" r="r" b="b"/>
              <a:pathLst>
                <a:path w="36" h="25">
                  <a:moveTo>
                    <a:pt x="4" y="25"/>
                  </a:moveTo>
                  <a:cubicBezTo>
                    <a:pt x="8" y="25"/>
                    <a:pt x="19" y="16"/>
                    <a:pt x="30" y="10"/>
                  </a:cubicBezTo>
                  <a:cubicBezTo>
                    <a:pt x="33" y="8"/>
                    <a:pt x="36" y="6"/>
                    <a:pt x="35" y="6"/>
                  </a:cubicBezTo>
                  <a:cubicBezTo>
                    <a:pt x="34" y="3"/>
                    <a:pt x="32" y="1"/>
                    <a:pt x="27" y="0"/>
                  </a:cubicBezTo>
                  <a:cubicBezTo>
                    <a:pt x="23" y="1"/>
                    <a:pt x="20" y="3"/>
                    <a:pt x="17" y="6"/>
                  </a:cubicBezTo>
                  <a:cubicBezTo>
                    <a:pt x="6" y="14"/>
                    <a:pt x="0" y="25"/>
                    <a:pt x="4"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13" name="Freeform 508"/>
            <p:cNvSpPr/>
            <p:nvPr/>
          </p:nvSpPr>
          <p:spPr bwMode="auto">
            <a:xfrm>
              <a:off x="12027204" y="9627966"/>
              <a:ext cx="128588" cy="138113"/>
            </a:xfrm>
            <a:custGeom>
              <a:avLst/>
              <a:gdLst>
                <a:gd name="T0" fmla="*/ 40 w 47"/>
                <a:gd name="T1" fmla="*/ 2 h 51"/>
                <a:gd name="T2" fmla="*/ 25 w 47"/>
                <a:gd name="T3" fmla="*/ 14 h 51"/>
                <a:gd name="T4" fmla="*/ 1 w 47"/>
                <a:gd name="T5" fmla="*/ 50 h 51"/>
                <a:gd name="T6" fmla="*/ 11 w 47"/>
                <a:gd name="T7" fmla="*/ 39 h 51"/>
                <a:gd name="T8" fmla="*/ 44 w 47"/>
                <a:gd name="T9" fmla="*/ 4 h 51"/>
                <a:gd name="T10" fmla="*/ 40 w 47"/>
                <a:gd name="T11" fmla="*/ 2 h 51"/>
              </a:gdLst>
              <a:ahLst/>
              <a:cxnLst>
                <a:cxn ang="0">
                  <a:pos x="T0" y="T1"/>
                </a:cxn>
                <a:cxn ang="0">
                  <a:pos x="T2" y="T3"/>
                </a:cxn>
                <a:cxn ang="0">
                  <a:pos x="T4" y="T5"/>
                </a:cxn>
                <a:cxn ang="0">
                  <a:pos x="T6" y="T7"/>
                </a:cxn>
                <a:cxn ang="0">
                  <a:pos x="T8" y="T9"/>
                </a:cxn>
                <a:cxn ang="0">
                  <a:pos x="T10" y="T11"/>
                </a:cxn>
              </a:cxnLst>
              <a:rect l="0" t="0" r="r" b="b"/>
              <a:pathLst>
                <a:path w="47" h="51">
                  <a:moveTo>
                    <a:pt x="40" y="2"/>
                  </a:moveTo>
                  <a:cubicBezTo>
                    <a:pt x="36" y="4"/>
                    <a:pt x="31" y="8"/>
                    <a:pt x="25" y="14"/>
                  </a:cubicBezTo>
                  <a:cubicBezTo>
                    <a:pt x="10" y="29"/>
                    <a:pt x="0" y="47"/>
                    <a:pt x="1" y="50"/>
                  </a:cubicBezTo>
                  <a:cubicBezTo>
                    <a:pt x="2" y="51"/>
                    <a:pt x="5" y="47"/>
                    <a:pt x="11" y="39"/>
                  </a:cubicBezTo>
                  <a:cubicBezTo>
                    <a:pt x="22" y="25"/>
                    <a:pt x="33" y="12"/>
                    <a:pt x="44" y="4"/>
                  </a:cubicBezTo>
                  <a:cubicBezTo>
                    <a:pt x="47" y="0"/>
                    <a:pt x="44" y="0"/>
                    <a:pt x="4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14" name="Freeform 509"/>
            <p:cNvSpPr/>
            <p:nvPr/>
          </p:nvSpPr>
          <p:spPr bwMode="auto">
            <a:xfrm>
              <a:off x="11797017" y="9943878"/>
              <a:ext cx="122238" cy="265113"/>
            </a:xfrm>
            <a:custGeom>
              <a:avLst/>
              <a:gdLst>
                <a:gd name="T0" fmla="*/ 24 w 45"/>
                <a:gd name="T1" fmla="*/ 38 h 98"/>
                <a:gd name="T2" fmla="*/ 0 w 45"/>
                <a:gd name="T3" fmla="*/ 96 h 98"/>
                <a:gd name="T4" fmla="*/ 8 w 45"/>
                <a:gd name="T5" fmla="*/ 81 h 98"/>
                <a:gd name="T6" fmla="*/ 45 w 45"/>
                <a:gd name="T7" fmla="*/ 6 h 98"/>
                <a:gd name="T8" fmla="*/ 24 w 45"/>
                <a:gd name="T9" fmla="*/ 38 h 98"/>
              </a:gdLst>
              <a:ahLst/>
              <a:cxnLst>
                <a:cxn ang="0">
                  <a:pos x="T0" y="T1"/>
                </a:cxn>
                <a:cxn ang="0">
                  <a:pos x="T2" y="T3"/>
                </a:cxn>
                <a:cxn ang="0">
                  <a:pos x="T4" y="T5"/>
                </a:cxn>
                <a:cxn ang="0">
                  <a:pos x="T6" y="T7"/>
                </a:cxn>
                <a:cxn ang="0">
                  <a:pos x="T8" y="T9"/>
                </a:cxn>
              </a:cxnLst>
              <a:rect l="0" t="0" r="r" b="b"/>
              <a:pathLst>
                <a:path w="45" h="98">
                  <a:moveTo>
                    <a:pt x="24" y="38"/>
                  </a:moveTo>
                  <a:cubicBezTo>
                    <a:pt x="10" y="66"/>
                    <a:pt x="0" y="91"/>
                    <a:pt x="0" y="96"/>
                  </a:cubicBezTo>
                  <a:cubicBezTo>
                    <a:pt x="0" y="98"/>
                    <a:pt x="3" y="92"/>
                    <a:pt x="8" y="81"/>
                  </a:cubicBezTo>
                  <a:cubicBezTo>
                    <a:pt x="20" y="56"/>
                    <a:pt x="32" y="31"/>
                    <a:pt x="45" y="6"/>
                  </a:cubicBezTo>
                  <a:cubicBezTo>
                    <a:pt x="45" y="0"/>
                    <a:pt x="37" y="12"/>
                    <a:pt x="24"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15" name="Freeform 510"/>
            <p:cNvSpPr/>
            <p:nvPr/>
          </p:nvSpPr>
          <p:spPr bwMode="auto">
            <a:xfrm>
              <a:off x="11558892" y="10442353"/>
              <a:ext cx="127000" cy="271463"/>
            </a:xfrm>
            <a:custGeom>
              <a:avLst/>
              <a:gdLst>
                <a:gd name="T0" fmla="*/ 45 w 47"/>
                <a:gd name="T1" fmla="*/ 4 h 100"/>
                <a:gd name="T2" fmla="*/ 36 w 47"/>
                <a:gd name="T3" fmla="*/ 20 h 100"/>
                <a:gd name="T4" fmla="*/ 11 w 47"/>
                <a:gd name="T5" fmla="*/ 71 h 100"/>
                <a:gd name="T6" fmla="*/ 0 w 47"/>
                <a:gd name="T7" fmla="*/ 99 h 100"/>
                <a:gd name="T8" fmla="*/ 9 w 47"/>
                <a:gd name="T9" fmla="*/ 84 h 100"/>
                <a:gd name="T10" fmla="*/ 45 w 47"/>
                <a:gd name="T11" fmla="*/ 8 h 100"/>
                <a:gd name="T12" fmla="*/ 45 w 47"/>
                <a:gd name="T13" fmla="*/ 4 h 100"/>
              </a:gdLst>
              <a:ahLst/>
              <a:cxnLst>
                <a:cxn ang="0">
                  <a:pos x="T0" y="T1"/>
                </a:cxn>
                <a:cxn ang="0">
                  <a:pos x="T2" y="T3"/>
                </a:cxn>
                <a:cxn ang="0">
                  <a:pos x="T4" y="T5"/>
                </a:cxn>
                <a:cxn ang="0">
                  <a:pos x="T6" y="T7"/>
                </a:cxn>
                <a:cxn ang="0">
                  <a:pos x="T8" y="T9"/>
                </a:cxn>
                <a:cxn ang="0">
                  <a:pos x="T10" y="T11"/>
                </a:cxn>
                <a:cxn ang="0">
                  <a:pos x="T12" y="T13"/>
                </a:cxn>
              </a:cxnLst>
              <a:rect l="0" t="0" r="r" b="b"/>
              <a:pathLst>
                <a:path w="47" h="100">
                  <a:moveTo>
                    <a:pt x="45" y="4"/>
                  </a:moveTo>
                  <a:cubicBezTo>
                    <a:pt x="42" y="8"/>
                    <a:pt x="39" y="13"/>
                    <a:pt x="36" y="20"/>
                  </a:cubicBezTo>
                  <a:cubicBezTo>
                    <a:pt x="28" y="35"/>
                    <a:pt x="19" y="54"/>
                    <a:pt x="11" y="71"/>
                  </a:cubicBezTo>
                  <a:cubicBezTo>
                    <a:pt x="3" y="89"/>
                    <a:pt x="0" y="98"/>
                    <a:pt x="0" y="99"/>
                  </a:cubicBezTo>
                  <a:cubicBezTo>
                    <a:pt x="1" y="100"/>
                    <a:pt x="4" y="94"/>
                    <a:pt x="9" y="84"/>
                  </a:cubicBezTo>
                  <a:cubicBezTo>
                    <a:pt x="20" y="60"/>
                    <a:pt x="32" y="35"/>
                    <a:pt x="45" y="8"/>
                  </a:cubicBezTo>
                  <a:cubicBezTo>
                    <a:pt x="46" y="2"/>
                    <a:pt x="47" y="0"/>
                    <a:pt x="4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16" name="Freeform 511"/>
            <p:cNvSpPr/>
            <p:nvPr/>
          </p:nvSpPr>
          <p:spPr bwMode="auto">
            <a:xfrm>
              <a:off x="6917042" y="11499628"/>
              <a:ext cx="100013" cy="120650"/>
            </a:xfrm>
            <a:custGeom>
              <a:avLst/>
              <a:gdLst>
                <a:gd name="T0" fmla="*/ 21 w 37"/>
                <a:gd name="T1" fmla="*/ 43 h 45"/>
                <a:gd name="T2" fmla="*/ 36 w 37"/>
                <a:gd name="T3" fmla="*/ 18 h 45"/>
                <a:gd name="T4" fmla="*/ 17 w 37"/>
                <a:gd name="T5" fmla="*/ 2 h 45"/>
                <a:gd name="T6" fmla="*/ 1 w 37"/>
                <a:gd name="T7" fmla="*/ 26 h 45"/>
                <a:gd name="T8" fmla="*/ 21 w 37"/>
                <a:gd name="T9" fmla="*/ 43 h 45"/>
              </a:gdLst>
              <a:ahLst/>
              <a:cxnLst>
                <a:cxn ang="0">
                  <a:pos x="T0" y="T1"/>
                </a:cxn>
                <a:cxn ang="0">
                  <a:pos x="T2" y="T3"/>
                </a:cxn>
                <a:cxn ang="0">
                  <a:pos x="T4" y="T5"/>
                </a:cxn>
                <a:cxn ang="0">
                  <a:pos x="T6" y="T7"/>
                </a:cxn>
                <a:cxn ang="0">
                  <a:pos x="T8" y="T9"/>
                </a:cxn>
              </a:cxnLst>
              <a:rect l="0" t="0" r="r" b="b"/>
              <a:pathLst>
                <a:path w="37" h="45">
                  <a:moveTo>
                    <a:pt x="21" y="43"/>
                  </a:moveTo>
                  <a:cubicBezTo>
                    <a:pt x="30" y="41"/>
                    <a:pt x="37" y="30"/>
                    <a:pt x="36" y="18"/>
                  </a:cubicBezTo>
                  <a:cubicBezTo>
                    <a:pt x="34" y="7"/>
                    <a:pt x="26" y="0"/>
                    <a:pt x="17" y="2"/>
                  </a:cubicBezTo>
                  <a:cubicBezTo>
                    <a:pt x="7" y="4"/>
                    <a:pt x="0" y="14"/>
                    <a:pt x="1" y="26"/>
                  </a:cubicBezTo>
                  <a:cubicBezTo>
                    <a:pt x="2" y="37"/>
                    <a:pt x="11" y="45"/>
                    <a:pt x="21"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17" name="Freeform 512"/>
            <p:cNvSpPr/>
            <p:nvPr/>
          </p:nvSpPr>
          <p:spPr bwMode="auto">
            <a:xfrm>
              <a:off x="6702729" y="11542491"/>
              <a:ext cx="103188" cy="115888"/>
            </a:xfrm>
            <a:custGeom>
              <a:avLst/>
              <a:gdLst>
                <a:gd name="T0" fmla="*/ 23 w 38"/>
                <a:gd name="T1" fmla="*/ 40 h 43"/>
                <a:gd name="T2" fmla="*/ 37 w 38"/>
                <a:gd name="T3" fmla="*/ 18 h 43"/>
                <a:gd name="T4" fmla="*/ 17 w 38"/>
                <a:gd name="T5" fmla="*/ 3 h 43"/>
                <a:gd name="T6" fmla="*/ 2 w 38"/>
                <a:gd name="T7" fmla="*/ 26 h 43"/>
                <a:gd name="T8" fmla="*/ 23 w 38"/>
                <a:gd name="T9" fmla="*/ 40 h 43"/>
              </a:gdLst>
              <a:ahLst/>
              <a:cxnLst>
                <a:cxn ang="0">
                  <a:pos x="T0" y="T1"/>
                </a:cxn>
                <a:cxn ang="0">
                  <a:pos x="T2" y="T3"/>
                </a:cxn>
                <a:cxn ang="0">
                  <a:pos x="T4" y="T5"/>
                </a:cxn>
                <a:cxn ang="0">
                  <a:pos x="T6" y="T7"/>
                </a:cxn>
                <a:cxn ang="0">
                  <a:pos x="T8" y="T9"/>
                </a:cxn>
              </a:cxnLst>
              <a:rect l="0" t="0" r="r" b="b"/>
              <a:pathLst>
                <a:path w="38" h="43">
                  <a:moveTo>
                    <a:pt x="23" y="40"/>
                  </a:moveTo>
                  <a:cubicBezTo>
                    <a:pt x="32" y="38"/>
                    <a:pt x="38" y="28"/>
                    <a:pt x="37" y="18"/>
                  </a:cubicBezTo>
                  <a:cubicBezTo>
                    <a:pt x="36" y="7"/>
                    <a:pt x="27" y="0"/>
                    <a:pt x="17" y="3"/>
                  </a:cubicBezTo>
                  <a:cubicBezTo>
                    <a:pt x="7" y="5"/>
                    <a:pt x="0" y="16"/>
                    <a:pt x="2" y="26"/>
                  </a:cubicBezTo>
                  <a:cubicBezTo>
                    <a:pt x="4" y="36"/>
                    <a:pt x="13" y="43"/>
                    <a:pt x="23"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18" name="Freeform 513"/>
            <p:cNvSpPr/>
            <p:nvPr/>
          </p:nvSpPr>
          <p:spPr bwMode="auto">
            <a:xfrm>
              <a:off x="6493179" y="11588528"/>
              <a:ext cx="101600" cy="103188"/>
            </a:xfrm>
            <a:custGeom>
              <a:avLst/>
              <a:gdLst>
                <a:gd name="T0" fmla="*/ 21 w 37"/>
                <a:gd name="T1" fmla="*/ 36 h 38"/>
                <a:gd name="T2" fmla="*/ 36 w 37"/>
                <a:gd name="T3" fmla="*/ 17 h 38"/>
                <a:gd name="T4" fmla="*/ 17 w 37"/>
                <a:gd name="T5" fmla="*/ 2 h 38"/>
                <a:gd name="T6" fmla="*/ 1 w 37"/>
                <a:gd name="T7" fmla="*/ 22 h 38"/>
                <a:gd name="T8" fmla="*/ 21 w 37"/>
                <a:gd name="T9" fmla="*/ 36 h 38"/>
              </a:gdLst>
              <a:ahLst/>
              <a:cxnLst>
                <a:cxn ang="0">
                  <a:pos x="T0" y="T1"/>
                </a:cxn>
                <a:cxn ang="0">
                  <a:pos x="T2" y="T3"/>
                </a:cxn>
                <a:cxn ang="0">
                  <a:pos x="T4" y="T5"/>
                </a:cxn>
                <a:cxn ang="0">
                  <a:pos x="T6" y="T7"/>
                </a:cxn>
                <a:cxn ang="0">
                  <a:pos x="T8" y="T9"/>
                </a:cxn>
              </a:cxnLst>
              <a:rect l="0" t="0" r="r" b="b"/>
              <a:pathLst>
                <a:path w="37" h="38">
                  <a:moveTo>
                    <a:pt x="21" y="36"/>
                  </a:moveTo>
                  <a:cubicBezTo>
                    <a:pt x="30" y="35"/>
                    <a:pt x="37" y="26"/>
                    <a:pt x="36" y="17"/>
                  </a:cubicBezTo>
                  <a:cubicBezTo>
                    <a:pt x="36" y="7"/>
                    <a:pt x="27" y="0"/>
                    <a:pt x="17" y="2"/>
                  </a:cubicBezTo>
                  <a:cubicBezTo>
                    <a:pt x="7" y="4"/>
                    <a:pt x="0" y="13"/>
                    <a:pt x="1" y="22"/>
                  </a:cubicBezTo>
                  <a:cubicBezTo>
                    <a:pt x="2" y="32"/>
                    <a:pt x="11" y="38"/>
                    <a:pt x="21"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19" name="Freeform 514"/>
            <p:cNvSpPr/>
            <p:nvPr/>
          </p:nvSpPr>
          <p:spPr bwMode="auto">
            <a:xfrm>
              <a:off x="6285217" y="11634566"/>
              <a:ext cx="100013" cy="92075"/>
            </a:xfrm>
            <a:custGeom>
              <a:avLst/>
              <a:gdLst>
                <a:gd name="T0" fmla="*/ 20 w 37"/>
                <a:gd name="T1" fmla="*/ 32 h 34"/>
                <a:gd name="T2" fmla="*/ 36 w 37"/>
                <a:gd name="T3" fmla="*/ 14 h 34"/>
                <a:gd name="T4" fmla="*/ 17 w 37"/>
                <a:gd name="T5" fmla="*/ 2 h 34"/>
                <a:gd name="T6" fmla="*/ 0 w 37"/>
                <a:gd name="T7" fmla="*/ 20 h 34"/>
                <a:gd name="T8" fmla="*/ 20 w 37"/>
                <a:gd name="T9" fmla="*/ 32 h 34"/>
              </a:gdLst>
              <a:ahLst/>
              <a:cxnLst>
                <a:cxn ang="0">
                  <a:pos x="T0" y="T1"/>
                </a:cxn>
                <a:cxn ang="0">
                  <a:pos x="T2" y="T3"/>
                </a:cxn>
                <a:cxn ang="0">
                  <a:pos x="T4" y="T5"/>
                </a:cxn>
                <a:cxn ang="0">
                  <a:pos x="T6" y="T7"/>
                </a:cxn>
                <a:cxn ang="0">
                  <a:pos x="T8" y="T9"/>
                </a:cxn>
              </a:cxnLst>
              <a:rect l="0" t="0" r="r" b="b"/>
              <a:pathLst>
                <a:path w="37" h="34">
                  <a:moveTo>
                    <a:pt x="20" y="32"/>
                  </a:moveTo>
                  <a:cubicBezTo>
                    <a:pt x="29" y="31"/>
                    <a:pt x="37" y="22"/>
                    <a:pt x="36" y="14"/>
                  </a:cubicBezTo>
                  <a:cubicBezTo>
                    <a:pt x="34" y="5"/>
                    <a:pt x="26" y="0"/>
                    <a:pt x="17" y="2"/>
                  </a:cubicBezTo>
                  <a:cubicBezTo>
                    <a:pt x="7" y="3"/>
                    <a:pt x="0" y="11"/>
                    <a:pt x="0" y="20"/>
                  </a:cubicBezTo>
                  <a:cubicBezTo>
                    <a:pt x="1" y="28"/>
                    <a:pt x="10" y="34"/>
                    <a:pt x="20"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20" name="Freeform 515"/>
            <p:cNvSpPr/>
            <p:nvPr/>
          </p:nvSpPr>
          <p:spPr bwMode="auto">
            <a:xfrm>
              <a:off x="6070904" y="11680603"/>
              <a:ext cx="103188" cy="80963"/>
            </a:xfrm>
            <a:custGeom>
              <a:avLst/>
              <a:gdLst>
                <a:gd name="T0" fmla="*/ 22 w 38"/>
                <a:gd name="T1" fmla="*/ 28 h 30"/>
                <a:gd name="T2" fmla="*/ 37 w 38"/>
                <a:gd name="T3" fmla="*/ 11 h 30"/>
                <a:gd name="T4" fmla="*/ 17 w 38"/>
                <a:gd name="T5" fmla="*/ 2 h 30"/>
                <a:gd name="T6" fmla="*/ 2 w 38"/>
                <a:gd name="T7" fmla="*/ 19 h 30"/>
                <a:gd name="T8" fmla="*/ 22 w 38"/>
                <a:gd name="T9" fmla="*/ 28 h 30"/>
              </a:gdLst>
              <a:ahLst/>
              <a:cxnLst>
                <a:cxn ang="0">
                  <a:pos x="T0" y="T1"/>
                </a:cxn>
                <a:cxn ang="0">
                  <a:pos x="T2" y="T3"/>
                </a:cxn>
                <a:cxn ang="0">
                  <a:pos x="T4" y="T5"/>
                </a:cxn>
                <a:cxn ang="0">
                  <a:pos x="T6" y="T7"/>
                </a:cxn>
                <a:cxn ang="0">
                  <a:pos x="T8" y="T9"/>
                </a:cxn>
              </a:cxnLst>
              <a:rect l="0" t="0" r="r" b="b"/>
              <a:pathLst>
                <a:path w="38" h="30">
                  <a:moveTo>
                    <a:pt x="22" y="28"/>
                  </a:moveTo>
                  <a:cubicBezTo>
                    <a:pt x="32" y="26"/>
                    <a:pt x="38" y="18"/>
                    <a:pt x="37" y="11"/>
                  </a:cubicBezTo>
                  <a:cubicBezTo>
                    <a:pt x="35" y="4"/>
                    <a:pt x="27" y="0"/>
                    <a:pt x="17" y="2"/>
                  </a:cubicBezTo>
                  <a:cubicBezTo>
                    <a:pt x="8" y="4"/>
                    <a:pt x="0" y="12"/>
                    <a:pt x="2" y="19"/>
                  </a:cubicBezTo>
                  <a:cubicBezTo>
                    <a:pt x="3" y="26"/>
                    <a:pt x="12" y="30"/>
                    <a:pt x="22"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21" name="Freeform 516"/>
            <p:cNvSpPr/>
            <p:nvPr/>
          </p:nvSpPr>
          <p:spPr bwMode="auto">
            <a:xfrm>
              <a:off x="5861354" y="11729816"/>
              <a:ext cx="100013" cy="69850"/>
            </a:xfrm>
            <a:custGeom>
              <a:avLst/>
              <a:gdLst>
                <a:gd name="T0" fmla="*/ 20 w 37"/>
                <a:gd name="T1" fmla="*/ 24 h 26"/>
                <a:gd name="T2" fmla="*/ 36 w 37"/>
                <a:gd name="T3" fmla="*/ 9 h 26"/>
                <a:gd name="T4" fmla="*/ 17 w 37"/>
                <a:gd name="T5" fmla="*/ 2 h 26"/>
                <a:gd name="T6" fmla="*/ 1 w 37"/>
                <a:gd name="T7" fmla="*/ 16 h 26"/>
                <a:gd name="T8" fmla="*/ 20 w 37"/>
                <a:gd name="T9" fmla="*/ 24 h 26"/>
              </a:gdLst>
              <a:ahLst/>
              <a:cxnLst>
                <a:cxn ang="0">
                  <a:pos x="T0" y="T1"/>
                </a:cxn>
                <a:cxn ang="0">
                  <a:pos x="T2" y="T3"/>
                </a:cxn>
                <a:cxn ang="0">
                  <a:pos x="T4" y="T5"/>
                </a:cxn>
                <a:cxn ang="0">
                  <a:pos x="T6" y="T7"/>
                </a:cxn>
                <a:cxn ang="0">
                  <a:pos x="T8" y="T9"/>
                </a:cxn>
              </a:cxnLst>
              <a:rect l="0" t="0" r="r" b="b"/>
              <a:pathLst>
                <a:path w="37" h="26">
                  <a:moveTo>
                    <a:pt x="20" y="24"/>
                  </a:moveTo>
                  <a:cubicBezTo>
                    <a:pt x="30" y="22"/>
                    <a:pt x="37" y="15"/>
                    <a:pt x="36" y="9"/>
                  </a:cubicBezTo>
                  <a:cubicBezTo>
                    <a:pt x="35" y="3"/>
                    <a:pt x="27" y="0"/>
                    <a:pt x="17" y="2"/>
                  </a:cubicBezTo>
                  <a:cubicBezTo>
                    <a:pt x="7" y="4"/>
                    <a:pt x="0" y="10"/>
                    <a:pt x="1" y="16"/>
                  </a:cubicBezTo>
                  <a:cubicBezTo>
                    <a:pt x="2" y="22"/>
                    <a:pt x="11" y="26"/>
                    <a:pt x="2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22" name="Freeform 517"/>
            <p:cNvSpPr/>
            <p:nvPr/>
          </p:nvSpPr>
          <p:spPr bwMode="auto">
            <a:xfrm>
              <a:off x="5651804" y="11780616"/>
              <a:ext cx="98425" cy="63500"/>
            </a:xfrm>
            <a:custGeom>
              <a:avLst/>
              <a:gdLst>
                <a:gd name="T0" fmla="*/ 19 w 36"/>
                <a:gd name="T1" fmla="*/ 21 h 23"/>
                <a:gd name="T2" fmla="*/ 35 w 36"/>
                <a:gd name="T3" fmla="*/ 7 h 23"/>
                <a:gd name="T4" fmla="*/ 17 w 36"/>
                <a:gd name="T5" fmla="*/ 2 h 23"/>
                <a:gd name="T6" fmla="*/ 0 w 36"/>
                <a:gd name="T7" fmla="*/ 15 h 23"/>
                <a:gd name="T8" fmla="*/ 19 w 36"/>
                <a:gd name="T9" fmla="*/ 21 h 23"/>
              </a:gdLst>
              <a:ahLst/>
              <a:cxnLst>
                <a:cxn ang="0">
                  <a:pos x="T0" y="T1"/>
                </a:cxn>
                <a:cxn ang="0">
                  <a:pos x="T2" y="T3"/>
                </a:cxn>
                <a:cxn ang="0">
                  <a:pos x="T4" y="T5"/>
                </a:cxn>
                <a:cxn ang="0">
                  <a:pos x="T6" y="T7"/>
                </a:cxn>
                <a:cxn ang="0">
                  <a:pos x="T8" y="T9"/>
                </a:cxn>
              </a:cxnLst>
              <a:rect l="0" t="0" r="r" b="b"/>
              <a:pathLst>
                <a:path w="36" h="23">
                  <a:moveTo>
                    <a:pt x="19" y="21"/>
                  </a:moveTo>
                  <a:cubicBezTo>
                    <a:pt x="29" y="19"/>
                    <a:pt x="36" y="13"/>
                    <a:pt x="35" y="7"/>
                  </a:cubicBezTo>
                  <a:cubicBezTo>
                    <a:pt x="35" y="2"/>
                    <a:pt x="27" y="0"/>
                    <a:pt x="17" y="2"/>
                  </a:cubicBezTo>
                  <a:cubicBezTo>
                    <a:pt x="7" y="4"/>
                    <a:pt x="0" y="10"/>
                    <a:pt x="0" y="15"/>
                  </a:cubicBezTo>
                  <a:cubicBezTo>
                    <a:pt x="0" y="20"/>
                    <a:pt x="9" y="23"/>
                    <a:pt x="1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23" name="Freeform 518"/>
            <p:cNvSpPr/>
            <p:nvPr/>
          </p:nvSpPr>
          <p:spPr bwMode="auto">
            <a:xfrm>
              <a:off x="5440667" y="11836178"/>
              <a:ext cx="96838" cy="55563"/>
            </a:xfrm>
            <a:custGeom>
              <a:avLst/>
              <a:gdLst>
                <a:gd name="T0" fmla="*/ 19 w 36"/>
                <a:gd name="T1" fmla="*/ 18 h 21"/>
                <a:gd name="T2" fmla="*/ 36 w 36"/>
                <a:gd name="T3" fmla="*/ 7 h 21"/>
                <a:gd name="T4" fmla="*/ 18 w 36"/>
                <a:gd name="T5" fmla="*/ 3 h 21"/>
                <a:gd name="T6" fmla="*/ 0 w 36"/>
                <a:gd name="T7" fmla="*/ 15 h 21"/>
                <a:gd name="T8" fmla="*/ 19 w 36"/>
                <a:gd name="T9" fmla="*/ 18 h 21"/>
              </a:gdLst>
              <a:ahLst/>
              <a:cxnLst>
                <a:cxn ang="0">
                  <a:pos x="T0" y="T1"/>
                </a:cxn>
                <a:cxn ang="0">
                  <a:pos x="T2" y="T3"/>
                </a:cxn>
                <a:cxn ang="0">
                  <a:pos x="T4" y="T5"/>
                </a:cxn>
                <a:cxn ang="0">
                  <a:pos x="T6" y="T7"/>
                </a:cxn>
                <a:cxn ang="0">
                  <a:pos x="T8" y="T9"/>
                </a:cxn>
              </a:cxnLst>
              <a:rect l="0" t="0" r="r" b="b"/>
              <a:pathLst>
                <a:path w="36" h="21">
                  <a:moveTo>
                    <a:pt x="19" y="18"/>
                  </a:moveTo>
                  <a:cubicBezTo>
                    <a:pt x="28" y="16"/>
                    <a:pt x="35" y="12"/>
                    <a:pt x="36" y="7"/>
                  </a:cubicBezTo>
                  <a:cubicBezTo>
                    <a:pt x="36" y="2"/>
                    <a:pt x="28" y="0"/>
                    <a:pt x="18" y="3"/>
                  </a:cubicBezTo>
                  <a:cubicBezTo>
                    <a:pt x="8" y="5"/>
                    <a:pt x="0" y="11"/>
                    <a:pt x="0" y="15"/>
                  </a:cubicBezTo>
                  <a:cubicBezTo>
                    <a:pt x="0" y="19"/>
                    <a:pt x="9" y="21"/>
                    <a:pt x="19"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24" name="Freeform 519"/>
            <p:cNvSpPr/>
            <p:nvPr/>
          </p:nvSpPr>
          <p:spPr bwMode="auto">
            <a:xfrm>
              <a:off x="5226354" y="11898091"/>
              <a:ext cx="103188" cy="49213"/>
            </a:xfrm>
            <a:custGeom>
              <a:avLst/>
              <a:gdLst>
                <a:gd name="T0" fmla="*/ 21 w 38"/>
                <a:gd name="T1" fmla="*/ 15 h 18"/>
                <a:gd name="T2" fmla="*/ 37 w 38"/>
                <a:gd name="T3" fmla="*/ 4 h 18"/>
                <a:gd name="T4" fmla="*/ 18 w 38"/>
                <a:gd name="T5" fmla="*/ 3 h 18"/>
                <a:gd name="T6" fmla="*/ 1 w 38"/>
                <a:gd name="T7" fmla="*/ 14 h 18"/>
                <a:gd name="T8" fmla="*/ 21 w 38"/>
                <a:gd name="T9" fmla="*/ 15 h 18"/>
              </a:gdLst>
              <a:ahLst/>
              <a:cxnLst>
                <a:cxn ang="0">
                  <a:pos x="T0" y="T1"/>
                </a:cxn>
                <a:cxn ang="0">
                  <a:pos x="T2" y="T3"/>
                </a:cxn>
                <a:cxn ang="0">
                  <a:pos x="T4" y="T5"/>
                </a:cxn>
                <a:cxn ang="0">
                  <a:pos x="T6" y="T7"/>
                </a:cxn>
                <a:cxn ang="0">
                  <a:pos x="T8" y="T9"/>
                </a:cxn>
              </a:cxnLst>
              <a:rect l="0" t="0" r="r" b="b"/>
              <a:pathLst>
                <a:path w="38" h="18">
                  <a:moveTo>
                    <a:pt x="21" y="15"/>
                  </a:moveTo>
                  <a:cubicBezTo>
                    <a:pt x="31" y="13"/>
                    <a:pt x="38" y="7"/>
                    <a:pt x="37" y="4"/>
                  </a:cubicBezTo>
                  <a:cubicBezTo>
                    <a:pt x="35" y="0"/>
                    <a:pt x="27" y="0"/>
                    <a:pt x="18" y="3"/>
                  </a:cubicBezTo>
                  <a:cubicBezTo>
                    <a:pt x="8" y="5"/>
                    <a:pt x="0" y="11"/>
                    <a:pt x="1" y="14"/>
                  </a:cubicBezTo>
                  <a:cubicBezTo>
                    <a:pt x="2" y="17"/>
                    <a:pt x="11" y="18"/>
                    <a:pt x="2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25" name="Freeform 520"/>
            <p:cNvSpPr/>
            <p:nvPr/>
          </p:nvSpPr>
          <p:spPr bwMode="auto">
            <a:xfrm>
              <a:off x="5015217" y="11958416"/>
              <a:ext cx="100013" cy="42863"/>
            </a:xfrm>
            <a:custGeom>
              <a:avLst/>
              <a:gdLst>
                <a:gd name="T0" fmla="*/ 22 w 37"/>
                <a:gd name="T1" fmla="*/ 14 h 16"/>
                <a:gd name="T2" fmla="*/ 37 w 37"/>
                <a:gd name="T3" fmla="*/ 4 h 16"/>
                <a:gd name="T4" fmla="*/ 18 w 37"/>
                <a:gd name="T5" fmla="*/ 3 h 16"/>
                <a:gd name="T6" fmla="*/ 2 w 37"/>
                <a:gd name="T7" fmla="*/ 14 h 16"/>
                <a:gd name="T8" fmla="*/ 22 w 37"/>
                <a:gd name="T9" fmla="*/ 14 h 16"/>
              </a:gdLst>
              <a:ahLst/>
              <a:cxnLst>
                <a:cxn ang="0">
                  <a:pos x="T0" y="T1"/>
                </a:cxn>
                <a:cxn ang="0">
                  <a:pos x="T2" y="T3"/>
                </a:cxn>
                <a:cxn ang="0">
                  <a:pos x="T4" y="T5"/>
                </a:cxn>
                <a:cxn ang="0">
                  <a:pos x="T6" y="T7"/>
                </a:cxn>
                <a:cxn ang="0">
                  <a:pos x="T8" y="T9"/>
                </a:cxn>
              </a:cxnLst>
              <a:rect l="0" t="0" r="r" b="b"/>
              <a:pathLst>
                <a:path w="37" h="16">
                  <a:moveTo>
                    <a:pt x="22" y="14"/>
                  </a:moveTo>
                  <a:cubicBezTo>
                    <a:pt x="31" y="11"/>
                    <a:pt x="37" y="7"/>
                    <a:pt x="37" y="4"/>
                  </a:cubicBezTo>
                  <a:cubicBezTo>
                    <a:pt x="36" y="1"/>
                    <a:pt x="28" y="0"/>
                    <a:pt x="18" y="3"/>
                  </a:cubicBezTo>
                  <a:cubicBezTo>
                    <a:pt x="8" y="6"/>
                    <a:pt x="0" y="11"/>
                    <a:pt x="2" y="14"/>
                  </a:cubicBezTo>
                  <a:cubicBezTo>
                    <a:pt x="3" y="16"/>
                    <a:pt x="12" y="16"/>
                    <a:pt x="22"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26" name="Freeform 521"/>
            <p:cNvSpPr/>
            <p:nvPr/>
          </p:nvSpPr>
          <p:spPr bwMode="auto">
            <a:xfrm>
              <a:off x="4805667" y="12020328"/>
              <a:ext cx="100013" cy="38100"/>
            </a:xfrm>
            <a:custGeom>
              <a:avLst/>
              <a:gdLst>
                <a:gd name="T0" fmla="*/ 19 w 37"/>
                <a:gd name="T1" fmla="*/ 12 h 14"/>
                <a:gd name="T2" fmla="*/ 36 w 37"/>
                <a:gd name="T3" fmla="*/ 2 h 14"/>
                <a:gd name="T4" fmla="*/ 18 w 37"/>
                <a:gd name="T5" fmla="*/ 2 h 14"/>
                <a:gd name="T6" fmla="*/ 1 w 37"/>
                <a:gd name="T7" fmla="*/ 12 h 14"/>
                <a:gd name="T8" fmla="*/ 19 w 37"/>
                <a:gd name="T9" fmla="*/ 12 h 14"/>
              </a:gdLst>
              <a:ahLst/>
              <a:cxnLst>
                <a:cxn ang="0">
                  <a:pos x="T0" y="T1"/>
                </a:cxn>
                <a:cxn ang="0">
                  <a:pos x="T2" y="T3"/>
                </a:cxn>
                <a:cxn ang="0">
                  <a:pos x="T4" y="T5"/>
                </a:cxn>
                <a:cxn ang="0">
                  <a:pos x="T6" y="T7"/>
                </a:cxn>
                <a:cxn ang="0">
                  <a:pos x="T8" y="T9"/>
                </a:cxn>
              </a:cxnLst>
              <a:rect l="0" t="0" r="r" b="b"/>
              <a:pathLst>
                <a:path w="37" h="14">
                  <a:moveTo>
                    <a:pt x="19" y="12"/>
                  </a:moveTo>
                  <a:cubicBezTo>
                    <a:pt x="29" y="9"/>
                    <a:pt x="37" y="5"/>
                    <a:pt x="36" y="2"/>
                  </a:cubicBezTo>
                  <a:cubicBezTo>
                    <a:pt x="35" y="0"/>
                    <a:pt x="27" y="0"/>
                    <a:pt x="18" y="2"/>
                  </a:cubicBezTo>
                  <a:cubicBezTo>
                    <a:pt x="8" y="5"/>
                    <a:pt x="0" y="9"/>
                    <a:pt x="1" y="12"/>
                  </a:cubicBezTo>
                  <a:cubicBezTo>
                    <a:pt x="1" y="14"/>
                    <a:pt x="10" y="14"/>
                    <a:pt x="1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27" name="Freeform 522"/>
            <p:cNvSpPr/>
            <p:nvPr/>
          </p:nvSpPr>
          <p:spPr bwMode="auto">
            <a:xfrm>
              <a:off x="4594529" y="12077478"/>
              <a:ext cx="100013" cy="34925"/>
            </a:xfrm>
            <a:custGeom>
              <a:avLst/>
              <a:gdLst>
                <a:gd name="T0" fmla="*/ 19 w 37"/>
                <a:gd name="T1" fmla="*/ 11 h 13"/>
                <a:gd name="T2" fmla="*/ 36 w 37"/>
                <a:gd name="T3" fmla="*/ 2 h 13"/>
                <a:gd name="T4" fmla="*/ 18 w 37"/>
                <a:gd name="T5" fmla="*/ 3 h 13"/>
                <a:gd name="T6" fmla="*/ 1 w 37"/>
                <a:gd name="T7" fmla="*/ 11 h 13"/>
                <a:gd name="T8" fmla="*/ 19 w 37"/>
                <a:gd name="T9" fmla="*/ 11 h 13"/>
              </a:gdLst>
              <a:ahLst/>
              <a:cxnLst>
                <a:cxn ang="0">
                  <a:pos x="T0" y="T1"/>
                </a:cxn>
                <a:cxn ang="0">
                  <a:pos x="T2" y="T3"/>
                </a:cxn>
                <a:cxn ang="0">
                  <a:pos x="T4" y="T5"/>
                </a:cxn>
                <a:cxn ang="0">
                  <a:pos x="T6" y="T7"/>
                </a:cxn>
                <a:cxn ang="0">
                  <a:pos x="T8" y="T9"/>
                </a:cxn>
              </a:cxnLst>
              <a:rect l="0" t="0" r="r" b="b"/>
              <a:pathLst>
                <a:path w="37" h="13">
                  <a:moveTo>
                    <a:pt x="19" y="11"/>
                  </a:moveTo>
                  <a:cubicBezTo>
                    <a:pt x="29" y="8"/>
                    <a:pt x="37" y="4"/>
                    <a:pt x="36" y="2"/>
                  </a:cubicBezTo>
                  <a:cubicBezTo>
                    <a:pt x="35" y="0"/>
                    <a:pt x="28" y="0"/>
                    <a:pt x="18" y="3"/>
                  </a:cubicBezTo>
                  <a:cubicBezTo>
                    <a:pt x="8" y="5"/>
                    <a:pt x="0" y="9"/>
                    <a:pt x="1" y="11"/>
                  </a:cubicBezTo>
                  <a:cubicBezTo>
                    <a:pt x="1" y="13"/>
                    <a:pt x="10" y="13"/>
                    <a:pt x="1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28" name="Freeform 523"/>
            <p:cNvSpPr/>
            <p:nvPr/>
          </p:nvSpPr>
          <p:spPr bwMode="auto">
            <a:xfrm>
              <a:off x="4381804" y="12131453"/>
              <a:ext cx="100013" cy="33338"/>
            </a:xfrm>
            <a:custGeom>
              <a:avLst/>
              <a:gdLst>
                <a:gd name="T0" fmla="*/ 19 w 37"/>
                <a:gd name="T1" fmla="*/ 9 h 12"/>
                <a:gd name="T2" fmla="*/ 36 w 37"/>
                <a:gd name="T3" fmla="*/ 2 h 12"/>
                <a:gd name="T4" fmla="*/ 18 w 37"/>
                <a:gd name="T5" fmla="*/ 3 h 12"/>
                <a:gd name="T6" fmla="*/ 1 w 37"/>
                <a:gd name="T7" fmla="*/ 10 h 12"/>
                <a:gd name="T8" fmla="*/ 19 w 37"/>
                <a:gd name="T9" fmla="*/ 9 h 12"/>
              </a:gdLst>
              <a:ahLst/>
              <a:cxnLst>
                <a:cxn ang="0">
                  <a:pos x="T0" y="T1"/>
                </a:cxn>
                <a:cxn ang="0">
                  <a:pos x="T2" y="T3"/>
                </a:cxn>
                <a:cxn ang="0">
                  <a:pos x="T4" y="T5"/>
                </a:cxn>
                <a:cxn ang="0">
                  <a:pos x="T6" y="T7"/>
                </a:cxn>
                <a:cxn ang="0">
                  <a:pos x="T8" y="T9"/>
                </a:cxn>
              </a:cxnLst>
              <a:rect l="0" t="0" r="r" b="b"/>
              <a:pathLst>
                <a:path w="37" h="12">
                  <a:moveTo>
                    <a:pt x="19" y="9"/>
                  </a:moveTo>
                  <a:cubicBezTo>
                    <a:pt x="29" y="7"/>
                    <a:pt x="37" y="4"/>
                    <a:pt x="36" y="2"/>
                  </a:cubicBezTo>
                  <a:cubicBezTo>
                    <a:pt x="35" y="0"/>
                    <a:pt x="28" y="0"/>
                    <a:pt x="18" y="3"/>
                  </a:cubicBezTo>
                  <a:cubicBezTo>
                    <a:pt x="8" y="5"/>
                    <a:pt x="0" y="8"/>
                    <a:pt x="1" y="10"/>
                  </a:cubicBezTo>
                  <a:cubicBezTo>
                    <a:pt x="1" y="12"/>
                    <a:pt x="10" y="11"/>
                    <a:pt x="1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29" name="Freeform 524"/>
            <p:cNvSpPr/>
            <p:nvPr/>
          </p:nvSpPr>
          <p:spPr bwMode="auto">
            <a:xfrm>
              <a:off x="4170667" y="12180666"/>
              <a:ext cx="100013" cy="26988"/>
            </a:xfrm>
            <a:custGeom>
              <a:avLst/>
              <a:gdLst>
                <a:gd name="T0" fmla="*/ 19 w 37"/>
                <a:gd name="T1" fmla="*/ 8 h 10"/>
                <a:gd name="T2" fmla="*/ 36 w 37"/>
                <a:gd name="T3" fmla="*/ 1 h 10"/>
                <a:gd name="T4" fmla="*/ 18 w 37"/>
                <a:gd name="T5" fmla="*/ 2 h 10"/>
                <a:gd name="T6" fmla="*/ 0 w 37"/>
                <a:gd name="T7" fmla="*/ 8 h 10"/>
                <a:gd name="T8" fmla="*/ 19 w 37"/>
                <a:gd name="T9" fmla="*/ 8 h 10"/>
              </a:gdLst>
              <a:ahLst/>
              <a:cxnLst>
                <a:cxn ang="0">
                  <a:pos x="T0" y="T1"/>
                </a:cxn>
                <a:cxn ang="0">
                  <a:pos x="T2" y="T3"/>
                </a:cxn>
                <a:cxn ang="0">
                  <a:pos x="T4" y="T5"/>
                </a:cxn>
                <a:cxn ang="0">
                  <a:pos x="T6" y="T7"/>
                </a:cxn>
                <a:cxn ang="0">
                  <a:pos x="T8" y="T9"/>
                </a:cxn>
              </a:cxnLst>
              <a:rect l="0" t="0" r="r" b="b"/>
              <a:pathLst>
                <a:path w="37" h="10">
                  <a:moveTo>
                    <a:pt x="19" y="8"/>
                  </a:moveTo>
                  <a:cubicBezTo>
                    <a:pt x="29" y="6"/>
                    <a:pt x="37" y="3"/>
                    <a:pt x="36" y="1"/>
                  </a:cubicBezTo>
                  <a:cubicBezTo>
                    <a:pt x="35" y="0"/>
                    <a:pt x="27" y="0"/>
                    <a:pt x="18" y="2"/>
                  </a:cubicBezTo>
                  <a:cubicBezTo>
                    <a:pt x="8" y="4"/>
                    <a:pt x="0" y="7"/>
                    <a:pt x="0" y="8"/>
                  </a:cubicBezTo>
                  <a:cubicBezTo>
                    <a:pt x="1" y="10"/>
                    <a:pt x="9" y="10"/>
                    <a:pt x="19"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30" name="Freeform 525"/>
            <p:cNvSpPr/>
            <p:nvPr/>
          </p:nvSpPr>
          <p:spPr bwMode="auto">
            <a:xfrm>
              <a:off x="3956354" y="12220353"/>
              <a:ext cx="103188" cy="22225"/>
            </a:xfrm>
            <a:custGeom>
              <a:avLst/>
              <a:gdLst>
                <a:gd name="T0" fmla="*/ 21 w 38"/>
                <a:gd name="T1" fmla="*/ 7 h 8"/>
                <a:gd name="T2" fmla="*/ 37 w 38"/>
                <a:gd name="T3" fmla="*/ 1 h 8"/>
                <a:gd name="T4" fmla="*/ 18 w 38"/>
                <a:gd name="T5" fmla="*/ 2 h 8"/>
                <a:gd name="T6" fmla="*/ 1 w 38"/>
                <a:gd name="T7" fmla="*/ 7 h 8"/>
                <a:gd name="T8" fmla="*/ 21 w 38"/>
                <a:gd name="T9" fmla="*/ 7 h 8"/>
              </a:gdLst>
              <a:ahLst/>
              <a:cxnLst>
                <a:cxn ang="0">
                  <a:pos x="T0" y="T1"/>
                </a:cxn>
                <a:cxn ang="0">
                  <a:pos x="T2" y="T3"/>
                </a:cxn>
                <a:cxn ang="0">
                  <a:pos x="T4" y="T5"/>
                </a:cxn>
                <a:cxn ang="0">
                  <a:pos x="T6" y="T7"/>
                </a:cxn>
                <a:cxn ang="0">
                  <a:pos x="T8" y="T9"/>
                </a:cxn>
              </a:cxnLst>
              <a:rect l="0" t="0" r="r" b="b"/>
              <a:pathLst>
                <a:path w="38" h="8">
                  <a:moveTo>
                    <a:pt x="21" y="7"/>
                  </a:moveTo>
                  <a:cubicBezTo>
                    <a:pt x="30" y="5"/>
                    <a:pt x="38" y="3"/>
                    <a:pt x="37" y="1"/>
                  </a:cubicBezTo>
                  <a:cubicBezTo>
                    <a:pt x="35" y="0"/>
                    <a:pt x="28" y="0"/>
                    <a:pt x="18" y="2"/>
                  </a:cubicBezTo>
                  <a:cubicBezTo>
                    <a:pt x="8" y="3"/>
                    <a:pt x="0" y="6"/>
                    <a:pt x="1" y="7"/>
                  </a:cubicBezTo>
                  <a:cubicBezTo>
                    <a:pt x="2" y="8"/>
                    <a:pt x="11" y="8"/>
                    <a:pt x="2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31" name="Freeform 526"/>
            <p:cNvSpPr/>
            <p:nvPr/>
          </p:nvSpPr>
          <p:spPr bwMode="auto">
            <a:xfrm>
              <a:off x="3742042" y="12250516"/>
              <a:ext cx="103188" cy="19050"/>
            </a:xfrm>
            <a:custGeom>
              <a:avLst/>
              <a:gdLst>
                <a:gd name="T0" fmla="*/ 22 w 38"/>
                <a:gd name="T1" fmla="*/ 6 h 7"/>
                <a:gd name="T2" fmla="*/ 37 w 38"/>
                <a:gd name="T3" fmla="*/ 2 h 7"/>
                <a:gd name="T4" fmla="*/ 17 w 38"/>
                <a:gd name="T5" fmla="*/ 1 h 7"/>
                <a:gd name="T6" fmla="*/ 2 w 38"/>
                <a:gd name="T7" fmla="*/ 5 h 7"/>
                <a:gd name="T8" fmla="*/ 22 w 38"/>
                <a:gd name="T9" fmla="*/ 6 h 7"/>
              </a:gdLst>
              <a:ahLst/>
              <a:cxnLst>
                <a:cxn ang="0">
                  <a:pos x="T0" y="T1"/>
                </a:cxn>
                <a:cxn ang="0">
                  <a:pos x="T2" y="T3"/>
                </a:cxn>
                <a:cxn ang="0">
                  <a:pos x="T4" y="T5"/>
                </a:cxn>
                <a:cxn ang="0">
                  <a:pos x="T6" y="T7"/>
                </a:cxn>
                <a:cxn ang="0">
                  <a:pos x="T8" y="T9"/>
                </a:cxn>
              </a:cxnLst>
              <a:rect l="0" t="0" r="r" b="b"/>
              <a:pathLst>
                <a:path w="38" h="7">
                  <a:moveTo>
                    <a:pt x="22" y="6"/>
                  </a:moveTo>
                  <a:cubicBezTo>
                    <a:pt x="31" y="5"/>
                    <a:pt x="38" y="3"/>
                    <a:pt x="37" y="2"/>
                  </a:cubicBezTo>
                  <a:cubicBezTo>
                    <a:pt x="36" y="0"/>
                    <a:pt x="27" y="0"/>
                    <a:pt x="17" y="1"/>
                  </a:cubicBezTo>
                  <a:cubicBezTo>
                    <a:pt x="7" y="3"/>
                    <a:pt x="0" y="3"/>
                    <a:pt x="2" y="5"/>
                  </a:cubicBezTo>
                  <a:cubicBezTo>
                    <a:pt x="3" y="6"/>
                    <a:pt x="12" y="7"/>
                    <a:pt x="2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32" name="Freeform 527"/>
            <p:cNvSpPr/>
            <p:nvPr/>
          </p:nvSpPr>
          <p:spPr bwMode="auto">
            <a:xfrm>
              <a:off x="3527729" y="12258453"/>
              <a:ext cx="103188" cy="14288"/>
            </a:xfrm>
            <a:custGeom>
              <a:avLst/>
              <a:gdLst>
                <a:gd name="T0" fmla="*/ 22 w 38"/>
                <a:gd name="T1" fmla="*/ 5 h 5"/>
                <a:gd name="T2" fmla="*/ 37 w 38"/>
                <a:gd name="T3" fmla="*/ 2 h 5"/>
                <a:gd name="T4" fmla="*/ 17 w 38"/>
                <a:gd name="T5" fmla="*/ 0 h 5"/>
                <a:gd name="T6" fmla="*/ 1 w 38"/>
                <a:gd name="T7" fmla="*/ 3 h 5"/>
                <a:gd name="T8" fmla="*/ 22 w 38"/>
                <a:gd name="T9" fmla="*/ 5 h 5"/>
              </a:gdLst>
              <a:ahLst/>
              <a:cxnLst>
                <a:cxn ang="0">
                  <a:pos x="T0" y="T1"/>
                </a:cxn>
                <a:cxn ang="0">
                  <a:pos x="T2" y="T3"/>
                </a:cxn>
                <a:cxn ang="0">
                  <a:pos x="T4" y="T5"/>
                </a:cxn>
                <a:cxn ang="0">
                  <a:pos x="T6" y="T7"/>
                </a:cxn>
                <a:cxn ang="0">
                  <a:pos x="T8" y="T9"/>
                </a:cxn>
              </a:cxnLst>
              <a:rect l="0" t="0" r="r" b="b"/>
              <a:pathLst>
                <a:path w="38" h="5">
                  <a:moveTo>
                    <a:pt x="22" y="5"/>
                  </a:moveTo>
                  <a:cubicBezTo>
                    <a:pt x="31" y="5"/>
                    <a:pt x="38" y="4"/>
                    <a:pt x="37" y="2"/>
                  </a:cubicBezTo>
                  <a:cubicBezTo>
                    <a:pt x="36" y="1"/>
                    <a:pt x="27" y="0"/>
                    <a:pt x="17" y="0"/>
                  </a:cubicBezTo>
                  <a:cubicBezTo>
                    <a:pt x="7" y="0"/>
                    <a:pt x="0" y="2"/>
                    <a:pt x="1" y="3"/>
                  </a:cubicBezTo>
                  <a:cubicBezTo>
                    <a:pt x="3" y="4"/>
                    <a:pt x="12" y="5"/>
                    <a:pt x="2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33" name="Freeform 528"/>
            <p:cNvSpPr/>
            <p:nvPr/>
          </p:nvSpPr>
          <p:spPr bwMode="auto">
            <a:xfrm>
              <a:off x="3315004" y="12258453"/>
              <a:ext cx="100013" cy="11113"/>
            </a:xfrm>
            <a:custGeom>
              <a:avLst/>
              <a:gdLst>
                <a:gd name="T0" fmla="*/ 36 w 37"/>
                <a:gd name="T1" fmla="*/ 2 h 4"/>
                <a:gd name="T2" fmla="*/ 18 w 37"/>
                <a:gd name="T3" fmla="*/ 0 h 4"/>
                <a:gd name="T4" fmla="*/ 0 w 37"/>
                <a:gd name="T5" fmla="*/ 2 h 4"/>
                <a:gd name="T6" fmla="*/ 19 w 37"/>
                <a:gd name="T7" fmla="*/ 4 h 4"/>
                <a:gd name="T8" fmla="*/ 36 w 37"/>
                <a:gd name="T9" fmla="*/ 2 h 4"/>
              </a:gdLst>
              <a:ahLst/>
              <a:cxnLst>
                <a:cxn ang="0">
                  <a:pos x="T0" y="T1"/>
                </a:cxn>
                <a:cxn ang="0">
                  <a:pos x="T2" y="T3"/>
                </a:cxn>
                <a:cxn ang="0">
                  <a:pos x="T4" y="T5"/>
                </a:cxn>
                <a:cxn ang="0">
                  <a:pos x="T6" y="T7"/>
                </a:cxn>
                <a:cxn ang="0">
                  <a:pos x="T8" y="T9"/>
                </a:cxn>
              </a:cxnLst>
              <a:rect l="0" t="0" r="r" b="b"/>
              <a:pathLst>
                <a:path w="37" h="4">
                  <a:moveTo>
                    <a:pt x="36" y="2"/>
                  </a:moveTo>
                  <a:cubicBezTo>
                    <a:pt x="35" y="1"/>
                    <a:pt x="27" y="0"/>
                    <a:pt x="18" y="0"/>
                  </a:cubicBezTo>
                  <a:cubicBezTo>
                    <a:pt x="8" y="0"/>
                    <a:pt x="0" y="0"/>
                    <a:pt x="0" y="2"/>
                  </a:cubicBezTo>
                  <a:cubicBezTo>
                    <a:pt x="0" y="3"/>
                    <a:pt x="9" y="4"/>
                    <a:pt x="19" y="4"/>
                  </a:cubicBezTo>
                  <a:cubicBezTo>
                    <a:pt x="29" y="4"/>
                    <a:pt x="37" y="4"/>
                    <a:pt x="3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34" name="Freeform 529"/>
            <p:cNvSpPr/>
            <p:nvPr/>
          </p:nvSpPr>
          <p:spPr bwMode="auto">
            <a:xfrm>
              <a:off x="3097517" y="12253691"/>
              <a:ext cx="103188" cy="11113"/>
            </a:xfrm>
            <a:custGeom>
              <a:avLst/>
              <a:gdLst>
                <a:gd name="T0" fmla="*/ 37 w 38"/>
                <a:gd name="T1" fmla="*/ 2 h 4"/>
                <a:gd name="T2" fmla="*/ 18 w 38"/>
                <a:gd name="T3" fmla="*/ 0 h 4"/>
                <a:gd name="T4" fmla="*/ 1 w 38"/>
                <a:gd name="T5" fmla="*/ 1 h 4"/>
                <a:gd name="T6" fmla="*/ 20 w 38"/>
                <a:gd name="T7" fmla="*/ 4 h 4"/>
                <a:gd name="T8" fmla="*/ 37 w 38"/>
                <a:gd name="T9" fmla="*/ 2 h 4"/>
              </a:gdLst>
              <a:ahLst/>
              <a:cxnLst>
                <a:cxn ang="0">
                  <a:pos x="T0" y="T1"/>
                </a:cxn>
                <a:cxn ang="0">
                  <a:pos x="T2" y="T3"/>
                </a:cxn>
                <a:cxn ang="0">
                  <a:pos x="T4" y="T5"/>
                </a:cxn>
                <a:cxn ang="0">
                  <a:pos x="T6" y="T7"/>
                </a:cxn>
                <a:cxn ang="0">
                  <a:pos x="T8" y="T9"/>
                </a:cxn>
              </a:cxnLst>
              <a:rect l="0" t="0" r="r" b="b"/>
              <a:pathLst>
                <a:path w="38" h="4">
                  <a:moveTo>
                    <a:pt x="37" y="2"/>
                  </a:moveTo>
                  <a:cubicBezTo>
                    <a:pt x="35" y="1"/>
                    <a:pt x="27" y="0"/>
                    <a:pt x="18" y="0"/>
                  </a:cubicBezTo>
                  <a:cubicBezTo>
                    <a:pt x="8" y="0"/>
                    <a:pt x="0" y="0"/>
                    <a:pt x="1" y="1"/>
                  </a:cubicBezTo>
                  <a:cubicBezTo>
                    <a:pt x="1" y="2"/>
                    <a:pt x="11" y="3"/>
                    <a:pt x="20" y="4"/>
                  </a:cubicBezTo>
                  <a:cubicBezTo>
                    <a:pt x="31" y="4"/>
                    <a:pt x="38" y="3"/>
                    <a:pt x="3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35" name="Freeform 530"/>
            <p:cNvSpPr/>
            <p:nvPr/>
          </p:nvSpPr>
          <p:spPr bwMode="auto">
            <a:xfrm>
              <a:off x="2883204" y="12242578"/>
              <a:ext cx="101600" cy="11113"/>
            </a:xfrm>
            <a:custGeom>
              <a:avLst/>
              <a:gdLst>
                <a:gd name="T0" fmla="*/ 36 w 37"/>
                <a:gd name="T1" fmla="*/ 3 h 4"/>
                <a:gd name="T2" fmla="*/ 18 w 37"/>
                <a:gd name="T3" fmla="*/ 1 h 4"/>
                <a:gd name="T4" fmla="*/ 0 w 37"/>
                <a:gd name="T5" fmla="*/ 1 h 4"/>
                <a:gd name="T6" fmla="*/ 19 w 37"/>
                <a:gd name="T7" fmla="*/ 4 h 4"/>
                <a:gd name="T8" fmla="*/ 36 w 37"/>
                <a:gd name="T9" fmla="*/ 3 h 4"/>
              </a:gdLst>
              <a:ahLst/>
              <a:cxnLst>
                <a:cxn ang="0">
                  <a:pos x="T0" y="T1"/>
                </a:cxn>
                <a:cxn ang="0">
                  <a:pos x="T2" y="T3"/>
                </a:cxn>
                <a:cxn ang="0">
                  <a:pos x="T4" y="T5"/>
                </a:cxn>
                <a:cxn ang="0">
                  <a:pos x="T6" y="T7"/>
                </a:cxn>
                <a:cxn ang="0">
                  <a:pos x="T8" y="T9"/>
                </a:cxn>
              </a:cxnLst>
              <a:rect l="0" t="0" r="r" b="b"/>
              <a:pathLst>
                <a:path w="37" h="4">
                  <a:moveTo>
                    <a:pt x="36" y="3"/>
                  </a:moveTo>
                  <a:cubicBezTo>
                    <a:pt x="36" y="2"/>
                    <a:pt x="28" y="1"/>
                    <a:pt x="18" y="1"/>
                  </a:cubicBezTo>
                  <a:cubicBezTo>
                    <a:pt x="8" y="0"/>
                    <a:pt x="0" y="1"/>
                    <a:pt x="0" y="1"/>
                  </a:cubicBezTo>
                  <a:cubicBezTo>
                    <a:pt x="1" y="2"/>
                    <a:pt x="9" y="3"/>
                    <a:pt x="19" y="4"/>
                  </a:cubicBezTo>
                  <a:cubicBezTo>
                    <a:pt x="29" y="4"/>
                    <a:pt x="37" y="4"/>
                    <a:pt x="3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36" name="Freeform 531"/>
            <p:cNvSpPr/>
            <p:nvPr/>
          </p:nvSpPr>
          <p:spPr bwMode="auto">
            <a:xfrm>
              <a:off x="2667304" y="12234641"/>
              <a:ext cx="103188" cy="7938"/>
            </a:xfrm>
            <a:custGeom>
              <a:avLst/>
              <a:gdLst>
                <a:gd name="T0" fmla="*/ 37 w 38"/>
                <a:gd name="T1" fmla="*/ 2 h 3"/>
                <a:gd name="T2" fmla="*/ 18 w 38"/>
                <a:gd name="T3" fmla="*/ 0 h 3"/>
                <a:gd name="T4" fmla="*/ 1 w 38"/>
                <a:gd name="T5" fmla="*/ 0 h 3"/>
                <a:gd name="T6" fmla="*/ 21 w 38"/>
                <a:gd name="T7" fmla="*/ 2 h 3"/>
                <a:gd name="T8" fmla="*/ 37 w 38"/>
                <a:gd name="T9" fmla="*/ 2 h 3"/>
              </a:gdLst>
              <a:ahLst/>
              <a:cxnLst>
                <a:cxn ang="0">
                  <a:pos x="T0" y="T1"/>
                </a:cxn>
                <a:cxn ang="0">
                  <a:pos x="T2" y="T3"/>
                </a:cxn>
                <a:cxn ang="0">
                  <a:pos x="T4" y="T5"/>
                </a:cxn>
                <a:cxn ang="0">
                  <a:pos x="T6" y="T7"/>
                </a:cxn>
                <a:cxn ang="0">
                  <a:pos x="T8" y="T9"/>
                </a:cxn>
              </a:cxnLst>
              <a:rect l="0" t="0" r="r" b="b"/>
              <a:pathLst>
                <a:path w="38" h="3">
                  <a:moveTo>
                    <a:pt x="37" y="2"/>
                  </a:moveTo>
                  <a:cubicBezTo>
                    <a:pt x="36" y="1"/>
                    <a:pt x="28" y="1"/>
                    <a:pt x="18" y="0"/>
                  </a:cubicBezTo>
                  <a:cubicBezTo>
                    <a:pt x="8" y="0"/>
                    <a:pt x="0" y="0"/>
                    <a:pt x="1" y="0"/>
                  </a:cubicBezTo>
                  <a:cubicBezTo>
                    <a:pt x="2" y="1"/>
                    <a:pt x="11" y="2"/>
                    <a:pt x="21" y="2"/>
                  </a:cubicBezTo>
                  <a:cubicBezTo>
                    <a:pt x="31" y="3"/>
                    <a:pt x="38" y="3"/>
                    <a:pt x="3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37" name="Freeform 532"/>
            <p:cNvSpPr/>
            <p:nvPr/>
          </p:nvSpPr>
          <p:spPr bwMode="auto">
            <a:xfrm>
              <a:off x="2452992" y="12223528"/>
              <a:ext cx="103188" cy="6350"/>
            </a:xfrm>
            <a:custGeom>
              <a:avLst/>
              <a:gdLst>
                <a:gd name="T0" fmla="*/ 36 w 38"/>
                <a:gd name="T1" fmla="*/ 2 h 2"/>
                <a:gd name="T2" fmla="*/ 18 w 38"/>
                <a:gd name="T3" fmla="*/ 0 h 2"/>
                <a:gd name="T4" fmla="*/ 1 w 38"/>
                <a:gd name="T5" fmla="*/ 0 h 2"/>
                <a:gd name="T6" fmla="*/ 20 w 38"/>
                <a:gd name="T7" fmla="*/ 2 h 2"/>
                <a:gd name="T8" fmla="*/ 36 w 38"/>
                <a:gd name="T9" fmla="*/ 2 h 2"/>
              </a:gdLst>
              <a:ahLst/>
              <a:cxnLst>
                <a:cxn ang="0">
                  <a:pos x="T0" y="T1"/>
                </a:cxn>
                <a:cxn ang="0">
                  <a:pos x="T2" y="T3"/>
                </a:cxn>
                <a:cxn ang="0">
                  <a:pos x="T4" y="T5"/>
                </a:cxn>
                <a:cxn ang="0">
                  <a:pos x="T6" y="T7"/>
                </a:cxn>
                <a:cxn ang="0">
                  <a:pos x="T8" y="T9"/>
                </a:cxn>
              </a:cxnLst>
              <a:rect l="0" t="0" r="r" b="b"/>
              <a:pathLst>
                <a:path w="38" h="2">
                  <a:moveTo>
                    <a:pt x="36" y="2"/>
                  </a:moveTo>
                  <a:cubicBezTo>
                    <a:pt x="35" y="1"/>
                    <a:pt x="27" y="1"/>
                    <a:pt x="18" y="0"/>
                  </a:cubicBezTo>
                  <a:cubicBezTo>
                    <a:pt x="8" y="0"/>
                    <a:pt x="0" y="0"/>
                    <a:pt x="1" y="0"/>
                  </a:cubicBezTo>
                  <a:cubicBezTo>
                    <a:pt x="1" y="0"/>
                    <a:pt x="10" y="1"/>
                    <a:pt x="20" y="2"/>
                  </a:cubicBezTo>
                  <a:cubicBezTo>
                    <a:pt x="30" y="2"/>
                    <a:pt x="38" y="2"/>
                    <a:pt x="3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38" name="Freeform 533"/>
            <p:cNvSpPr/>
            <p:nvPr/>
          </p:nvSpPr>
          <p:spPr bwMode="auto">
            <a:xfrm>
              <a:off x="2235504" y="12215591"/>
              <a:ext cx="103188" cy="3175"/>
            </a:xfrm>
            <a:custGeom>
              <a:avLst/>
              <a:gdLst>
                <a:gd name="T0" fmla="*/ 22 w 38"/>
                <a:gd name="T1" fmla="*/ 1 h 1"/>
                <a:gd name="T2" fmla="*/ 37 w 38"/>
                <a:gd name="T3" fmla="*/ 1 h 1"/>
                <a:gd name="T4" fmla="*/ 18 w 38"/>
                <a:gd name="T5" fmla="*/ 0 h 1"/>
                <a:gd name="T6" fmla="*/ 1 w 38"/>
                <a:gd name="T7" fmla="*/ 0 h 1"/>
                <a:gd name="T8" fmla="*/ 22 w 38"/>
                <a:gd name="T9" fmla="*/ 1 h 1"/>
              </a:gdLst>
              <a:ahLst/>
              <a:cxnLst>
                <a:cxn ang="0">
                  <a:pos x="T0" y="T1"/>
                </a:cxn>
                <a:cxn ang="0">
                  <a:pos x="T2" y="T3"/>
                </a:cxn>
                <a:cxn ang="0">
                  <a:pos x="T4" y="T5"/>
                </a:cxn>
                <a:cxn ang="0">
                  <a:pos x="T6" y="T7"/>
                </a:cxn>
                <a:cxn ang="0">
                  <a:pos x="T8" y="T9"/>
                </a:cxn>
              </a:cxnLst>
              <a:rect l="0" t="0" r="r" b="b"/>
              <a:pathLst>
                <a:path w="38" h="1">
                  <a:moveTo>
                    <a:pt x="22" y="1"/>
                  </a:moveTo>
                  <a:cubicBezTo>
                    <a:pt x="31" y="1"/>
                    <a:pt x="38" y="1"/>
                    <a:pt x="37" y="1"/>
                  </a:cubicBezTo>
                  <a:cubicBezTo>
                    <a:pt x="37" y="1"/>
                    <a:pt x="28" y="0"/>
                    <a:pt x="18" y="0"/>
                  </a:cubicBezTo>
                  <a:cubicBezTo>
                    <a:pt x="8" y="0"/>
                    <a:pt x="0" y="0"/>
                    <a:pt x="1" y="0"/>
                  </a:cubicBezTo>
                  <a:cubicBezTo>
                    <a:pt x="2" y="0"/>
                    <a:pt x="12" y="1"/>
                    <a:pt x="2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39" name="Freeform 534"/>
            <p:cNvSpPr/>
            <p:nvPr/>
          </p:nvSpPr>
          <p:spPr bwMode="auto">
            <a:xfrm>
              <a:off x="2021192" y="12210828"/>
              <a:ext cx="103188" cy="1588"/>
            </a:xfrm>
            <a:custGeom>
              <a:avLst/>
              <a:gdLst>
                <a:gd name="T0" fmla="*/ 37 w 38"/>
                <a:gd name="T1" fmla="*/ 1 h 1"/>
                <a:gd name="T2" fmla="*/ 18 w 38"/>
                <a:gd name="T3" fmla="*/ 0 h 1"/>
                <a:gd name="T4" fmla="*/ 1 w 38"/>
                <a:gd name="T5" fmla="*/ 0 h 1"/>
                <a:gd name="T6" fmla="*/ 21 w 38"/>
                <a:gd name="T7" fmla="*/ 1 h 1"/>
                <a:gd name="T8" fmla="*/ 37 w 38"/>
                <a:gd name="T9" fmla="*/ 1 h 1"/>
              </a:gdLst>
              <a:ahLst/>
              <a:cxnLst>
                <a:cxn ang="0">
                  <a:pos x="T0" y="T1"/>
                </a:cxn>
                <a:cxn ang="0">
                  <a:pos x="T2" y="T3"/>
                </a:cxn>
                <a:cxn ang="0">
                  <a:pos x="T4" y="T5"/>
                </a:cxn>
                <a:cxn ang="0">
                  <a:pos x="T6" y="T7"/>
                </a:cxn>
                <a:cxn ang="0">
                  <a:pos x="T8" y="T9"/>
                </a:cxn>
              </a:cxnLst>
              <a:rect l="0" t="0" r="r" b="b"/>
              <a:pathLst>
                <a:path w="38" h="1">
                  <a:moveTo>
                    <a:pt x="37" y="1"/>
                  </a:moveTo>
                  <a:cubicBezTo>
                    <a:pt x="36" y="0"/>
                    <a:pt x="28" y="0"/>
                    <a:pt x="18" y="0"/>
                  </a:cubicBezTo>
                  <a:cubicBezTo>
                    <a:pt x="8" y="0"/>
                    <a:pt x="0" y="0"/>
                    <a:pt x="1" y="0"/>
                  </a:cubicBezTo>
                  <a:cubicBezTo>
                    <a:pt x="2" y="0"/>
                    <a:pt x="11" y="0"/>
                    <a:pt x="21" y="1"/>
                  </a:cubicBezTo>
                  <a:cubicBezTo>
                    <a:pt x="31" y="1"/>
                    <a:pt x="38" y="1"/>
                    <a:pt x="3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40" name="Freeform 535"/>
            <p:cNvSpPr/>
            <p:nvPr/>
          </p:nvSpPr>
          <p:spPr bwMode="auto">
            <a:xfrm>
              <a:off x="1592567" y="12207653"/>
              <a:ext cx="314325" cy="11113"/>
            </a:xfrm>
            <a:custGeom>
              <a:avLst/>
              <a:gdLst>
                <a:gd name="T0" fmla="*/ 102 w 116"/>
                <a:gd name="T1" fmla="*/ 1 h 4"/>
                <a:gd name="T2" fmla="*/ 102 w 116"/>
                <a:gd name="T3" fmla="*/ 1 h 4"/>
                <a:gd name="T4" fmla="*/ 84 w 116"/>
                <a:gd name="T5" fmla="*/ 1 h 4"/>
                <a:gd name="T6" fmla="*/ 70 w 116"/>
                <a:gd name="T7" fmla="*/ 2 h 4"/>
                <a:gd name="T8" fmla="*/ 61 w 116"/>
                <a:gd name="T9" fmla="*/ 2 h 4"/>
                <a:gd name="T10" fmla="*/ 73 w 116"/>
                <a:gd name="T11" fmla="*/ 1 h 4"/>
                <a:gd name="T12" fmla="*/ 57 w 116"/>
                <a:gd name="T13" fmla="*/ 2 h 4"/>
                <a:gd name="T14" fmla="*/ 52 w 116"/>
                <a:gd name="T15" fmla="*/ 2 h 4"/>
                <a:gd name="T16" fmla="*/ 59 w 116"/>
                <a:gd name="T17" fmla="*/ 1 h 4"/>
                <a:gd name="T18" fmla="*/ 42 w 116"/>
                <a:gd name="T19" fmla="*/ 1 h 4"/>
                <a:gd name="T20" fmla="*/ 27 w 116"/>
                <a:gd name="T21" fmla="*/ 3 h 4"/>
                <a:gd name="T22" fmla="*/ 28 w 116"/>
                <a:gd name="T23" fmla="*/ 3 h 4"/>
                <a:gd name="T24" fmla="*/ 18 w 116"/>
                <a:gd name="T25" fmla="*/ 3 h 4"/>
                <a:gd name="T26" fmla="*/ 1 w 116"/>
                <a:gd name="T27" fmla="*/ 4 h 4"/>
                <a:gd name="T28" fmla="*/ 20 w 116"/>
                <a:gd name="T29" fmla="*/ 4 h 4"/>
                <a:gd name="T30" fmla="*/ 31 w 116"/>
                <a:gd name="T31" fmla="*/ 3 h 4"/>
                <a:gd name="T32" fmla="*/ 40 w 116"/>
                <a:gd name="T33" fmla="*/ 3 h 4"/>
                <a:gd name="T34" fmla="*/ 53 w 116"/>
                <a:gd name="T35" fmla="*/ 2 h 4"/>
                <a:gd name="T36" fmla="*/ 43 w 116"/>
                <a:gd name="T37" fmla="*/ 3 h 4"/>
                <a:gd name="T38" fmla="*/ 44 w 116"/>
                <a:gd name="T39" fmla="*/ 3 h 4"/>
                <a:gd name="T40" fmla="*/ 32 w 116"/>
                <a:gd name="T41" fmla="*/ 4 h 4"/>
                <a:gd name="T42" fmla="*/ 45 w 116"/>
                <a:gd name="T43" fmla="*/ 3 h 4"/>
                <a:gd name="T44" fmla="*/ 62 w 116"/>
                <a:gd name="T45" fmla="*/ 3 h 4"/>
                <a:gd name="T46" fmla="*/ 79 w 116"/>
                <a:gd name="T47" fmla="*/ 2 h 4"/>
                <a:gd name="T48" fmla="*/ 78 w 116"/>
                <a:gd name="T49" fmla="*/ 2 h 4"/>
                <a:gd name="T50" fmla="*/ 91 w 116"/>
                <a:gd name="T51" fmla="*/ 2 h 4"/>
                <a:gd name="T52" fmla="*/ 109 w 116"/>
                <a:gd name="T53" fmla="*/ 1 h 4"/>
                <a:gd name="T54" fmla="*/ 105 w 116"/>
                <a:gd name="T55" fmla="*/ 1 h 4"/>
                <a:gd name="T56" fmla="*/ 116 w 116"/>
                <a:gd name="T57" fmla="*/ 1 h 4"/>
                <a:gd name="T58" fmla="*/ 102 w 116"/>
                <a:gd name="T59"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4">
                  <a:moveTo>
                    <a:pt x="102" y="1"/>
                  </a:moveTo>
                  <a:cubicBezTo>
                    <a:pt x="102" y="1"/>
                    <a:pt x="102" y="1"/>
                    <a:pt x="102" y="1"/>
                  </a:cubicBezTo>
                  <a:cubicBezTo>
                    <a:pt x="101" y="0"/>
                    <a:pt x="93" y="0"/>
                    <a:pt x="84" y="1"/>
                  </a:cubicBezTo>
                  <a:cubicBezTo>
                    <a:pt x="77" y="1"/>
                    <a:pt x="71" y="2"/>
                    <a:pt x="70" y="2"/>
                  </a:cubicBezTo>
                  <a:cubicBezTo>
                    <a:pt x="67" y="2"/>
                    <a:pt x="64" y="2"/>
                    <a:pt x="61" y="2"/>
                  </a:cubicBezTo>
                  <a:cubicBezTo>
                    <a:pt x="68" y="2"/>
                    <a:pt x="73" y="2"/>
                    <a:pt x="73" y="1"/>
                  </a:cubicBezTo>
                  <a:cubicBezTo>
                    <a:pt x="73" y="1"/>
                    <a:pt x="66" y="2"/>
                    <a:pt x="57" y="2"/>
                  </a:cubicBezTo>
                  <a:cubicBezTo>
                    <a:pt x="55" y="2"/>
                    <a:pt x="53" y="2"/>
                    <a:pt x="52" y="2"/>
                  </a:cubicBezTo>
                  <a:cubicBezTo>
                    <a:pt x="57" y="2"/>
                    <a:pt x="60" y="1"/>
                    <a:pt x="59" y="1"/>
                  </a:cubicBezTo>
                  <a:cubicBezTo>
                    <a:pt x="58" y="1"/>
                    <a:pt x="51" y="0"/>
                    <a:pt x="42" y="1"/>
                  </a:cubicBezTo>
                  <a:cubicBezTo>
                    <a:pt x="33" y="1"/>
                    <a:pt x="26" y="2"/>
                    <a:pt x="27" y="3"/>
                  </a:cubicBezTo>
                  <a:cubicBezTo>
                    <a:pt x="27" y="3"/>
                    <a:pt x="27" y="3"/>
                    <a:pt x="28" y="3"/>
                  </a:cubicBezTo>
                  <a:cubicBezTo>
                    <a:pt x="25" y="3"/>
                    <a:pt x="22" y="3"/>
                    <a:pt x="18" y="3"/>
                  </a:cubicBezTo>
                  <a:cubicBezTo>
                    <a:pt x="8" y="4"/>
                    <a:pt x="0" y="4"/>
                    <a:pt x="1" y="4"/>
                  </a:cubicBezTo>
                  <a:cubicBezTo>
                    <a:pt x="1" y="4"/>
                    <a:pt x="10" y="4"/>
                    <a:pt x="20" y="4"/>
                  </a:cubicBezTo>
                  <a:cubicBezTo>
                    <a:pt x="25" y="3"/>
                    <a:pt x="29" y="3"/>
                    <a:pt x="31" y="3"/>
                  </a:cubicBezTo>
                  <a:cubicBezTo>
                    <a:pt x="34" y="3"/>
                    <a:pt x="37" y="3"/>
                    <a:pt x="40" y="3"/>
                  </a:cubicBezTo>
                  <a:cubicBezTo>
                    <a:pt x="43" y="3"/>
                    <a:pt x="48" y="2"/>
                    <a:pt x="53" y="2"/>
                  </a:cubicBezTo>
                  <a:cubicBezTo>
                    <a:pt x="47" y="2"/>
                    <a:pt x="43" y="3"/>
                    <a:pt x="43" y="3"/>
                  </a:cubicBezTo>
                  <a:cubicBezTo>
                    <a:pt x="44" y="3"/>
                    <a:pt x="44" y="3"/>
                    <a:pt x="44" y="3"/>
                  </a:cubicBezTo>
                  <a:cubicBezTo>
                    <a:pt x="37" y="3"/>
                    <a:pt x="33" y="4"/>
                    <a:pt x="32" y="4"/>
                  </a:cubicBezTo>
                  <a:cubicBezTo>
                    <a:pt x="32" y="4"/>
                    <a:pt x="37" y="4"/>
                    <a:pt x="45" y="3"/>
                  </a:cubicBezTo>
                  <a:cubicBezTo>
                    <a:pt x="48" y="3"/>
                    <a:pt x="55" y="3"/>
                    <a:pt x="62" y="3"/>
                  </a:cubicBezTo>
                  <a:cubicBezTo>
                    <a:pt x="72" y="3"/>
                    <a:pt x="80" y="2"/>
                    <a:pt x="79" y="2"/>
                  </a:cubicBezTo>
                  <a:cubicBezTo>
                    <a:pt x="79" y="2"/>
                    <a:pt x="79" y="2"/>
                    <a:pt x="78" y="2"/>
                  </a:cubicBezTo>
                  <a:cubicBezTo>
                    <a:pt x="81" y="2"/>
                    <a:pt x="85" y="2"/>
                    <a:pt x="91" y="2"/>
                  </a:cubicBezTo>
                  <a:cubicBezTo>
                    <a:pt x="100" y="1"/>
                    <a:pt x="108" y="1"/>
                    <a:pt x="109" y="1"/>
                  </a:cubicBezTo>
                  <a:cubicBezTo>
                    <a:pt x="109" y="1"/>
                    <a:pt x="108" y="1"/>
                    <a:pt x="105" y="1"/>
                  </a:cubicBezTo>
                  <a:cubicBezTo>
                    <a:pt x="111" y="1"/>
                    <a:pt x="116" y="1"/>
                    <a:pt x="116" y="1"/>
                  </a:cubicBezTo>
                  <a:cubicBezTo>
                    <a:pt x="115" y="1"/>
                    <a:pt x="109" y="1"/>
                    <a:pt x="10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41" name="Freeform 536"/>
            <p:cNvSpPr/>
            <p:nvPr/>
          </p:nvSpPr>
          <p:spPr bwMode="auto">
            <a:xfrm>
              <a:off x="1165529" y="12253691"/>
              <a:ext cx="98425" cy="15875"/>
            </a:xfrm>
            <a:custGeom>
              <a:avLst/>
              <a:gdLst>
                <a:gd name="T0" fmla="*/ 19 w 36"/>
                <a:gd name="T1" fmla="*/ 3 h 6"/>
                <a:gd name="T2" fmla="*/ 36 w 36"/>
                <a:gd name="T3" fmla="*/ 0 h 6"/>
                <a:gd name="T4" fmla="*/ 18 w 36"/>
                <a:gd name="T5" fmla="*/ 2 h 6"/>
                <a:gd name="T6" fmla="*/ 0 w 36"/>
                <a:gd name="T7" fmla="*/ 6 h 6"/>
                <a:gd name="T8" fmla="*/ 19 w 36"/>
                <a:gd name="T9" fmla="*/ 3 h 6"/>
              </a:gdLst>
              <a:ahLst/>
              <a:cxnLst>
                <a:cxn ang="0">
                  <a:pos x="T0" y="T1"/>
                </a:cxn>
                <a:cxn ang="0">
                  <a:pos x="T2" y="T3"/>
                </a:cxn>
                <a:cxn ang="0">
                  <a:pos x="T4" y="T5"/>
                </a:cxn>
                <a:cxn ang="0">
                  <a:pos x="T6" y="T7"/>
                </a:cxn>
                <a:cxn ang="0">
                  <a:pos x="T8" y="T9"/>
                </a:cxn>
              </a:cxnLst>
              <a:rect l="0" t="0" r="r" b="b"/>
              <a:pathLst>
                <a:path w="36" h="6">
                  <a:moveTo>
                    <a:pt x="19" y="3"/>
                  </a:moveTo>
                  <a:cubicBezTo>
                    <a:pt x="28" y="2"/>
                    <a:pt x="36" y="0"/>
                    <a:pt x="36" y="0"/>
                  </a:cubicBezTo>
                  <a:cubicBezTo>
                    <a:pt x="36" y="0"/>
                    <a:pt x="28" y="1"/>
                    <a:pt x="18" y="2"/>
                  </a:cubicBezTo>
                  <a:cubicBezTo>
                    <a:pt x="8" y="4"/>
                    <a:pt x="0" y="5"/>
                    <a:pt x="0" y="6"/>
                  </a:cubicBezTo>
                  <a:cubicBezTo>
                    <a:pt x="0" y="6"/>
                    <a:pt x="9" y="5"/>
                    <a:pt x="1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42" name="Freeform 537"/>
            <p:cNvSpPr/>
            <p:nvPr/>
          </p:nvSpPr>
          <p:spPr bwMode="auto">
            <a:xfrm>
              <a:off x="125717" y="12823603"/>
              <a:ext cx="98425" cy="100013"/>
            </a:xfrm>
            <a:custGeom>
              <a:avLst/>
              <a:gdLst>
                <a:gd name="T0" fmla="*/ 19 w 36"/>
                <a:gd name="T1" fmla="*/ 27 h 37"/>
                <a:gd name="T2" fmla="*/ 35 w 36"/>
                <a:gd name="T3" fmla="*/ 4 h 37"/>
                <a:gd name="T4" fmla="*/ 17 w 36"/>
                <a:gd name="T5" fmla="*/ 10 h 37"/>
                <a:gd name="T6" fmla="*/ 0 w 36"/>
                <a:gd name="T7" fmla="*/ 32 h 37"/>
                <a:gd name="T8" fmla="*/ 19 w 36"/>
                <a:gd name="T9" fmla="*/ 27 h 37"/>
              </a:gdLst>
              <a:ahLst/>
              <a:cxnLst>
                <a:cxn ang="0">
                  <a:pos x="T0" y="T1"/>
                </a:cxn>
                <a:cxn ang="0">
                  <a:pos x="T2" y="T3"/>
                </a:cxn>
                <a:cxn ang="0">
                  <a:pos x="T4" y="T5"/>
                </a:cxn>
                <a:cxn ang="0">
                  <a:pos x="T6" y="T7"/>
                </a:cxn>
                <a:cxn ang="0">
                  <a:pos x="T8" y="T9"/>
                </a:cxn>
              </a:cxnLst>
              <a:rect l="0" t="0" r="r" b="b"/>
              <a:pathLst>
                <a:path w="36" h="37">
                  <a:moveTo>
                    <a:pt x="19" y="27"/>
                  </a:moveTo>
                  <a:cubicBezTo>
                    <a:pt x="28" y="19"/>
                    <a:pt x="36" y="8"/>
                    <a:pt x="35" y="4"/>
                  </a:cubicBezTo>
                  <a:cubicBezTo>
                    <a:pt x="34" y="0"/>
                    <a:pt x="26" y="3"/>
                    <a:pt x="17" y="10"/>
                  </a:cubicBezTo>
                  <a:cubicBezTo>
                    <a:pt x="7" y="17"/>
                    <a:pt x="0" y="27"/>
                    <a:pt x="0" y="32"/>
                  </a:cubicBezTo>
                  <a:cubicBezTo>
                    <a:pt x="1" y="37"/>
                    <a:pt x="9" y="35"/>
                    <a:pt x="19"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43" name="Freeform 538"/>
            <p:cNvSpPr/>
            <p:nvPr/>
          </p:nvSpPr>
          <p:spPr bwMode="auto">
            <a:xfrm>
              <a:off x="330504" y="12650566"/>
              <a:ext cx="100013" cy="93663"/>
            </a:xfrm>
            <a:custGeom>
              <a:avLst/>
              <a:gdLst>
                <a:gd name="T0" fmla="*/ 20 w 37"/>
                <a:gd name="T1" fmla="*/ 22 h 35"/>
                <a:gd name="T2" fmla="*/ 35 w 37"/>
                <a:gd name="T3" fmla="*/ 2 h 35"/>
                <a:gd name="T4" fmla="*/ 17 w 37"/>
                <a:gd name="T5" fmla="*/ 11 h 35"/>
                <a:gd name="T6" fmla="*/ 1 w 37"/>
                <a:gd name="T7" fmla="*/ 32 h 35"/>
                <a:gd name="T8" fmla="*/ 20 w 37"/>
                <a:gd name="T9" fmla="*/ 22 h 35"/>
              </a:gdLst>
              <a:ahLst/>
              <a:cxnLst>
                <a:cxn ang="0">
                  <a:pos x="T0" y="T1"/>
                </a:cxn>
                <a:cxn ang="0">
                  <a:pos x="T2" y="T3"/>
                </a:cxn>
                <a:cxn ang="0">
                  <a:pos x="T4" y="T5"/>
                </a:cxn>
                <a:cxn ang="0">
                  <a:pos x="T6" y="T7"/>
                </a:cxn>
                <a:cxn ang="0">
                  <a:pos x="T8" y="T9"/>
                </a:cxn>
              </a:cxnLst>
              <a:rect l="0" t="0" r="r" b="b"/>
              <a:pathLst>
                <a:path w="37" h="35">
                  <a:moveTo>
                    <a:pt x="20" y="22"/>
                  </a:moveTo>
                  <a:cubicBezTo>
                    <a:pt x="30" y="14"/>
                    <a:pt x="37" y="5"/>
                    <a:pt x="35" y="2"/>
                  </a:cubicBezTo>
                  <a:cubicBezTo>
                    <a:pt x="34" y="0"/>
                    <a:pt x="26" y="3"/>
                    <a:pt x="17" y="11"/>
                  </a:cubicBezTo>
                  <a:cubicBezTo>
                    <a:pt x="8" y="19"/>
                    <a:pt x="0" y="29"/>
                    <a:pt x="1" y="32"/>
                  </a:cubicBezTo>
                  <a:cubicBezTo>
                    <a:pt x="2" y="35"/>
                    <a:pt x="11" y="31"/>
                    <a:pt x="20"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44" name="Freeform 539"/>
            <p:cNvSpPr/>
            <p:nvPr/>
          </p:nvSpPr>
          <p:spPr bwMode="auto">
            <a:xfrm>
              <a:off x="536879" y="12487053"/>
              <a:ext cx="96838" cy="80963"/>
            </a:xfrm>
            <a:custGeom>
              <a:avLst/>
              <a:gdLst>
                <a:gd name="T0" fmla="*/ 20 w 36"/>
                <a:gd name="T1" fmla="*/ 17 h 30"/>
                <a:gd name="T2" fmla="*/ 35 w 36"/>
                <a:gd name="T3" fmla="*/ 1 h 30"/>
                <a:gd name="T4" fmla="*/ 17 w 36"/>
                <a:gd name="T5" fmla="*/ 10 h 30"/>
                <a:gd name="T6" fmla="*/ 1 w 36"/>
                <a:gd name="T7" fmla="*/ 28 h 30"/>
                <a:gd name="T8" fmla="*/ 20 w 36"/>
                <a:gd name="T9" fmla="*/ 17 h 30"/>
              </a:gdLst>
              <a:ahLst/>
              <a:cxnLst>
                <a:cxn ang="0">
                  <a:pos x="T0" y="T1"/>
                </a:cxn>
                <a:cxn ang="0">
                  <a:pos x="T2" y="T3"/>
                </a:cxn>
                <a:cxn ang="0">
                  <a:pos x="T4" y="T5"/>
                </a:cxn>
                <a:cxn ang="0">
                  <a:pos x="T6" y="T7"/>
                </a:cxn>
                <a:cxn ang="0">
                  <a:pos x="T8" y="T9"/>
                </a:cxn>
              </a:cxnLst>
              <a:rect l="0" t="0" r="r" b="b"/>
              <a:pathLst>
                <a:path w="36" h="30">
                  <a:moveTo>
                    <a:pt x="20" y="17"/>
                  </a:moveTo>
                  <a:cubicBezTo>
                    <a:pt x="30" y="9"/>
                    <a:pt x="36" y="2"/>
                    <a:pt x="35" y="1"/>
                  </a:cubicBezTo>
                  <a:cubicBezTo>
                    <a:pt x="34" y="0"/>
                    <a:pt x="26" y="4"/>
                    <a:pt x="17" y="10"/>
                  </a:cubicBezTo>
                  <a:cubicBezTo>
                    <a:pt x="7" y="18"/>
                    <a:pt x="0" y="26"/>
                    <a:pt x="1" y="28"/>
                  </a:cubicBezTo>
                  <a:cubicBezTo>
                    <a:pt x="2" y="30"/>
                    <a:pt x="11" y="24"/>
                    <a:pt x="20"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45" name="Freeform 540"/>
            <p:cNvSpPr/>
            <p:nvPr/>
          </p:nvSpPr>
          <p:spPr bwMode="auto">
            <a:xfrm>
              <a:off x="741667" y="12360053"/>
              <a:ext cx="101600" cy="57150"/>
            </a:xfrm>
            <a:custGeom>
              <a:avLst/>
              <a:gdLst>
                <a:gd name="T0" fmla="*/ 20 w 37"/>
                <a:gd name="T1" fmla="*/ 11 h 21"/>
                <a:gd name="T2" fmla="*/ 36 w 37"/>
                <a:gd name="T3" fmla="*/ 0 h 21"/>
                <a:gd name="T4" fmla="*/ 18 w 37"/>
                <a:gd name="T5" fmla="*/ 8 h 21"/>
                <a:gd name="T6" fmla="*/ 1 w 37"/>
                <a:gd name="T7" fmla="*/ 20 h 21"/>
                <a:gd name="T8" fmla="*/ 20 w 37"/>
                <a:gd name="T9" fmla="*/ 11 h 21"/>
              </a:gdLst>
              <a:ahLst/>
              <a:cxnLst>
                <a:cxn ang="0">
                  <a:pos x="T0" y="T1"/>
                </a:cxn>
                <a:cxn ang="0">
                  <a:pos x="T2" y="T3"/>
                </a:cxn>
                <a:cxn ang="0">
                  <a:pos x="T4" y="T5"/>
                </a:cxn>
                <a:cxn ang="0">
                  <a:pos x="T6" y="T7"/>
                </a:cxn>
                <a:cxn ang="0">
                  <a:pos x="T8" y="T9"/>
                </a:cxn>
              </a:cxnLst>
              <a:rect l="0" t="0" r="r" b="b"/>
              <a:pathLst>
                <a:path w="37" h="21">
                  <a:moveTo>
                    <a:pt x="20" y="11"/>
                  </a:moveTo>
                  <a:cubicBezTo>
                    <a:pt x="30" y="5"/>
                    <a:pt x="37" y="1"/>
                    <a:pt x="36" y="0"/>
                  </a:cubicBezTo>
                  <a:cubicBezTo>
                    <a:pt x="35" y="0"/>
                    <a:pt x="27" y="3"/>
                    <a:pt x="18" y="8"/>
                  </a:cubicBezTo>
                  <a:cubicBezTo>
                    <a:pt x="8" y="13"/>
                    <a:pt x="0" y="18"/>
                    <a:pt x="1" y="20"/>
                  </a:cubicBezTo>
                  <a:cubicBezTo>
                    <a:pt x="2" y="21"/>
                    <a:pt x="10" y="17"/>
                    <a:pt x="2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46" name="Freeform 541"/>
            <p:cNvSpPr/>
            <p:nvPr/>
          </p:nvSpPr>
          <p:spPr bwMode="auto">
            <a:xfrm>
              <a:off x="951217" y="12291791"/>
              <a:ext cx="103188" cy="23813"/>
            </a:xfrm>
            <a:custGeom>
              <a:avLst/>
              <a:gdLst>
                <a:gd name="T0" fmla="*/ 21 w 38"/>
                <a:gd name="T1" fmla="*/ 5 h 9"/>
                <a:gd name="T2" fmla="*/ 36 w 38"/>
                <a:gd name="T3" fmla="*/ 0 h 9"/>
                <a:gd name="T4" fmla="*/ 18 w 38"/>
                <a:gd name="T5" fmla="*/ 3 h 9"/>
                <a:gd name="T6" fmla="*/ 1 w 38"/>
                <a:gd name="T7" fmla="*/ 8 h 9"/>
                <a:gd name="T8" fmla="*/ 21 w 38"/>
                <a:gd name="T9" fmla="*/ 5 h 9"/>
              </a:gdLst>
              <a:ahLst/>
              <a:cxnLst>
                <a:cxn ang="0">
                  <a:pos x="T0" y="T1"/>
                </a:cxn>
                <a:cxn ang="0">
                  <a:pos x="T2" y="T3"/>
                </a:cxn>
                <a:cxn ang="0">
                  <a:pos x="T4" y="T5"/>
                </a:cxn>
                <a:cxn ang="0">
                  <a:pos x="T6" y="T7"/>
                </a:cxn>
                <a:cxn ang="0">
                  <a:pos x="T8" y="T9"/>
                </a:cxn>
              </a:cxnLst>
              <a:rect l="0" t="0" r="r" b="b"/>
              <a:pathLst>
                <a:path w="38" h="9">
                  <a:moveTo>
                    <a:pt x="21" y="5"/>
                  </a:moveTo>
                  <a:cubicBezTo>
                    <a:pt x="30" y="2"/>
                    <a:pt x="38" y="0"/>
                    <a:pt x="36" y="0"/>
                  </a:cubicBezTo>
                  <a:cubicBezTo>
                    <a:pt x="35" y="0"/>
                    <a:pt x="28" y="1"/>
                    <a:pt x="18" y="3"/>
                  </a:cubicBezTo>
                  <a:cubicBezTo>
                    <a:pt x="8" y="6"/>
                    <a:pt x="0" y="8"/>
                    <a:pt x="1" y="8"/>
                  </a:cubicBezTo>
                  <a:cubicBezTo>
                    <a:pt x="2" y="9"/>
                    <a:pt x="11" y="7"/>
                    <a:pt x="2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47" name="Freeform 542"/>
            <p:cNvSpPr/>
            <p:nvPr/>
          </p:nvSpPr>
          <p:spPr bwMode="auto">
            <a:xfrm>
              <a:off x="11839879" y="9439053"/>
              <a:ext cx="98425" cy="177800"/>
            </a:xfrm>
            <a:custGeom>
              <a:avLst/>
              <a:gdLst>
                <a:gd name="T0" fmla="*/ 15 w 36"/>
                <a:gd name="T1" fmla="*/ 26 h 66"/>
                <a:gd name="T2" fmla="*/ 2 w 36"/>
                <a:gd name="T3" fmla="*/ 64 h 66"/>
                <a:gd name="T4" fmla="*/ 22 w 36"/>
                <a:gd name="T5" fmla="*/ 34 h 66"/>
                <a:gd name="T6" fmla="*/ 34 w 36"/>
                <a:gd name="T7" fmla="*/ 3 h 66"/>
                <a:gd name="T8" fmla="*/ 15 w 36"/>
                <a:gd name="T9" fmla="*/ 26 h 66"/>
              </a:gdLst>
              <a:ahLst/>
              <a:cxnLst>
                <a:cxn ang="0">
                  <a:pos x="T0" y="T1"/>
                </a:cxn>
                <a:cxn ang="0">
                  <a:pos x="T2" y="T3"/>
                </a:cxn>
                <a:cxn ang="0">
                  <a:pos x="T4" y="T5"/>
                </a:cxn>
                <a:cxn ang="0">
                  <a:pos x="T6" y="T7"/>
                </a:cxn>
                <a:cxn ang="0">
                  <a:pos x="T8" y="T9"/>
                </a:cxn>
              </a:cxnLst>
              <a:rect l="0" t="0" r="r" b="b"/>
              <a:pathLst>
                <a:path w="36" h="66">
                  <a:moveTo>
                    <a:pt x="15" y="26"/>
                  </a:moveTo>
                  <a:cubicBezTo>
                    <a:pt x="6" y="44"/>
                    <a:pt x="0" y="62"/>
                    <a:pt x="2" y="64"/>
                  </a:cubicBezTo>
                  <a:cubicBezTo>
                    <a:pt x="4" y="66"/>
                    <a:pt x="13" y="51"/>
                    <a:pt x="22" y="34"/>
                  </a:cubicBezTo>
                  <a:cubicBezTo>
                    <a:pt x="30" y="19"/>
                    <a:pt x="36" y="6"/>
                    <a:pt x="34" y="3"/>
                  </a:cubicBezTo>
                  <a:cubicBezTo>
                    <a:pt x="33" y="0"/>
                    <a:pt x="24" y="9"/>
                    <a:pt x="15"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48" name="Freeform 543"/>
            <p:cNvSpPr/>
            <p:nvPr/>
          </p:nvSpPr>
          <p:spPr bwMode="auto">
            <a:xfrm>
              <a:off x="11647792" y="9859741"/>
              <a:ext cx="95250" cy="238125"/>
            </a:xfrm>
            <a:custGeom>
              <a:avLst/>
              <a:gdLst>
                <a:gd name="T0" fmla="*/ 34 w 35"/>
                <a:gd name="T1" fmla="*/ 1 h 88"/>
                <a:gd name="T2" fmla="*/ 16 w 35"/>
                <a:gd name="T3" fmla="*/ 37 h 88"/>
                <a:gd name="T4" fmla="*/ 2 w 35"/>
                <a:gd name="T5" fmla="*/ 85 h 88"/>
                <a:gd name="T6" fmla="*/ 20 w 35"/>
                <a:gd name="T7" fmla="*/ 46 h 88"/>
                <a:gd name="T8" fmla="*/ 34 w 35"/>
                <a:gd name="T9" fmla="*/ 1 h 88"/>
              </a:gdLst>
              <a:ahLst/>
              <a:cxnLst>
                <a:cxn ang="0">
                  <a:pos x="T0" y="T1"/>
                </a:cxn>
                <a:cxn ang="0">
                  <a:pos x="T2" y="T3"/>
                </a:cxn>
                <a:cxn ang="0">
                  <a:pos x="T4" y="T5"/>
                </a:cxn>
                <a:cxn ang="0">
                  <a:pos x="T6" y="T7"/>
                </a:cxn>
                <a:cxn ang="0">
                  <a:pos x="T8" y="T9"/>
                </a:cxn>
              </a:cxnLst>
              <a:rect l="0" t="0" r="r" b="b"/>
              <a:pathLst>
                <a:path w="35" h="88">
                  <a:moveTo>
                    <a:pt x="34" y="1"/>
                  </a:moveTo>
                  <a:cubicBezTo>
                    <a:pt x="32" y="0"/>
                    <a:pt x="24" y="15"/>
                    <a:pt x="16" y="37"/>
                  </a:cubicBezTo>
                  <a:cubicBezTo>
                    <a:pt x="7" y="61"/>
                    <a:pt x="0" y="83"/>
                    <a:pt x="2" y="85"/>
                  </a:cubicBezTo>
                  <a:cubicBezTo>
                    <a:pt x="3" y="88"/>
                    <a:pt x="11" y="70"/>
                    <a:pt x="20" y="46"/>
                  </a:cubicBezTo>
                  <a:cubicBezTo>
                    <a:pt x="29" y="23"/>
                    <a:pt x="35" y="3"/>
                    <a:pt x="3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49" name="Freeform 544"/>
            <p:cNvSpPr/>
            <p:nvPr/>
          </p:nvSpPr>
          <p:spPr bwMode="auto">
            <a:xfrm>
              <a:off x="11452529" y="10350278"/>
              <a:ext cx="96838" cy="203200"/>
            </a:xfrm>
            <a:custGeom>
              <a:avLst/>
              <a:gdLst>
                <a:gd name="T0" fmla="*/ 21 w 36"/>
                <a:gd name="T1" fmla="*/ 41 h 75"/>
                <a:gd name="T2" fmla="*/ 35 w 36"/>
                <a:gd name="T3" fmla="*/ 3 h 75"/>
                <a:gd name="T4" fmla="*/ 16 w 36"/>
                <a:gd name="T5" fmla="*/ 36 h 75"/>
                <a:gd name="T6" fmla="*/ 2 w 36"/>
                <a:gd name="T7" fmla="*/ 73 h 75"/>
                <a:gd name="T8" fmla="*/ 21 w 36"/>
                <a:gd name="T9" fmla="*/ 41 h 75"/>
              </a:gdLst>
              <a:ahLst/>
              <a:cxnLst>
                <a:cxn ang="0">
                  <a:pos x="T0" y="T1"/>
                </a:cxn>
                <a:cxn ang="0">
                  <a:pos x="T2" y="T3"/>
                </a:cxn>
                <a:cxn ang="0">
                  <a:pos x="T4" y="T5"/>
                </a:cxn>
                <a:cxn ang="0">
                  <a:pos x="T6" y="T7"/>
                </a:cxn>
                <a:cxn ang="0">
                  <a:pos x="T8" y="T9"/>
                </a:cxn>
              </a:cxnLst>
              <a:rect l="0" t="0" r="r" b="b"/>
              <a:pathLst>
                <a:path w="36" h="75">
                  <a:moveTo>
                    <a:pt x="21" y="41"/>
                  </a:moveTo>
                  <a:cubicBezTo>
                    <a:pt x="30" y="22"/>
                    <a:pt x="36" y="5"/>
                    <a:pt x="35" y="3"/>
                  </a:cubicBezTo>
                  <a:cubicBezTo>
                    <a:pt x="33" y="0"/>
                    <a:pt x="25" y="16"/>
                    <a:pt x="16" y="36"/>
                  </a:cubicBezTo>
                  <a:cubicBezTo>
                    <a:pt x="7" y="55"/>
                    <a:pt x="0" y="72"/>
                    <a:pt x="2" y="73"/>
                  </a:cubicBezTo>
                  <a:cubicBezTo>
                    <a:pt x="3" y="75"/>
                    <a:pt x="12" y="61"/>
                    <a:pt x="21"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50" name="Freeform 545"/>
            <p:cNvSpPr/>
            <p:nvPr/>
          </p:nvSpPr>
          <p:spPr bwMode="auto">
            <a:xfrm>
              <a:off x="11254092" y="10701116"/>
              <a:ext cx="92075" cy="84138"/>
            </a:xfrm>
            <a:custGeom>
              <a:avLst/>
              <a:gdLst>
                <a:gd name="T0" fmla="*/ 18 w 34"/>
                <a:gd name="T1" fmla="*/ 25 h 31"/>
                <a:gd name="T2" fmla="*/ 34 w 34"/>
                <a:gd name="T3" fmla="*/ 5 h 31"/>
                <a:gd name="T4" fmla="*/ 17 w 34"/>
                <a:gd name="T5" fmla="*/ 10 h 31"/>
                <a:gd name="T6" fmla="*/ 0 w 34"/>
                <a:gd name="T7" fmla="*/ 24 h 31"/>
                <a:gd name="T8" fmla="*/ 18 w 34"/>
                <a:gd name="T9" fmla="*/ 25 h 31"/>
              </a:gdLst>
              <a:ahLst/>
              <a:cxnLst>
                <a:cxn ang="0">
                  <a:pos x="T0" y="T1"/>
                </a:cxn>
                <a:cxn ang="0">
                  <a:pos x="T2" y="T3"/>
                </a:cxn>
                <a:cxn ang="0">
                  <a:pos x="T4" y="T5"/>
                </a:cxn>
                <a:cxn ang="0">
                  <a:pos x="T6" y="T7"/>
                </a:cxn>
                <a:cxn ang="0">
                  <a:pos x="T8" y="T9"/>
                </a:cxn>
              </a:cxnLst>
              <a:rect l="0" t="0" r="r" b="b"/>
              <a:pathLst>
                <a:path w="34" h="31">
                  <a:moveTo>
                    <a:pt x="18" y="25"/>
                  </a:moveTo>
                  <a:cubicBezTo>
                    <a:pt x="27" y="20"/>
                    <a:pt x="34" y="9"/>
                    <a:pt x="34" y="5"/>
                  </a:cubicBezTo>
                  <a:cubicBezTo>
                    <a:pt x="34" y="0"/>
                    <a:pt x="27" y="5"/>
                    <a:pt x="17" y="10"/>
                  </a:cubicBezTo>
                  <a:cubicBezTo>
                    <a:pt x="7" y="16"/>
                    <a:pt x="0" y="20"/>
                    <a:pt x="0" y="24"/>
                  </a:cubicBezTo>
                  <a:cubicBezTo>
                    <a:pt x="0" y="28"/>
                    <a:pt x="8" y="31"/>
                    <a:pt x="18"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51" name="Freeform 546"/>
            <p:cNvSpPr/>
            <p:nvPr/>
          </p:nvSpPr>
          <p:spPr bwMode="auto">
            <a:xfrm>
              <a:off x="11035017" y="10724928"/>
              <a:ext cx="103188" cy="52388"/>
            </a:xfrm>
            <a:custGeom>
              <a:avLst/>
              <a:gdLst>
                <a:gd name="T0" fmla="*/ 21 w 38"/>
                <a:gd name="T1" fmla="*/ 19 h 19"/>
                <a:gd name="T2" fmla="*/ 37 w 38"/>
                <a:gd name="T3" fmla="*/ 11 h 19"/>
                <a:gd name="T4" fmla="*/ 18 w 38"/>
                <a:gd name="T5" fmla="*/ 1 h 19"/>
                <a:gd name="T6" fmla="*/ 1 w 38"/>
                <a:gd name="T7" fmla="*/ 9 h 19"/>
                <a:gd name="T8" fmla="*/ 21 w 38"/>
                <a:gd name="T9" fmla="*/ 19 h 19"/>
              </a:gdLst>
              <a:ahLst/>
              <a:cxnLst>
                <a:cxn ang="0">
                  <a:pos x="T0" y="T1"/>
                </a:cxn>
                <a:cxn ang="0">
                  <a:pos x="T2" y="T3"/>
                </a:cxn>
                <a:cxn ang="0">
                  <a:pos x="T4" y="T5"/>
                </a:cxn>
                <a:cxn ang="0">
                  <a:pos x="T6" y="T7"/>
                </a:cxn>
                <a:cxn ang="0">
                  <a:pos x="T8" y="T9"/>
                </a:cxn>
              </a:cxnLst>
              <a:rect l="0" t="0" r="r" b="b"/>
              <a:pathLst>
                <a:path w="38" h="19">
                  <a:moveTo>
                    <a:pt x="21" y="19"/>
                  </a:moveTo>
                  <a:cubicBezTo>
                    <a:pt x="31" y="19"/>
                    <a:pt x="38" y="16"/>
                    <a:pt x="37" y="11"/>
                  </a:cubicBezTo>
                  <a:cubicBezTo>
                    <a:pt x="36" y="6"/>
                    <a:pt x="27" y="2"/>
                    <a:pt x="18" y="1"/>
                  </a:cubicBezTo>
                  <a:cubicBezTo>
                    <a:pt x="8" y="0"/>
                    <a:pt x="0" y="4"/>
                    <a:pt x="1" y="9"/>
                  </a:cubicBezTo>
                  <a:cubicBezTo>
                    <a:pt x="2" y="14"/>
                    <a:pt x="11" y="18"/>
                    <a:pt x="21"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52" name="Freeform 547"/>
            <p:cNvSpPr/>
            <p:nvPr/>
          </p:nvSpPr>
          <p:spPr bwMode="auto">
            <a:xfrm>
              <a:off x="10817529" y="10713816"/>
              <a:ext cx="103188" cy="53975"/>
            </a:xfrm>
            <a:custGeom>
              <a:avLst/>
              <a:gdLst>
                <a:gd name="T0" fmla="*/ 20 w 38"/>
                <a:gd name="T1" fmla="*/ 20 h 20"/>
                <a:gd name="T2" fmla="*/ 37 w 38"/>
                <a:gd name="T3" fmla="*/ 11 h 20"/>
                <a:gd name="T4" fmla="*/ 18 w 38"/>
                <a:gd name="T5" fmla="*/ 1 h 20"/>
                <a:gd name="T6" fmla="*/ 0 w 38"/>
                <a:gd name="T7" fmla="*/ 10 h 20"/>
                <a:gd name="T8" fmla="*/ 20 w 38"/>
                <a:gd name="T9" fmla="*/ 20 h 20"/>
              </a:gdLst>
              <a:ahLst/>
              <a:cxnLst>
                <a:cxn ang="0">
                  <a:pos x="T0" y="T1"/>
                </a:cxn>
                <a:cxn ang="0">
                  <a:pos x="T2" y="T3"/>
                </a:cxn>
                <a:cxn ang="0">
                  <a:pos x="T4" y="T5"/>
                </a:cxn>
                <a:cxn ang="0">
                  <a:pos x="T6" y="T7"/>
                </a:cxn>
                <a:cxn ang="0">
                  <a:pos x="T8" y="T9"/>
                </a:cxn>
              </a:cxnLst>
              <a:rect l="0" t="0" r="r" b="b"/>
              <a:pathLst>
                <a:path w="38" h="20">
                  <a:moveTo>
                    <a:pt x="20" y="20"/>
                  </a:moveTo>
                  <a:cubicBezTo>
                    <a:pt x="30" y="20"/>
                    <a:pt x="38" y="16"/>
                    <a:pt x="37" y="11"/>
                  </a:cubicBezTo>
                  <a:cubicBezTo>
                    <a:pt x="36" y="5"/>
                    <a:pt x="28" y="1"/>
                    <a:pt x="18" y="1"/>
                  </a:cubicBezTo>
                  <a:cubicBezTo>
                    <a:pt x="8" y="0"/>
                    <a:pt x="0" y="5"/>
                    <a:pt x="0" y="10"/>
                  </a:cubicBezTo>
                  <a:cubicBezTo>
                    <a:pt x="1" y="16"/>
                    <a:pt x="10" y="20"/>
                    <a:pt x="2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53" name="Freeform 548"/>
            <p:cNvSpPr/>
            <p:nvPr/>
          </p:nvSpPr>
          <p:spPr bwMode="auto">
            <a:xfrm>
              <a:off x="10595279" y="10720166"/>
              <a:ext cx="104775" cy="61913"/>
            </a:xfrm>
            <a:custGeom>
              <a:avLst/>
              <a:gdLst>
                <a:gd name="T0" fmla="*/ 23 w 39"/>
                <a:gd name="T1" fmla="*/ 22 h 23"/>
                <a:gd name="T2" fmla="*/ 38 w 39"/>
                <a:gd name="T3" fmla="*/ 10 h 23"/>
                <a:gd name="T4" fmla="*/ 18 w 39"/>
                <a:gd name="T5" fmla="*/ 0 h 23"/>
                <a:gd name="T6" fmla="*/ 2 w 39"/>
                <a:gd name="T7" fmla="*/ 13 h 23"/>
                <a:gd name="T8" fmla="*/ 23 w 39"/>
                <a:gd name="T9" fmla="*/ 22 h 23"/>
              </a:gdLst>
              <a:ahLst/>
              <a:cxnLst>
                <a:cxn ang="0">
                  <a:pos x="T0" y="T1"/>
                </a:cxn>
                <a:cxn ang="0">
                  <a:pos x="T2" y="T3"/>
                </a:cxn>
                <a:cxn ang="0">
                  <a:pos x="T4" y="T5"/>
                </a:cxn>
                <a:cxn ang="0">
                  <a:pos x="T6" y="T7"/>
                </a:cxn>
                <a:cxn ang="0">
                  <a:pos x="T8" y="T9"/>
                </a:cxn>
              </a:cxnLst>
              <a:rect l="0" t="0" r="r" b="b"/>
              <a:pathLst>
                <a:path w="39" h="23">
                  <a:moveTo>
                    <a:pt x="23" y="22"/>
                  </a:moveTo>
                  <a:cubicBezTo>
                    <a:pt x="33" y="21"/>
                    <a:pt x="39" y="15"/>
                    <a:pt x="38" y="10"/>
                  </a:cubicBezTo>
                  <a:cubicBezTo>
                    <a:pt x="37" y="4"/>
                    <a:pt x="28" y="0"/>
                    <a:pt x="18" y="0"/>
                  </a:cubicBezTo>
                  <a:cubicBezTo>
                    <a:pt x="8" y="1"/>
                    <a:pt x="0" y="7"/>
                    <a:pt x="2" y="13"/>
                  </a:cubicBezTo>
                  <a:cubicBezTo>
                    <a:pt x="4" y="19"/>
                    <a:pt x="13" y="23"/>
                    <a:pt x="2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54" name="Freeform 549"/>
            <p:cNvSpPr/>
            <p:nvPr/>
          </p:nvSpPr>
          <p:spPr bwMode="auto">
            <a:xfrm>
              <a:off x="10377792" y="10736041"/>
              <a:ext cx="106363" cy="69850"/>
            </a:xfrm>
            <a:custGeom>
              <a:avLst/>
              <a:gdLst>
                <a:gd name="T0" fmla="*/ 21 w 39"/>
                <a:gd name="T1" fmla="*/ 25 h 26"/>
                <a:gd name="T2" fmla="*/ 38 w 39"/>
                <a:gd name="T3" fmla="*/ 10 h 26"/>
                <a:gd name="T4" fmla="*/ 18 w 39"/>
                <a:gd name="T5" fmla="*/ 1 h 26"/>
                <a:gd name="T6" fmla="*/ 1 w 39"/>
                <a:gd name="T7" fmla="*/ 15 h 26"/>
                <a:gd name="T8" fmla="*/ 21 w 39"/>
                <a:gd name="T9" fmla="*/ 25 h 26"/>
              </a:gdLst>
              <a:ahLst/>
              <a:cxnLst>
                <a:cxn ang="0">
                  <a:pos x="T0" y="T1"/>
                </a:cxn>
                <a:cxn ang="0">
                  <a:pos x="T2" y="T3"/>
                </a:cxn>
                <a:cxn ang="0">
                  <a:pos x="T4" y="T5"/>
                </a:cxn>
                <a:cxn ang="0">
                  <a:pos x="T6" y="T7"/>
                </a:cxn>
                <a:cxn ang="0">
                  <a:pos x="T8" y="T9"/>
                </a:cxn>
              </a:cxnLst>
              <a:rect l="0" t="0" r="r" b="b"/>
              <a:pathLst>
                <a:path w="39" h="26">
                  <a:moveTo>
                    <a:pt x="21" y="25"/>
                  </a:moveTo>
                  <a:cubicBezTo>
                    <a:pt x="32" y="23"/>
                    <a:pt x="39" y="17"/>
                    <a:pt x="38" y="10"/>
                  </a:cubicBezTo>
                  <a:cubicBezTo>
                    <a:pt x="36" y="4"/>
                    <a:pt x="28" y="0"/>
                    <a:pt x="18" y="1"/>
                  </a:cubicBezTo>
                  <a:cubicBezTo>
                    <a:pt x="8" y="2"/>
                    <a:pt x="0" y="8"/>
                    <a:pt x="1" y="15"/>
                  </a:cubicBezTo>
                  <a:cubicBezTo>
                    <a:pt x="2" y="22"/>
                    <a:pt x="11" y="26"/>
                    <a:pt x="21"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55" name="Freeform 550"/>
            <p:cNvSpPr/>
            <p:nvPr/>
          </p:nvSpPr>
          <p:spPr bwMode="auto">
            <a:xfrm>
              <a:off x="10157129" y="10763028"/>
              <a:ext cx="106363" cy="84138"/>
            </a:xfrm>
            <a:custGeom>
              <a:avLst/>
              <a:gdLst>
                <a:gd name="T0" fmla="*/ 22 w 39"/>
                <a:gd name="T1" fmla="*/ 28 h 31"/>
                <a:gd name="T2" fmla="*/ 38 w 39"/>
                <a:gd name="T3" fmla="*/ 12 h 31"/>
                <a:gd name="T4" fmla="*/ 18 w 39"/>
                <a:gd name="T5" fmla="*/ 2 h 31"/>
                <a:gd name="T6" fmla="*/ 1 w 39"/>
                <a:gd name="T7" fmla="*/ 19 h 31"/>
                <a:gd name="T8" fmla="*/ 22 w 39"/>
                <a:gd name="T9" fmla="*/ 28 h 31"/>
              </a:gdLst>
              <a:ahLst/>
              <a:cxnLst>
                <a:cxn ang="0">
                  <a:pos x="T0" y="T1"/>
                </a:cxn>
                <a:cxn ang="0">
                  <a:pos x="T2" y="T3"/>
                </a:cxn>
                <a:cxn ang="0">
                  <a:pos x="T4" y="T5"/>
                </a:cxn>
                <a:cxn ang="0">
                  <a:pos x="T6" y="T7"/>
                </a:cxn>
                <a:cxn ang="0">
                  <a:pos x="T8" y="T9"/>
                </a:cxn>
              </a:cxnLst>
              <a:rect l="0" t="0" r="r" b="b"/>
              <a:pathLst>
                <a:path w="39" h="31">
                  <a:moveTo>
                    <a:pt x="22" y="28"/>
                  </a:moveTo>
                  <a:cubicBezTo>
                    <a:pt x="32" y="26"/>
                    <a:pt x="39" y="19"/>
                    <a:pt x="38" y="12"/>
                  </a:cubicBezTo>
                  <a:cubicBezTo>
                    <a:pt x="37" y="5"/>
                    <a:pt x="28" y="0"/>
                    <a:pt x="18" y="2"/>
                  </a:cubicBezTo>
                  <a:cubicBezTo>
                    <a:pt x="8" y="3"/>
                    <a:pt x="0" y="11"/>
                    <a:pt x="1" y="19"/>
                  </a:cubicBezTo>
                  <a:cubicBezTo>
                    <a:pt x="2" y="26"/>
                    <a:pt x="12" y="31"/>
                    <a:pt x="22"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56" name="Freeform 551"/>
            <p:cNvSpPr/>
            <p:nvPr/>
          </p:nvSpPr>
          <p:spPr bwMode="auto">
            <a:xfrm>
              <a:off x="9941229" y="10804303"/>
              <a:ext cx="103188" cy="88900"/>
            </a:xfrm>
            <a:custGeom>
              <a:avLst/>
              <a:gdLst>
                <a:gd name="T0" fmla="*/ 20 w 38"/>
                <a:gd name="T1" fmla="*/ 31 h 33"/>
                <a:gd name="T2" fmla="*/ 37 w 38"/>
                <a:gd name="T3" fmla="*/ 12 h 33"/>
                <a:gd name="T4" fmla="*/ 18 w 38"/>
                <a:gd name="T5" fmla="*/ 1 h 33"/>
                <a:gd name="T6" fmla="*/ 0 w 38"/>
                <a:gd name="T7" fmla="*/ 19 h 33"/>
                <a:gd name="T8" fmla="*/ 20 w 38"/>
                <a:gd name="T9" fmla="*/ 31 h 33"/>
              </a:gdLst>
              <a:ahLst/>
              <a:cxnLst>
                <a:cxn ang="0">
                  <a:pos x="T0" y="T1"/>
                </a:cxn>
                <a:cxn ang="0">
                  <a:pos x="T2" y="T3"/>
                </a:cxn>
                <a:cxn ang="0">
                  <a:pos x="T4" y="T5"/>
                </a:cxn>
                <a:cxn ang="0">
                  <a:pos x="T6" y="T7"/>
                </a:cxn>
                <a:cxn ang="0">
                  <a:pos x="T8" y="T9"/>
                </a:cxn>
              </a:cxnLst>
              <a:rect l="0" t="0" r="r" b="b"/>
              <a:pathLst>
                <a:path w="38" h="33">
                  <a:moveTo>
                    <a:pt x="20" y="31"/>
                  </a:moveTo>
                  <a:cubicBezTo>
                    <a:pt x="30" y="29"/>
                    <a:pt x="38" y="20"/>
                    <a:pt x="37" y="12"/>
                  </a:cubicBezTo>
                  <a:cubicBezTo>
                    <a:pt x="36" y="4"/>
                    <a:pt x="28" y="0"/>
                    <a:pt x="18" y="1"/>
                  </a:cubicBezTo>
                  <a:cubicBezTo>
                    <a:pt x="8" y="3"/>
                    <a:pt x="0" y="11"/>
                    <a:pt x="0" y="19"/>
                  </a:cubicBezTo>
                  <a:cubicBezTo>
                    <a:pt x="1" y="28"/>
                    <a:pt x="10" y="33"/>
                    <a:pt x="20"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57" name="Freeform 552"/>
            <p:cNvSpPr/>
            <p:nvPr/>
          </p:nvSpPr>
          <p:spPr bwMode="auto">
            <a:xfrm>
              <a:off x="9720567" y="10850341"/>
              <a:ext cx="103188" cy="100013"/>
            </a:xfrm>
            <a:custGeom>
              <a:avLst/>
              <a:gdLst>
                <a:gd name="T0" fmla="*/ 20 w 38"/>
                <a:gd name="T1" fmla="*/ 35 h 37"/>
                <a:gd name="T2" fmla="*/ 37 w 38"/>
                <a:gd name="T3" fmla="*/ 14 h 37"/>
                <a:gd name="T4" fmla="*/ 18 w 38"/>
                <a:gd name="T5" fmla="*/ 2 h 37"/>
                <a:gd name="T6" fmla="*/ 0 w 38"/>
                <a:gd name="T7" fmla="*/ 22 h 37"/>
                <a:gd name="T8" fmla="*/ 20 w 38"/>
                <a:gd name="T9" fmla="*/ 35 h 37"/>
              </a:gdLst>
              <a:ahLst/>
              <a:cxnLst>
                <a:cxn ang="0">
                  <a:pos x="T0" y="T1"/>
                </a:cxn>
                <a:cxn ang="0">
                  <a:pos x="T2" y="T3"/>
                </a:cxn>
                <a:cxn ang="0">
                  <a:pos x="T4" y="T5"/>
                </a:cxn>
                <a:cxn ang="0">
                  <a:pos x="T6" y="T7"/>
                </a:cxn>
                <a:cxn ang="0">
                  <a:pos x="T8" y="T9"/>
                </a:cxn>
              </a:cxnLst>
              <a:rect l="0" t="0" r="r" b="b"/>
              <a:pathLst>
                <a:path w="38" h="37">
                  <a:moveTo>
                    <a:pt x="20" y="35"/>
                  </a:moveTo>
                  <a:cubicBezTo>
                    <a:pt x="30" y="32"/>
                    <a:pt x="38" y="23"/>
                    <a:pt x="37" y="14"/>
                  </a:cubicBezTo>
                  <a:cubicBezTo>
                    <a:pt x="36" y="5"/>
                    <a:pt x="28" y="0"/>
                    <a:pt x="18" y="2"/>
                  </a:cubicBezTo>
                  <a:cubicBezTo>
                    <a:pt x="8" y="4"/>
                    <a:pt x="0" y="13"/>
                    <a:pt x="0" y="22"/>
                  </a:cubicBezTo>
                  <a:cubicBezTo>
                    <a:pt x="1" y="31"/>
                    <a:pt x="10" y="37"/>
                    <a:pt x="2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58" name="Freeform 553"/>
            <p:cNvSpPr/>
            <p:nvPr/>
          </p:nvSpPr>
          <p:spPr bwMode="auto">
            <a:xfrm>
              <a:off x="9498317" y="10904316"/>
              <a:ext cx="106363" cy="107950"/>
            </a:xfrm>
            <a:custGeom>
              <a:avLst/>
              <a:gdLst>
                <a:gd name="T0" fmla="*/ 22 w 39"/>
                <a:gd name="T1" fmla="*/ 37 h 40"/>
                <a:gd name="T2" fmla="*/ 38 w 39"/>
                <a:gd name="T3" fmla="*/ 14 h 40"/>
                <a:gd name="T4" fmla="*/ 18 w 39"/>
                <a:gd name="T5" fmla="*/ 2 h 40"/>
                <a:gd name="T6" fmla="*/ 1 w 39"/>
                <a:gd name="T7" fmla="*/ 24 h 40"/>
                <a:gd name="T8" fmla="*/ 22 w 39"/>
                <a:gd name="T9" fmla="*/ 37 h 40"/>
              </a:gdLst>
              <a:ahLst/>
              <a:cxnLst>
                <a:cxn ang="0">
                  <a:pos x="T0" y="T1"/>
                </a:cxn>
                <a:cxn ang="0">
                  <a:pos x="T2" y="T3"/>
                </a:cxn>
                <a:cxn ang="0">
                  <a:pos x="T4" y="T5"/>
                </a:cxn>
                <a:cxn ang="0">
                  <a:pos x="T6" y="T7"/>
                </a:cxn>
                <a:cxn ang="0">
                  <a:pos x="T8" y="T9"/>
                </a:cxn>
              </a:cxnLst>
              <a:rect l="0" t="0" r="r" b="b"/>
              <a:pathLst>
                <a:path w="39" h="40">
                  <a:moveTo>
                    <a:pt x="22" y="37"/>
                  </a:moveTo>
                  <a:cubicBezTo>
                    <a:pt x="32" y="34"/>
                    <a:pt x="39" y="24"/>
                    <a:pt x="38" y="14"/>
                  </a:cubicBezTo>
                  <a:cubicBezTo>
                    <a:pt x="37" y="5"/>
                    <a:pt x="28" y="0"/>
                    <a:pt x="18" y="2"/>
                  </a:cubicBezTo>
                  <a:cubicBezTo>
                    <a:pt x="8" y="4"/>
                    <a:pt x="0" y="14"/>
                    <a:pt x="1" y="24"/>
                  </a:cubicBezTo>
                  <a:cubicBezTo>
                    <a:pt x="2" y="34"/>
                    <a:pt x="12" y="40"/>
                    <a:pt x="22"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59" name="Freeform 554"/>
            <p:cNvSpPr/>
            <p:nvPr/>
          </p:nvSpPr>
          <p:spPr bwMode="auto">
            <a:xfrm>
              <a:off x="9280829" y="10961466"/>
              <a:ext cx="103188" cy="119063"/>
            </a:xfrm>
            <a:custGeom>
              <a:avLst/>
              <a:gdLst>
                <a:gd name="T0" fmla="*/ 21 w 38"/>
                <a:gd name="T1" fmla="*/ 40 h 44"/>
                <a:gd name="T2" fmla="*/ 37 w 38"/>
                <a:gd name="T3" fmla="*/ 17 h 44"/>
                <a:gd name="T4" fmla="*/ 18 w 38"/>
                <a:gd name="T5" fmla="*/ 2 h 44"/>
                <a:gd name="T6" fmla="*/ 1 w 38"/>
                <a:gd name="T7" fmla="*/ 26 h 44"/>
                <a:gd name="T8" fmla="*/ 21 w 38"/>
                <a:gd name="T9" fmla="*/ 40 h 44"/>
              </a:gdLst>
              <a:ahLst/>
              <a:cxnLst>
                <a:cxn ang="0">
                  <a:pos x="T0" y="T1"/>
                </a:cxn>
                <a:cxn ang="0">
                  <a:pos x="T2" y="T3"/>
                </a:cxn>
                <a:cxn ang="0">
                  <a:pos x="T4" y="T5"/>
                </a:cxn>
                <a:cxn ang="0">
                  <a:pos x="T6" y="T7"/>
                </a:cxn>
                <a:cxn ang="0">
                  <a:pos x="T8" y="T9"/>
                </a:cxn>
              </a:cxnLst>
              <a:rect l="0" t="0" r="r" b="b"/>
              <a:pathLst>
                <a:path w="38" h="44">
                  <a:moveTo>
                    <a:pt x="21" y="40"/>
                  </a:moveTo>
                  <a:cubicBezTo>
                    <a:pt x="31" y="37"/>
                    <a:pt x="38" y="27"/>
                    <a:pt x="37" y="17"/>
                  </a:cubicBezTo>
                  <a:cubicBezTo>
                    <a:pt x="37" y="6"/>
                    <a:pt x="28" y="0"/>
                    <a:pt x="18" y="2"/>
                  </a:cubicBezTo>
                  <a:cubicBezTo>
                    <a:pt x="7" y="5"/>
                    <a:pt x="0" y="15"/>
                    <a:pt x="1" y="26"/>
                  </a:cubicBezTo>
                  <a:cubicBezTo>
                    <a:pt x="1" y="37"/>
                    <a:pt x="11" y="44"/>
                    <a:pt x="21"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60" name="Freeform 555"/>
            <p:cNvSpPr/>
            <p:nvPr/>
          </p:nvSpPr>
          <p:spPr bwMode="auto">
            <a:xfrm>
              <a:off x="9061754" y="11021791"/>
              <a:ext cx="103188" cy="123825"/>
            </a:xfrm>
            <a:custGeom>
              <a:avLst/>
              <a:gdLst>
                <a:gd name="T0" fmla="*/ 21 w 38"/>
                <a:gd name="T1" fmla="*/ 43 h 46"/>
                <a:gd name="T2" fmla="*/ 37 w 38"/>
                <a:gd name="T3" fmla="*/ 19 h 46"/>
                <a:gd name="T4" fmla="*/ 18 w 38"/>
                <a:gd name="T5" fmla="*/ 2 h 46"/>
                <a:gd name="T6" fmla="*/ 1 w 38"/>
                <a:gd name="T7" fmla="*/ 28 h 46"/>
                <a:gd name="T8" fmla="*/ 21 w 38"/>
                <a:gd name="T9" fmla="*/ 43 h 46"/>
              </a:gdLst>
              <a:ahLst/>
              <a:cxnLst>
                <a:cxn ang="0">
                  <a:pos x="T0" y="T1"/>
                </a:cxn>
                <a:cxn ang="0">
                  <a:pos x="T2" y="T3"/>
                </a:cxn>
                <a:cxn ang="0">
                  <a:pos x="T4" y="T5"/>
                </a:cxn>
                <a:cxn ang="0">
                  <a:pos x="T6" y="T7"/>
                </a:cxn>
                <a:cxn ang="0">
                  <a:pos x="T8" y="T9"/>
                </a:cxn>
              </a:cxnLst>
              <a:rect l="0" t="0" r="r" b="b"/>
              <a:pathLst>
                <a:path w="38" h="46">
                  <a:moveTo>
                    <a:pt x="21" y="43"/>
                  </a:moveTo>
                  <a:cubicBezTo>
                    <a:pt x="31" y="40"/>
                    <a:pt x="38" y="29"/>
                    <a:pt x="37" y="19"/>
                  </a:cubicBezTo>
                  <a:cubicBezTo>
                    <a:pt x="37" y="7"/>
                    <a:pt x="28" y="0"/>
                    <a:pt x="18" y="2"/>
                  </a:cubicBezTo>
                  <a:cubicBezTo>
                    <a:pt x="7" y="5"/>
                    <a:pt x="0" y="16"/>
                    <a:pt x="1" y="28"/>
                  </a:cubicBezTo>
                  <a:cubicBezTo>
                    <a:pt x="2" y="39"/>
                    <a:pt x="11" y="46"/>
                    <a:pt x="21"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61" name="Freeform 556"/>
            <p:cNvSpPr/>
            <p:nvPr/>
          </p:nvSpPr>
          <p:spPr bwMode="auto">
            <a:xfrm>
              <a:off x="8841092" y="11080528"/>
              <a:ext cx="106363" cy="133350"/>
            </a:xfrm>
            <a:custGeom>
              <a:avLst/>
              <a:gdLst>
                <a:gd name="T0" fmla="*/ 23 w 39"/>
                <a:gd name="T1" fmla="*/ 45 h 49"/>
                <a:gd name="T2" fmla="*/ 38 w 39"/>
                <a:gd name="T3" fmla="*/ 18 h 49"/>
                <a:gd name="T4" fmla="*/ 17 w 39"/>
                <a:gd name="T5" fmla="*/ 3 h 49"/>
                <a:gd name="T6" fmla="*/ 2 w 39"/>
                <a:gd name="T7" fmla="*/ 31 h 49"/>
                <a:gd name="T8" fmla="*/ 23 w 39"/>
                <a:gd name="T9" fmla="*/ 45 h 49"/>
              </a:gdLst>
              <a:ahLst/>
              <a:cxnLst>
                <a:cxn ang="0">
                  <a:pos x="T0" y="T1"/>
                </a:cxn>
                <a:cxn ang="0">
                  <a:pos x="T2" y="T3"/>
                </a:cxn>
                <a:cxn ang="0">
                  <a:pos x="T4" y="T5"/>
                </a:cxn>
                <a:cxn ang="0">
                  <a:pos x="T6" y="T7"/>
                </a:cxn>
                <a:cxn ang="0">
                  <a:pos x="T8" y="T9"/>
                </a:cxn>
              </a:cxnLst>
              <a:rect l="0" t="0" r="r" b="b"/>
              <a:pathLst>
                <a:path w="39" h="49">
                  <a:moveTo>
                    <a:pt x="23" y="45"/>
                  </a:moveTo>
                  <a:cubicBezTo>
                    <a:pt x="33" y="42"/>
                    <a:pt x="39" y="30"/>
                    <a:pt x="38" y="18"/>
                  </a:cubicBezTo>
                  <a:cubicBezTo>
                    <a:pt x="36" y="6"/>
                    <a:pt x="27" y="0"/>
                    <a:pt x="17" y="3"/>
                  </a:cubicBezTo>
                  <a:cubicBezTo>
                    <a:pt x="7" y="6"/>
                    <a:pt x="0" y="19"/>
                    <a:pt x="2" y="31"/>
                  </a:cubicBezTo>
                  <a:cubicBezTo>
                    <a:pt x="4" y="43"/>
                    <a:pt x="13" y="49"/>
                    <a:pt x="23"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62" name="Freeform 557"/>
            <p:cNvSpPr/>
            <p:nvPr/>
          </p:nvSpPr>
          <p:spPr bwMode="auto">
            <a:xfrm>
              <a:off x="8623604" y="11137678"/>
              <a:ext cx="106363" cy="138113"/>
            </a:xfrm>
            <a:custGeom>
              <a:avLst/>
              <a:gdLst>
                <a:gd name="T0" fmla="*/ 23 w 39"/>
                <a:gd name="T1" fmla="*/ 48 h 51"/>
                <a:gd name="T2" fmla="*/ 37 w 39"/>
                <a:gd name="T3" fmla="*/ 20 h 51"/>
                <a:gd name="T4" fmla="*/ 17 w 39"/>
                <a:gd name="T5" fmla="*/ 3 h 51"/>
                <a:gd name="T6" fmla="*/ 1 w 39"/>
                <a:gd name="T7" fmla="*/ 31 h 51"/>
                <a:gd name="T8" fmla="*/ 23 w 39"/>
                <a:gd name="T9" fmla="*/ 48 h 51"/>
              </a:gdLst>
              <a:ahLst/>
              <a:cxnLst>
                <a:cxn ang="0">
                  <a:pos x="T0" y="T1"/>
                </a:cxn>
                <a:cxn ang="0">
                  <a:pos x="T2" y="T3"/>
                </a:cxn>
                <a:cxn ang="0">
                  <a:pos x="T4" y="T5"/>
                </a:cxn>
                <a:cxn ang="0">
                  <a:pos x="T6" y="T7"/>
                </a:cxn>
                <a:cxn ang="0">
                  <a:pos x="T8" y="T9"/>
                </a:cxn>
              </a:cxnLst>
              <a:rect l="0" t="0" r="r" b="b"/>
              <a:pathLst>
                <a:path w="39" h="51">
                  <a:moveTo>
                    <a:pt x="23" y="48"/>
                  </a:moveTo>
                  <a:cubicBezTo>
                    <a:pt x="32" y="44"/>
                    <a:pt x="39" y="32"/>
                    <a:pt x="37" y="20"/>
                  </a:cubicBezTo>
                  <a:cubicBezTo>
                    <a:pt x="36" y="8"/>
                    <a:pt x="27" y="0"/>
                    <a:pt x="17" y="3"/>
                  </a:cubicBezTo>
                  <a:cubicBezTo>
                    <a:pt x="7" y="5"/>
                    <a:pt x="0" y="18"/>
                    <a:pt x="1" y="31"/>
                  </a:cubicBezTo>
                  <a:cubicBezTo>
                    <a:pt x="3" y="43"/>
                    <a:pt x="13" y="51"/>
                    <a:pt x="23"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63" name="Freeform 558"/>
            <p:cNvSpPr/>
            <p:nvPr/>
          </p:nvSpPr>
          <p:spPr bwMode="auto">
            <a:xfrm>
              <a:off x="8407704" y="11190066"/>
              <a:ext cx="104775" cy="139700"/>
            </a:xfrm>
            <a:custGeom>
              <a:avLst/>
              <a:gdLst>
                <a:gd name="T0" fmla="*/ 22 w 39"/>
                <a:gd name="T1" fmla="*/ 50 h 52"/>
                <a:gd name="T2" fmla="*/ 37 w 39"/>
                <a:gd name="T3" fmla="*/ 21 h 52"/>
                <a:gd name="T4" fmla="*/ 17 w 39"/>
                <a:gd name="T5" fmla="*/ 2 h 52"/>
                <a:gd name="T6" fmla="*/ 1 w 39"/>
                <a:gd name="T7" fmla="*/ 30 h 52"/>
                <a:gd name="T8" fmla="*/ 22 w 39"/>
                <a:gd name="T9" fmla="*/ 50 h 52"/>
              </a:gdLst>
              <a:ahLst/>
              <a:cxnLst>
                <a:cxn ang="0">
                  <a:pos x="T0" y="T1"/>
                </a:cxn>
                <a:cxn ang="0">
                  <a:pos x="T2" y="T3"/>
                </a:cxn>
                <a:cxn ang="0">
                  <a:pos x="T4" y="T5"/>
                </a:cxn>
                <a:cxn ang="0">
                  <a:pos x="T6" y="T7"/>
                </a:cxn>
                <a:cxn ang="0">
                  <a:pos x="T8" y="T9"/>
                </a:cxn>
              </a:cxnLst>
              <a:rect l="0" t="0" r="r" b="b"/>
              <a:pathLst>
                <a:path w="39" h="52">
                  <a:moveTo>
                    <a:pt x="22" y="50"/>
                  </a:moveTo>
                  <a:cubicBezTo>
                    <a:pt x="32" y="47"/>
                    <a:pt x="39" y="34"/>
                    <a:pt x="37" y="21"/>
                  </a:cubicBezTo>
                  <a:cubicBezTo>
                    <a:pt x="36" y="8"/>
                    <a:pt x="27" y="0"/>
                    <a:pt x="17" y="2"/>
                  </a:cubicBezTo>
                  <a:cubicBezTo>
                    <a:pt x="7" y="4"/>
                    <a:pt x="0" y="17"/>
                    <a:pt x="1" y="30"/>
                  </a:cubicBezTo>
                  <a:cubicBezTo>
                    <a:pt x="2" y="43"/>
                    <a:pt x="12" y="52"/>
                    <a:pt x="22"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64" name="Freeform 559"/>
            <p:cNvSpPr/>
            <p:nvPr/>
          </p:nvSpPr>
          <p:spPr bwMode="auto">
            <a:xfrm>
              <a:off x="8190217" y="11232928"/>
              <a:ext cx="106363" cy="146050"/>
            </a:xfrm>
            <a:custGeom>
              <a:avLst/>
              <a:gdLst>
                <a:gd name="T0" fmla="*/ 23 w 39"/>
                <a:gd name="T1" fmla="*/ 51 h 54"/>
                <a:gd name="T2" fmla="*/ 37 w 39"/>
                <a:gd name="T3" fmla="*/ 23 h 54"/>
                <a:gd name="T4" fmla="*/ 17 w 39"/>
                <a:gd name="T5" fmla="*/ 2 h 54"/>
                <a:gd name="T6" fmla="*/ 2 w 39"/>
                <a:gd name="T7" fmla="*/ 31 h 54"/>
                <a:gd name="T8" fmla="*/ 23 w 39"/>
                <a:gd name="T9" fmla="*/ 51 h 54"/>
              </a:gdLst>
              <a:ahLst/>
              <a:cxnLst>
                <a:cxn ang="0">
                  <a:pos x="T0" y="T1"/>
                </a:cxn>
                <a:cxn ang="0">
                  <a:pos x="T2" y="T3"/>
                </a:cxn>
                <a:cxn ang="0">
                  <a:pos x="T4" y="T5"/>
                </a:cxn>
                <a:cxn ang="0">
                  <a:pos x="T6" y="T7"/>
                </a:cxn>
                <a:cxn ang="0">
                  <a:pos x="T8" y="T9"/>
                </a:cxn>
              </a:cxnLst>
              <a:rect l="0" t="0" r="r" b="b"/>
              <a:pathLst>
                <a:path w="39" h="54">
                  <a:moveTo>
                    <a:pt x="23" y="51"/>
                  </a:moveTo>
                  <a:cubicBezTo>
                    <a:pt x="32" y="48"/>
                    <a:pt x="39" y="36"/>
                    <a:pt x="37" y="23"/>
                  </a:cubicBezTo>
                  <a:cubicBezTo>
                    <a:pt x="36" y="9"/>
                    <a:pt x="27" y="0"/>
                    <a:pt x="17" y="2"/>
                  </a:cubicBezTo>
                  <a:cubicBezTo>
                    <a:pt x="7" y="5"/>
                    <a:pt x="0" y="18"/>
                    <a:pt x="2" y="31"/>
                  </a:cubicBezTo>
                  <a:cubicBezTo>
                    <a:pt x="4" y="45"/>
                    <a:pt x="13" y="54"/>
                    <a:pt x="23" y="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65" name="Freeform 560"/>
            <p:cNvSpPr/>
            <p:nvPr/>
          </p:nvSpPr>
          <p:spPr bwMode="auto">
            <a:xfrm>
              <a:off x="7975904" y="11267853"/>
              <a:ext cx="104775" cy="144463"/>
            </a:xfrm>
            <a:custGeom>
              <a:avLst/>
              <a:gdLst>
                <a:gd name="T0" fmla="*/ 22 w 39"/>
                <a:gd name="T1" fmla="*/ 52 h 53"/>
                <a:gd name="T2" fmla="*/ 37 w 39"/>
                <a:gd name="T3" fmla="*/ 23 h 53"/>
                <a:gd name="T4" fmla="*/ 18 w 39"/>
                <a:gd name="T5" fmla="*/ 1 h 53"/>
                <a:gd name="T6" fmla="*/ 1 w 39"/>
                <a:gd name="T7" fmla="*/ 28 h 53"/>
                <a:gd name="T8" fmla="*/ 22 w 39"/>
                <a:gd name="T9" fmla="*/ 52 h 53"/>
              </a:gdLst>
              <a:ahLst/>
              <a:cxnLst>
                <a:cxn ang="0">
                  <a:pos x="T0" y="T1"/>
                </a:cxn>
                <a:cxn ang="0">
                  <a:pos x="T2" y="T3"/>
                </a:cxn>
                <a:cxn ang="0">
                  <a:pos x="T4" y="T5"/>
                </a:cxn>
                <a:cxn ang="0">
                  <a:pos x="T6" y="T7"/>
                </a:cxn>
                <a:cxn ang="0">
                  <a:pos x="T8" y="T9"/>
                </a:cxn>
              </a:cxnLst>
              <a:rect l="0" t="0" r="r" b="b"/>
              <a:pathLst>
                <a:path w="39" h="53">
                  <a:moveTo>
                    <a:pt x="22" y="52"/>
                  </a:moveTo>
                  <a:cubicBezTo>
                    <a:pt x="32" y="50"/>
                    <a:pt x="39" y="37"/>
                    <a:pt x="37" y="23"/>
                  </a:cubicBezTo>
                  <a:cubicBezTo>
                    <a:pt x="35" y="10"/>
                    <a:pt x="27" y="0"/>
                    <a:pt x="18" y="1"/>
                  </a:cubicBezTo>
                  <a:cubicBezTo>
                    <a:pt x="7" y="2"/>
                    <a:pt x="0" y="14"/>
                    <a:pt x="1" y="28"/>
                  </a:cubicBezTo>
                  <a:cubicBezTo>
                    <a:pt x="2" y="42"/>
                    <a:pt x="12" y="53"/>
                    <a:pt x="22"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66" name="Freeform 561"/>
            <p:cNvSpPr/>
            <p:nvPr/>
          </p:nvSpPr>
          <p:spPr bwMode="auto">
            <a:xfrm>
              <a:off x="7763179" y="11302778"/>
              <a:ext cx="101600" cy="147638"/>
            </a:xfrm>
            <a:custGeom>
              <a:avLst/>
              <a:gdLst>
                <a:gd name="T0" fmla="*/ 21 w 37"/>
                <a:gd name="T1" fmla="*/ 52 h 54"/>
                <a:gd name="T2" fmla="*/ 36 w 37"/>
                <a:gd name="T3" fmla="*/ 24 h 54"/>
                <a:gd name="T4" fmla="*/ 17 w 37"/>
                <a:gd name="T5" fmla="*/ 2 h 54"/>
                <a:gd name="T6" fmla="*/ 1 w 37"/>
                <a:gd name="T7" fmla="*/ 30 h 54"/>
                <a:gd name="T8" fmla="*/ 21 w 37"/>
                <a:gd name="T9" fmla="*/ 52 h 54"/>
              </a:gdLst>
              <a:ahLst/>
              <a:cxnLst>
                <a:cxn ang="0">
                  <a:pos x="T0" y="T1"/>
                </a:cxn>
                <a:cxn ang="0">
                  <a:pos x="T2" y="T3"/>
                </a:cxn>
                <a:cxn ang="0">
                  <a:pos x="T4" y="T5"/>
                </a:cxn>
                <a:cxn ang="0">
                  <a:pos x="T6" y="T7"/>
                </a:cxn>
                <a:cxn ang="0">
                  <a:pos x="T8" y="T9"/>
                </a:cxn>
              </a:cxnLst>
              <a:rect l="0" t="0" r="r" b="b"/>
              <a:pathLst>
                <a:path w="37" h="54">
                  <a:moveTo>
                    <a:pt x="21" y="52"/>
                  </a:moveTo>
                  <a:cubicBezTo>
                    <a:pt x="30" y="50"/>
                    <a:pt x="37" y="38"/>
                    <a:pt x="36" y="24"/>
                  </a:cubicBezTo>
                  <a:cubicBezTo>
                    <a:pt x="36" y="10"/>
                    <a:pt x="27" y="0"/>
                    <a:pt x="17" y="2"/>
                  </a:cubicBezTo>
                  <a:cubicBezTo>
                    <a:pt x="7" y="4"/>
                    <a:pt x="0" y="16"/>
                    <a:pt x="1" y="30"/>
                  </a:cubicBezTo>
                  <a:cubicBezTo>
                    <a:pt x="2" y="44"/>
                    <a:pt x="11" y="54"/>
                    <a:pt x="21"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67" name="Freeform 562"/>
            <p:cNvSpPr/>
            <p:nvPr/>
          </p:nvSpPr>
          <p:spPr bwMode="auto">
            <a:xfrm>
              <a:off x="7552042" y="11355166"/>
              <a:ext cx="100013" cy="141288"/>
            </a:xfrm>
            <a:custGeom>
              <a:avLst/>
              <a:gdLst>
                <a:gd name="T0" fmla="*/ 20 w 37"/>
                <a:gd name="T1" fmla="*/ 51 h 52"/>
                <a:gd name="T2" fmla="*/ 36 w 37"/>
                <a:gd name="T3" fmla="*/ 22 h 52"/>
                <a:gd name="T4" fmla="*/ 17 w 37"/>
                <a:gd name="T5" fmla="*/ 1 h 52"/>
                <a:gd name="T6" fmla="*/ 0 w 37"/>
                <a:gd name="T7" fmla="*/ 29 h 52"/>
                <a:gd name="T8" fmla="*/ 20 w 37"/>
                <a:gd name="T9" fmla="*/ 51 h 52"/>
              </a:gdLst>
              <a:ahLst/>
              <a:cxnLst>
                <a:cxn ang="0">
                  <a:pos x="T0" y="T1"/>
                </a:cxn>
                <a:cxn ang="0">
                  <a:pos x="T2" y="T3"/>
                </a:cxn>
                <a:cxn ang="0">
                  <a:pos x="T4" y="T5"/>
                </a:cxn>
                <a:cxn ang="0">
                  <a:pos x="T6" y="T7"/>
                </a:cxn>
                <a:cxn ang="0">
                  <a:pos x="T8" y="T9"/>
                </a:cxn>
              </a:cxnLst>
              <a:rect l="0" t="0" r="r" b="b"/>
              <a:pathLst>
                <a:path w="37" h="52">
                  <a:moveTo>
                    <a:pt x="20" y="51"/>
                  </a:moveTo>
                  <a:cubicBezTo>
                    <a:pt x="30" y="49"/>
                    <a:pt x="37" y="36"/>
                    <a:pt x="36" y="22"/>
                  </a:cubicBezTo>
                  <a:cubicBezTo>
                    <a:pt x="35" y="9"/>
                    <a:pt x="27" y="0"/>
                    <a:pt x="17" y="1"/>
                  </a:cubicBezTo>
                  <a:cubicBezTo>
                    <a:pt x="7" y="3"/>
                    <a:pt x="0" y="15"/>
                    <a:pt x="0" y="29"/>
                  </a:cubicBezTo>
                  <a:cubicBezTo>
                    <a:pt x="1" y="42"/>
                    <a:pt x="10" y="52"/>
                    <a:pt x="20" y="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68" name="Freeform 563"/>
            <p:cNvSpPr/>
            <p:nvPr/>
          </p:nvSpPr>
          <p:spPr bwMode="auto">
            <a:xfrm>
              <a:off x="7337729" y="11404378"/>
              <a:ext cx="103188" cy="138113"/>
            </a:xfrm>
            <a:custGeom>
              <a:avLst/>
              <a:gdLst>
                <a:gd name="T0" fmla="*/ 22 w 38"/>
                <a:gd name="T1" fmla="*/ 49 h 51"/>
                <a:gd name="T2" fmla="*/ 37 w 38"/>
                <a:gd name="T3" fmla="*/ 20 h 51"/>
                <a:gd name="T4" fmla="*/ 17 w 38"/>
                <a:gd name="T5" fmla="*/ 2 h 51"/>
                <a:gd name="T6" fmla="*/ 1 w 38"/>
                <a:gd name="T7" fmla="*/ 29 h 51"/>
                <a:gd name="T8" fmla="*/ 22 w 38"/>
                <a:gd name="T9" fmla="*/ 49 h 51"/>
              </a:gdLst>
              <a:ahLst/>
              <a:cxnLst>
                <a:cxn ang="0">
                  <a:pos x="T0" y="T1"/>
                </a:cxn>
                <a:cxn ang="0">
                  <a:pos x="T2" y="T3"/>
                </a:cxn>
                <a:cxn ang="0">
                  <a:pos x="T4" y="T5"/>
                </a:cxn>
                <a:cxn ang="0">
                  <a:pos x="T6" y="T7"/>
                </a:cxn>
                <a:cxn ang="0">
                  <a:pos x="T8" y="T9"/>
                </a:cxn>
              </a:cxnLst>
              <a:rect l="0" t="0" r="r" b="b"/>
              <a:pathLst>
                <a:path w="38" h="51">
                  <a:moveTo>
                    <a:pt x="22" y="49"/>
                  </a:moveTo>
                  <a:cubicBezTo>
                    <a:pt x="32" y="47"/>
                    <a:pt x="38" y="34"/>
                    <a:pt x="37" y="20"/>
                  </a:cubicBezTo>
                  <a:cubicBezTo>
                    <a:pt x="35" y="8"/>
                    <a:pt x="27" y="0"/>
                    <a:pt x="17" y="2"/>
                  </a:cubicBezTo>
                  <a:cubicBezTo>
                    <a:pt x="7" y="4"/>
                    <a:pt x="0" y="16"/>
                    <a:pt x="1" y="29"/>
                  </a:cubicBezTo>
                  <a:cubicBezTo>
                    <a:pt x="3" y="42"/>
                    <a:pt x="12" y="51"/>
                    <a:pt x="22"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69" name="Freeform 564"/>
            <p:cNvSpPr/>
            <p:nvPr/>
          </p:nvSpPr>
          <p:spPr bwMode="auto">
            <a:xfrm>
              <a:off x="7126592" y="11450416"/>
              <a:ext cx="103188" cy="134938"/>
            </a:xfrm>
            <a:custGeom>
              <a:avLst/>
              <a:gdLst>
                <a:gd name="T0" fmla="*/ 23 w 38"/>
                <a:gd name="T1" fmla="*/ 47 h 50"/>
                <a:gd name="T2" fmla="*/ 37 w 38"/>
                <a:gd name="T3" fmla="*/ 21 h 50"/>
                <a:gd name="T4" fmla="*/ 16 w 38"/>
                <a:gd name="T5" fmla="*/ 3 h 50"/>
                <a:gd name="T6" fmla="*/ 2 w 38"/>
                <a:gd name="T7" fmla="*/ 30 h 50"/>
                <a:gd name="T8" fmla="*/ 23 w 38"/>
                <a:gd name="T9" fmla="*/ 47 h 50"/>
              </a:gdLst>
              <a:ahLst/>
              <a:cxnLst>
                <a:cxn ang="0">
                  <a:pos x="T0" y="T1"/>
                </a:cxn>
                <a:cxn ang="0">
                  <a:pos x="T2" y="T3"/>
                </a:cxn>
                <a:cxn ang="0">
                  <a:pos x="T4" y="T5"/>
                </a:cxn>
                <a:cxn ang="0">
                  <a:pos x="T6" y="T7"/>
                </a:cxn>
                <a:cxn ang="0">
                  <a:pos x="T8" y="T9"/>
                </a:cxn>
              </a:cxnLst>
              <a:rect l="0" t="0" r="r" b="b"/>
              <a:pathLst>
                <a:path w="38" h="50">
                  <a:moveTo>
                    <a:pt x="23" y="47"/>
                  </a:moveTo>
                  <a:cubicBezTo>
                    <a:pt x="32" y="44"/>
                    <a:pt x="38" y="32"/>
                    <a:pt x="37" y="21"/>
                  </a:cubicBezTo>
                  <a:cubicBezTo>
                    <a:pt x="35" y="8"/>
                    <a:pt x="26" y="0"/>
                    <a:pt x="16" y="3"/>
                  </a:cubicBezTo>
                  <a:cubicBezTo>
                    <a:pt x="7" y="5"/>
                    <a:pt x="0" y="18"/>
                    <a:pt x="2" y="30"/>
                  </a:cubicBezTo>
                  <a:cubicBezTo>
                    <a:pt x="4" y="42"/>
                    <a:pt x="13" y="50"/>
                    <a:pt x="23"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70" name="Freeform 565"/>
            <p:cNvSpPr/>
            <p:nvPr/>
          </p:nvSpPr>
          <p:spPr bwMode="auto">
            <a:xfrm>
              <a:off x="98729" y="13185553"/>
              <a:ext cx="84138" cy="119063"/>
            </a:xfrm>
            <a:custGeom>
              <a:avLst/>
              <a:gdLst>
                <a:gd name="T0" fmla="*/ 19 w 31"/>
                <a:gd name="T1" fmla="*/ 30 h 44"/>
                <a:gd name="T2" fmla="*/ 27 w 31"/>
                <a:gd name="T3" fmla="*/ 15 h 44"/>
                <a:gd name="T4" fmla="*/ 23 w 31"/>
                <a:gd name="T5" fmla="*/ 2 h 44"/>
                <a:gd name="T6" fmla="*/ 13 w 31"/>
                <a:gd name="T7" fmla="*/ 10 h 44"/>
                <a:gd name="T8" fmla="*/ 0 w 31"/>
                <a:gd name="T9" fmla="*/ 25 h 44"/>
                <a:gd name="T10" fmla="*/ 3 w 31"/>
                <a:gd name="T11" fmla="*/ 44 h 44"/>
                <a:gd name="T12" fmla="*/ 19 w 31"/>
                <a:gd name="T13" fmla="*/ 30 h 44"/>
              </a:gdLst>
              <a:ahLst/>
              <a:cxnLst>
                <a:cxn ang="0">
                  <a:pos x="T0" y="T1"/>
                </a:cxn>
                <a:cxn ang="0">
                  <a:pos x="T2" y="T3"/>
                </a:cxn>
                <a:cxn ang="0">
                  <a:pos x="T4" y="T5"/>
                </a:cxn>
                <a:cxn ang="0">
                  <a:pos x="T6" y="T7"/>
                </a:cxn>
                <a:cxn ang="0">
                  <a:pos x="T8" y="T9"/>
                </a:cxn>
                <a:cxn ang="0">
                  <a:pos x="T10" y="T11"/>
                </a:cxn>
                <a:cxn ang="0">
                  <a:pos x="T12" y="T13"/>
                </a:cxn>
              </a:cxnLst>
              <a:rect l="0" t="0" r="r" b="b"/>
              <a:pathLst>
                <a:path w="31" h="44">
                  <a:moveTo>
                    <a:pt x="19" y="30"/>
                  </a:moveTo>
                  <a:cubicBezTo>
                    <a:pt x="22" y="25"/>
                    <a:pt x="25" y="19"/>
                    <a:pt x="27" y="15"/>
                  </a:cubicBezTo>
                  <a:cubicBezTo>
                    <a:pt x="31" y="5"/>
                    <a:pt x="30" y="0"/>
                    <a:pt x="23" y="2"/>
                  </a:cubicBezTo>
                  <a:cubicBezTo>
                    <a:pt x="20" y="4"/>
                    <a:pt x="16" y="6"/>
                    <a:pt x="13" y="10"/>
                  </a:cubicBezTo>
                  <a:cubicBezTo>
                    <a:pt x="8" y="13"/>
                    <a:pt x="3" y="18"/>
                    <a:pt x="0" y="25"/>
                  </a:cubicBezTo>
                  <a:cubicBezTo>
                    <a:pt x="1" y="31"/>
                    <a:pt x="2" y="38"/>
                    <a:pt x="3" y="44"/>
                  </a:cubicBezTo>
                  <a:cubicBezTo>
                    <a:pt x="9" y="41"/>
                    <a:pt x="15" y="36"/>
                    <a:pt x="19"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71" name="Freeform 566"/>
            <p:cNvSpPr/>
            <p:nvPr/>
          </p:nvSpPr>
          <p:spPr bwMode="auto">
            <a:xfrm>
              <a:off x="6377292" y="11512328"/>
              <a:ext cx="96838" cy="98425"/>
            </a:xfrm>
            <a:custGeom>
              <a:avLst/>
              <a:gdLst>
                <a:gd name="T0" fmla="*/ 20 w 36"/>
                <a:gd name="T1" fmla="*/ 34 h 36"/>
                <a:gd name="T2" fmla="*/ 36 w 36"/>
                <a:gd name="T3" fmla="*/ 15 h 36"/>
                <a:gd name="T4" fmla="*/ 17 w 36"/>
                <a:gd name="T5" fmla="*/ 3 h 36"/>
                <a:gd name="T6" fmla="*/ 2 w 36"/>
                <a:gd name="T7" fmla="*/ 23 h 36"/>
                <a:gd name="T8" fmla="*/ 20 w 36"/>
                <a:gd name="T9" fmla="*/ 34 h 36"/>
              </a:gdLst>
              <a:ahLst/>
              <a:cxnLst>
                <a:cxn ang="0">
                  <a:pos x="T0" y="T1"/>
                </a:cxn>
                <a:cxn ang="0">
                  <a:pos x="T2" y="T3"/>
                </a:cxn>
                <a:cxn ang="0">
                  <a:pos x="T4" y="T5"/>
                </a:cxn>
                <a:cxn ang="0">
                  <a:pos x="T6" y="T7"/>
                </a:cxn>
                <a:cxn ang="0">
                  <a:pos x="T8" y="T9"/>
                </a:cxn>
              </a:cxnLst>
              <a:rect l="0" t="0" r="r" b="b"/>
              <a:pathLst>
                <a:path w="36" h="36">
                  <a:moveTo>
                    <a:pt x="20" y="34"/>
                  </a:moveTo>
                  <a:cubicBezTo>
                    <a:pt x="29" y="32"/>
                    <a:pt x="36" y="24"/>
                    <a:pt x="36" y="15"/>
                  </a:cubicBezTo>
                  <a:cubicBezTo>
                    <a:pt x="35" y="6"/>
                    <a:pt x="26" y="0"/>
                    <a:pt x="17" y="3"/>
                  </a:cubicBezTo>
                  <a:cubicBezTo>
                    <a:pt x="7" y="5"/>
                    <a:pt x="0" y="15"/>
                    <a:pt x="2" y="23"/>
                  </a:cubicBezTo>
                  <a:cubicBezTo>
                    <a:pt x="3" y="32"/>
                    <a:pt x="11" y="36"/>
                    <a:pt x="20"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72" name="Freeform 567"/>
            <p:cNvSpPr/>
            <p:nvPr/>
          </p:nvSpPr>
          <p:spPr bwMode="auto">
            <a:xfrm>
              <a:off x="6167742" y="11572653"/>
              <a:ext cx="95250" cy="84138"/>
            </a:xfrm>
            <a:custGeom>
              <a:avLst/>
              <a:gdLst>
                <a:gd name="T0" fmla="*/ 17 w 35"/>
                <a:gd name="T1" fmla="*/ 30 h 31"/>
                <a:gd name="T2" fmla="*/ 35 w 35"/>
                <a:gd name="T3" fmla="*/ 13 h 31"/>
                <a:gd name="T4" fmla="*/ 18 w 35"/>
                <a:gd name="T5" fmla="*/ 2 h 31"/>
                <a:gd name="T6" fmla="*/ 1 w 35"/>
                <a:gd name="T7" fmla="*/ 18 h 31"/>
                <a:gd name="T8" fmla="*/ 17 w 35"/>
                <a:gd name="T9" fmla="*/ 30 h 31"/>
              </a:gdLst>
              <a:ahLst/>
              <a:cxnLst>
                <a:cxn ang="0">
                  <a:pos x="T0" y="T1"/>
                </a:cxn>
                <a:cxn ang="0">
                  <a:pos x="T2" y="T3"/>
                </a:cxn>
                <a:cxn ang="0">
                  <a:pos x="T4" y="T5"/>
                </a:cxn>
                <a:cxn ang="0">
                  <a:pos x="T6" y="T7"/>
                </a:cxn>
                <a:cxn ang="0">
                  <a:pos x="T8" y="T9"/>
                </a:cxn>
              </a:cxnLst>
              <a:rect l="0" t="0" r="r" b="b"/>
              <a:pathLst>
                <a:path w="35" h="31">
                  <a:moveTo>
                    <a:pt x="17" y="30"/>
                  </a:moveTo>
                  <a:cubicBezTo>
                    <a:pt x="27" y="29"/>
                    <a:pt x="35" y="21"/>
                    <a:pt x="35" y="13"/>
                  </a:cubicBezTo>
                  <a:cubicBezTo>
                    <a:pt x="35" y="5"/>
                    <a:pt x="27" y="0"/>
                    <a:pt x="18" y="2"/>
                  </a:cubicBezTo>
                  <a:cubicBezTo>
                    <a:pt x="9" y="3"/>
                    <a:pt x="1" y="10"/>
                    <a:pt x="1" y="18"/>
                  </a:cubicBezTo>
                  <a:cubicBezTo>
                    <a:pt x="0" y="26"/>
                    <a:pt x="8" y="31"/>
                    <a:pt x="17"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73" name="Freeform 568"/>
            <p:cNvSpPr/>
            <p:nvPr/>
          </p:nvSpPr>
          <p:spPr bwMode="auto">
            <a:xfrm>
              <a:off x="5956604" y="11629803"/>
              <a:ext cx="96838" cy="77788"/>
            </a:xfrm>
            <a:custGeom>
              <a:avLst/>
              <a:gdLst>
                <a:gd name="T0" fmla="*/ 20 w 36"/>
                <a:gd name="T1" fmla="*/ 27 h 29"/>
                <a:gd name="T2" fmla="*/ 36 w 36"/>
                <a:gd name="T3" fmla="*/ 11 h 29"/>
                <a:gd name="T4" fmla="*/ 17 w 36"/>
                <a:gd name="T5" fmla="*/ 3 h 29"/>
                <a:gd name="T6" fmla="*/ 1 w 36"/>
                <a:gd name="T7" fmla="*/ 20 h 29"/>
                <a:gd name="T8" fmla="*/ 20 w 36"/>
                <a:gd name="T9" fmla="*/ 27 h 29"/>
              </a:gdLst>
              <a:ahLst/>
              <a:cxnLst>
                <a:cxn ang="0">
                  <a:pos x="T0" y="T1"/>
                </a:cxn>
                <a:cxn ang="0">
                  <a:pos x="T2" y="T3"/>
                </a:cxn>
                <a:cxn ang="0">
                  <a:pos x="T4" y="T5"/>
                </a:cxn>
                <a:cxn ang="0">
                  <a:pos x="T6" y="T7"/>
                </a:cxn>
                <a:cxn ang="0">
                  <a:pos x="T8" y="T9"/>
                </a:cxn>
              </a:cxnLst>
              <a:rect l="0" t="0" r="r" b="b"/>
              <a:pathLst>
                <a:path w="36" h="29">
                  <a:moveTo>
                    <a:pt x="20" y="27"/>
                  </a:moveTo>
                  <a:cubicBezTo>
                    <a:pt x="29" y="24"/>
                    <a:pt x="36" y="18"/>
                    <a:pt x="36" y="11"/>
                  </a:cubicBezTo>
                  <a:cubicBezTo>
                    <a:pt x="35" y="4"/>
                    <a:pt x="26" y="0"/>
                    <a:pt x="17" y="3"/>
                  </a:cubicBezTo>
                  <a:cubicBezTo>
                    <a:pt x="7" y="5"/>
                    <a:pt x="0" y="13"/>
                    <a:pt x="1" y="20"/>
                  </a:cubicBezTo>
                  <a:cubicBezTo>
                    <a:pt x="3" y="26"/>
                    <a:pt x="10" y="29"/>
                    <a:pt x="20"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74" name="Freeform 569"/>
            <p:cNvSpPr/>
            <p:nvPr/>
          </p:nvSpPr>
          <p:spPr bwMode="auto">
            <a:xfrm>
              <a:off x="5747054" y="11691716"/>
              <a:ext cx="95250" cy="68263"/>
            </a:xfrm>
            <a:custGeom>
              <a:avLst/>
              <a:gdLst>
                <a:gd name="T0" fmla="*/ 18 w 35"/>
                <a:gd name="T1" fmla="*/ 23 h 25"/>
                <a:gd name="T2" fmla="*/ 35 w 35"/>
                <a:gd name="T3" fmla="*/ 8 h 25"/>
                <a:gd name="T4" fmla="*/ 16 w 35"/>
                <a:gd name="T5" fmla="*/ 2 h 25"/>
                <a:gd name="T6" fmla="*/ 1 w 35"/>
                <a:gd name="T7" fmla="*/ 17 h 25"/>
                <a:gd name="T8" fmla="*/ 18 w 35"/>
                <a:gd name="T9" fmla="*/ 23 h 25"/>
              </a:gdLst>
              <a:ahLst/>
              <a:cxnLst>
                <a:cxn ang="0">
                  <a:pos x="T0" y="T1"/>
                </a:cxn>
                <a:cxn ang="0">
                  <a:pos x="T2" y="T3"/>
                </a:cxn>
                <a:cxn ang="0">
                  <a:pos x="T4" y="T5"/>
                </a:cxn>
                <a:cxn ang="0">
                  <a:pos x="T6" y="T7"/>
                </a:cxn>
                <a:cxn ang="0">
                  <a:pos x="T8" y="T9"/>
                </a:cxn>
              </a:cxnLst>
              <a:rect l="0" t="0" r="r" b="b"/>
              <a:pathLst>
                <a:path w="35" h="25">
                  <a:moveTo>
                    <a:pt x="18" y="23"/>
                  </a:moveTo>
                  <a:cubicBezTo>
                    <a:pt x="28" y="21"/>
                    <a:pt x="35" y="14"/>
                    <a:pt x="35" y="8"/>
                  </a:cubicBezTo>
                  <a:cubicBezTo>
                    <a:pt x="34" y="2"/>
                    <a:pt x="25" y="0"/>
                    <a:pt x="16" y="2"/>
                  </a:cubicBezTo>
                  <a:cubicBezTo>
                    <a:pt x="7" y="5"/>
                    <a:pt x="0" y="12"/>
                    <a:pt x="1" y="17"/>
                  </a:cubicBezTo>
                  <a:cubicBezTo>
                    <a:pt x="1" y="22"/>
                    <a:pt x="8" y="25"/>
                    <a:pt x="18"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75" name="Freeform 570"/>
            <p:cNvSpPr/>
            <p:nvPr/>
          </p:nvSpPr>
          <p:spPr bwMode="auto">
            <a:xfrm>
              <a:off x="5535917" y="11753628"/>
              <a:ext cx="96838" cy="63500"/>
            </a:xfrm>
            <a:custGeom>
              <a:avLst/>
              <a:gdLst>
                <a:gd name="T0" fmla="*/ 20 w 36"/>
                <a:gd name="T1" fmla="*/ 20 h 23"/>
                <a:gd name="T2" fmla="*/ 35 w 36"/>
                <a:gd name="T3" fmla="*/ 7 h 23"/>
                <a:gd name="T4" fmla="*/ 16 w 36"/>
                <a:gd name="T5" fmla="*/ 3 h 23"/>
                <a:gd name="T6" fmla="*/ 1 w 36"/>
                <a:gd name="T7" fmla="*/ 17 h 23"/>
                <a:gd name="T8" fmla="*/ 20 w 36"/>
                <a:gd name="T9" fmla="*/ 20 h 23"/>
              </a:gdLst>
              <a:ahLst/>
              <a:cxnLst>
                <a:cxn ang="0">
                  <a:pos x="T0" y="T1"/>
                </a:cxn>
                <a:cxn ang="0">
                  <a:pos x="T2" y="T3"/>
                </a:cxn>
                <a:cxn ang="0">
                  <a:pos x="T4" y="T5"/>
                </a:cxn>
                <a:cxn ang="0">
                  <a:pos x="T6" y="T7"/>
                </a:cxn>
                <a:cxn ang="0">
                  <a:pos x="T8" y="T9"/>
                </a:cxn>
              </a:cxnLst>
              <a:rect l="0" t="0" r="r" b="b"/>
              <a:pathLst>
                <a:path w="36" h="23">
                  <a:moveTo>
                    <a:pt x="20" y="20"/>
                  </a:moveTo>
                  <a:cubicBezTo>
                    <a:pt x="29" y="18"/>
                    <a:pt x="36" y="12"/>
                    <a:pt x="35" y="7"/>
                  </a:cubicBezTo>
                  <a:cubicBezTo>
                    <a:pt x="35" y="2"/>
                    <a:pt x="26" y="0"/>
                    <a:pt x="16" y="3"/>
                  </a:cubicBezTo>
                  <a:cubicBezTo>
                    <a:pt x="7" y="6"/>
                    <a:pt x="0" y="13"/>
                    <a:pt x="1" y="17"/>
                  </a:cubicBezTo>
                  <a:cubicBezTo>
                    <a:pt x="2" y="21"/>
                    <a:pt x="10" y="23"/>
                    <a:pt x="2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76" name="Freeform 571"/>
            <p:cNvSpPr/>
            <p:nvPr/>
          </p:nvSpPr>
          <p:spPr bwMode="auto">
            <a:xfrm>
              <a:off x="5323192" y="11825066"/>
              <a:ext cx="98425" cy="50800"/>
            </a:xfrm>
            <a:custGeom>
              <a:avLst/>
              <a:gdLst>
                <a:gd name="T0" fmla="*/ 20 w 36"/>
                <a:gd name="T1" fmla="*/ 17 h 19"/>
                <a:gd name="T2" fmla="*/ 36 w 36"/>
                <a:gd name="T3" fmla="*/ 5 h 19"/>
                <a:gd name="T4" fmla="*/ 17 w 36"/>
                <a:gd name="T5" fmla="*/ 3 h 19"/>
                <a:gd name="T6" fmla="*/ 1 w 36"/>
                <a:gd name="T7" fmla="*/ 15 h 19"/>
                <a:gd name="T8" fmla="*/ 20 w 36"/>
                <a:gd name="T9" fmla="*/ 17 h 19"/>
              </a:gdLst>
              <a:ahLst/>
              <a:cxnLst>
                <a:cxn ang="0">
                  <a:pos x="T0" y="T1"/>
                </a:cxn>
                <a:cxn ang="0">
                  <a:pos x="T2" y="T3"/>
                </a:cxn>
                <a:cxn ang="0">
                  <a:pos x="T4" y="T5"/>
                </a:cxn>
                <a:cxn ang="0">
                  <a:pos x="T6" y="T7"/>
                </a:cxn>
                <a:cxn ang="0">
                  <a:pos x="T8" y="T9"/>
                </a:cxn>
              </a:cxnLst>
              <a:rect l="0" t="0" r="r" b="b"/>
              <a:pathLst>
                <a:path w="36" h="19">
                  <a:moveTo>
                    <a:pt x="20" y="17"/>
                  </a:moveTo>
                  <a:cubicBezTo>
                    <a:pt x="29" y="14"/>
                    <a:pt x="36" y="9"/>
                    <a:pt x="36" y="5"/>
                  </a:cubicBezTo>
                  <a:cubicBezTo>
                    <a:pt x="35" y="1"/>
                    <a:pt x="27" y="0"/>
                    <a:pt x="17" y="3"/>
                  </a:cubicBezTo>
                  <a:cubicBezTo>
                    <a:pt x="7" y="6"/>
                    <a:pt x="0" y="12"/>
                    <a:pt x="1" y="15"/>
                  </a:cubicBezTo>
                  <a:cubicBezTo>
                    <a:pt x="2" y="19"/>
                    <a:pt x="10" y="19"/>
                    <a:pt x="20"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77" name="Freeform 572"/>
            <p:cNvSpPr/>
            <p:nvPr/>
          </p:nvSpPr>
          <p:spPr bwMode="auto">
            <a:xfrm>
              <a:off x="5112054" y="11891741"/>
              <a:ext cx="100013" cy="47625"/>
            </a:xfrm>
            <a:custGeom>
              <a:avLst/>
              <a:gdLst>
                <a:gd name="T0" fmla="*/ 21 w 37"/>
                <a:gd name="T1" fmla="*/ 14 h 17"/>
                <a:gd name="T2" fmla="*/ 36 w 37"/>
                <a:gd name="T3" fmla="*/ 3 h 17"/>
                <a:gd name="T4" fmla="*/ 16 w 37"/>
                <a:gd name="T5" fmla="*/ 3 h 17"/>
                <a:gd name="T6" fmla="*/ 2 w 37"/>
                <a:gd name="T7" fmla="*/ 14 h 17"/>
                <a:gd name="T8" fmla="*/ 21 w 37"/>
                <a:gd name="T9" fmla="*/ 14 h 17"/>
              </a:gdLst>
              <a:ahLst/>
              <a:cxnLst>
                <a:cxn ang="0">
                  <a:pos x="T0" y="T1"/>
                </a:cxn>
                <a:cxn ang="0">
                  <a:pos x="T2" y="T3"/>
                </a:cxn>
                <a:cxn ang="0">
                  <a:pos x="T4" y="T5"/>
                </a:cxn>
                <a:cxn ang="0">
                  <a:pos x="T6" y="T7"/>
                </a:cxn>
                <a:cxn ang="0">
                  <a:pos x="T8" y="T9"/>
                </a:cxn>
              </a:cxnLst>
              <a:rect l="0" t="0" r="r" b="b"/>
              <a:pathLst>
                <a:path w="37" h="17">
                  <a:moveTo>
                    <a:pt x="21" y="14"/>
                  </a:moveTo>
                  <a:cubicBezTo>
                    <a:pt x="30" y="11"/>
                    <a:pt x="37" y="7"/>
                    <a:pt x="36" y="3"/>
                  </a:cubicBezTo>
                  <a:cubicBezTo>
                    <a:pt x="35" y="0"/>
                    <a:pt x="26" y="0"/>
                    <a:pt x="16" y="3"/>
                  </a:cubicBezTo>
                  <a:cubicBezTo>
                    <a:pt x="7" y="6"/>
                    <a:pt x="0" y="11"/>
                    <a:pt x="2" y="14"/>
                  </a:cubicBezTo>
                  <a:cubicBezTo>
                    <a:pt x="3" y="17"/>
                    <a:pt x="12" y="17"/>
                    <a:pt x="21"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78" name="Freeform 573"/>
            <p:cNvSpPr/>
            <p:nvPr/>
          </p:nvSpPr>
          <p:spPr bwMode="auto">
            <a:xfrm>
              <a:off x="4902504" y="11958416"/>
              <a:ext cx="95250" cy="42863"/>
            </a:xfrm>
            <a:custGeom>
              <a:avLst/>
              <a:gdLst>
                <a:gd name="T0" fmla="*/ 19 w 35"/>
                <a:gd name="T1" fmla="*/ 13 h 16"/>
                <a:gd name="T2" fmla="*/ 35 w 35"/>
                <a:gd name="T3" fmla="*/ 4 h 16"/>
                <a:gd name="T4" fmla="*/ 17 w 35"/>
                <a:gd name="T5" fmla="*/ 3 h 16"/>
                <a:gd name="T6" fmla="*/ 1 w 35"/>
                <a:gd name="T7" fmla="*/ 14 h 16"/>
                <a:gd name="T8" fmla="*/ 19 w 35"/>
                <a:gd name="T9" fmla="*/ 13 h 16"/>
              </a:gdLst>
              <a:ahLst/>
              <a:cxnLst>
                <a:cxn ang="0">
                  <a:pos x="T0" y="T1"/>
                </a:cxn>
                <a:cxn ang="0">
                  <a:pos x="T2" y="T3"/>
                </a:cxn>
                <a:cxn ang="0">
                  <a:pos x="T4" y="T5"/>
                </a:cxn>
                <a:cxn ang="0">
                  <a:pos x="T6" y="T7"/>
                </a:cxn>
                <a:cxn ang="0">
                  <a:pos x="T8" y="T9"/>
                </a:cxn>
              </a:cxnLst>
              <a:rect l="0" t="0" r="r" b="b"/>
              <a:pathLst>
                <a:path w="35" h="16">
                  <a:moveTo>
                    <a:pt x="19" y="13"/>
                  </a:moveTo>
                  <a:cubicBezTo>
                    <a:pt x="28" y="11"/>
                    <a:pt x="35" y="6"/>
                    <a:pt x="35" y="4"/>
                  </a:cubicBezTo>
                  <a:cubicBezTo>
                    <a:pt x="35" y="1"/>
                    <a:pt x="26" y="0"/>
                    <a:pt x="17" y="3"/>
                  </a:cubicBezTo>
                  <a:cubicBezTo>
                    <a:pt x="7" y="6"/>
                    <a:pt x="0" y="11"/>
                    <a:pt x="1" y="14"/>
                  </a:cubicBezTo>
                  <a:cubicBezTo>
                    <a:pt x="2" y="16"/>
                    <a:pt x="10" y="16"/>
                    <a:pt x="19"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79" name="Freeform 574"/>
            <p:cNvSpPr/>
            <p:nvPr/>
          </p:nvSpPr>
          <p:spPr bwMode="auto">
            <a:xfrm>
              <a:off x="4691367" y="12023503"/>
              <a:ext cx="98425" cy="38100"/>
            </a:xfrm>
            <a:custGeom>
              <a:avLst/>
              <a:gdLst>
                <a:gd name="T0" fmla="*/ 20 w 36"/>
                <a:gd name="T1" fmla="*/ 11 h 14"/>
                <a:gd name="T2" fmla="*/ 35 w 36"/>
                <a:gd name="T3" fmla="*/ 2 h 14"/>
                <a:gd name="T4" fmla="*/ 16 w 36"/>
                <a:gd name="T5" fmla="*/ 3 h 14"/>
                <a:gd name="T6" fmla="*/ 1 w 36"/>
                <a:gd name="T7" fmla="*/ 12 h 14"/>
                <a:gd name="T8" fmla="*/ 20 w 36"/>
                <a:gd name="T9" fmla="*/ 11 h 14"/>
              </a:gdLst>
              <a:ahLst/>
              <a:cxnLst>
                <a:cxn ang="0">
                  <a:pos x="T0" y="T1"/>
                </a:cxn>
                <a:cxn ang="0">
                  <a:pos x="T2" y="T3"/>
                </a:cxn>
                <a:cxn ang="0">
                  <a:pos x="T4" y="T5"/>
                </a:cxn>
                <a:cxn ang="0">
                  <a:pos x="T6" y="T7"/>
                </a:cxn>
                <a:cxn ang="0">
                  <a:pos x="T8" y="T9"/>
                </a:cxn>
              </a:cxnLst>
              <a:rect l="0" t="0" r="r" b="b"/>
              <a:pathLst>
                <a:path w="36" h="14">
                  <a:moveTo>
                    <a:pt x="20" y="11"/>
                  </a:moveTo>
                  <a:cubicBezTo>
                    <a:pt x="29" y="9"/>
                    <a:pt x="36" y="5"/>
                    <a:pt x="35" y="2"/>
                  </a:cubicBezTo>
                  <a:cubicBezTo>
                    <a:pt x="35" y="0"/>
                    <a:pt x="26" y="0"/>
                    <a:pt x="16" y="3"/>
                  </a:cubicBezTo>
                  <a:cubicBezTo>
                    <a:pt x="7" y="6"/>
                    <a:pt x="0" y="10"/>
                    <a:pt x="1" y="12"/>
                  </a:cubicBezTo>
                  <a:cubicBezTo>
                    <a:pt x="2" y="14"/>
                    <a:pt x="10" y="14"/>
                    <a:pt x="2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80" name="Freeform 575"/>
            <p:cNvSpPr/>
            <p:nvPr/>
          </p:nvSpPr>
          <p:spPr bwMode="auto">
            <a:xfrm>
              <a:off x="4480229" y="12082241"/>
              <a:ext cx="96838" cy="34925"/>
            </a:xfrm>
            <a:custGeom>
              <a:avLst/>
              <a:gdLst>
                <a:gd name="T0" fmla="*/ 20 w 36"/>
                <a:gd name="T1" fmla="*/ 10 h 13"/>
                <a:gd name="T2" fmla="*/ 35 w 36"/>
                <a:gd name="T3" fmla="*/ 2 h 13"/>
                <a:gd name="T4" fmla="*/ 16 w 36"/>
                <a:gd name="T5" fmla="*/ 3 h 13"/>
                <a:gd name="T6" fmla="*/ 1 w 36"/>
                <a:gd name="T7" fmla="*/ 11 h 13"/>
                <a:gd name="T8" fmla="*/ 20 w 36"/>
                <a:gd name="T9" fmla="*/ 10 h 13"/>
              </a:gdLst>
              <a:ahLst/>
              <a:cxnLst>
                <a:cxn ang="0">
                  <a:pos x="T0" y="T1"/>
                </a:cxn>
                <a:cxn ang="0">
                  <a:pos x="T2" y="T3"/>
                </a:cxn>
                <a:cxn ang="0">
                  <a:pos x="T4" y="T5"/>
                </a:cxn>
                <a:cxn ang="0">
                  <a:pos x="T6" y="T7"/>
                </a:cxn>
                <a:cxn ang="0">
                  <a:pos x="T8" y="T9"/>
                </a:cxn>
              </a:cxnLst>
              <a:rect l="0" t="0" r="r" b="b"/>
              <a:pathLst>
                <a:path w="36" h="13">
                  <a:moveTo>
                    <a:pt x="20" y="10"/>
                  </a:moveTo>
                  <a:cubicBezTo>
                    <a:pt x="29" y="8"/>
                    <a:pt x="36" y="4"/>
                    <a:pt x="35" y="2"/>
                  </a:cubicBezTo>
                  <a:cubicBezTo>
                    <a:pt x="35" y="0"/>
                    <a:pt x="26" y="1"/>
                    <a:pt x="16" y="3"/>
                  </a:cubicBezTo>
                  <a:cubicBezTo>
                    <a:pt x="7" y="6"/>
                    <a:pt x="0" y="10"/>
                    <a:pt x="1" y="11"/>
                  </a:cubicBezTo>
                  <a:cubicBezTo>
                    <a:pt x="2" y="13"/>
                    <a:pt x="10" y="13"/>
                    <a:pt x="2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81" name="Freeform 576"/>
            <p:cNvSpPr/>
            <p:nvPr/>
          </p:nvSpPr>
          <p:spPr bwMode="auto">
            <a:xfrm>
              <a:off x="4267504" y="12136216"/>
              <a:ext cx="98425" cy="33338"/>
            </a:xfrm>
            <a:custGeom>
              <a:avLst/>
              <a:gdLst>
                <a:gd name="T0" fmla="*/ 19 w 36"/>
                <a:gd name="T1" fmla="*/ 9 h 12"/>
                <a:gd name="T2" fmla="*/ 35 w 36"/>
                <a:gd name="T3" fmla="*/ 2 h 12"/>
                <a:gd name="T4" fmla="*/ 17 w 36"/>
                <a:gd name="T5" fmla="*/ 3 h 12"/>
                <a:gd name="T6" fmla="*/ 1 w 36"/>
                <a:gd name="T7" fmla="*/ 10 h 12"/>
                <a:gd name="T8" fmla="*/ 19 w 36"/>
                <a:gd name="T9" fmla="*/ 9 h 12"/>
              </a:gdLst>
              <a:ahLst/>
              <a:cxnLst>
                <a:cxn ang="0">
                  <a:pos x="T0" y="T1"/>
                </a:cxn>
                <a:cxn ang="0">
                  <a:pos x="T2" y="T3"/>
                </a:cxn>
                <a:cxn ang="0">
                  <a:pos x="T4" y="T5"/>
                </a:cxn>
                <a:cxn ang="0">
                  <a:pos x="T6" y="T7"/>
                </a:cxn>
                <a:cxn ang="0">
                  <a:pos x="T8" y="T9"/>
                </a:cxn>
              </a:cxnLst>
              <a:rect l="0" t="0" r="r" b="b"/>
              <a:pathLst>
                <a:path w="36" h="12">
                  <a:moveTo>
                    <a:pt x="19" y="9"/>
                  </a:moveTo>
                  <a:cubicBezTo>
                    <a:pt x="29" y="7"/>
                    <a:pt x="36" y="4"/>
                    <a:pt x="35" y="2"/>
                  </a:cubicBezTo>
                  <a:cubicBezTo>
                    <a:pt x="35" y="0"/>
                    <a:pt x="26" y="1"/>
                    <a:pt x="17" y="3"/>
                  </a:cubicBezTo>
                  <a:cubicBezTo>
                    <a:pt x="7" y="5"/>
                    <a:pt x="0" y="8"/>
                    <a:pt x="1" y="10"/>
                  </a:cubicBezTo>
                  <a:cubicBezTo>
                    <a:pt x="2" y="12"/>
                    <a:pt x="10" y="11"/>
                    <a:pt x="1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82" name="Freeform 577"/>
            <p:cNvSpPr/>
            <p:nvPr/>
          </p:nvSpPr>
          <p:spPr bwMode="auto">
            <a:xfrm>
              <a:off x="4056367" y="12185428"/>
              <a:ext cx="95250" cy="25400"/>
            </a:xfrm>
            <a:custGeom>
              <a:avLst/>
              <a:gdLst>
                <a:gd name="T0" fmla="*/ 19 w 35"/>
                <a:gd name="T1" fmla="*/ 7 h 9"/>
                <a:gd name="T2" fmla="*/ 35 w 35"/>
                <a:gd name="T3" fmla="*/ 1 h 9"/>
                <a:gd name="T4" fmla="*/ 17 w 35"/>
                <a:gd name="T5" fmla="*/ 1 h 9"/>
                <a:gd name="T6" fmla="*/ 1 w 35"/>
                <a:gd name="T7" fmla="*/ 8 h 9"/>
                <a:gd name="T8" fmla="*/ 19 w 35"/>
                <a:gd name="T9" fmla="*/ 7 h 9"/>
              </a:gdLst>
              <a:ahLst/>
              <a:cxnLst>
                <a:cxn ang="0">
                  <a:pos x="T0" y="T1"/>
                </a:cxn>
                <a:cxn ang="0">
                  <a:pos x="T2" y="T3"/>
                </a:cxn>
                <a:cxn ang="0">
                  <a:pos x="T4" y="T5"/>
                </a:cxn>
                <a:cxn ang="0">
                  <a:pos x="T6" y="T7"/>
                </a:cxn>
                <a:cxn ang="0">
                  <a:pos x="T8" y="T9"/>
                </a:cxn>
              </a:cxnLst>
              <a:rect l="0" t="0" r="r" b="b"/>
              <a:pathLst>
                <a:path w="35" h="9">
                  <a:moveTo>
                    <a:pt x="19" y="7"/>
                  </a:moveTo>
                  <a:cubicBezTo>
                    <a:pt x="28" y="6"/>
                    <a:pt x="35" y="3"/>
                    <a:pt x="35" y="1"/>
                  </a:cubicBezTo>
                  <a:cubicBezTo>
                    <a:pt x="35" y="0"/>
                    <a:pt x="26" y="0"/>
                    <a:pt x="17" y="1"/>
                  </a:cubicBezTo>
                  <a:cubicBezTo>
                    <a:pt x="7" y="3"/>
                    <a:pt x="0" y="6"/>
                    <a:pt x="1" y="8"/>
                  </a:cubicBezTo>
                  <a:cubicBezTo>
                    <a:pt x="2" y="9"/>
                    <a:pt x="9" y="9"/>
                    <a:pt x="1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83" name="Freeform 578"/>
            <p:cNvSpPr/>
            <p:nvPr/>
          </p:nvSpPr>
          <p:spPr bwMode="auto">
            <a:xfrm>
              <a:off x="3842054" y="12220353"/>
              <a:ext cx="96838" cy="22225"/>
            </a:xfrm>
            <a:custGeom>
              <a:avLst/>
              <a:gdLst>
                <a:gd name="T0" fmla="*/ 20 w 36"/>
                <a:gd name="T1" fmla="*/ 7 h 8"/>
                <a:gd name="T2" fmla="*/ 36 w 36"/>
                <a:gd name="T3" fmla="*/ 2 h 8"/>
                <a:gd name="T4" fmla="*/ 17 w 36"/>
                <a:gd name="T5" fmla="*/ 2 h 8"/>
                <a:gd name="T6" fmla="*/ 1 w 36"/>
                <a:gd name="T7" fmla="*/ 7 h 8"/>
                <a:gd name="T8" fmla="*/ 20 w 36"/>
                <a:gd name="T9" fmla="*/ 7 h 8"/>
              </a:gdLst>
              <a:ahLst/>
              <a:cxnLst>
                <a:cxn ang="0">
                  <a:pos x="T0" y="T1"/>
                </a:cxn>
                <a:cxn ang="0">
                  <a:pos x="T2" y="T3"/>
                </a:cxn>
                <a:cxn ang="0">
                  <a:pos x="T4" y="T5"/>
                </a:cxn>
                <a:cxn ang="0">
                  <a:pos x="T6" y="T7"/>
                </a:cxn>
                <a:cxn ang="0">
                  <a:pos x="T8" y="T9"/>
                </a:cxn>
              </a:cxnLst>
              <a:rect l="0" t="0" r="r" b="b"/>
              <a:pathLst>
                <a:path w="36" h="8">
                  <a:moveTo>
                    <a:pt x="20" y="7"/>
                  </a:moveTo>
                  <a:cubicBezTo>
                    <a:pt x="29" y="6"/>
                    <a:pt x="36" y="3"/>
                    <a:pt x="36" y="2"/>
                  </a:cubicBezTo>
                  <a:cubicBezTo>
                    <a:pt x="35" y="0"/>
                    <a:pt x="26" y="0"/>
                    <a:pt x="17" y="2"/>
                  </a:cubicBezTo>
                  <a:cubicBezTo>
                    <a:pt x="7" y="3"/>
                    <a:pt x="0" y="5"/>
                    <a:pt x="1" y="7"/>
                  </a:cubicBezTo>
                  <a:cubicBezTo>
                    <a:pt x="3" y="8"/>
                    <a:pt x="11" y="8"/>
                    <a:pt x="2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84" name="Freeform 579"/>
            <p:cNvSpPr/>
            <p:nvPr/>
          </p:nvSpPr>
          <p:spPr bwMode="auto">
            <a:xfrm>
              <a:off x="3627742" y="12242578"/>
              <a:ext cx="100013" cy="14288"/>
            </a:xfrm>
            <a:custGeom>
              <a:avLst/>
              <a:gdLst>
                <a:gd name="T0" fmla="*/ 20 w 37"/>
                <a:gd name="T1" fmla="*/ 5 h 5"/>
                <a:gd name="T2" fmla="*/ 36 w 37"/>
                <a:gd name="T3" fmla="*/ 2 h 5"/>
                <a:gd name="T4" fmla="*/ 17 w 37"/>
                <a:gd name="T5" fmla="*/ 0 h 5"/>
                <a:gd name="T6" fmla="*/ 1 w 37"/>
                <a:gd name="T7" fmla="*/ 3 h 5"/>
                <a:gd name="T8" fmla="*/ 20 w 37"/>
                <a:gd name="T9" fmla="*/ 5 h 5"/>
              </a:gdLst>
              <a:ahLst/>
              <a:cxnLst>
                <a:cxn ang="0">
                  <a:pos x="T0" y="T1"/>
                </a:cxn>
                <a:cxn ang="0">
                  <a:pos x="T2" y="T3"/>
                </a:cxn>
                <a:cxn ang="0">
                  <a:pos x="T4" y="T5"/>
                </a:cxn>
                <a:cxn ang="0">
                  <a:pos x="T6" y="T7"/>
                </a:cxn>
                <a:cxn ang="0">
                  <a:pos x="T8" y="T9"/>
                </a:cxn>
              </a:cxnLst>
              <a:rect l="0" t="0" r="r" b="b"/>
              <a:pathLst>
                <a:path w="37" h="5">
                  <a:moveTo>
                    <a:pt x="20" y="5"/>
                  </a:moveTo>
                  <a:cubicBezTo>
                    <a:pt x="30" y="5"/>
                    <a:pt x="37" y="4"/>
                    <a:pt x="36" y="2"/>
                  </a:cubicBezTo>
                  <a:cubicBezTo>
                    <a:pt x="36" y="1"/>
                    <a:pt x="26" y="0"/>
                    <a:pt x="17" y="0"/>
                  </a:cubicBezTo>
                  <a:cubicBezTo>
                    <a:pt x="7" y="0"/>
                    <a:pt x="0" y="2"/>
                    <a:pt x="1" y="3"/>
                  </a:cubicBezTo>
                  <a:cubicBezTo>
                    <a:pt x="3" y="4"/>
                    <a:pt x="11" y="5"/>
                    <a:pt x="2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85" name="Freeform 580"/>
            <p:cNvSpPr/>
            <p:nvPr/>
          </p:nvSpPr>
          <p:spPr bwMode="auto">
            <a:xfrm>
              <a:off x="3413429" y="12245753"/>
              <a:ext cx="96838" cy="12700"/>
            </a:xfrm>
            <a:custGeom>
              <a:avLst/>
              <a:gdLst>
                <a:gd name="T0" fmla="*/ 20 w 36"/>
                <a:gd name="T1" fmla="*/ 5 h 5"/>
                <a:gd name="T2" fmla="*/ 36 w 36"/>
                <a:gd name="T3" fmla="*/ 3 h 5"/>
                <a:gd name="T4" fmla="*/ 17 w 36"/>
                <a:gd name="T5" fmla="*/ 0 h 5"/>
                <a:gd name="T6" fmla="*/ 1 w 36"/>
                <a:gd name="T7" fmla="*/ 3 h 5"/>
                <a:gd name="T8" fmla="*/ 20 w 36"/>
                <a:gd name="T9" fmla="*/ 5 h 5"/>
              </a:gdLst>
              <a:ahLst/>
              <a:cxnLst>
                <a:cxn ang="0">
                  <a:pos x="T0" y="T1"/>
                </a:cxn>
                <a:cxn ang="0">
                  <a:pos x="T2" y="T3"/>
                </a:cxn>
                <a:cxn ang="0">
                  <a:pos x="T4" y="T5"/>
                </a:cxn>
                <a:cxn ang="0">
                  <a:pos x="T6" y="T7"/>
                </a:cxn>
                <a:cxn ang="0">
                  <a:pos x="T8" y="T9"/>
                </a:cxn>
              </a:cxnLst>
              <a:rect l="0" t="0" r="r" b="b"/>
              <a:pathLst>
                <a:path w="36" h="5">
                  <a:moveTo>
                    <a:pt x="20" y="5"/>
                  </a:moveTo>
                  <a:cubicBezTo>
                    <a:pt x="29" y="5"/>
                    <a:pt x="36" y="4"/>
                    <a:pt x="36" y="3"/>
                  </a:cubicBezTo>
                  <a:cubicBezTo>
                    <a:pt x="36" y="1"/>
                    <a:pt x="27" y="0"/>
                    <a:pt x="17" y="0"/>
                  </a:cubicBezTo>
                  <a:cubicBezTo>
                    <a:pt x="8" y="0"/>
                    <a:pt x="0" y="1"/>
                    <a:pt x="1" y="3"/>
                  </a:cubicBezTo>
                  <a:cubicBezTo>
                    <a:pt x="2" y="4"/>
                    <a:pt x="10" y="5"/>
                    <a:pt x="2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86" name="Freeform 581"/>
            <p:cNvSpPr/>
            <p:nvPr/>
          </p:nvSpPr>
          <p:spPr bwMode="auto">
            <a:xfrm>
              <a:off x="3195942" y="12242578"/>
              <a:ext cx="103188" cy="14288"/>
            </a:xfrm>
            <a:custGeom>
              <a:avLst/>
              <a:gdLst>
                <a:gd name="T0" fmla="*/ 21 w 38"/>
                <a:gd name="T1" fmla="*/ 5 h 5"/>
                <a:gd name="T2" fmla="*/ 37 w 38"/>
                <a:gd name="T3" fmla="*/ 3 h 5"/>
                <a:gd name="T4" fmla="*/ 17 w 38"/>
                <a:gd name="T5" fmla="*/ 1 h 5"/>
                <a:gd name="T6" fmla="*/ 2 w 38"/>
                <a:gd name="T7" fmla="*/ 2 h 5"/>
                <a:gd name="T8" fmla="*/ 21 w 38"/>
                <a:gd name="T9" fmla="*/ 5 h 5"/>
              </a:gdLst>
              <a:ahLst/>
              <a:cxnLst>
                <a:cxn ang="0">
                  <a:pos x="T0" y="T1"/>
                </a:cxn>
                <a:cxn ang="0">
                  <a:pos x="T2" y="T3"/>
                </a:cxn>
                <a:cxn ang="0">
                  <a:pos x="T4" y="T5"/>
                </a:cxn>
                <a:cxn ang="0">
                  <a:pos x="T6" y="T7"/>
                </a:cxn>
                <a:cxn ang="0">
                  <a:pos x="T8" y="T9"/>
                </a:cxn>
              </a:cxnLst>
              <a:rect l="0" t="0" r="r" b="b"/>
              <a:pathLst>
                <a:path w="38" h="5">
                  <a:moveTo>
                    <a:pt x="21" y="5"/>
                  </a:moveTo>
                  <a:cubicBezTo>
                    <a:pt x="31" y="5"/>
                    <a:pt x="38" y="4"/>
                    <a:pt x="37" y="3"/>
                  </a:cubicBezTo>
                  <a:cubicBezTo>
                    <a:pt x="36" y="2"/>
                    <a:pt x="27" y="1"/>
                    <a:pt x="17" y="1"/>
                  </a:cubicBezTo>
                  <a:cubicBezTo>
                    <a:pt x="7" y="0"/>
                    <a:pt x="0" y="1"/>
                    <a:pt x="2" y="2"/>
                  </a:cubicBezTo>
                  <a:cubicBezTo>
                    <a:pt x="3" y="3"/>
                    <a:pt x="12" y="4"/>
                    <a:pt x="2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87" name="Freeform 582"/>
            <p:cNvSpPr/>
            <p:nvPr/>
          </p:nvSpPr>
          <p:spPr bwMode="auto">
            <a:xfrm>
              <a:off x="2981629" y="12237816"/>
              <a:ext cx="100013" cy="11113"/>
            </a:xfrm>
            <a:custGeom>
              <a:avLst/>
              <a:gdLst>
                <a:gd name="T0" fmla="*/ 21 w 37"/>
                <a:gd name="T1" fmla="*/ 4 h 4"/>
                <a:gd name="T2" fmla="*/ 36 w 37"/>
                <a:gd name="T3" fmla="*/ 3 h 4"/>
                <a:gd name="T4" fmla="*/ 17 w 37"/>
                <a:gd name="T5" fmla="*/ 1 h 4"/>
                <a:gd name="T6" fmla="*/ 2 w 37"/>
                <a:gd name="T7" fmla="*/ 2 h 4"/>
                <a:gd name="T8" fmla="*/ 21 w 37"/>
                <a:gd name="T9" fmla="*/ 4 h 4"/>
              </a:gdLst>
              <a:ahLst/>
              <a:cxnLst>
                <a:cxn ang="0">
                  <a:pos x="T0" y="T1"/>
                </a:cxn>
                <a:cxn ang="0">
                  <a:pos x="T2" y="T3"/>
                </a:cxn>
                <a:cxn ang="0">
                  <a:pos x="T4" y="T5"/>
                </a:cxn>
                <a:cxn ang="0">
                  <a:pos x="T6" y="T7"/>
                </a:cxn>
                <a:cxn ang="0">
                  <a:pos x="T8" y="T9"/>
                </a:cxn>
              </a:cxnLst>
              <a:rect l="0" t="0" r="r" b="b"/>
              <a:pathLst>
                <a:path w="37" h="4">
                  <a:moveTo>
                    <a:pt x="21" y="4"/>
                  </a:moveTo>
                  <a:cubicBezTo>
                    <a:pt x="30" y="4"/>
                    <a:pt x="37" y="4"/>
                    <a:pt x="36" y="3"/>
                  </a:cubicBezTo>
                  <a:cubicBezTo>
                    <a:pt x="36" y="2"/>
                    <a:pt x="27" y="1"/>
                    <a:pt x="17" y="1"/>
                  </a:cubicBezTo>
                  <a:cubicBezTo>
                    <a:pt x="7" y="0"/>
                    <a:pt x="0" y="1"/>
                    <a:pt x="2" y="2"/>
                  </a:cubicBezTo>
                  <a:cubicBezTo>
                    <a:pt x="3" y="3"/>
                    <a:pt x="11" y="4"/>
                    <a:pt x="2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88" name="Freeform 583"/>
            <p:cNvSpPr/>
            <p:nvPr/>
          </p:nvSpPr>
          <p:spPr bwMode="auto">
            <a:xfrm>
              <a:off x="2767317" y="12231466"/>
              <a:ext cx="96838" cy="7938"/>
            </a:xfrm>
            <a:custGeom>
              <a:avLst/>
              <a:gdLst>
                <a:gd name="T0" fmla="*/ 36 w 36"/>
                <a:gd name="T1" fmla="*/ 2 h 3"/>
                <a:gd name="T2" fmla="*/ 18 w 36"/>
                <a:gd name="T3" fmla="*/ 0 h 3"/>
                <a:gd name="T4" fmla="*/ 1 w 36"/>
                <a:gd name="T5" fmla="*/ 1 h 3"/>
                <a:gd name="T6" fmla="*/ 20 w 36"/>
                <a:gd name="T7" fmla="*/ 3 h 3"/>
                <a:gd name="T8" fmla="*/ 36 w 36"/>
                <a:gd name="T9" fmla="*/ 2 h 3"/>
              </a:gdLst>
              <a:ahLst/>
              <a:cxnLst>
                <a:cxn ang="0">
                  <a:pos x="T0" y="T1"/>
                </a:cxn>
                <a:cxn ang="0">
                  <a:pos x="T2" y="T3"/>
                </a:cxn>
                <a:cxn ang="0">
                  <a:pos x="T4" y="T5"/>
                </a:cxn>
                <a:cxn ang="0">
                  <a:pos x="T6" y="T7"/>
                </a:cxn>
                <a:cxn ang="0">
                  <a:pos x="T8" y="T9"/>
                </a:cxn>
              </a:cxnLst>
              <a:rect l="0" t="0" r="r" b="b"/>
              <a:pathLst>
                <a:path w="36" h="3">
                  <a:moveTo>
                    <a:pt x="36" y="2"/>
                  </a:moveTo>
                  <a:cubicBezTo>
                    <a:pt x="36" y="1"/>
                    <a:pt x="27" y="0"/>
                    <a:pt x="18" y="0"/>
                  </a:cubicBezTo>
                  <a:cubicBezTo>
                    <a:pt x="8" y="0"/>
                    <a:pt x="0" y="0"/>
                    <a:pt x="1" y="1"/>
                  </a:cubicBezTo>
                  <a:cubicBezTo>
                    <a:pt x="2" y="1"/>
                    <a:pt x="10" y="2"/>
                    <a:pt x="20" y="3"/>
                  </a:cubicBezTo>
                  <a:cubicBezTo>
                    <a:pt x="29" y="3"/>
                    <a:pt x="36" y="3"/>
                    <a:pt x="3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89" name="Freeform 584"/>
            <p:cNvSpPr/>
            <p:nvPr/>
          </p:nvSpPr>
          <p:spPr bwMode="auto">
            <a:xfrm>
              <a:off x="2549829" y="12223528"/>
              <a:ext cx="103188" cy="6350"/>
            </a:xfrm>
            <a:custGeom>
              <a:avLst/>
              <a:gdLst>
                <a:gd name="T0" fmla="*/ 21 w 38"/>
                <a:gd name="T1" fmla="*/ 2 h 2"/>
                <a:gd name="T2" fmla="*/ 37 w 38"/>
                <a:gd name="T3" fmla="*/ 2 h 2"/>
                <a:gd name="T4" fmla="*/ 17 w 38"/>
                <a:gd name="T5" fmla="*/ 0 h 2"/>
                <a:gd name="T6" fmla="*/ 2 w 38"/>
                <a:gd name="T7" fmla="*/ 0 h 2"/>
                <a:gd name="T8" fmla="*/ 21 w 38"/>
                <a:gd name="T9" fmla="*/ 2 h 2"/>
              </a:gdLst>
              <a:ahLst/>
              <a:cxnLst>
                <a:cxn ang="0">
                  <a:pos x="T0" y="T1"/>
                </a:cxn>
                <a:cxn ang="0">
                  <a:pos x="T2" y="T3"/>
                </a:cxn>
                <a:cxn ang="0">
                  <a:pos x="T4" y="T5"/>
                </a:cxn>
                <a:cxn ang="0">
                  <a:pos x="T6" y="T7"/>
                </a:cxn>
                <a:cxn ang="0">
                  <a:pos x="T8" y="T9"/>
                </a:cxn>
              </a:cxnLst>
              <a:rect l="0" t="0" r="r" b="b"/>
              <a:pathLst>
                <a:path w="38" h="2">
                  <a:moveTo>
                    <a:pt x="21" y="2"/>
                  </a:moveTo>
                  <a:cubicBezTo>
                    <a:pt x="31" y="2"/>
                    <a:pt x="38" y="2"/>
                    <a:pt x="37" y="2"/>
                  </a:cubicBezTo>
                  <a:cubicBezTo>
                    <a:pt x="36" y="1"/>
                    <a:pt x="27" y="0"/>
                    <a:pt x="17" y="0"/>
                  </a:cubicBezTo>
                  <a:cubicBezTo>
                    <a:pt x="7" y="0"/>
                    <a:pt x="0" y="0"/>
                    <a:pt x="2" y="0"/>
                  </a:cubicBezTo>
                  <a:cubicBezTo>
                    <a:pt x="3" y="1"/>
                    <a:pt x="12" y="1"/>
                    <a:pt x="2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90" name="Freeform 585"/>
            <p:cNvSpPr/>
            <p:nvPr/>
          </p:nvSpPr>
          <p:spPr bwMode="auto">
            <a:xfrm>
              <a:off x="2335517" y="12215591"/>
              <a:ext cx="100013" cy="4763"/>
            </a:xfrm>
            <a:custGeom>
              <a:avLst/>
              <a:gdLst>
                <a:gd name="T0" fmla="*/ 21 w 37"/>
                <a:gd name="T1" fmla="*/ 1 h 2"/>
                <a:gd name="T2" fmla="*/ 36 w 37"/>
                <a:gd name="T3" fmla="*/ 1 h 2"/>
                <a:gd name="T4" fmla="*/ 17 w 37"/>
                <a:gd name="T5" fmla="*/ 0 h 2"/>
                <a:gd name="T6" fmla="*/ 2 w 37"/>
                <a:gd name="T7" fmla="*/ 0 h 2"/>
                <a:gd name="T8" fmla="*/ 21 w 37"/>
                <a:gd name="T9" fmla="*/ 1 h 2"/>
              </a:gdLst>
              <a:ahLst/>
              <a:cxnLst>
                <a:cxn ang="0">
                  <a:pos x="T0" y="T1"/>
                </a:cxn>
                <a:cxn ang="0">
                  <a:pos x="T2" y="T3"/>
                </a:cxn>
                <a:cxn ang="0">
                  <a:pos x="T4" y="T5"/>
                </a:cxn>
                <a:cxn ang="0">
                  <a:pos x="T6" y="T7"/>
                </a:cxn>
                <a:cxn ang="0">
                  <a:pos x="T8" y="T9"/>
                </a:cxn>
              </a:cxnLst>
              <a:rect l="0" t="0" r="r" b="b"/>
              <a:pathLst>
                <a:path w="37" h="2">
                  <a:moveTo>
                    <a:pt x="21" y="1"/>
                  </a:moveTo>
                  <a:cubicBezTo>
                    <a:pt x="30" y="2"/>
                    <a:pt x="37" y="2"/>
                    <a:pt x="36" y="1"/>
                  </a:cubicBezTo>
                  <a:cubicBezTo>
                    <a:pt x="36" y="1"/>
                    <a:pt x="26" y="0"/>
                    <a:pt x="17" y="0"/>
                  </a:cubicBezTo>
                  <a:cubicBezTo>
                    <a:pt x="7" y="0"/>
                    <a:pt x="0" y="0"/>
                    <a:pt x="2" y="0"/>
                  </a:cubicBezTo>
                  <a:cubicBezTo>
                    <a:pt x="3" y="0"/>
                    <a:pt x="11" y="1"/>
                    <a:pt x="2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91" name="Freeform 586"/>
            <p:cNvSpPr/>
            <p:nvPr/>
          </p:nvSpPr>
          <p:spPr bwMode="auto">
            <a:xfrm>
              <a:off x="2121204" y="12210828"/>
              <a:ext cx="98425" cy="1588"/>
            </a:xfrm>
            <a:custGeom>
              <a:avLst/>
              <a:gdLst>
                <a:gd name="T0" fmla="*/ 36 w 36"/>
                <a:gd name="T1" fmla="*/ 1 h 1"/>
                <a:gd name="T2" fmla="*/ 17 w 36"/>
                <a:gd name="T3" fmla="*/ 0 h 1"/>
                <a:gd name="T4" fmla="*/ 1 w 36"/>
                <a:gd name="T5" fmla="*/ 0 h 1"/>
                <a:gd name="T6" fmla="*/ 20 w 36"/>
                <a:gd name="T7" fmla="*/ 1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cubicBezTo>
                    <a:pt x="36" y="1"/>
                    <a:pt x="27" y="0"/>
                    <a:pt x="17" y="0"/>
                  </a:cubicBezTo>
                  <a:cubicBezTo>
                    <a:pt x="8" y="0"/>
                    <a:pt x="0" y="0"/>
                    <a:pt x="1" y="0"/>
                  </a:cubicBezTo>
                  <a:cubicBezTo>
                    <a:pt x="2" y="0"/>
                    <a:pt x="10" y="0"/>
                    <a:pt x="20" y="1"/>
                  </a:cubicBezTo>
                  <a:cubicBezTo>
                    <a:pt x="29"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92" name="Freeform 587"/>
            <p:cNvSpPr/>
            <p:nvPr/>
          </p:nvSpPr>
          <p:spPr bwMode="auto">
            <a:xfrm>
              <a:off x="1998967" y="12210828"/>
              <a:ext cx="4763" cy="0"/>
            </a:xfrm>
            <a:custGeom>
              <a:avLst/>
              <a:gdLst>
                <a:gd name="T0" fmla="*/ 2 w 2"/>
                <a:gd name="T1" fmla="*/ 0 w 2"/>
                <a:gd name="T2" fmla="*/ 2 w 2"/>
              </a:gdLst>
              <a:ahLst/>
              <a:cxnLst>
                <a:cxn ang="0">
                  <a:pos x="T0" y="0"/>
                </a:cxn>
                <a:cxn ang="0">
                  <a:pos x="T1" y="0"/>
                </a:cxn>
                <a:cxn ang="0">
                  <a:pos x="T2" y="0"/>
                </a:cxn>
              </a:cxnLst>
              <a:rect l="0" t="0" r="r" b="b"/>
              <a:pathLst>
                <a:path w="2">
                  <a:moveTo>
                    <a:pt x="2" y="0"/>
                  </a:moveTo>
                  <a:cubicBezTo>
                    <a:pt x="2" y="0"/>
                    <a:pt x="1" y="0"/>
                    <a:pt x="0"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93" name="Freeform 588"/>
            <p:cNvSpPr/>
            <p:nvPr/>
          </p:nvSpPr>
          <p:spPr bwMode="auto">
            <a:xfrm>
              <a:off x="1329042" y="12239403"/>
              <a:ext cx="31750" cy="3175"/>
            </a:xfrm>
            <a:custGeom>
              <a:avLst/>
              <a:gdLst>
                <a:gd name="T0" fmla="*/ 0 w 12"/>
                <a:gd name="T1" fmla="*/ 1 h 1"/>
                <a:gd name="T2" fmla="*/ 12 w 12"/>
                <a:gd name="T3" fmla="*/ 0 h 1"/>
                <a:gd name="T4" fmla="*/ 0 w 12"/>
                <a:gd name="T5" fmla="*/ 1 h 1"/>
              </a:gdLst>
              <a:ahLst/>
              <a:cxnLst>
                <a:cxn ang="0">
                  <a:pos x="T0" y="T1"/>
                </a:cxn>
                <a:cxn ang="0">
                  <a:pos x="T2" y="T3"/>
                </a:cxn>
                <a:cxn ang="0">
                  <a:pos x="T4" y="T5"/>
                </a:cxn>
              </a:cxnLst>
              <a:rect l="0" t="0" r="r" b="b"/>
              <a:pathLst>
                <a:path w="12" h="1">
                  <a:moveTo>
                    <a:pt x="0" y="1"/>
                  </a:moveTo>
                  <a:cubicBezTo>
                    <a:pt x="7" y="0"/>
                    <a:pt x="12" y="0"/>
                    <a:pt x="12" y="0"/>
                  </a:cubicBezTo>
                  <a:cubicBezTo>
                    <a:pt x="12" y="0"/>
                    <a:pt x="7"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94" name="Freeform 589"/>
            <p:cNvSpPr/>
            <p:nvPr/>
          </p:nvSpPr>
          <p:spPr bwMode="auto">
            <a:xfrm>
              <a:off x="1051229" y="12269566"/>
              <a:ext cx="98425" cy="15875"/>
            </a:xfrm>
            <a:custGeom>
              <a:avLst/>
              <a:gdLst>
                <a:gd name="T0" fmla="*/ 35 w 36"/>
                <a:gd name="T1" fmla="*/ 0 h 6"/>
                <a:gd name="T2" fmla="*/ 17 w 36"/>
                <a:gd name="T3" fmla="*/ 3 h 6"/>
                <a:gd name="T4" fmla="*/ 1 w 36"/>
                <a:gd name="T5" fmla="*/ 6 h 6"/>
                <a:gd name="T6" fmla="*/ 19 w 36"/>
                <a:gd name="T7" fmla="*/ 3 h 6"/>
                <a:gd name="T8" fmla="*/ 35 w 36"/>
                <a:gd name="T9" fmla="*/ 0 h 6"/>
              </a:gdLst>
              <a:ahLst/>
              <a:cxnLst>
                <a:cxn ang="0">
                  <a:pos x="T0" y="T1"/>
                </a:cxn>
                <a:cxn ang="0">
                  <a:pos x="T2" y="T3"/>
                </a:cxn>
                <a:cxn ang="0">
                  <a:pos x="T4" y="T5"/>
                </a:cxn>
                <a:cxn ang="0">
                  <a:pos x="T6" y="T7"/>
                </a:cxn>
                <a:cxn ang="0">
                  <a:pos x="T8" y="T9"/>
                </a:cxn>
              </a:cxnLst>
              <a:rect l="0" t="0" r="r" b="b"/>
              <a:pathLst>
                <a:path w="36" h="6">
                  <a:moveTo>
                    <a:pt x="35" y="0"/>
                  </a:moveTo>
                  <a:cubicBezTo>
                    <a:pt x="35" y="0"/>
                    <a:pt x="27" y="1"/>
                    <a:pt x="17" y="3"/>
                  </a:cubicBezTo>
                  <a:cubicBezTo>
                    <a:pt x="7" y="5"/>
                    <a:pt x="0" y="6"/>
                    <a:pt x="1" y="6"/>
                  </a:cubicBezTo>
                  <a:cubicBezTo>
                    <a:pt x="2" y="6"/>
                    <a:pt x="10" y="5"/>
                    <a:pt x="19" y="3"/>
                  </a:cubicBezTo>
                  <a:cubicBezTo>
                    <a:pt x="28" y="1"/>
                    <a:pt x="36" y="0"/>
                    <a:pt x="3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95" name="Freeform 590"/>
            <p:cNvSpPr/>
            <p:nvPr/>
          </p:nvSpPr>
          <p:spPr bwMode="auto">
            <a:xfrm>
              <a:off x="217792" y="12698191"/>
              <a:ext cx="95250" cy="93663"/>
            </a:xfrm>
            <a:custGeom>
              <a:avLst/>
              <a:gdLst>
                <a:gd name="T0" fmla="*/ 20 w 35"/>
                <a:gd name="T1" fmla="*/ 23 h 34"/>
                <a:gd name="T2" fmla="*/ 35 w 35"/>
                <a:gd name="T3" fmla="*/ 4 h 34"/>
                <a:gd name="T4" fmla="*/ 16 w 35"/>
                <a:gd name="T5" fmla="*/ 11 h 34"/>
                <a:gd name="T6" fmla="*/ 1 w 35"/>
                <a:gd name="T7" fmla="*/ 31 h 34"/>
                <a:gd name="T8" fmla="*/ 20 w 35"/>
                <a:gd name="T9" fmla="*/ 23 h 34"/>
              </a:gdLst>
              <a:ahLst/>
              <a:cxnLst>
                <a:cxn ang="0">
                  <a:pos x="T0" y="T1"/>
                </a:cxn>
                <a:cxn ang="0">
                  <a:pos x="T2" y="T3"/>
                </a:cxn>
                <a:cxn ang="0">
                  <a:pos x="T4" y="T5"/>
                </a:cxn>
                <a:cxn ang="0">
                  <a:pos x="T6" y="T7"/>
                </a:cxn>
                <a:cxn ang="0">
                  <a:pos x="T8" y="T9"/>
                </a:cxn>
              </a:cxnLst>
              <a:rect l="0" t="0" r="r" b="b"/>
              <a:pathLst>
                <a:path w="35" h="34">
                  <a:moveTo>
                    <a:pt x="20" y="23"/>
                  </a:moveTo>
                  <a:cubicBezTo>
                    <a:pt x="29" y="16"/>
                    <a:pt x="35" y="7"/>
                    <a:pt x="35" y="4"/>
                  </a:cubicBezTo>
                  <a:cubicBezTo>
                    <a:pt x="34" y="0"/>
                    <a:pt x="25" y="4"/>
                    <a:pt x="16" y="11"/>
                  </a:cubicBezTo>
                  <a:cubicBezTo>
                    <a:pt x="6" y="18"/>
                    <a:pt x="0" y="27"/>
                    <a:pt x="1" y="31"/>
                  </a:cubicBezTo>
                  <a:cubicBezTo>
                    <a:pt x="3" y="34"/>
                    <a:pt x="11" y="31"/>
                    <a:pt x="20"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96" name="Freeform 591"/>
            <p:cNvSpPr/>
            <p:nvPr/>
          </p:nvSpPr>
          <p:spPr bwMode="auto">
            <a:xfrm>
              <a:off x="424167" y="12541028"/>
              <a:ext cx="95250" cy="82550"/>
            </a:xfrm>
            <a:custGeom>
              <a:avLst/>
              <a:gdLst>
                <a:gd name="T0" fmla="*/ 19 w 35"/>
                <a:gd name="T1" fmla="*/ 19 h 30"/>
                <a:gd name="T2" fmla="*/ 34 w 35"/>
                <a:gd name="T3" fmla="*/ 2 h 30"/>
                <a:gd name="T4" fmla="*/ 16 w 35"/>
                <a:gd name="T5" fmla="*/ 11 h 30"/>
                <a:gd name="T6" fmla="*/ 1 w 35"/>
                <a:gd name="T7" fmla="*/ 28 h 30"/>
                <a:gd name="T8" fmla="*/ 19 w 35"/>
                <a:gd name="T9" fmla="*/ 19 h 30"/>
              </a:gdLst>
              <a:ahLst/>
              <a:cxnLst>
                <a:cxn ang="0">
                  <a:pos x="T0" y="T1"/>
                </a:cxn>
                <a:cxn ang="0">
                  <a:pos x="T2" y="T3"/>
                </a:cxn>
                <a:cxn ang="0">
                  <a:pos x="T4" y="T5"/>
                </a:cxn>
                <a:cxn ang="0">
                  <a:pos x="T6" y="T7"/>
                </a:cxn>
                <a:cxn ang="0">
                  <a:pos x="T8" y="T9"/>
                </a:cxn>
              </a:cxnLst>
              <a:rect l="0" t="0" r="r" b="b"/>
              <a:pathLst>
                <a:path w="35" h="30">
                  <a:moveTo>
                    <a:pt x="19" y="19"/>
                  </a:moveTo>
                  <a:cubicBezTo>
                    <a:pt x="28" y="12"/>
                    <a:pt x="35" y="4"/>
                    <a:pt x="34" y="2"/>
                  </a:cubicBezTo>
                  <a:cubicBezTo>
                    <a:pt x="34" y="0"/>
                    <a:pt x="25" y="4"/>
                    <a:pt x="16" y="11"/>
                  </a:cubicBezTo>
                  <a:cubicBezTo>
                    <a:pt x="6" y="18"/>
                    <a:pt x="0" y="26"/>
                    <a:pt x="1" y="28"/>
                  </a:cubicBezTo>
                  <a:cubicBezTo>
                    <a:pt x="2" y="30"/>
                    <a:pt x="10" y="26"/>
                    <a:pt x="19"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97" name="Freeform 592"/>
            <p:cNvSpPr/>
            <p:nvPr/>
          </p:nvSpPr>
          <p:spPr bwMode="auto">
            <a:xfrm>
              <a:off x="630542" y="12406091"/>
              <a:ext cx="95250" cy="61913"/>
            </a:xfrm>
            <a:custGeom>
              <a:avLst/>
              <a:gdLst>
                <a:gd name="T0" fmla="*/ 20 w 35"/>
                <a:gd name="T1" fmla="*/ 13 h 23"/>
                <a:gd name="T2" fmla="*/ 35 w 35"/>
                <a:gd name="T3" fmla="*/ 1 h 23"/>
                <a:gd name="T4" fmla="*/ 16 w 35"/>
                <a:gd name="T5" fmla="*/ 9 h 23"/>
                <a:gd name="T6" fmla="*/ 1 w 35"/>
                <a:gd name="T7" fmla="*/ 22 h 23"/>
                <a:gd name="T8" fmla="*/ 20 w 35"/>
                <a:gd name="T9" fmla="*/ 13 h 23"/>
              </a:gdLst>
              <a:ahLst/>
              <a:cxnLst>
                <a:cxn ang="0">
                  <a:pos x="T0" y="T1"/>
                </a:cxn>
                <a:cxn ang="0">
                  <a:pos x="T2" y="T3"/>
                </a:cxn>
                <a:cxn ang="0">
                  <a:pos x="T4" y="T5"/>
                </a:cxn>
                <a:cxn ang="0">
                  <a:pos x="T6" y="T7"/>
                </a:cxn>
                <a:cxn ang="0">
                  <a:pos x="T8" y="T9"/>
                </a:cxn>
              </a:cxnLst>
              <a:rect l="0" t="0" r="r" b="b"/>
              <a:pathLst>
                <a:path w="35" h="23">
                  <a:moveTo>
                    <a:pt x="20" y="13"/>
                  </a:moveTo>
                  <a:cubicBezTo>
                    <a:pt x="29" y="7"/>
                    <a:pt x="35" y="2"/>
                    <a:pt x="35" y="1"/>
                  </a:cubicBezTo>
                  <a:cubicBezTo>
                    <a:pt x="34" y="0"/>
                    <a:pt x="25" y="4"/>
                    <a:pt x="16" y="9"/>
                  </a:cubicBezTo>
                  <a:cubicBezTo>
                    <a:pt x="6" y="15"/>
                    <a:pt x="0" y="21"/>
                    <a:pt x="1" y="22"/>
                  </a:cubicBezTo>
                  <a:cubicBezTo>
                    <a:pt x="3" y="23"/>
                    <a:pt x="11" y="19"/>
                    <a:pt x="20"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98" name="Freeform 593"/>
            <p:cNvSpPr/>
            <p:nvPr/>
          </p:nvSpPr>
          <p:spPr bwMode="auto">
            <a:xfrm>
              <a:off x="840092" y="12314016"/>
              <a:ext cx="98425" cy="38100"/>
            </a:xfrm>
            <a:custGeom>
              <a:avLst/>
              <a:gdLst>
                <a:gd name="T0" fmla="*/ 18 w 36"/>
                <a:gd name="T1" fmla="*/ 7 h 14"/>
                <a:gd name="T2" fmla="*/ 35 w 36"/>
                <a:gd name="T3" fmla="*/ 0 h 14"/>
                <a:gd name="T4" fmla="*/ 16 w 36"/>
                <a:gd name="T5" fmla="*/ 6 h 14"/>
                <a:gd name="T6" fmla="*/ 1 w 36"/>
                <a:gd name="T7" fmla="*/ 13 h 14"/>
                <a:gd name="T8" fmla="*/ 18 w 36"/>
                <a:gd name="T9" fmla="*/ 7 h 14"/>
              </a:gdLst>
              <a:ahLst/>
              <a:cxnLst>
                <a:cxn ang="0">
                  <a:pos x="T0" y="T1"/>
                </a:cxn>
                <a:cxn ang="0">
                  <a:pos x="T2" y="T3"/>
                </a:cxn>
                <a:cxn ang="0">
                  <a:pos x="T4" y="T5"/>
                </a:cxn>
                <a:cxn ang="0">
                  <a:pos x="T6" y="T7"/>
                </a:cxn>
                <a:cxn ang="0">
                  <a:pos x="T8" y="T9"/>
                </a:cxn>
              </a:cxnLst>
              <a:rect l="0" t="0" r="r" b="b"/>
              <a:pathLst>
                <a:path w="36" h="14">
                  <a:moveTo>
                    <a:pt x="18" y="7"/>
                  </a:moveTo>
                  <a:cubicBezTo>
                    <a:pt x="28" y="3"/>
                    <a:pt x="36" y="1"/>
                    <a:pt x="35" y="0"/>
                  </a:cubicBezTo>
                  <a:cubicBezTo>
                    <a:pt x="35" y="0"/>
                    <a:pt x="26" y="2"/>
                    <a:pt x="16" y="6"/>
                  </a:cubicBezTo>
                  <a:cubicBezTo>
                    <a:pt x="7" y="9"/>
                    <a:pt x="0" y="12"/>
                    <a:pt x="1" y="13"/>
                  </a:cubicBezTo>
                  <a:cubicBezTo>
                    <a:pt x="1" y="14"/>
                    <a:pt x="9" y="11"/>
                    <a:pt x="18"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599" name="Freeform 594"/>
            <p:cNvSpPr/>
            <p:nvPr/>
          </p:nvSpPr>
          <p:spPr bwMode="auto">
            <a:xfrm>
              <a:off x="11728754" y="9596216"/>
              <a:ext cx="92075" cy="217488"/>
            </a:xfrm>
            <a:custGeom>
              <a:avLst/>
              <a:gdLst>
                <a:gd name="T0" fmla="*/ 14 w 34"/>
                <a:gd name="T1" fmla="*/ 36 h 80"/>
                <a:gd name="T2" fmla="*/ 2 w 34"/>
                <a:gd name="T3" fmla="*/ 79 h 80"/>
                <a:gd name="T4" fmla="*/ 20 w 34"/>
                <a:gd name="T5" fmla="*/ 43 h 80"/>
                <a:gd name="T6" fmla="*/ 33 w 34"/>
                <a:gd name="T7" fmla="*/ 3 h 80"/>
                <a:gd name="T8" fmla="*/ 14 w 34"/>
                <a:gd name="T9" fmla="*/ 36 h 80"/>
              </a:gdLst>
              <a:ahLst/>
              <a:cxnLst>
                <a:cxn ang="0">
                  <a:pos x="T0" y="T1"/>
                </a:cxn>
                <a:cxn ang="0">
                  <a:pos x="T2" y="T3"/>
                </a:cxn>
                <a:cxn ang="0">
                  <a:pos x="T4" y="T5"/>
                </a:cxn>
                <a:cxn ang="0">
                  <a:pos x="T6" y="T7"/>
                </a:cxn>
                <a:cxn ang="0">
                  <a:pos x="T8" y="T9"/>
                </a:cxn>
              </a:cxnLst>
              <a:rect l="0" t="0" r="r" b="b"/>
              <a:pathLst>
                <a:path w="34" h="80">
                  <a:moveTo>
                    <a:pt x="14" y="36"/>
                  </a:moveTo>
                  <a:cubicBezTo>
                    <a:pt x="6" y="58"/>
                    <a:pt x="0" y="78"/>
                    <a:pt x="2" y="79"/>
                  </a:cubicBezTo>
                  <a:cubicBezTo>
                    <a:pt x="4" y="80"/>
                    <a:pt x="12" y="63"/>
                    <a:pt x="20" y="43"/>
                  </a:cubicBezTo>
                  <a:cubicBezTo>
                    <a:pt x="29" y="22"/>
                    <a:pt x="34" y="6"/>
                    <a:pt x="33" y="3"/>
                  </a:cubicBezTo>
                  <a:cubicBezTo>
                    <a:pt x="31" y="0"/>
                    <a:pt x="22" y="15"/>
                    <a:pt x="14"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00" name="Freeform 595"/>
            <p:cNvSpPr/>
            <p:nvPr/>
          </p:nvSpPr>
          <p:spPr bwMode="auto">
            <a:xfrm>
              <a:off x="11541429" y="10085166"/>
              <a:ext cx="90488" cy="227013"/>
            </a:xfrm>
            <a:custGeom>
              <a:avLst/>
              <a:gdLst>
                <a:gd name="T0" fmla="*/ 18 w 33"/>
                <a:gd name="T1" fmla="*/ 49 h 84"/>
                <a:gd name="T2" fmla="*/ 32 w 33"/>
                <a:gd name="T3" fmla="*/ 2 h 84"/>
                <a:gd name="T4" fmla="*/ 15 w 33"/>
                <a:gd name="T5" fmla="*/ 36 h 84"/>
                <a:gd name="T6" fmla="*/ 1 w 33"/>
                <a:gd name="T7" fmla="*/ 81 h 84"/>
                <a:gd name="T8" fmla="*/ 18 w 33"/>
                <a:gd name="T9" fmla="*/ 49 h 84"/>
              </a:gdLst>
              <a:ahLst/>
              <a:cxnLst>
                <a:cxn ang="0">
                  <a:pos x="T0" y="T1"/>
                </a:cxn>
                <a:cxn ang="0">
                  <a:pos x="T2" y="T3"/>
                </a:cxn>
                <a:cxn ang="0">
                  <a:pos x="T4" y="T5"/>
                </a:cxn>
                <a:cxn ang="0">
                  <a:pos x="T6" y="T7"/>
                </a:cxn>
                <a:cxn ang="0">
                  <a:pos x="T8" y="T9"/>
                </a:cxn>
              </a:cxnLst>
              <a:rect l="0" t="0" r="r" b="b"/>
              <a:pathLst>
                <a:path w="33" h="84">
                  <a:moveTo>
                    <a:pt x="18" y="49"/>
                  </a:moveTo>
                  <a:cubicBezTo>
                    <a:pt x="27" y="26"/>
                    <a:pt x="33" y="4"/>
                    <a:pt x="32" y="2"/>
                  </a:cubicBezTo>
                  <a:cubicBezTo>
                    <a:pt x="31" y="0"/>
                    <a:pt x="23" y="15"/>
                    <a:pt x="15" y="36"/>
                  </a:cubicBezTo>
                  <a:cubicBezTo>
                    <a:pt x="7" y="57"/>
                    <a:pt x="0" y="78"/>
                    <a:pt x="1" y="81"/>
                  </a:cubicBezTo>
                  <a:cubicBezTo>
                    <a:pt x="2" y="84"/>
                    <a:pt x="9" y="70"/>
                    <a:pt x="18"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01" name="Freeform 596"/>
            <p:cNvSpPr/>
            <p:nvPr/>
          </p:nvSpPr>
          <p:spPr bwMode="auto">
            <a:xfrm>
              <a:off x="11346167" y="10524903"/>
              <a:ext cx="92075" cy="146050"/>
            </a:xfrm>
            <a:custGeom>
              <a:avLst/>
              <a:gdLst>
                <a:gd name="T0" fmla="*/ 19 w 34"/>
                <a:gd name="T1" fmla="*/ 36 h 54"/>
                <a:gd name="T2" fmla="*/ 33 w 34"/>
                <a:gd name="T3" fmla="*/ 4 h 54"/>
                <a:gd name="T4" fmla="*/ 16 w 34"/>
                <a:gd name="T5" fmla="*/ 23 h 54"/>
                <a:gd name="T6" fmla="*/ 1 w 34"/>
                <a:gd name="T7" fmla="*/ 50 h 54"/>
                <a:gd name="T8" fmla="*/ 19 w 34"/>
                <a:gd name="T9" fmla="*/ 36 h 54"/>
              </a:gdLst>
              <a:ahLst/>
              <a:cxnLst>
                <a:cxn ang="0">
                  <a:pos x="T0" y="T1"/>
                </a:cxn>
                <a:cxn ang="0">
                  <a:pos x="T2" y="T3"/>
                </a:cxn>
                <a:cxn ang="0">
                  <a:pos x="T4" y="T5"/>
                </a:cxn>
                <a:cxn ang="0">
                  <a:pos x="T6" y="T7"/>
                </a:cxn>
                <a:cxn ang="0">
                  <a:pos x="T8" y="T9"/>
                </a:cxn>
              </a:cxnLst>
              <a:rect l="0" t="0" r="r" b="b"/>
              <a:pathLst>
                <a:path w="34" h="54">
                  <a:moveTo>
                    <a:pt x="19" y="36"/>
                  </a:moveTo>
                  <a:cubicBezTo>
                    <a:pt x="27" y="23"/>
                    <a:pt x="34" y="8"/>
                    <a:pt x="33" y="4"/>
                  </a:cubicBezTo>
                  <a:cubicBezTo>
                    <a:pt x="33" y="0"/>
                    <a:pt x="25" y="11"/>
                    <a:pt x="16" y="23"/>
                  </a:cubicBezTo>
                  <a:cubicBezTo>
                    <a:pt x="7" y="36"/>
                    <a:pt x="0" y="47"/>
                    <a:pt x="1" y="50"/>
                  </a:cubicBezTo>
                  <a:cubicBezTo>
                    <a:pt x="2" y="54"/>
                    <a:pt x="10" y="49"/>
                    <a:pt x="19"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02" name="Freeform 597"/>
            <p:cNvSpPr/>
            <p:nvPr/>
          </p:nvSpPr>
          <p:spPr bwMode="auto">
            <a:xfrm>
              <a:off x="11135029" y="10682066"/>
              <a:ext cx="100013" cy="53975"/>
            </a:xfrm>
            <a:custGeom>
              <a:avLst/>
              <a:gdLst>
                <a:gd name="T0" fmla="*/ 20 w 37"/>
                <a:gd name="T1" fmla="*/ 19 h 20"/>
                <a:gd name="T2" fmla="*/ 36 w 37"/>
                <a:gd name="T3" fmla="*/ 14 h 20"/>
                <a:gd name="T4" fmla="*/ 17 w 37"/>
                <a:gd name="T5" fmla="*/ 1 h 20"/>
                <a:gd name="T6" fmla="*/ 1 w 37"/>
                <a:gd name="T7" fmla="*/ 8 h 20"/>
                <a:gd name="T8" fmla="*/ 20 w 37"/>
                <a:gd name="T9" fmla="*/ 19 h 20"/>
              </a:gdLst>
              <a:ahLst/>
              <a:cxnLst>
                <a:cxn ang="0">
                  <a:pos x="T0" y="T1"/>
                </a:cxn>
                <a:cxn ang="0">
                  <a:pos x="T2" y="T3"/>
                </a:cxn>
                <a:cxn ang="0">
                  <a:pos x="T4" y="T5"/>
                </a:cxn>
                <a:cxn ang="0">
                  <a:pos x="T6" y="T7"/>
                </a:cxn>
                <a:cxn ang="0">
                  <a:pos x="T8" y="T9"/>
                </a:cxn>
              </a:cxnLst>
              <a:rect l="0" t="0" r="r" b="b"/>
              <a:pathLst>
                <a:path w="37" h="20">
                  <a:moveTo>
                    <a:pt x="20" y="19"/>
                  </a:moveTo>
                  <a:cubicBezTo>
                    <a:pt x="29" y="20"/>
                    <a:pt x="37" y="18"/>
                    <a:pt x="36" y="14"/>
                  </a:cubicBezTo>
                  <a:cubicBezTo>
                    <a:pt x="36" y="9"/>
                    <a:pt x="27" y="3"/>
                    <a:pt x="17" y="1"/>
                  </a:cubicBezTo>
                  <a:cubicBezTo>
                    <a:pt x="8" y="0"/>
                    <a:pt x="0" y="3"/>
                    <a:pt x="1" y="8"/>
                  </a:cubicBezTo>
                  <a:cubicBezTo>
                    <a:pt x="2" y="13"/>
                    <a:pt x="10" y="18"/>
                    <a:pt x="2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03" name="Freeform 598"/>
            <p:cNvSpPr/>
            <p:nvPr/>
          </p:nvSpPr>
          <p:spPr bwMode="auto">
            <a:xfrm>
              <a:off x="10914367" y="10659841"/>
              <a:ext cx="103188" cy="53975"/>
            </a:xfrm>
            <a:custGeom>
              <a:avLst/>
              <a:gdLst>
                <a:gd name="T0" fmla="*/ 22 w 38"/>
                <a:gd name="T1" fmla="*/ 20 h 20"/>
                <a:gd name="T2" fmla="*/ 37 w 38"/>
                <a:gd name="T3" fmla="*/ 12 h 20"/>
                <a:gd name="T4" fmla="*/ 17 w 38"/>
                <a:gd name="T5" fmla="*/ 0 h 20"/>
                <a:gd name="T6" fmla="*/ 2 w 38"/>
                <a:gd name="T7" fmla="*/ 10 h 20"/>
                <a:gd name="T8" fmla="*/ 22 w 38"/>
                <a:gd name="T9" fmla="*/ 20 h 20"/>
              </a:gdLst>
              <a:ahLst/>
              <a:cxnLst>
                <a:cxn ang="0">
                  <a:pos x="T0" y="T1"/>
                </a:cxn>
                <a:cxn ang="0">
                  <a:pos x="T2" y="T3"/>
                </a:cxn>
                <a:cxn ang="0">
                  <a:pos x="T4" y="T5"/>
                </a:cxn>
                <a:cxn ang="0">
                  <a:pos x="T6" y="T7"/>
                </a:cxn>
                <a:cxn ang="0">
                  <a:pos x="T8" y="T9"/>
                </a:cxn>
              </a:cxnLst>
              <a:rect l="0" t="0" r="r" b="b"/>
              <a:pathLst>
                <a:path w="38" h="20">
                  <a:moveTo>
                    <a:pt x="22" y="20"/>
                  </a:moveTo>
                  <a:cubicBezTo>
                    <a:pt x="31" y="20"/>
                    <a:pt x="38" y="17"/>
                    <a:pt x="37" y="12"/>
                  </a:cubicBezTo>
                  <a:cubicBezTo>
                    <a:pt x="37" y="6"/>
                    <a:pt x="27" y="1"/>
                    <a:pt x="17" y="0"/>
                  </a:cubicBezTo>
                  <a:cubicBezTo>
                    <a:pt x="7" y="0"/>
                    <a:pt x="0" y="4"/>
                    <a:pt x="2" y="10"/>
                  </a:cubicBezTo>
                  <a:cubicBezTo>
                    <a:pt x="3" y="15"/>
                    <a:pt x="12" y="19"/>
                    <a:pt x="22"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04" name="Freeform 599"/>
            <p:cNvSpPr/>
            <p:nvPr/>
          </p:nvSpPr>
          <p:spPr bwMode="auto">
            <a:xfrm>
              <a:off x="10698467" y="10648728"/>
              <a:ext cx="100013" cy="63500"/>
            </a:xfrm>
            <a:custGeom>
              <a:avLst/>
              <a:gdLst>
                <a:gd name="T0" fmla="*/ 18 w 37"/>
                <a:gd name="T1" fmla="*/ 22 h 23"/>
                <a:gd name="T2" fmla="*/ 37 w 37"/>
                <a:gd name="T3" fmla="*/ 13 h 23"/>
                <a:gd name="T4" fmla="*/ 20 w 37"/>
                <a:gd name="T5" fmla="*/ 1 h 23"/>
                <a:gd name="T6" fmla="*/ 1 w 37"/>
                <a:gd name="T7" fmla="*/ 10 h 23"/>
                <a:gd name="T8" fmla="*/ 18 w 37"/>
                <a:gd name="T9" fmla="*/ 22 h 23"/>
              </a:gdLst>
              <a:ahLst/>
              <a:cxnLst>
                <a:cxn ang="0">
                  <a:pos x="T0" y="T1"/>
                </a:cxn>
                <a:cxn ang="0">
                  <a:pos x="T2" y="T3"/>
                </a:cxn>
                <a:cxn ang="0">
                  <a:pos x="T4" y="T5"/>
                </a:cxn>
                <a:cxn ang="0">
                  <a:pos x="T6" y="T7"/>
                </a:cxn>
                <a:cxn ang="0">
                  <a:pos x="T8" y="T9"/>
                </a:cxn>
              </a:cxnLst>
              <a:rect l="0" t="0" r="r" b="b"/>
              <a:pathLst>
                <a:path w="37" h="23">
                  <a:moveTo>
                    <a:pt x="18" y="22"/>
                  </a:moveTo>
                  <a:cubicBezTo>
                    <a:pt x="28" y="23"/>
                    <a:pt x="37" y="18"/>
                    <a:pt x="37" y="13"/>
                  </a:cubicBezTo>
                  <a:cubicBezTo>
                    <a:pt x="37" y="7"/>
                    <a:pt x="29" y="2"/>
                    <a:pt x="20" y="1"/>
                  </a:cubicBezTo>
                  <a:cubicBezTo>
                    <a:pt x="11" y="0"/>
                    <a:pt x="2" y="4"/>
                    <a:pt x="1" y="10"/>
                  </a:cubicBezTo>
                  <a:cubicBezTo>
                    <a:pt x="0" y="16"/>
                    <a:pt x="8" y="21"/>
                    <a:pt x="18"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05" name="Freeform 600"/>
            <p:cNvSpPr/>
            <p:nvPr/>
          </p:nvSpPr>
          <p:spPr bwMode="auto">
            <a:xfrm>
              <a:off x="10477804" y="10655078"/>
              <a:ext cx="103188" cy="66675"/>
            </a:xfrm>
            <a:custGeom>
              <a:avLst/>
              <a:gdLst>
                <a:gd name="T0" fmla="*/ 21 w 38"/>
                <a:gd name="T1" fmla="*/ 24 h 25"/>
                <a:gd name="T2" fmla="*/ 37 w 38"/>
                <a:gd name="T3" fmla="*/ 12 h 25"/>
                <a:gd name="T4" fmla="*/ 17 w 38"/>
                <a:gd name="T5" fmla="*/ 0 h 25"/>
                <a:gd name="T6" fmla="*/ 2 w 38"/>
                <a:gd name="T7" fmla="*/ 14 h 25"/>
                <a:gd name="T8" fmla="*/ 21 w 38"/>
                <a:gd name="T9" fmla="*/ 24 h 25"/>
              </a:gdLst>
              <a:ahLst/>
              <a:cxnLst>
                <a:cxn ang="0">
                  <a:pos x="T0" y="T1"/>
                </a:cxn>
                <a:cxn ang="0">
                  <a:pos x="T2" y="T3"/>
                </a:cxn>
                <a:cxn ang="0">
                  <a:pos x="T4" y="T5"/>
                </a:cxn>
                <a:cxn ang="0">
                  <a:pos x="T6" y="T7"/>
                </a:cxn>
                <a:cxn ang="0">
                  <a:pos x="T8" y="T9"/>
                </a:cxn>
              </a:cxnLst>
              <a:rect l="0" t="0" r="r" b="b"/>
              <a:pathLst>
                <a:path w="38" h="25">
                  <a:moveTo>
                    <a:pt x="21" y="24"/>
                  </a:moveTo>
                  <a:cubicBezTo>
                    <a:pt x="31" y="23"/>
                    <a:pt x="38" y="18"/>
                    <a:pt x="37" y="12"/>
                  </a:cubicBezTo>
                  <a:cubicBezTo>
                    <a:pt x="36" y="5"/>
                    <a:pt x="27" y="0"/>
                    <a:pt x="17" y="0"/>
                  </a:cubicBezTo>
                  <a:cubicBezTo>
                    <a:pt x="7" y="1"/>
                    <a:pt x="0" y="8"/>
                    <a:pt x="2" y="14"/>
                  </a:cubicBezTo>
                  <a:cubicBezTo>
                    <a:pt x="3" y="21"/>
                    <a:pt x="12" y="25"/>
                    <a:pt x="21"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06" name="Freeform 601"/>
            <p:cNvSpPr/>
            <p:nvPr/>
          </p:nvSpPr>
          <p:spPr bwMode="auto">
            <a:xfrm>
              <a:off x="10258729" y="10670953"/>
              <a:ext cx="103188" cy="73025"/>
            </a:xfrm>
            <a:custGeom>
              <a:avLst/>
              <a:gdLst>
                <a:gd name="T0" fmla="*/ 20 w 38"/>
                <a:gd name="T1" fmla="*/ 26 h 27"/>
                <a:gd name="T2" fmla="*/ 37 w 38"/>
                <a:gd name="T3" fmla="*/ 11 h 27"/>
                <a:gd name="T4" fmla="*/ 18 w 38"/>
                <a:gd name="T5" fmla="*/ 1 h 27"/>
                <a:gd name="T6" fmla="*/ 2 w 38"/>
                <a:gd name="T7" fmla="*/ 16 h 27"/>
                <a:gd name="T8" fmla="*/ 20 w 38"/>
                <a:gd name="T9" fmla="*/ 26 h 27"/>
              </a:gdLst>
              <a:ahLst/>
              <a:cxnLst>
                <a:cxn ang="0">
                  <a:pos x="T0" y="T1"/>
                </a:cxn>
                <a:cxn ang="0">
                  <a:pos x="T2" y="T3"/>
                </a:cxn>
                <a:cxn ang="0">
                  <a:pos x="T4" y="T5"/>
                </a:cxn>
                <a:cxn ang="0">
                  <a:pos x="T6" y="T7"/>
                </a:cxn>
                <a:cxn ang="0">
                  <a:pos x="T8" y="T9"/>
                </a:cxn>
              </a:cxnLst>
              <a:rect l="0" t="0" r="r" b="b"/>
              <a:pathLst>
                <a:path w="38" h="27">
                  <a:moveTo>
                    <a:pt x="20" y="26"/>
                  </a:moveTo>
                  <a:cubicBezTo>
                    <a:pt x="31" y="25"/>
                    <a:pt x="38" y="19"/>
                    <a:pt x="37" y="11"/>
                  </a:cubicBezTo>
                  <a:cubicBezTo>
                    <a:pt x="36" y="5"/>
                    <a:pt x="28" y="0"/>
                    <a:pt x="18" y="1"/>
                  </a:cubicBezTo>
                  <a:cubicBezTo>
                    <a:pt x="8" y="1"/>
                    <a:pt x="0" y="8"/>
                    <a:pt x="2" y="16"/>
                  </a:cubicBezTo>
                  <a:cubicBezTo>
                    <a:pt x="3" y="23"/>
                    <a:pt x="11" y="27"/>
                    <a:pt x="20"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07" name="Freeform 602"/>
            <p:cNvSpPr/>
            <p:nvPr/>
          </p:nvSpPr>
          <p:spPr bwMode="auto">
            <a:xfrm>
              <a:off x="10038067" y="10697941"/>
              <a:ext cx="103188" cy="80963"/>
            </a:xfrm>
            <a:custGeom>
              <a:avLst/>
              <a:gdLst>
                <a:gd name="T0" fmla="*/ 20 w 38"/>
                <a:gd name="T1" fmla="*/ 29 h 30"/>
                <a:gd name="T2" fmla="*/ 37 w 38"/>
                <a:gd name="T3" fmla="*/ 12 h 30"/>
                <a:gd name="T4" fmla="*/ 18 w 38"/>
                <a:gd name="T5" fmla="*/ 1 h 30"/>
                <a:gd name="T6" fmla="*/ 1 w 38"/>
                <a:gd name="T7" fmla="*/ 18 h 30"/>
                <a:gd name="T8" fmla="*/ 20 w 38"/>
                <a:gd name="T9" fmla="*/ 29 h 30"/>
              </a:gdLst>
              <a:ahLst/>
              <a:cxnLst>
                <a:cxn ang="0">
                  <a:pos x="T0" y="T1"/>
                </a:cxn>
                <a:cxn ang="0">
                  <a:pos x="T2" y="T3"/>
                </a:cxn>
                <a:cxn ang="0">
                  <a:pos x="T4" y="T5"/>
                </a:cxn>
                <a:cxn ang="0">
                  <a:pos x="T6" y="T7"/>
                </a:cxn>
                <a:cxn ang="0">
                  <a:pos x="T8" y="T9"/>
                </a:cxn>
              </a:cxnLst>
              <a:rect l="0" t="0" r="r" b="b"/>
              <a:pathLst>
                <a:path w="38" h="30">
                  <a:moveTo>
                    <a:pt x="20" y="29"/>
                  </a:moveTo>
                  <a:cubicBezTo>
                    <a:pt x="31" y="27"/>
                    <a:pt x="38" y="20"/>
                    <a:pt x="37" y="12"/>
                  </a:cubicBezTo>
                  <a:cubicBezTo>
                    <a:pt x="36" y="5"/>
                    <a:pt x="28" y="0"/>
                    <a:pt x="18" y="1"/>
                  </a:cubicBezTo>
                  <a:cubicBezTo>
                    <a:pt x="8" y="2"/>
                    <a:pt x="0" y="10"/>
                    <a:pt x="1" y="18"/>
                  </a:cubicBezTo>
                  <a:cubicBezTo>
                    <a:pt x="2" y="26"/>
                    <a:pt x="10" y="30"/>
                    <a:pt x="20"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08" name="Freeform 603"/>
            <p:cNvSpPr/>
            <p:nvPr/>
          </p:nvSpPr>
          <p:spPr bwMode="auto">
            <a:xfrm>
              <a:off x="9818992" y="10731278"/>
              <a:ext cx="103188" cy="93663"/>
            </a:xfrm>
            <a:custGeom>
              <a:avLst/>
              <a:gdLst>
                <a:gd name="T0" fmla="*/ 21 w 38"/>
                <a:gd name="T1" fmla="*/ 33 h 35"/>
                <a:gd name="T2" fmla="*/ 37 w 38"/>
                <a:gd name="T3" fmla="*/ 15 h 35"/>
                <a:gd name="T4" fmla="*/ 17 w 38"/>
                <a:gd name="T5" fmla="*/ 2 h 35"/>
                <a:gd name="T6" fmla="*/ 1 w 38"/>
                <a:gd name="T7" fmla="*/ 22 h 35"/>
                <a:gd name="T8" fmla="*/ 21 w 38"/>
                <a:gd name="T9" fmla="*/ 33 h 35"/>
              </a:gdLst>
              <a:ahLst/>
              <a:cxnLst>
                <a:cxn ang="0">
                  <a:pos x="T0" y="T1"/>
                </a:cxn>
                <a:cxn ang="0">
                  <a:pos x="T2" y="T3"/>
                </a:cxn>
                <a:cxn ang="0">
                  <a:pos x="T4" y="T5"/>
                </a:cxn>
                <a:cxn ang="0">
                  <a:pos x="T6" y="T7"/>
                </a:cxn>
                <a:cxn ang="0">
                  <a:pos x="T8" y="T9"/>
                </a:cxn>
              </a:cxnLst>
              <a:rect l="0" t="0" r="r" b="b"/>
              <a:pathLst>
                <a:path w="38" h="35">
                  <a:moveTo>
                    <a:pt x="21" y="33"/>
                  </a:moveTo>
                  <a:cubicBezTo>
                    <a:pt x="30" y="31"/>
                    <a:pt x="38" y="23"/>
                    <a:pt x="37" y="15"/>
                  </a:cubicBezTo>
                  <a:cubicBezTo>
                    <a:pt x="37" y="6"/>
                    <a:pt x="27" y="0"/>
                    <a:pt x="17" y="2"/>
                  </a:cubicBezTo>
                  <a:cubicBezTo>
                    <a:pt x="7" y="4"/>
                    <a:pt x="0" y="13"/>
                    <a:pt x="1" y="22"/>
                  </a:cubicBezTo>
                  <a:cubicBezTo>
                    <a:pt x="3" y="30"/>
                    <a:pt x="11" y="35"/>
                    <a:pt x="21"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09" name="Freeform 604"/>
            <p:cNvSpPr/>
            <p:nvPr/>
          </p:nvSpPr>
          <p:spPr bwMode="auto">
            <a:xfrm>
              <a:off x="9598329" y="10774141"/>
              <a:ext cx="103188" cy="100013"/>
            </a:xfrm>
            <a:custGeom>
              <a:avLst/>
              <a:gdLst>
                <a:gd name="T0" fmla="*/ 20 w 38"/>
                <a:gd name="T1" fmla="*/ 35 h 37"/>
                <a:gd name="T2" fmla="*/ 37 w 38"/>
                <a:gd name="T3" fmla="*/ 14 h 37"/>
                <a:gd name="T4" fmla="*/ 18 w 38"/>
                <a:gd name="T5" fmla="*/ 2 h 37"/>
                <a:gd name="T6" fmla="*/ 1 w 38"/>
                <a:gd name="T7" fmla="*/ 23 h 37"/>
                <a:gd name="T8" fmla="*/ 20 w 38"/>
                <a:gd name="T9" fmla="*/ 35 h 37"/>
              </a:gdLst>
              <a:ahLst/>
              <a:cxnLst>
                <a:cxn ang="0">
                  <a:pos x="T0" y="T1"/>
                </a:cxn>
                <a:cxn ang="0">
                  <a:pos x="T2" y="T3"/>
                </a:cxn>
                <a:cxn ang="0">
                  <a:pos x="T4" y="T5"/>
                </a:cxn>
                <a:cxn ang="0">
                  <a:pos x="T6" y="T7"/>
                </a:cxn>
                <a:cxn ang="0">
                  <a:pos x="T8" y="T9"/>
                </a:cxn>
              </a:cxnLst>
              <a:rect l="0" t="0" r="r" b="b"/>
              <a:pathLst>
                <a:path w="38" h="37">
                  <a:moveTo>
                    <a:pt x="20" y="35"/>
                  </a:moveTo>
                  <a:cubicBezTo>
                    <a:pt x="31" y="33"/>
                    <a:pt x="38" y="24"/>
                    <a:pt x="37" y="14"/>
                  </a:cubicBezTo>
                  <a:cubicBezTo>
                    <a:pt x="36" y="6"/>
                    <a:pt x="27" y="0"/>
                    <a:pt x="18" y="2"/>
                  </a:cubicBezTo>
                  <a:cubicBezTo>
                    <a:pt x="8" y="4"/>
                    <a:pt x="0" y="13"/>
                    <a:pt x="1" y="23"/>
                  </a:cubicBezTo>
                  <a:cubicBezTo>
                    <a:pt x="2" y="32"/>
                    <a:pt x="11" y="37"/>
                    <a:pt x="2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10" name="Freeform 605"/>
            <p:cNvSpPr/>
            <p:nvPr/>
          </p:nvSpPr>
          <p:spPr bwMode="auto">
            <a:xfrm>
              <a:off x="9379254" y="10823353"/>
              <a:ext cx="103188" cy="107950"/>
            </a:xfrm>
            <a:custGeom>
              <a:avLst/>
              <a:gdLst>
                <a:gd name="T0" fmla="*/ 20 w 38"/>
                <a:gd name="T1" fmla="*/ 38 h 40"/>
                <a:gd name="T2" fmla="*/ 37 w 38"/>
                <a:gd name="T3" fmla="*/ 16 h 40"/>
                <a:gd name="T4" fmla="*/ 17 w 38"/>
                <a:gd name="T5" fmla="*/ 2 h 40"/>
                <a:gd name="T6" fmla="*/ 1 w 38"/>
                <a:gd name="T7" fmla="*/ 24 h 40"/>
                <a:gd name="T8" fmla="*/ 20 w 38"/>
                <a:gd name="T9" fmla="*/ 38 h 40"/>
              </a:gdLst>
              <a:ahLst/>
              <a:cxnLst>
                <a:cxn ang="0">
                  <a:pos x="T0" y="T1"/>
                </a:cxn>
                <a:cxn ang="0">
                  <a:pos x="T2" y="T3"/>
                </a:cxn>
                <a:cxn ang="0">
                  <a:pos x="T4" y="T5"/>
                </a:cxn>
                <a:cxn ang="0">
                  <a:pos x="T6" y="T7"/>
                </a:cxn>
                <a:cxn ang="0">
                  <a:pos x="T8" y="T9"/>
                </a:cxn>
              </a:cxnLst>
              <a:rect l="0" t="0" r="r" b="b"/>
              <a:pathLst>
                <a:path w="38" h="40">
                  <a:moveTo>
                    <a:pt x="20" y="38"/>
                  </a:moveTo>
                  <a:cubicBezTo>
                    <a:pt x="30" y="36"/>
                    <a:pt x="38" y="26"/>
                    <a:pt x="37" y="16"/>
                  </a:cubicBezTo>
                  <a:cubicBezTo>
                    <a:pt x="36" y="6"/>
                    <a:pt x="27" y="0"/>
                    <a:pt x="17" y="2"/>
                  </a:cubicBezTo>
                  <a:cubicBezTo>
                    <a:pt x="7" y="4"/>
                    <a:pt x="0" y="14"/>
                    <a:pt x="1" y="24"/>
                  </a:cubicBezTo>
                  <a:cubicBezTo>
                    <a:pt x="2" y="34"/>
                    <a:pt x="10" y="40"/>
                    <a:pt x="20"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11" name="Freeform 606"/>
            <p:cNvSpPr/>
            <p:nvPr/>
          </p:nvSpPr>
          <p:spPr bwMode="auto">
            <a:xfrm>
              <a:off x="6588429" y="11458353"/>
              <a:ext cx="98425" cy="106363"/>
            </a:xfrm>
            <a:custGeom>
              <a:avLst/>
              <a:gdLst>
                <a:gd name="T0" fmla="*/ 19 w 36"/>
                <a:gd name="T1" fmla="*/ 37 h 39"/>
                <a:gd name="T2" fmla="*/ 35 w 36"/>
                <a:gd name="T3" fmla="*/ 16 h 39"/>
                <a:gd name="T4" fmla="*/ 17 w 36"/>
                <a:gd name="T5" fmla="*/ 2 h 39"/>
                <a:gd name="T6" fmla="*/ 1 w 36"/>
                <a:gd name="T7" fmla="*/ 24 h 39"/>
                <a:gd name="T8" fmla="*/ 19 w 36"/>
                <a:gd name="T9" fmla="*/ 37 h 39"/>
              </a:gdLst>
              <a:ahLst/>
              <a:cxnLst>
                <a:cxn ang="0">
                  <a:pos x="T0" y="T1"/>
                </a:cxn>
                <a:cxn ang="0">
                  <a:pos x="T2" y="T3"/>
                </a:cxn>
                <a:cxn ang="0">
                  <a:pos x="T4" y="T5"/>
                </a:cxn>
                <a:cxn ang="0">
                  <a:pos x="T6" y="T7"/>
                </a:cxn>
                <a:cxn ang="0">
                  <a:pos x="T8" y="T9"/>
                </a:cxn>
              </a:cxnLst>
              <a:rect l="0" t="0" r="r" b="b"/>
              <a:pathLst>
                <a:path w="36" h="39">
                  <a:moveTo>
                    <a:pt x="19" y="37"/>
                  </a:moveTo>
                  <a:cubicBezTo>
                    <a:pt x="29" y="36"/>
                    <a:pt x="36" y="26"/>
                    <a:pt x="35" y="16"/>
                  </a:cubicBezTo>
                  <a:cubicBezTo>
                    <a:pt x="34" y="6"/>
                    <a:pt x="26" y="0"/>
                    <a:pt x="17" y="2"/>
                  </a:cubicBezTo>
                  <a:cubicBezTo>
                    <a:pt x="7" y="4"/>
                    <a:pt x="0" y="14"/>
                    <a:pt x="1" y="24"/>
                  </a:cubicBezTo>
                  <a:cubicBezTo>
                    <a:pt x="2" y="33"/>
                    <a:pt x="10" y="39"/>
                    <a:pt x="1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12" name="Freeform 608"/>
            <p:cNvSpPr/>
            <p:nvPr/>
          </p:nvSpPr>
          <p:spPr bwMode="auto">
            <a:xfrm>
              <a:off x="6797979" y="11401203"/>
              <a:ext cx="100013" cy="115888"/>
            </a:xfrm>
            <a:custGeom>
              <a:avLst/>
              <a:gdLst>
                <a:gd name="T0" fmla="*/ 20 w 37"/>
                <a:gd name="T1" fmla="*/ 41 h 43"/>
                <a:gd name="T2" fmla="*/ 36 w 37"/>
                <a:gd name="T3" fmla="*/ 19 h 43"/>
                <a:gd name="T4" fmla="*/ 17 w 37"/>
                <a:gd name="T5" fmla="*/ 2 h 43"/>
                <a:gd name="T6" fmla="*/ 2 w 37"/>
                <a:gd name="T7" fmla="*/ 26 h 43"/>
                <a:gd name="T8" fmla="*/ 20 w 37"/>
                <a:gd name="T9" fmla="*/ 41 h 43"/>
              </a:gdLst>
              <a:ahLst/>
              <a:cxnLst>
                <a:cxn ang="0">
                  <a:pos x="T0" y="T1"/>
                </a:cxn>
                <a:cxn ang="0">
                  <a:pos x="T2" y="T3"/>
                </a:cxn>
                <a:cxn ang="0">
                  <a:pos x="T4" y="T5"/>
                </a:cxn>
                <a:cxn ang="0">
                  <a:pos x="T6" y="T7"/>
                </a:cxn>
                <a:cxn ang="0">
                  <a:pos x="T8" y="T9"/>
                </a:cxn>
              </a:cxnLst>
              <a:rect l="0" t="0" r="r" b="b"/>
              <a:pathLst>
                <a:path w="37" h="43">
                  <a:moveTo>
                    <a:pt x="20" y="41"/>
                  </a:moveTo>
                  <a:cubicBezTo>
                    <a:pt x="30" y="39"/>
                    <a:pt x="37" y="29"/>
                    <a:pt x="36" y="19"/>
                  </a:cubicBezTo>
                  <a:cubicBezTo>
                    <a:pt x="36" y="8"/>
                    <a:pt x="27" y="0"/>
                    <a:pt x="17" y="2"/>
                  </a:cubicBezTo>
                  <a:cubicBezTo>
                    <a:pt x="8" y="5"/>
                    <a:pt x="0" y="16"/>
                    <a:pt x="2" y="26"/>
                  </a:cubicBezTo>
                  <a:cubicBezTo>
                    <a:pt x="3" y="37"/>
                    <a:pt x="11" y="43"/>
                    <a:pt x="20"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13" name="Freeform 609"/>
            <p:cNvSpPr/>
            <p:nvPr/>
          </p:nvSpPr>
          <p:spPr bwMode="auto">
            <a:xfrm>
              <a:off x="7009116" y="11347228"/>
              <a:ext cx="100013" cy="122238"/>
            </a:xfrm>
            <a:custGeom>
              <a:avLst/>
              <a:gdLst>
                <a:gd name="T0" fmla="*/ 20 w 37"/>
                <a:gd name="T1" fmla="*/ 44 h 45"/>
                <a:gd name="T2" fmla="*/ 36 w 37"/>
                <a:gd name="T3" fmla="*/ 18 h 45"/>
                <a:gd name="T4" fmla="*/ 17 w 37"/>
                <a:gd name="T5" fmla="*/ 2 h 45"/>
                <a:gd name="T6" fmla="*/ 2 w 37"/>
                <a:gd name="T7" fmla="*/ 27 h 45"/>
                <a:gd name="T8" fmla="*/ 20 w 37"/>
                <a:gd name="T9" fmla="*/ 44 h 45"/>
              </a:gdLst>
              <a:ahLst/>
              <a:cxnLst>
                <a:cxn ang="0">
                  <a:pos x="T0" y="T1"/>
                </a:cxn>
                <a:cxn ang="0">
                  <a:pos x="T2" y="T3"/>
                </a:cxn>
                <a:cxn ang="0">
                  <a:pos x="T4" y="T5"/>
                </a:cxn>
                <a:cxn ang="0">
                  <a:pos x="T6" y="T7"/>
                </a:cxn>
                <a:cxn ang="0">
                  <a:pos x="T8" y="T9"/>
                </a:cxn>
              </a:cxnLst>
              <a:rect l="0" t="0" r="r" b="b"/>
              <a:pathLst>
                <a:path w="37" h="45">
                  <a:moveTo>
                    <a:pt x="20" y="44"/>
                  </a:moveTo>
                  <a:cubicBezTo>
                    <a:pt x="30" y="42"/>
                    <a:pt x="37" y="30"/>
                    <a:pt x="36" y="18"/>
                  </a:cubicBezTo>
                  <a:cubicBezTo>
                    <a:pt x="34" y="7"/>
                    <a:pt x="26" y="0"/>
                    <a:pt x="17" y="2"/>
                  </a:cubicBezTo>
                  <a:cubicBezTo>
                    <a:pt x="7" y="4"/>
                    <a:pt x="0" y="16"/>
                    <a:pt x="2" y="27"/>
                  </a:cubicBezTo>
                  <a:cubicBezTo>
                    <a:pt x="3" y="38"/>
                    <a:pt x="11" y="45"/>
                    <a:pt x="20"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14" name="Freeform 610"/>
            <p:cNvSpPr/>
            <p:nvPr/>
          </p:nvSpPr>
          <p:spPr bwMode="auto">
            <a:xfrm>
              <a:off x="7220254" y="11290078"/>
              <a:ext cx="101600" cy="133350"/>
            </a:xfrm>
            <a:custGeom>
              <a:avLst/>
              <a:gdLst>
                <a:gd name="T0" fmla="*/ 21 w 37"/>
                <a:gd name="T1" fmla="*/ 47 h 49"/>
                <a:gd name="T2" fmla="*/ 36 w 37"/>
                <a:gd name="T3" fmla="*/ 21 h 49"/>
                <a:gd name="T4" fmla="*/ 16 w 37"/>
                <a:gd name="T5" fmla="*/ 3 h 49"/>
                <a:gd name="T6" fmla="*/ 1 w 37"/>
                <a:gd name="T7" fmla="*/ 30 h 49"/>
                <a:gd name="T8" fmla="*/ 21 w 37"/>
                <a:gd name="T9" fmla="*/ 47 h 49"/>
              </a:gdLst>
              <a:ahLst/>
              <a:cxnLst>
                <a:cxn ang="0">
                  <a:pos x="T0" y="T1"/>
                </a:cxn>
                <a:cxn ang="0">
                  <a:pos x="T2" y="T3"/>
                </a:cxn>
                <a:cxn ang="0">
                  <a:pos x="T4" y="T5"/>
                </a:cxn>
                <a:cxn ang="0">
                  <a:pos x="T6" y="T7"/>
                </a:cxn>
                <a:cxn ang="0">
                  <a:pos x="T8" y="T9"/>
                </a:cxn>
              </a:cxnLst>
              <a:rect l="0" t="0" r="r" b="b"/>
              <a:pathLst>
                <a:path w="37" h="49">
                  <a:moveTo>
                    <a:pt x="21" y="47"/>
                  </a:moveTo>
                  <a:cubicBezTo>
                    <a:pt x="30" y="44"/>
                    <a:pt x="37" y="33"/>
                    <a:pt x="36" y="21"/>
                  </a:cubicBezTo>
                  <a:cubicBezTo>
                    <a:pt x="35" y="8"/>
                    <a:pt x="25" y="0"/>
                    <a:pt x="16" y="3"/>
                  </a:cubicBezTo>
                  <a:cubicBezTo>
                    <a:pt x="6" y="6"/>
                    <a:pt x="0" y="18"/>
                    <a:pt x="1" y="30"/>
                  </a:cubicBezTo>
                  <a:cubicBezTo>
                    <a:pt x="3" y="42"/>
                    <a:pt x="12" y="49"/>
                    <a:pt x="21"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15" name="Freeform 611"/>
            <p:cNvSpPr/>
            <p:nvPr/>
          </p:nvSpPr>
          <p:spPr bwMode="auto">
            <a:xfrm>
              <a:off x="7432979" y="11232928"/>
              <a:ext cx="100013" cy="141288"/>
            </a:xfrm>
            <a:custGeom>
              <a:avLst/>
              <a:gdLst>
                <a:gd name="T0" fmla="*/ 21 w 37"/>
                <a:gd name="T1" fmla="*/ 49 h 52"/>
                <a:gd name="T2" fmla="*/ 36 w 37"/>
                <a:gd name="T3" fmla="*/ 22 h 52"/>
                <a:gd name="T4" fmla="*/ 16 w 37"/>
                <a:gd name="T5" fmla="*/ 3 h 52"/>
                <a:gd name="T6" fmla="*/ 1 w 37"/>
                <a:gd name="T7" fmla="*/ 32 h 52"/>
                <a:gd name="T8" fmla="*/ 21 w 37"/>
                <a:gd name="T9" fmla="*/ 49 h 52"/>
              </a:gdLst>
              <a:ahLst/>
              <a:cxnLst>
                <a:cxn ang="0">
                  <a:pos x="T0" y="T1"/>
                </a:cxn>
                <a:cxn ang="0">
                  <a:pos x="T2" y="T3"/>
                </a:cxn>
                <a:cxn ang="0">
                  <a:pos x="T4" y="T5"/>
                </a:cxn>
                <a:cxn ang="0">
                  <a:pos x="T6" y="T7"/>
                </a:cxn>
                <a:cxn ang="0">
                  <a:pos x="T8" y="T9"/>
                </a:cxn>
              </a:cxnLst>
              <a:rect l="0" t="0" r="r" b="b"/>
              <a:pathLst>
                <a:path w="37" h="52">
                  <a:moveTo>
                    <a:pt x="21" y="49"/>
                  </a:moveTo>
                  <a:cubicBezTo>
                    <a:pt x="30" y="47"/>
                    <a:pt x="37" y="34"/>
                    <a:pt x="36" y="22"/>
                  </a:cubicBezTo>
                  <a:cubicBezTo>
                    <a:pt x="34" y="9"/>
                    <a:pt x="25" y="0"/>
                    <a:pt x="16" y="3"/>
                  </a:cubicBezTo>
                  <a:cubicBezTo>
                    <a:pt x="6" y="6"/>
                    <a:pt x="0" y="19"/>
                    <a:pt x="1" y="32"/>
                  </a:cubicBezTo>
                  <a:cubicBezTo>
                    <a:pt x="3" y="45"/>
                    <a:pt x="12" y="52"/>
                    <a:pt x="2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16" name="Freeform 612"/>
            <p:cNvSpPr/>
            <p:nvPr/>
          </p:nvSpPr>
          <p:spPr bwMode="auto">
            <a:xfrm>
              <a:off x="7644116" y="11180541"/>
              <a:ext cx="100013" cy="141288"/>
            </a:xfrm>
            <a:custGeom>
              <a:avLst/>
              <a:gdLst>
                <a:gd name="T0" fmla="*/ 21 w 37"/>
                <a:gd name="T1" fmla="*/ 50 h 52"/>
                <a:gd name="T2" fmla="*/ 36 w 37"/>
                <a:gd name="T3" fmla="*/ 23 h 52"/>
                <a:gd name="T4" fmla="*/ 16 w 37"/>
                <a:gd name="T5" fmla="*/ 2 h 52"/>
                <a:gd name="T6" fmla="*/ 1 w 37"/>
                <a:gd name="T7" fmla="*/ 31 h 52"/>
                <a:gd name="T8" fmla="*/ 21 w 37"/>
                <a:gd name="T9" fmla="*/ 50 h 52"/>
              </a:gdLst>
              <a:ahLst/>
              <a:cxnLst>
                <a:cxn ang="0">
                  <a:pos x="T0" y="T1"/>
                </a:cxn>
                <a:cxn ang="0">
                  <a:pos x="T2" y="T3"/>
                </a:cxn>
                <a:cxn ang="0">
                  <a:pos x="T4" y="T5"/>
                </a:cxn>
                <a:cxn ang="0">
                  <a:pos x="T6" y="T7"/>
                </a:cxn>
                <a:cxn ang="0">
                  <a:pos x="T8" y="T9"/>
                </a:cxn>
              </a:cxnLst>
              <a:rect l="0" t="0" r="r" b="b"/>
              <a:pathLst>
                <a:path w="37" h="52">
                  <a:moveTo>
                    <a:pt x="21" y="50"/>
                  </a:moveTo>
                  <a:cubicBezTo>
                    <a:pt x="30" y="47"/>
                    <a:pt x="37" y="35"/>
                    <a:pt x="36" y="23"/>
                  </a:cubicBezTo>
                  <a:cubicBezTo>
                    <a:pt x="35" y="9"/>
                    <a:pt x="26" y="0"/>
                    <a:pt x="16" y="2"/>
                  </a:cubicBezTo>
                  <a:cubicBezTo>
                    <a:pt x="7" y="5"/>
                    <a:pt x="0" y="18"/>
                    <a:pt x="1" y="31"/>
                  </a:cubicBezTo>
                  <a:cubicBezTo>
                    <a:pt x="3" y="44"/>
                    <a:pt x="11" y="52"/>
                    <a:pt x="21"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17" name="Freeform 613"/>
            <p:cNvSpPr/>
            <p:nvPr/>
          </p:nvSpPr>
          <p:spPr bwMode="auto">
            <a:xfrm>
              <a:off x="7856841" y="11126566"/>
              <a:ext cx="100013" cy="144463"/>
            </a:xfrm>
            <a:custGeom>
              <a:avLst/>
              <a:gdLst>
                <a:gd name="T0" fmla="*/ 21 w 37"/>
                <a:gd name="T1" fmla="*/ 51 h 53"/>
                <a:gd name="T2" fmla="*/ 36 w 37"/>
                <a:gd name="T3" fmla="*/ 26 h 53"/>
                <a:gd name="T4" fmla="*/ 16 w 37"/>
                <a:gd name="T5" fmla="*/ 3 h 53"/>
                <a:gd name="T6" fmla="*/ 2 w 37"/>
                <a:gd name="T7" fmla="*/ 32 h 53"/>
                <a:gd name="T8" fmla="*/ 21 w 37"/>
                <a:gd name="T9" fmla="*/ 51 h 53"/>
              </a:gdLst>
              <a:ahLst/>
              <a:cxnLst>
                <a:cxn ang="0">
                  <a:pos x="T0" y="T1"/>
                </a:cxn>
                <a:cxn ang="0">
                  <a:pos x="T2" y="T3"/>
                </a:cxn>
                <a:cxn ang="0">
                  <a:pos x="T4" y="T5"/>
                </a:cxn>
                <a:cxn ang="0">
                  <a:pos x="T6" y="T7"/>
                </a:cxn>
                <a:cxn ang="0">
                  <a:pos x="T8" y="T9"/>
                </a:cxn>
              </a:cxnLst>
              <a:rect l="0" t="0" r="r" b="b"/>
              <a:pathLst>
                <a:path w="37" h="53">
                  <a:moveTo>
                    <a:pt x="21" y="51"/>
                  </a:moveTo>
                  <a:cubicBezTo>
                    <a:pt x="30" y="50"/>
                    <a:pt x="37" y="39"/>
                    <a:pt x="36" y="26"/>
                  </a:cubicBezTo>
                  <a:cubicBezTo>
                    <a:pt x="35" y="12"/>
                    <a:pt x="26" y="0"/>
                    <a:pt x="16" y="3"/>
                  </a:cubicBezTo>
                  <a:cubicBezTo>
                    <a:pt x="7" y="5"/>
                    <a:pt x="0" y="18"/>
                    <a:pt x="2" y="32"/>
                  </a:cubicBezTo>
                  <a:cubicBezTo>
                    <a:pt x="3" y="45"/>
                    <a:pt x="11" y="53"/>
                    <a:pt x="21" y="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18" name="Freeform 614"/>
            <p:cNvSpPr/>
            <p:nvPr/>
          </p:nvSpPr>
          <p:spPr bwMode="auto">
            <a:xfrm>
              <a:off x="8071154" y="11107516"/>
              <a:ext cx="103188" cy="133350"/>
            </a:xfrm>
            <a:custGeom>
              <a:avLst/>
              <a:gdLst>
                <a:gd name="T0" fmla="*/ 21 w 38"/>
                <a:gd name="T1" fmla="*/ 48 h 49"/>
                <a:gd name="T2" fmla="*/ 36 w 38"/>
                <a:gd name="T3" fmla="*/ 22 h 49"/>
                <a:gd name="T4" fmla="*/ 17 w 38"/>
                <a:gd name="T5" fmla="*/ 1 h 49"/>
                <a:gd name="T6" fmla="*/ 2 w 38"/>
                <a:gd name="T7" fmla="*/ 27 h 49"/>
                <a:gd name="T8" fmla="*/ 21 w 38"/>
                <a:gd name="T9" fmla="*/ 48 h 49"/>
              </a:gdLst>
              <a:ahLst/>
              <a:cxnLst>
                <a:cxn ang="0">
                  <a:pos x="T0" y="T1"/>
                </a:cxn>
                <a:cxn ang="0">
                  <a:pos x="T2" y="T3"/>
                </a:cxn>
                <a:cxn ang="0">
                  <a:pos x="T4" y="T5"/>
                </a:cxn>
                <a:cxn ang="0">
                  <a:pos x="T6" y="T7"/>
                </a:cxn>
                <a:cxn ang="0">
                  <a:pos x="T8" y="T9"/>
                </a:cxn>
              </a:cxnLst>
              <a:rect l="0" t="0" r="r" b="b"/>
              <a:pathLst>
                <a:path w="38" h="49">
                  <a:moveTo>
                    <a:pt x="21" y="48"/>
                  </a:moveTo>
                  <a:cubicBezTo>
                    <a:pt x="31" y="47"/>
                    <a:pt x="38" y="35"/>
                    <a:pt x="36" y="22"/>
                  </a:cubicBezTo>
                  <a:cubicBezTo>
                    <a:pt x="35" y="9"/>
                    <a:pt x="26" y="0"/>
                    <a:pt x="17" y="1"/>
                  </a:cubicBezTo>
                  <a:cubicBezTo>
                    <a:pt x="7" y="1"/>
                    <a:pt x="0" y="14"/>
                    <a:pt x="2" y="27"/>
                  </a:cubicBezTo>
                  <a:cubicBezTo>
                    <a:pt x="3" y="40"/>
                    <a:pt x="11" y="49"/>
                    <a:pt x="21"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19" name="Freeform 615"/>
            <p:cNvSpPr/>
            <p:nvPr/>
          </p:nvSpPr>
          <p:spPr bwMode="auto">
            <a:xfrm>
              <a:off x="8287054" y="11072591"/>
              <a:ext cx="101600" cy="133350"/>
            </a:xfrm>
            <a:custGeom>
              <a:avLst/>
              <a:gdLst>
                <a:gd name="T0" fmla="*/ 20 w 37"/>
                <a:gd name="T1" fmla="*/ 48 h 49"/>
                <a:gd name="T2" fmla="*/ 36 w 37"/>
                <a:gd name="T3" fmla="*/ 22 h 49"/>
                <a:gd name="T4" fmla="*/ 17 w 37"/>
                <a:gd name="T5" fmla="*/ 1 h 49"/>
                <a:gd name="T6" fmla="*/ 1 w 37"/>
                <a:gd name="T7" fmla="*/ 28 h 49"/>
                <a:gd name="T8" fmla="*/ 20 w 37"/>
                <a:gd name="T9" fmla="*/ 48 h 49"/>
              </a:gdLst>
              <a:ahLst/>
              <a:cxnLst>
                <a:cxn ang="0">
                  <a:pos x="T0" y="T1"/>
                </a:cxn>
                <a:cxn ang="0">
                  <a:pos x="T2" y="T3"/>
                </a:cxn>
                <a:cxn ang="0">
                  <a:pos x="T4" y="T5"/>
                </a:cxn>
                <a:cxn ang="0">
                  <a:pos x="T6" y="T7"/>
                </a:cxn>
                <a:cxn ang="0">
                  <a:pos x="T8" y="T9"/>
                </a:cxn>
              </a:cxnLst>
              <a:rect l="0" t="0" r="r" b="b"/>
              <a:pathLst>
                <a:path w="37" h="49">
                  <a:moveTo>
                    <a:pt x="20" y="48"/>
                  </a:moveTo>
                  <a:cubicBezTo>
                    <a:pt x="30" y="46"/>
                    <a:pt x="37" y="35"/>
                    <a:pt x="36" y="22"/>
                  </a:cubicBezTo>
                  <a:cubicBezTo>
                    <a:pt x="36" y="9"/>
                    <a:pt x="26" y="0"/>
                    <a:pt x="17" y="1"/>
                  </a:cubicBezTo>
                  <a:cubicBezTo>
                    <a:pt x="7" y="3"/>
                    <a:pt x="0" y="15"/>
                    <a:pt x="1" y="28"/>
                  </a:cubicBezTo>
                  <a:cubicBezTo>
                    <a:pt x="2" y="41"/>
                    <a:pt x="11" y="49"/>
                    <a:pt x="20"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20" name="Freeform 616"/>
            <p:cNvSpPr/>
            <p:nvPr/>
          </p:nvSpPr>
          <p:spPr bwMode="auto">
            <a:xfrm>
              <a:off x="8504541" y="11029728"/>
              <a:ext cx="100013" cy="130175"/>
            </a:xfrm>
            <a:custGeom>
              <a:avLst/>
              <a:gdLst>
                <a:gd name="T0" fmla="*/ 20 w 37"/>
                <a:gd name="T1" fmla="*/ 46 h 48"/>
                <a:gd name="T2" fmla="*/ 36 w 37"/>
                <a:gd name="T3" fmla="*/ 21 h 48"/>
                <a:gd name="T4" fmla="*/ 17 w 37"/>
                <a:gd name="T5" fmla="*/ 1 h 48"/>
                <a:gd name="T6" fmla="*/ 1 w 37"/>
                <a:gd name="T7" fmla="*/ 28 h 48"/>
                <a:gd name="T8" fmla="*/ 20 w 37"/>
                <a:gd name="T9" fmla="*/ 46 h 48"/>
              </a:gdLst>
              <a:ahLst/>
              <a:cxnLst>
                <a:cxn ang="0">
                  <a:pos x="T0" y="T1"/>
                </a:cxn>
                <a:cxn ang="0">
                  <a:pos x="T2" y="T3"/>
                </a:cxn>
                <a:cxn ang="0">
                  <a:pos x="T4" y="T5"/>
                </a:cxn>
                <a:cxn ang="0">
                  <a:pos x="T6" y="T7"/>
                </a:cxn>
                <a:cxn ang="0">
                  <a:pos x="T8" y="T9"/>
                </a:cxn>
              </a:cxnLst>
              <a:rect l="0" t="0" r="r" b="b"/>
              <a:pathLst>
                <a:path w="37" h="48">
                  <a:moveTo>
                    <a:pt x="20" y="46"/>
                  </a:moveTo>
                  <a:cubicBezTo>
                    <a:pt x="30" y="44"/>
                    <a:pt x="37" y="33"/>
                    <a:pt x="36" y="21"/>
                  </a:cubicBezTo>
                  <a:cubicBezTo>
                    <a:pt x="36" y="9"/>
                    <a:pt x="26" y="0"/>
                    <a:pt x="17" y="1"/>
                  </a:cubicBezTo>
                  <a:cubicBezTo>
                    <a:pt x="7" y="3"/>
                    <a:pt x="0" y="15"/>
                    <a:pt x="1" y="28"/>
                  </a:cubicBezTo>
                  <a:cubicBezTo>
                    <a:pt x="2" y="41"/>
                    <a:pt x="11" y="48"/>
                    <a:pt x="20"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21" name="Freeform 617"/>
            <p:cNvSpPr/>
            <p:nvPr/>
          </p:nvSpPr>
          <p:spPr bwMode="auto">
            <a:xfrm>
              <a:off x="8722029" y="10980516"/>
              <a:ext cx="103188" cy="127000"/>
            </a:xfrm>
            <a:custGeom>
              <a:avLst/>
              <a:gdLst>
                <a:gd name="T0" fmla="*/ 20 w 38"/>
                <a:gd name="T1" fmla="*/ 45 h 47"/>
                <a:gd name="T2" fmla="*/ 36 w 38"/>
                <a:gd name="T3" fmla="*/ 19 h 47"/>
                <a:gd name="T4" fmla="*/ 17 w 38"/>
                <a:gd name="T5" fmla="*/ 2 h 47"/>
                <a:gd name="T6" fmla="*/ 1 w 38"/>
                <a:gd name="T7" fmla="*/ 27 h 47"/>
                <a:gd name="T8" fmla="*/ 20 w 38"/>
                <a:gd name="T9" fmla="*/ 45 h 47"/>
              </a:gdLst>
              <a:ahLst/>
              <a:cxnLst>
                <a:cxn ang="0">
                  <a:pos x="T0" y="T1"/>
                </a:cxn>
                <a:cxn ang="0">
                  <a:pos x="T2" y="T3"/>
                </a:cxn>
                <a:cxn ang="0">
                  <a:pos x="T4" y="T5"/>
                </a:cxn>
                <a:cxn ang="0">
                  <a:pos x="T6" y="T7"/>
                </a:cxn>
                <a:cxn ang="0">
                  <a:pos x="T8" y="T9"/>
                </a:cxn>
              </a:cxnLst>
              <a:rect l="0" t="0" r="r" b="b"/>
              <a:pathLst>
                <a:path w="38" h="47">
                  <a:moveTo>
                    <a:pt x="20" y="45"/>
                  </a:moveTo>
                  <a:cubicBezTo>
                    <a:pt x="30" y="42"/>
                    <a:pt x="38" y="30"/>
                    <a:pt x="36" y="19"/>
                  </a:cubicBezTo>
                  <a:cubicBezTo>
                    <a:pt x="35" y="7"/>
                    <a:pt x="27" y="0"/>
                    <a:pt x="17" y="2"/>
                  </a:cubicBezTo>
                  <a:cubicBezTo>
                    <a:pt x="7" y="3"/>
                    <a:pt x="0" y="15"/>
                    <a:pt x="1" y="27"/>
                  </a:cubicBezTo>
                  <a:cubicBezTo>
                    <a:pt x="2" y="39"/>
                    <a:pt x="10" y="47"/>
                    <a:pt x="20"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22" name="Freeform 618"/>
            <p:cNvSpPr/>
            <p:nvPr/>
          </p:nvSpPr>
          <p:spPr bwMode="auto">
            <a:xfrm>
              <a:off x="8939516" y="10926541"/>
              <a:ext cx="103188" cy="123825"/>
            </a:xfrm>
            <a:custGeom>
              <a:avLst/>
              <a:gdLst>
                <a:gd name="T0" fmla="*/ 22 w 38"/>
                <a:gd name="T1" fmla="*/ 43 h 46"/>
                <a:gd name="T2" fmla="*/ 37 w 38"/>
                <a:gd name="T3" fmla="*/ 18 h 46"/>
                <a:gd name="T4" fmla="*/ 16 w 38"/>
                <a:gd name="T5" fmla="*/ 3 h 46"/>
                <a:gd name="T6" fmla="*/ 2 w 38"/>
                <a:gd name="T7" fmla="*/ 29 h 46"/>
                <a:gd name="T8" fmla="*/ 22 w 38"/>
                <a:gd name="T9" fmla="*/ 43 h 46"/>
              </a:gdLst>
              <a:ahLst/>
              <a:cxnLst>
                <a:cxn ang="0">
                  <a:pos x="T0" y="T1"/>
                </a:cxn>
                <a:cxn ang="0">
                  <a:pos x="T2" y="T3"/>
                </a:cxn>
                <a:cxn ang="0">
                  <a:pos x="T4" y="T5"/>
                </a:cxn>
                <a:cxn ang="0">
                  <a:pos x="T6" y="T7"/>
                </a:cxn>
                <a:cxn ang="0">
                  <a:pos x="T8" y="T9"/>
                </a:cxn>
              </a:cxnLst>
              <a:rect l="0" t="0" r="r" b="b"/>
              <a:pathLst>
                <a:path w="38" h="46">
                  <a:moveTo>
                    <a:pt x="22" y="43"/>
                  </a:moveTo>
                  <a:cubicBezTo>
                    <a:pt x="32" y="40"/>
                    <a:pt x="38" y="29"/>
                    <a:pt x="37" y="18"/>
                  </a:cubicBezTo>
                  <a:cubicBezTo>
                    <a:pt x="36" y="7"/>
                    <a:pt x="26" y="0"/>
                    <a:pt x="16" y="3"/>
                  </a:cubicBezTo>
                  <a:cubicBezTo>
                    <a:pt x="6" y="6"/>
                    <a:pt x="0" y="18"/>
                    <a:pt x="2" y="29"/>
                  </a:cubicBezTo>
                  <a:cubicBezTo>
                    <a:pt x="4" y="40"/>
                    <a:pt x="12" y="46"/>
                    <a:pt x="22"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23" name="Freeform 619"/>
            <p:cNvSpPr/>
            <p:nvPr/>
          </p:nvSpPr>
          <p:spPr bwMode="auto">
            <a:xfrm>
              <a:off x="9158591" y="10870978"/>
              <a:ext cx="103188" cy="120650"/>
            </a:xfrm>
            <a:custGeom>
              <a:avLst/>
              <a:gdLst>
                <a:gd name="T0" fmla="*/ 22 w 38"/>
                <a:gd name="T1" fmla="*/ 41 h 44"/>
                <a:gd name="T2" fmla="*/ 37 w 38"/>
                <a:gd name="T3" fmla="*/ 18 h 44"/>
                <a:gd name="T4" fmla="*/ 16 w 38"/>
                <a:gd name="T5" fmla="*/ 3 h 44"/>
                <a:gd name="T6" fmla="*/ 1 w 38"/>
                <a:gd name="T7" fmla="*/ 28 h 44"/>
                <a:gd name="T8" fmla="*/ 22 w 38"/>
                <a:gd name="T9" fmla="*/ 41 h 44"/>
              </a:gdLst>
              <a:ahLst/>
              <a:cxnLst>
                <a:cxn ang="0">
                  <a:pos x="T0" y="T1"/>
                </a:cxn>
                <a:cxn ang="0">
                  <a:pos x="T2" y="T3"/>
                </a:cxn>
                <a:cxn ang="0">
                  <a:pos x="T4" y="T5"/>
                </a:cxn>
                <a:cxn ang="0">
                  <a:pos x="T6" y="T7"/>
                </a:cxn>
                <a:cxn ang="0">
                  <a:pos x="T8" y="T9"/>
                </a:cxn>
              </a:cxnLst>
              <a:rect l="0" t="0" r="r" b="b"/>
              <a:pathLst>
                <a:path w="38" h="44">
                  <a:moveTo>
                    <a:pt x="22" y="41"/>
                  </a:moveTo>
                  <a:cubicBezTo>
                    <a:pt x="31" y="38"/>
                    <a:pt x="38" y="28"/>
                    <a:pt x="37" y="18"/>
                  </a:cubicBezTo>
                  <a:cubicBezTo>
                    <a:pt x="36" y="7"/>
                    <a:pt x="26" y="0"/>
                    <a:pt x="16" y="3"/>
                  </a:cubicBezTo>
                  <a:cubicBezTo>
                    <a:pt x="6" y="6"/>
                    <a:pt x="0" y="17"/>
                    <a:pt x="1" y="28"/>
                  </a:cubicBezTo>
                  <a:cubicBezTo>
                    <a:pt x="3" y="39"/>
                    <a:pt x="12" y="44"/>
                    <a:pt x="22"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24" name="Freeform 620"/>
            <p:cNvSpPr/>
            <p:nvPr/>
          </p:nvSpPr>
          <p:spPr bwMode="auto">
            <a:xfrm>
              <a:off x="11998629" y="9439053"/>
              <a:ext cx="88900" cy="84138"/>
            </a:xfrm>
            <a:custGeom>
              <a:avLst/>
              <a:gdLst>
                <a:gd name="T0" fmla="*/ 2 w 33"/>
                <a:gd name="T1" fmla="*/ 25 h 31"/>
                <a:gd name="T2" fmla="*/ 10 w 33"/>
                <a:gd name="T3" fmla="*/ 25 h 31"/>
                <a:gd name="T4" fmla="*/ 22 w 33"/>
                <a:gd name="T5" fmla="*/ 16 h 31"/>
                <a:gd name="T6" fmla="*/ 33 w 33"/>
                <a:gd name="T7" fmla="*/ 7 h 31"/>
                <a:gd name="T8" fmla="*/ 27 w 33"/>
                <a:gd name="T9" fmla="*/ 1 h 31"/>
                <a:gd name="T10" fmla="*/ 19 w 33"/>
                <a:gd name="T11" fmla="*/ 3 h 31"/>
                <a:gd name="T12" fmla="*/ 2 w 33"/>
                <a:gd name="T13" fmla="*/ 25 h 31"/>
              </a:gdLst>
              <a:ahLst/>
              <a:cxnLst>
                <a:cxn ang="0">
                  <a:pos x="T0" y="T1"/>
                </a:cxn>
                <a:cxn ang="0">
                  <a:pos x="T2" y="T3"/>
                </a:cxn>
                <a:cxn ang="0">
                  <a:pos x="T4" y="T5"/>
                </a:cxn>
                <a:cxn ang="0">
                  <a:pos x="T6" y="T7"/>
                </a:cxn>
                <a:cxn ang="0">
                  <a:pos x="T8" y="T9"/>
                </a:cxn>
                <a:cxn ang="0">
                  <a:pos x="T10" y="T11"/>
                </a:cxn>
                <a:cxn ang="0">
                  <a:pos x="T12" y="T13"/>
                </a:cxn>
              </a:cxnLst>
              <a:rect l="0" t="0" r="r" b="b"/>
              <a:pathLst>
                <a:path w="33" h="31">
                  <a:moveTo>
                    <a:pt x="2" y="25"/>
                  </a:moveTo>
                  <a:cubicBezTo>
                    <a:pt x="0" y="30"/>
                    <a:pt x="3" y="31"/>
                    <a:pt x="10" y="25"/>
                  </a:cubicBezTo>
                  <a:cubicBezTo>
                    <a:pt x="13" y="23"/>
                    <a:pt x="18" y="19"/>
                    <a:pt x="22" y="16"/>
                  </a:cubicBezTo>
                  <a:cubicBezTo>
                    <a:pt x="26" y="13"/>
                    <a:pt x="30" y="10"/>
                    <a:pt x="33" y="7"/>
                  </a:cubicBezTo>
                  <a:cubicBezTo>
                    <a:pt x="31" y="5"/>
                    <a:pt x="29" y="3"/>
                    <a:pt x="27" y="1"/>
                  </a:cubicBezTo>
                  <a:cubicBezTo>
                    <a:pt x="26" y="0"/>
                    <a:pt x="23" y="1"/>
                    <a:pt x="19" y="3"/>
                  </a:cubicBezTo>
                  <a:cubicBezTo>
                    <a:pt x="11" y="9"/>
                    <a:pt x="4" y="19"/>
                    <a:pt x="2"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25" name="Freeform 621"/>
            <p:cNvSpPr/>
            <p:nvPr/>
          </p:nvSpPr>
          <p:spPr bwMode="auto">
            <a:xfrm>
              <a:off x="3295954" y="12229878"/>
              <a:ext cx="98425" cy="12700"/>
            </a:xfrm>
            <a:custGeom>
              <a:avLst/>
              <a:gdLst>
                <a:gd name="T0" fmla="*/ 35 w 36"/>
                <a:gd name="T1" fmla="*/ 3 h 5"/>
                <a:gd name="T2" fmla="*/ 18 w 36"/>
                <a:gd name="T3" fmla="*/ 0 h 5"/>
                <a:gd name="T4" fmla="*/ 1 w 36"/>
                <a:gd name="T5" fmla="*/ 3 h 5"/>
                <a:gd name="T6" fmla="*/ 20 w 36"/>
                <a:gd name="T7" fmla="*/ 5 h 5"/>
                <a:gd name="T8" fmla="*/ 35 w 36"/>
                <a:gd name="T9" fmla="*/ 3 h 5"/>
              </a:gdLst>
              <a:ahLst/>
              <a:cxnLst>
                <a:cxn ang="0">
                  <a:pos x="T0" y="T1"/>
                </a:cxn>
                <a:cxn ang="0">
                  <a:pos x="T2" y="T3"/>
                </a:cxn>
                <a:cxn ang="0">
                  <a:pos x="T4" y="T5"/>
                </a:cxn>
                <a:cxn ang="0">
                  <a:pos x="T6" y="T7"/>
                </a:cxn>
                <a:cxn ang="0">
                  <a:pos x="T8" y="T9"/>
                </a:cxn>
              </a:cxnLst>
              <a:rect l="0" t="0" r="r" b="b"/>
              <a:pathLst>
                <a:path w="36" h="5">
                  <a:moveTo>
                    <a:pt x="35" y="3"/>
                  </a:moveTo>
                  <a:cubicBezTo>
                    <a:pt x="35" y="2"/>
                    <a:pt x="27" y="1"/>
                    <a:pt x="18" y="0"/>
                  </a:cubicBezTo>
                  <a:cubicBezTo>
                    <a:pt x="8" y="0"/>
                    <a:pt x="0" y="2"/>
                    <a:pt x="1" y="3"/>
                  </a:cubicBezTo>
                  <a:cubicBezTo>
                    <a:pt x="2" y="4"/>
                    <a:pt x="11" y="5"/>
                    <a:pt x="20" y="5"/>
                  </a:cubicBezTo>
                  <a:cubicBezTo>
                    <a:pt x="29" y="5"/>
                    <a:pt x="36" y="4"/>
                    <a:pt x="3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26" name="Freeform 622"/>
            <p:cNvSpPr/>
            <p:nvPr/>
          </p:nvSpPr>
          <p:spPr bwMode="auto">
            <a:xfrm>
              <a:off x="3510266" y="12226703"/>
              <a:ext cx="98425" cy="15875"/>
            </a:xfrm>
            <a:custGeom>
              <a:avLst/>
              <a:gdLst>
                <a:gd name="T0" fmla="*/ 36 w 36"/>
                <a:gd name="T1" fmla="*/ 3 h 6"/>
                <a:gd name="T2" fmla="*/ 18 w 36"/>
                <a:gd name="T3" fmla="*/ 1 h 6"/>
                <a:gd name="T4" fmla="*/ 1 w 36"/>
                <a:gd name="T5" fmla="*/ 4 h 6"/>
                <a:gd name="T6" fmla="*/ 20 w 36"/>
                <a:gd name="T7" fmla="*/ 6 h 6"/>
                <a:gd name="T8" fmla="*/ 36 w 36"/>
                <a:gd name="T9" fmla="*/ 3 h 6"/>
              </a:gdLst>
              <a:ahLst/>
              <a:cxnLst>
                <a:cxn ang="0">
                  <a:pos x="T0" y="T1"/>
                </a:cxn>
                <a:cxn ang="0">
                  <a:pos x="T2" y="T3"/>
                </a:cxn>
                <a:cxn ang="0">
                  <a:pos x="T4" y="T5"/>
                </a:cxn>
                <a:cxn ang="0">
                  <a:pos x="T6" y="T7"/>
                </a:cxn>
                <a:cxn ang="0">
                  <a:pos x="T8" y="T9"/>
                </a:cxn>
              </a:cxnLst>
              <a:rect l="0" t="0" r="r" b="b"/>
              <a:pathLst>
                <a:path w="36" h="6">
                  <a:moveTo>
                    <a:pt x="36" y="3"/>
                  </a:moveTo>
                  <a:cubicBezTo>
                    <a:pt x="35" y="2"/>
                    <a:pt x="28" y="0"/>
                    <a:pt x="18" y="1"/>
                  </a:cubicBezTo>
                  <a:cubicBezTo>
                    <a:pt x="8" y="1"/>
                    <a:pt x="0" y="2"/>
                    <a:pt x="1" y="4"/>
                  </a:cubicBezTo>
                  <a:cubicBezTo>
                    <a:pt x="2" y="5"/>
                    <a:pt x="11" y="6"/>
                    <a:pt x="20" y="6"/>
                  </a:cubicBezTo>
                  <a:cubicBezTo>
                    <a:pt x="29" y="6"/>
                    <a:pt x="36" y="5"/>
                    <a:pt x="3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27" name="Freeform 623"/>
            <p:cNvSpPr/>
            <p:nvPr/>
          </p:nvSpPr>
          <p:spPr bwMode="auto">
            <a:xfrm>
              <a:off x="3727754" y="12218766"/>
              <a:ext cx="98425" cy="19050"/>
            </a:xfrm>
            <a:custGeom>
              <a:avLst/>
              <a:gdLst>
                <a:gd name="T0" fmla="*/ 20 w 36"/>
                <a:gd name="T1" fmla="*/ 7 h 7"/>
                <a:gd name="T2" fmla="*/ 34 w 36"/>
                <a:gd name="T3" fmla="*/ 2 h 7"/>
                <a:gd name="T4" fmla="*/ 16 w 36"/>
                <a:gd name="T5" fmla="*/ 1 h 7"/>
                <a:gd name="T6" fmla="*/ 0 w 36"/>
                <a:gd name="T7" fmla="*/ 5 h 7"/>
                <a:gd name="T8" fmla="*/ 20 w 36"/>
                <a:gd name="T9" fmla="*/ 7 h 7"/>
              </a:gdLst>
              <a:ahLst/>
              <a:cxnLst>
                <a:cxn ang="0">
                  <a:pos x="T0" y="T1"/>
                </a:cxn>
                <a:cxn ang="0">
                  <a:pos x="T2" y="T3"/>
                </a:cxn>
                <a:cxn ang="0">
                  <a:pos x="T4" y="T5"/>
                </a:cxn>
                <a:cxn ang="0">
                  <a:pos x="T6" y="T7"/>
                </a:cxn>
                <a:cxn ang="0">
                  <a:pos x="T8" y="T9"/>
                </a:cxn>
              </a:cxnLst>
              <a:rect l="0" t="0" r="r" b="b"/>
              <a:pathLst>
                <a:path w="36" h="7">
                  <a:moveTo>
                    <a:pt x="20" y="7"/>
                  </a:moveTo>
                  <a:cubicBezTo>
                    <a:pt x="29" y="6"/>
                    <a:pt x="36" y="4"/>
                    <a:pt x="34" y="2"/>
                  </a:cubicBezTo>
                  <a:cubicBezTo>
                    <a:pt x="33" y="0"/>
                    <a:pt x="25" y="0"/>
                    <a:pt x="16" y="1"/>
                  </a:cubicBezTo>
                  <a:cubicBezTo>
                    <a:pt x="7" y="1"/>
                    <a:pt x="0" y="3"/>
                    <a:pt x="0" y="5"/>
                  </a:cubicBezTo>
                  <a:cubicBezTo>
                    <a:pt x="1" y="6"/>
                    <a:pt x="11" y="7"/>
                    <a:pt x="2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28" name="Freeform 624"/>
            <p:cNvSpPr/>
            <p:nvPr/>
          </p:nvSpPr>
          <p:spPr bwMode="auto">
            <a:xfrm>
              <a:off x="3938891" y="12185428"/>
              <a:ext cx="98425" cy="25400"/>
            </a:xfrm>
            <a:custGeom>
              <a:avLst/>
              <a:gdLst>
                <a:gd name="T0" fmla="*/ 21 w 36"/>
                <a:gd name="T1" fmla="*/ 8 h 9"/>
                <a:gd name="T2" fmla="*/ 35 w 36"/>
                <a:gd name="T3" fmla="*/ 2 h 9"/>
                <a:gd name="T4" fmla="*/ 16 w 36"/>
                <a:gd name="T5" fmla="*/ 2 h 9"/>
                <a:gd name="T6" fmla="*/ 1 w 36"/>
                <a:gd name="T7" fmla="*/ 8 h 9"/>
                <a:gd name="T8" fmla="*/ 21 w 36"/>
                <a:gd name="T9" fmla="*/ 8 h 9"/>
              </a:gdLst>
              <a:ahLst/>
              <a:cxnLst>
                <a:cxn ang="0">
                  <a:pos x="T0" y="T1"/>
                </a:cxn>
                <a:cxn ang="0">
                  <a:pos x="T2" y="T3"/>
                </a:cxn>
                <a:cxn ang="0">
                  <a:pos x="T4" y="T5"/>
                </a:cxn>
                <a:cxn ang="0">
                  <a:pos x="T6" y="T7"/>
                </a:cxn>
                <a:cxn ang="0">
                  <a:pos x="T8" y="T9"/>
                </a:cxn>
              </a:cxnLst>
              <a:rect l="0" t="0" r="r" b="b"/>
              <a:pathLst>
                <a:path w="36" h="9">
                  <a:moveTo>
                    <a:pt x="21" y="8"/>
                  </a:moveTo>
                  <a:cubicBezTo>
                    <a:pt x="30" y="6"/>
                    <a:pt x="36" y="4"/>
                    <a:pt x="35" y="2"/>
                  </a:cubicBezTo>
                  <a:cubicBezTo>
                    <a:pt x="34" y="0"/>
                    <a:pt x="26" y="0"/>
                    <a:pt x="16" y="2"/>
                  </a:cubicBezTo>
                  <a:cubicBezTo>
                    <a:pt x="7" y="4"/>
                    <a:pt x="0" y="6"/>
                    <a:pt x="1" y="8"/>
                  </a:cubicBezTo>
                  <a:cubicBezTo>
                    <a:pt x="2" y="9"/>
                    <a:pt x="11" y="9"/>
                    <a:pt x="2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29" name="Freeform 625"/>
            <p:cNvSpPr/>
            <p:nvPr/>
          </p:nvSpPr>
          <p:spPr bwMode="auto">
            <a:xfrm>
              <a:off x="4154791" y="12142566"/>
              <a:ext cx="93663" cy="30163"/>
            </a:xfrm>
            <a:custGeom>
              <a:avLst/>
              <a:gdLst>
                <a:gd name="T0" fmla="*/ 20 w 35"/>
                <a:gd name="T1" fmla="*/ 9 h 11"/>
                <a:gd name="T2" fmla="*/ 34 w 35"/>
                <a:gd name="T3" fmla="*/ 2 h 11"/>
                <a:gd name="T4" fmla="*/ 16 w 35"/>
                <a:gd name="T5" fmla="*/ 2 h 11"/>
                <a:gd name="T6" fmla="*/ 0 w 35"/>
                <a:gd name="T7" fmla="*/ 9 h 11"/>
                <a:gd name="T8" fmla="*/ 20 w 35"/>
                <a:gd name="T9" fmla="*/ 9 h 11"/>
              </a:gdLst>
              <a:ahLst/>
              <a:cxnLst>
                <a:cxn ang="0">
                  <a:pos x="T0" y="T1"/>
                </a:cxn>
                <a:cxn ang="0">
                  <a:pos x="T2" y="T3"/>
                </a:cxn>
                <a:cxn ang="0">
                  <a:pos x="T4" y="T5"/>
                </a:cxn>
                <a:cxn ang="0">
                  <a:pos x="T6" y="T7"/>
                </a:cxn>
                <a:cxn ang="0">
                  <a:pos x="T8" y="T9"/>
                </a:cxn>
              </a:cxnLst>
              <a:rect l="0" t="0" r="r" b="b"/>
              <a:pathLst>
                <a:path w="35" h="11">
                  <a:moveTo>
                    <a:pt x="20" y="9"/>
                  </a:moveTo>
                  <a:cubicBezTo>
                    <a:pt x="29" y="7"/>
                    <a:pt x="35" y="4"/>
                    <a:pt x="34" y="2"/>
                  </a:cubicBezTo>
                  <a:cubicBezTo>
                    <a:pt x="33" y="0"/>
                    <a:pt x="25" y="0"/>
                    <a:pt x="16" y="2"/>
                  </a:cubicBezTo>
                  <a:cubicBezTo>
                    <a:pt x="7" y="4"/>
                    <a:pt x="0" y="7"/>
                    <a:pt x="0" y="9"/>
                  </a:cubicBezTo>
                  <a:cubicBezTo>
                    <a:pt x="1" y="11"/>
                    <a:pt x="10" y="11"/>
                    <a:pt x="2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30" name="Freeform 626"/>
            <p:cNvSpPr/>
            <p:nvPr/>
          </p:nvSpPr>
          <p:spPr bwMode="auto">
            <a:xfrm>
              <a:off x="4365929" y="12088591"/>
              <a:ext cx="95250" cy="34925"/>
            </a:xfrm>
            <a:custGeom>
              <a:avLst/>
              <a:gdLst>
                <a:gd name="T0" fmla="*/ 34 w 35"/>
                <a:gd name="T1" fmla="*/ 3 h 13"/>
                <a:gd name="T2" fmla="*/ 17 w 35"/>
                <a:gd name="T3" fmla="*/ 3 h 13"/>
                <a:gd name="T4" fmla="*/ 1 w 35"/>
                <a:gd name="T5" fmla="*/ 11 h 13"/>
                <a:gd name="T6" fmla="*/ 19 w 35"/>
                <a:gd name="T7" fmla="*/ 10 h 13"/>
                <a:gd name="T8" fmla="*/ 34 w 35"/>
                <a:gd name="T9" fmla="*/ 3 h 13"/>
              </a:gdLst>
              <a:ahLst/>
              <a:cxnLst>
                <a:cxn ang="0">
                  <a:pos x="T0" y="T1"/>
                </a:cxn>
                <a:cxn ang="0">
                  <a:pos x="T2" y="T3"/>
                </a:cxn>
                <a:cxn ang="0">
                  <a:pos x="T4" y="T5"/>
                </a:cxn>
                <a:cxn ang="0">
                  <a:pos x="T6" y="T7"/>
                </a:cxn>
                <a:cxn ang="0">
                  <a:pos x="T8" y="T9"/>
                </a:cxn>
              </a:cxnLst>
              <a:rect l="0" t="0" r="r" b="b"/>
              <a:pathLst>
                <a:path w="35" h="13">
                  <a:moveTo>
                    <a:pt x="34" y="3"/>
                  </a:moveTo>
                  <a:cubicBezTo>
                    <a:pt x="34" y="0"/>
                    <a:pt x="26" y="1"/>
                    <a:pt x="17" y="3"/>
                  </a:cubicBezTo>
                  <a:cubicBezTo>
                    <a:pt x="7" y="6"/>
                    <a:pt x="0" y="9"/>
                    <a:pt x="1" y="11"/>
                  </a:cubicBezTo>
                  <a:cubicBezTo>
                    <a:pt x="2" y="13"/>
                    <a:pt x="10" y="13"/>
                    <a:pt x="19" y="10"/>
                  </a:cubicBezTo>
                  <a:cubicBezTo>
                    <a:pt x="28" y="8"/>
                    <a:pt x="35" y="5"/>
                    <a:pt x="3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31" name="Freeform 627"/>
            <p:cNvSpPr/>
            <p:nvPr/>
          </p:nvSpPr>
          <p:spPr bwMode="auto">
            <a:xfrm>
              <a:off x="4577066" y="12028266"/>
              <a:ext cx="95250" cy="38100"/>
            </a:xfrm>
            <a:custGeom>
              <a:avLst/>
              <a:gdLst>
                <a:gd name="T0" fmla="*/ 34 w 35"/>
                <a:gd name="T1" fmla="*/ 2 h 14"/>
                <a:gd name="T2" fmla="*/ 16 w 35"/>
                <a:gd name="T3" fmla="*/ 3 h 14"/>
                <a:gd name="T4" fmla="*/ 1 w 35"/>
                <a:gd name="T5" fmla="*/ 12 h 14"/>
                <a:gd name="T6" fmla="*/ 19 w 35"/>
                <a:gd name="T7" fmla="*/ 11 h 14"/>
                <a:gd name="T8" fmla="*/ 34 w 35"/>
                <a:gd name="T9" fmla="*/ 2 h 14"/>
              </a:gdLst>
              <a:ahLst/>
              <a:cxnLst>
                <a:cxn ang="0">
                  <a:pos x="T0" y="T1"/>
                </a:cxn>
                <a:cxn ang="0">
                  <a:pos x="T2" y="T3"/>
                </a:cxn>
                <a:cxn ang="0">
                  <a:pos x="T4" y="T5"/>
                </a:cxn>
                <a:cxn ang="0">
                  <a:pos x="T6" y="T7"/>
                </a:cxn>
                <a:cxn ang="0">
                  <a:pos x="T8" y="T9"/>
                </a:cxn>
              </a:cxnLst>
              <a:rect l="0" t="0" r="r" b="b"/>
              <a:pathLst>
                <a:path w="35" h="14">
                  <a:moveTo>
                    <a:pt x="34" y="2"/>
                  </a:moveTo>
                  <a:cubicBezTo>
                    <a:pt x="33" y="0"/>
                    <a:pt x="26" y="0"/>
                    <a:pt x="16" y="3"/>
                  </a:cubicBezTo>
                  <a:cubicBezTo>
                    <a:pt x="7" y="6"/>
                    <a:pt x="0" y="10"/>
                    <a:pt x="1" y="12"/>
                  </a:cubicBezTo>
                  <a:cubicBezTo>
                    <a:pt x="1" y="14"/>
                    <a:pt x="10" y="14"/>
                    <a:pt x="19" y="11"/>
                  </a:cubicBezTo>
                  <a:cubicBezTo>
                    <a:pt x="28" y="9"/>
                    <a:pt x="35" y="5"/>
                    <a:pt x="3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32" name="Freeform 628"/>
            <p:cNvSpPr/>
            <p:nvPr/>
          </p:nvSpPr>
          <p:spPr bwMode="auto">
            <a:xfrm>
              <a:off x="4786616" y="11963178"/>
              <a:ext cx="96838" cy="41275"/>
            </a:xfrm>
            <a:custGeom>
              <a:avLst/>
              <a:gdLst>
                <a:gd name="T0" fmla="*/ 20 w 36"/>
                <a:gd name="T1" fmla="*/ 12 h 15"/>
                <a:gd name="T2" fmla="*/ 35 w 36"/>
                <a:gd name="T3" fmla="*/ 2 h 15"/>
                <a:gd name="T4" fmla="*/ 17 w 36"/>
                <a:gd name="T5" fmla="*/ 3 h 15"/>
                <a:gd name="T6" fmla="*/ 1 w 36"/>
                <a:gd name="T7" fmla="*/ 13 h 15"/>
                <a:gd name="T8" fmla="*/ 20 w 36"/>
                <a:gd name="T9" fmla="*/ 12 h 15"/>
              </a:gdLst>
              <a:ahLst/>
              <a:cxnLst>
                <a:cxn ang="0">
                  <a:pos x="T0" y="T1"/>
                </a:cxn>
                <a:cxn ang="0">
                  <a:pos x="T2" y="T3"/>
                </a:cxn>
                <a:cxn ang="0">
                  <a:pos x="T4" y="T5"/>
                </a:cxn>
                <a:cxn ang="0">
                  <a:pos x="T6" y="T7"/>
                </a:cxn>
                <a:cxn ang="0">
                  <a:pos x="T8" y="T9"/>
                </a:cxn>
              </a:cxnLst>
              <a:rect l="0" t="0" r="r" b="b"/>
              <a:pathLst>
                <a:path w="36" h="15">
                  <a:moveTo>
                    <a:pt x="20" y="12"/>
                  </a:moveTo>
                  <a:cubicBezTo>
                    <a:pt x="29" y="9"/>
                    <a:pt x="36" y="5"/>
                    <a:pt x="35" y="2"/>
                  </a:cubicBezTo>
                  <a:cubicBezTo>
                    <a:pt x="34" y="0"/>
                    <a:pt x="27" y="0"/>
                    <a:pt x="17" y="3"/>
                  </a:cubicBezTo>
                  <a:cubicBezTo>
                    <a:pt x="8" y="6"/>
                    <a:pt x="0" y="11"/>
                    <a:pt x="1" y="13"/>
                  </a:cubicBezTo>
                  <a:cubicBezTo>
                    <a:pt x="3" y="15"/>
                    <a:pt x="11" y="15"/>
                    <a:pt x="20"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33" name="Freeform 629"/>
            <p:cNvSpPr/>
            <p:nvPr/>
          </p:nvSpPr>
          <p:spPr bwMode="auto">
            <a:xfrm>
              <a:off x="4997754" y="11891741"/>
              <a:ext cx="98425" cy="47625"/>
            </a:xfrm>
            <a:custGeom>
              <a:avLst/>
              <a:gdLst>
                <a:gd name="T0" fmla="*/ 21 w 36"/>
                <a:gd name="T1" fmla="*/ 13 h 17"/>
                <a:gd name="T2" fmla="*/ 35 w 36"/>
                <a:gd name="T3" fmla="*/ 3 h 17"/>
                <a:gd name="T4" fmla="*/ 16 w 36"/>
                <a:gd name="T5" fmla="*/ 3 h 17"/>
                <a:gd name="T6" fmla="*/ 1 w 36"/>
                <a:gd name="T7" fmla="*/ 14 h 17"/>
                <a:gd name="T8" fmla="*/ 21 w 36"/>
                <a:gd name="T9" fmla="*/ 13 h 17"/>
              </a:gdLst>
              <a:ahLst/>
              <a:cxnLst>
                <a:cxn ang="0">
                  <a:pos x="T0" y="T1"/>
                </a:cxn>
                <a:cxn ang="0">
                  <a:pos x="T2" y="T3"/>
                </a:cxn>
                <a:cxn ang="0">
                  <a:pos x="T4" y="T5"/>
                </a:cxn>
                <a:cxn ang="0">
                  <a:pos x="T6" y="T7"/>
                </a:cxn>
                <a:cxn ang="0">
                  <a:pos x="T8" y="T9"/>
                </a:cxn>
              </a:cxnLst>
              <a:rect l="0" t="0" r="r" b="b"/>
              <a:pathLst>
                <a:path w="36" h="17">
                  <a:moveTo>
                    <a:pt x="21" y="13"/>
                  </a:moveTo>
                  <a:cubicBezTo>
                    <a:pt x="30" y="10"/>
                    <a:pt x="36" y="6"/>
                    <a:pt x="35" y="3"/>
                  </a:cubicBezTo>
                  <a:cubicBezTo>
                    <a:pt x="33" y="0"/>
                    <a:pt x="25" y="0"/>
                    <a:pt x="16" y="3"/>
                  </a:cubicBezTo>
                  <a:cubicBezTo>
                    <a:pt x="7" y="6"/>
                    <a:pt x="0" y="11"/>
                    <a:pt x="1" y="14"/>
                  </a:cubicBezTo>
                  <a:cubicBezTo>
                    <a:pt x="2" y="17"/>
                    <a:pt x="11" y="17"/>
                    <a:pt x="2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34" name="Freeform 630"/>
            <p:cNvSpPr/>
            <p:nvPr/>
          </p:nvSpPr>
          <p:spPr bwMode="auto">
            <a:xfrm>
              <a:off x="5210479" y="11818716"/>
              <a:ext cx="93663" cy="52388"/>
            </a:xfrm>
            <a:custGeom>
              <a:avLst/>
              <a:gdLst>
                <a:gd name="T0" fmla="*/ 20 w 35"/>
                <a:gd name="T1" fmla="*/ 15 h 19"/>
                <a:gd name="T2" fmla="*/ 34 w 35"/>
                <a:gd name="T3" fmla="*/ 4 h 19"/>
                <a:gd name="T4" fmla="*/ 16 w 35"/>
                <a:gd name="T5" fmla="*/ 3 h 19"/>
                <a:gd name="T6" fmla="*/ 1 w 35"/>
                <a:gd name="T7" fmla="*/ 15 h 19"/>
                <a:gd name="T8" fmla="*/ 20 w 35"/>
                <a:gd name="T9" fmla="*/ 15 h 19"/>
              </a:gdLst>
              <a:ahLst/>
              <a:cxnLst>
                <a:cxn ang="0">
                  <a:pos x="T0" y="T1"/>
                </a:cxn>
                <a:cxn ang="0">
                  <a:pos x="T2" y="T3"/>
                </a:cxn>
                <a:cxn ang="0">
                  <a:pos x="T4" y="T5"/>
                </a:cxn>
                <a:cxn ang="0">
                  <a:pos x="T6" y="T7"/>
                </a:cxn>
                <a:cxn ang="0">
                  <a:pos x="T8" y="T9"/>
                </a:cxn>
              </a:cxnLst>
              <a:rect l="0" t="0" r="r" b="b"/>
              <a:pathLst>
                <a:path w="35" h="19">
                  <a:moveTo>
                    <a:pt x="20" y="15"/>
                  </a:moveTo>
                  <a:cubicBezTo>
                    <a:pt x="29" y="12"/>
                    <a:pt x="35" y="7"/>
                    <a:pt x="34" y="4"/>
                  </a:cubicBezTo>
                  <a:cubicBezTo>
                    <a:pt x="33" y="0"/>
                    <a:pt x="25" y="0"/>
                    <a:pt x="16" y="3"/>
                  </a:cubicBezTo>
                  <a:cubicBezTo>
                    <a:pt x="7" y="6"/>
                    <a:pt x="0" y="12"/>
                    <a:pt x="1" y="15"/>
                  </a:cubicBezTo>
                  <a:cubicBezTo>
                    <a:pt x="2" y="19"/>
                    <a:pt x="11" y="19"/>
                    <a:pt x="20"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35" name="Freeform 631"/>
            <p:cNvSpPr/>
            <p:nvPr/>
          </p:nvSpPr>
          <p:spPr bwMode="auto">
            <a:xfrm>
              <a:off x="5421616" y="11742516"/>
              <a:ext cx="95250" cy="57150"/>
            </a:xfrm>
            <a:custGeom>
              <a:avLst/>
              <a:gdLst>
                <a:gd name="T0" fmla="*/ 19 w 35"/>
                <a:gd name="T1" fmla="*/ 18 h 21"/>
                <a:gd name="T2" fmla="*/ 34 w 35"/>
                <a:gd name="T3" fmla="*/ 5 h 21"/>
                <a:gd name="T4" fmla="*/ 16 w 35"/>
                <a:gd name="T5" fmla="*/ 3 h 21"/>
                <a:gd name="T6" fmla="*/ 0 w 35"/>
                <a:gd name="T7" fmla="*/ 16 h 21"/>
                <a:gd name="T8" fmla="*/ 19 w 35"/>
                <a:gd name="T9" fmla="*/ 18 h 21"/>
              </a:gdLst>
              <a:ahLst/>
              <a:cxnLst>
                <a:cxn ang="0">
                  <a:pos x="T0" y="T1"/>
                </a:cxn>
                <a:cxn ang="0">
                  <a:pos x="T2" y="T3"/>
                </a:cxn>
                <a:cxn ang="0">
                  <a:pos x="T4" y="T5"/>
                </a:cxn>
                <a:cxn ang="0">
                  <a:pos x="T6" y="T7"/>
                </a:cxn>
                <a:cxn ang="0">
                  <a:pos x="T8" y="T9"/>
                </a:cxn>
              </a:cxnLst>
              <a:rect l="0" t="0" r="r" b="b"/>
              <a:pathLst>
                <a:path w="35" h="21">
                  <a:moveTo>
                    <a:pt x="19" y="18"/>
                  </a:moveTo>
                  <a:cubicBezTo>
                    <a:pt x="28" y="15"/>
                    <a:pt x="35" y="9"/>
                    <a:pt x="34" y="5"/>
                  </a:cubicBezTo>
                  <a:cubicBezTo>
                    <a:pt x="33" y="0"/>
                    <a:pt x="25" y="0"/>
                    <a:pt x="16" y="3"/>
                  </a:cubicBezTo>
                  <a:cubicBezTo>
                    <a:pt x="7" y="6"/>
                    <a:pt x="0" y="12"/>
                    <a:pt x="0" y="16"/>
                  </a:cubicBezTo>
                  <a:cubicBezTo>
                    <a:pt x="1" y="21"/>
                    <a:pt x="10" y="21"/>
                    <a:pt x="19"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36" name="Freeform 632"/>
            <p:cNvSpPr/>
            <p:nvPr/>
          </p:nvSpPr>
          <p:spPr bwMode="auto">
            <a:xfrm>
              <a:off x="5631166" y="11664728"/>
              <a:ext cx="93663" cy="68263"/>
            </a:xfrm>
            <a:custGeom>
              <a:avLst/>
              <a:gdLst>
                <a:gd name="T0" fmla="*/ 19 w 35"/>
                <a:gd name="T1" fmla="*/ 22 h 25"/>
                <a:gd name="T2" fmla="*/ 34 w 35"/>
                <a:gd name="T3" fmla="*/ 8 h 25"/>
                <a:gd name="T4" fmla="*/ 17 w 35"/>
                <a:gd name="T5" fmla="*/ 3 h 25"/>
                <a:gd name="T6" fmla="*/ 1 w 35"/>
                <a:gd name="T7" fmla="*/ 19 h 25"/>
                <a:gd name="T8" fmla="*/ 19 w 35"/>
                <a:gd name="T9" fmla="*/ 22 h 25"/>
              </a:gdLst>
              <a:ahLst/>
              <a:cxnLst>
                <a:cxn ang="0">
                  <a:pos x="T0" y="T1"/>
                </a:cxn>
                <a:cxn ang="0">
                  <a:pos x="T2" y="T3"/>
                </a:cxn>
                <a:cxn ang="0">
                  <a:pos x="T4" y="T5"/>
                </a:cxn>
                <a:cxn ang="0">
                  <a:pos x="T6" y="T7"/>
                </a:cxn>
                <a:cxn ang="0">
                  <a:pos x="T8" y="T9"/>
                </a:cxn>
              </a:cxnLst>
              <a:rect l="0" t="0" r="r" b="b"/>
              <a:pathLst>
                <a:path w="35" h="25">
                  <a:moveTo>
                    <a:pt x="19" y="22"/>
                  </a:moveTo>
                  <a:cubicBezTo>
                    <a:pt x="28" y="19"/>
                    <a:pt x="35" y="13"/>
                    <a:pt x="34" y="8"/>
                  </a:cubicBezTo>
                  <a:cubicBezTo>
                    <a:pt x="34" y="2"/>
                    <a:pt x="26" y="0"/>
                    <a:pt x="17" y="3"/>
                  </a:cubicBezTo>
                  <a:cubicBezTo>
                    <a:pt x="8" y="7"/>
                    <a:pt x="0" y="14"/>
                    <a:pt x="1" y="19"/>
                  </a:cubicBezTo>
                  <a:cubicBezTo>
                    <a:pt x="2" y="23"/>
                    <a:pt x="10" y="25"/>
                    <a:pt x="19"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37" name="Freeform 633"/>
            <p:cNvSpPr/>
            <p:nvPr/>
          </p:nvSpPr>
          <p:spPr bwMode="auto">
            <a:xfrm>
              <a:off x="5842304" y="11593291"/>
              <a:ext cx="95250" cy="74613"/>
            </a:xfrm>
            <a:custGeom>
              <a:avLst/>
              <a:gdLst>
                <a:gd name="T0" fmla="*/ 20 w 35"/>
                <a:gd name="T1" fmla="*/ 24 h 27"/>
                <a:gd name="T2" fmla="*/ 34 w 35"/>
                <a:gd name="T3" fmla="*/ 8 h 27"/>
                <a:gd name="T4" fmla="*/ 16 w 35"/>
                <a:gd name="T5" fmla="*/ 3 h 27"/>
                <a:gd name="T6" fmla="*/ 0 w 35"/>
                <a:gd name="T7" fmla="*/ 18 h 27"/>
                <a:gd name="T8" fmla="*/ 20 w 35"/>
                <a:gd name="T9" fmla="*/ 24 h 27"/>
              </a:gdLst>
              <a:ahLst/>
              <a:cxnLst>
                <a:cxn ang="0">
                  <a:pos x="T0" y="T1"/>
                </a:cxn>
                <a:cxn ang="0">
                  <a:pos x="T2" y="T3"/>
                </a:cxn>
                <a:cxn ang="0">
                  <a:pos x="T4" y="T5"/>
                </a:cxn>
                <a:cxn ang="0">
                  <a:pos x="T6" y="T7"/>
                </a:cxn>
                <a:cxn ang="0">
                  <a:pos x="T8" y="T9"/>
                </a:cxn>
              </a:cxnLst>
              <a:rect l="0" t="0" r="r" b="b"/>
              <a:pathLst>
                <a:path w="35" h="27">
                  <a:moveTo>
                    <a:pt x="20" y="24"/>
                  </a:moveTo>
                  <a:cubicBezTo>
                    <a:pt x="29" y="21"/>
                    <a:pt x="35" y="14"/>
                    <a:pt x="34" y="8"/>
                  </a:cubicBezTo>
                  <a:cubicBezTo>
                    <a:pt x="33" y="2"/>
                    <a:pt x="25" y="0"/>
                    <a:pt x="16" y="3"/>
                  </a:cubicBezTo>
                  <a:cubicBezTo>
                    <a:pt x="7" y="6"/>
                    <a:pt x="0" y="13"/>
                    <a:pt x="0" y="18"/>
                  </a:cubicBezTo>
                  <a:cubicBezTo>
                    <a:pt x="1" y="24"/>
                    <a:pt x="10" y="27"/>
                    <a:pt x="2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38" name="Freeform 634"/>
            <p:cNvSpPr/>
            <p:nvPr/>
          </p:nvSpPr>
          <p:spPr bwMode="auto">
            <a:xfrm>
              <a:off x="6051854" y="11523441"/>
              <a:ext cx="93663" cy="80963"/>
            </a:xfrm>
            <a:custGeom>
              <a:avLst/>
              <a:gdLst>
                <a:gd name="T0" fmla="*/ 20 w 35"/>
                <a:gd name="T1" fmla="*/ 27 h 30"/>
                <a:gd name="T2" fmla="*/ 34 w 35"/>
                <a:gd name="T3" fmla="*/ 10 h 30"/>
                <a:gd name="T4" fmla="*/ 16 w 35"/>
                <a:gd name="T5" fmla="*/ 2 h 30"/>
                <a:gd name="T6" fmla="*/ 1 w 35"/>
                <a:gd name="T7" fmla="*/ 20 h 30"/>
                <a:gd name="T8" fmla="*/ 20 w 35"/>
                <a:gd name="T9" fmla="*/ 27 h 30"/>
              </a:gdLst>
              <a:ahLst/>
              <a:cxnLst>
                <a:cxn ang="0">
                  <a:pos x="T0" y="T1"/>
                </a:cxn>
                <a:cxn ang="0">
                  <a:pos x="T2" y="T3"/>
                </a:cxn>
                <a:cxn ang="0">
                  <a:pos x="T4" y="T5"/>
                </a:cxn>
                <a:cxn ang="0">
                  <a:pos x="T6" y="T7"/>
                </a:cxn>
                <a:cxn ang="0">
                  <a:pos x="T8" y="T9"/>
                </a:cxn>
              </a:cxnLst>
              <a:rect l="0" t="0" r="r" b="b"/>
              <a:pathLst>
                <a:path w="35" h="30">
                  <a:moveTo>
                    <a:pt x="20" y="27"/>
                  </a:moveTo>
                  <a:cubicBezTo>
                    <a:pt x="29" y="25"/>
                    <a:pt x="35" y="17"/>
                    <a:pt x="34" y="10"/>
                  </a:cubicBezTo>
                  <a:cubicBezTo>
                    <a:pt x="33" y="3"/>
                    <a:pt x="25" y="0"/>
                    <a:pt x="16" y="2"/>
                  </a:cubicBezTo>
                  <a:cubicBezTo>
                    <a:pt x="7" y="5"/>
                    <a:pt x="0" y="13"/>
                    <a:pt x="1" y="20"/>
                  </a:cubicBezTo>
                  <a:cubicBezTo>
                    <a:pt x="1" y="27"/>
                    <a:pt x="11" y="30"/>
                    <a:pt x="20"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39" name="Freeform 635"/>
            <p:cNvSpPr/>
            <p:nvPr/>
          </p:nvSpPr>
          <p:spPr bwMode="auto">
            <a:xfrm>
              <a:off x="6259816" y="11452003"/>
              <a:ext cx="98425" cy="93663"/>
            </a:xfrm>
            <a:custGeom>
              <a:avLst/>
              <a:gdLst>
                <a:gd name="T0" fmla="*/ 20 w 36"/>
                <a:gd name="T1" fmla="*/ 32 h 34"/>
                <a:gd name="T2" fmla="*/ 35 w 36"/>
                <a:gd name="T3" fmla="*/ 13 h 34"/>
                <a:gd name="T4" fmla="*/ 17 w 36"/>
                <a:gd name="T5" fmla="*/ 3 h 34"/>
                <a:gd name="T6" fmla="*/ 1 w 36"/>
                <a:gd name="T7" fmla="*/ 22 h 34"/>
                <a:gd name="T8" fmla="*/ 20 w 36"/>
                <a:gd name="T9" fmla="*/ 32 h 34"/>
              </a:gdLst>
              <a:ahLst/>
              <a:cxnLst>
                <a:cxn ang="0">
                  <a:pos x="T0" y="T1"/>
                </a:cxn>
                <a:cxn ang="0">
                  <a:pos x="T2" y="T3"/>
                </a:cxn>
                <a:cxn ang="0">
                  <a:pos x="T4" y="T5"/>
                </a:cxn>
                <a:cxn ang="0">
                  <a:pos x="T6" y="T7"/>
                </a:cxn>
                <a:cxn ang="0">
                  <a:pos x="T8" y="T9"/>
                </a:cxn>
              </a:cxnLst>
              <a:rect l="0" t="0" r="r" b="b"/>
              <a:pathLst>
                <a:path w="36" h="34">
                  <a:moveTo>
                    <a:pt x="20" y="32"/>
                  </a:moveTo>
                  <a:cubicBezTo>
                    <a:pt x="29" y="29"/>
                    <a:pt x="36" y="21"/>
                    <a:pt x="35" y="13"/>
                  </a:cubicBezTo>
                  <a:cubicBezTo>
                    <a:pt x="34" y="5"/>
                    <a:pt x="27" y="0"/>
                    <a:pt x="17" y="3"/>
                  </a:cubicBezTo>
                  <a:cubicBezTo>
                    <a:pt x="8" y="5"/>
                    <a:pt x="0" y="15"/>
                    <a:pt x="1" y="22"/>
                  </a:cubicBezTo>
                  <a:cubicBezTo>
                    <a:pt x="2" y="30"/>
                    <a:pt x="11" y="34"/>
                    <a:pt x="20"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40" name="Freeform 636"/>
            <p:cNvSpPr/>
            <p:nvPr/>
          </p:nvSpPr>
          <p:spPr bwMode="auto">
            <a:xfrm>
              <a:off x="3084816" y="12229878"/>
              <a:ext cx="95250" cy="9525"/>
            </a:xfrm>
            <a:custGeom>
              <a:avLst/>
              <a:gdLst>
                <a:gd name="T0" fmla="*/ 34 w 35"/>
                <a:gd name="T1" fmla="*/ 2 h 4"/>
                <a:gd name="T2" fmla="*/ 16 w 35"/>
                <a:gd name="T3" fmla="*/ 0 h 4"/>
                <a:gd name="T4" fmla="*/ 0 w 35"/>
                <a:gd name="T5" fmla="*/ 2 h 4"/>
                <a:gd name="T6" fmla="*/ 19 w 35"/>
                <a:gd name="T7" fmla="*/ 4 h 4"/>
                <a:gd name="T8" fmla="*/ 34 w 35"/>
                <a:gd name="T9" fmla="*/ 2 h 4"/>
              </a:gdLst>
              <a:ahLst/>
              <a:cxnLst>
                <a:cxn ang="0">
                  <a:pos x="T0" y="T1"/>
                </a:cxn>
                <a:cxn ang="0">
                  <a:pos x="T2" y="T3"/>
                </a:cxn>
                <a:cxn ang="0">
                  <a:pos x="T4" y="T5"/>
                </a:cxn>
                <a:cxn ang="0">
                  <a:pos x="T6" y="T7"/>
                </a:cxn>
                <a:cxn ang="0">
                  <a:pos x="T8" y="T9"/>
                </a:cxn>
              </a:cxnLst>
              <a:rect l="0" t="0" r="r" b="b"/>
              <a:pathLst>
                <a:path w="35" h="4">
                  <a:moveTo>
                    <a:pt x="34" y="2"/>
                  </a:moveTo>
                  <a:cubicBezTo>
                    <a:pt x="33" y="1"/>
                    <a:pt x="25" y="0"/>
                    <a:pt x="16" y="0"/>
                  </a:cubicBezTo>
                  <a:cubicBezTo>
                    <a:pt x="7" y="0"/>
                    <a:pt x="0" y="1"/>
                    <a:pt x="0" y="2"/>
                  </a:cubicBezTo>
                  <a:cubicBezTo>
                    <a:pt x="0" y="3"/>
                    <a:pt x="10" y="4"/>
                    <a:pt x="19" y="4"/>
                  </a:cubicBezTo>
                  <a:cubicBezTo>
                    <a:pt x="28" y="4"/>
                    <a:pt x="35" y="4"/>
                    <a:pt x="3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41" name="Freeform 637"/>
            <p:cNvSpPr/>
            <p:nvPr/>
          </p:nvSpPr>
          <p:spPr bwMode="auto">
            <a:xfrm>
              <a:off x="2867329" y="12223528"/>
              <a:ext cx="98425" cy="11113"/>
            </a:xfrm>
            <a:custGeom>
              <a:avLst/>
              <a:gdLst>
                <a:gd name="T0" fmla="*/ 35 w 36"/>
                <a:gd name="T1" fmla="*/ 3 h 4"/>
                <a:gd name="T2" fmla="*/ 17 w 36"/>
                <a:gd name="T3" fmla="*/ 1 h 4"/>
                <a:gd name="T4" fmla="*/ 1 w 36"/>
                <a:gd name="T5" fmla="*/ 2 h 4"/>
                <a:gd name="T6" fmla="*/ 20 w 36"/>
                <a:gd name="T7" fmla="*/ 4 h 4"/>
                <a:gd name="T8" fmla="*/ 35 w 36"/>
                <a:gd name="T9" fmla="*/ 3 h 4"/>
              </a:gdLst>
              <a:ahLst/>
              <a:cxnLst>
                <a:cxn ang="0">
                  <a:pos x="T0" y="T1"/>
                </a:cxn>
                <a:cxn ang="0">
                  <a:pos x="T2" y="T3"/>
                </a:cxn>
                <a:cxn ang="0">
                  <a:pos x="T4" y="T5"/>
                </a:cxn>
                <a:cxn ang="0">
                  <a:pos x="T6" y="T7"/>
                </a:cxn>
                <a:cxn ang="0">
                  <a:pos x="T8" y="T9"/>
                </a:cxn>
              </a:cxnLst>
              <a:rect l="0" t="0" r="r" b="b"/>
              <a:pathLst>
                <a:path w="36" h="4">
                  <a:moveTo>
                    <a:pt x="35" y="3"/>
                  </a:moveTo>
                  <a:cubicBezTo>
                    <a:pt x="34" y="2"/>
                    <a:pt x="27" y="1"/>
                    <a:pt x="17" y="1"/>
                  </a:cubicBezTo>
                  <a:cubicBezTo>
                    <a:pt x="7" y="0"/>
                    <a:pt x="0" y="1"/>
                    <a:pt x="1" y="2"/>
                  </a:cubicBezTo>
                  <a:cubicBezTo>
                    <a:pt x="2" y="3"/>
                    <a:pt x="11" y="4"/>
                    <a:pt x="20" y="4"/>
                  </a:cubicBezTo>
                  <a:cubicBezTo>
                    <a:pt x="29" y="4"/>
                    <a:pt x="36" y="4"/>
                    <a:pt x="3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42" name="Freeform 638"/>
            <p:cNvSpPr/>
            <p:nvPr/>
          </p:nvSpPr>
          <p:spPr bwMode="auto">
            <a:xfrm>
              <a:off x="2653016" y="12218766"/>
              <a:ext cx="98425" cy="11113"/>
            </a:xfrm>
            <a:custGeom>
              <a:avLst/>
              <a:gdLst>
                <a:gd name="T0" fmla="*/ 35 w 36"/>
                <a:gd name="T1" fmla="*/ 2 h 4"/>
                <a:gd name="T2" fmla="*/ 16 w 36"/>
                <a:gd name="T3" fmla="*/ 1 h 4"/>
                <a:gd name="T4" fmla="*/ 0 w 36"/>
                <a:gd name="T5" fmla="*/ 1 h 4"/>
                <a:gd name="T6" fmla="*/ 20 w 36"/>
                <a:gd name="T7" fmla="*/ 3 h 4"/>
                <a:gd name="T8" fmla="*/ 35 w 36"/>
                <a:gd name="T9" fmla="*/ 2 h 4"/>
              </a:gdLst>
              <a:ahLst/>
              <a:cxnLst>
                <a:cxn ang="0">
                  <a:pos x="T0" y="T1"/>
                </a:cxn>
                <a:cxn ang="0">
                  <a:pos x="T2" y="T3"/>
                </a:cxn>
                <a:cxn ang="0">
                  <a:pos x="T4" y="T5"/>
                </a:cxn>
                <a:cxn ang="0">
                  <a:pos x="T6" y="T7"/>
                </a:cxn>
                <a:cxn ang="0">
                  <a:pos x="T8" y="T9"/>
                </a:cxn>
              </a:cxnLst>
              <a:rect l="0" t="0" r="r" b="b"/>
              <a:pathLst>
                <a:path w="36" h="4">
                  <a:moveTo>
                    <a:pt x="35" y="2"/>
                  </a:moveTo>
                  <a:cubicBezTo>
                    <a:pt x="34" y="2"/>
                    <a:pt x="26" y="1"/>
                    <a:pt x="16" y="1"/>
                  </a:cubicBezTo>
                  <a:cubicBezTo>
                    <a:pt x="7" y="0"/>
                    <a:pt x="0" y="1"/>
                    <a:pt x="0" y="1"/>
                  </a:cubicBezTo>
                  <a:cubicBezTo>
                    <a:pt x="1" y="2"/>
                    <a:pt x="10" y="3"/>
                    <a:pt x="20" y="3"/>
                  </a:cubicBezTo>
                  <a:cubicBezTo>
                    <a:pt x="29" y="4"/>
                    <a:pt x="36" y="3"/>
                    <a:pt x="3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43" name="Freeform 639"/>
            <p:cNvSpPr/>
            <p:nvPr/>
          </p:nvSpPr>
          <p:spPr bwMode="auto">
            <a:xfrm>
              <a:off x="2435529" y="12212416"/>
              <a:ext cx="98425" cy="7938"/>
            </a:xfrm>
            <a:custGeom>
              <a:avLst/>
              <a:gdLst>
                <a:gd name="T0" fmla="*/ 35 w 36"/>
                <a:gd name="T1" fmla="*/ 2 h 3"/>
                <a:gd name="T2" fmla="*/ 18 w 36"/>
                <a:gd name="T3" fmla="*/ 1 h 3"/>
                <a:gd name="T4" fmla="*/ 1 w 36"/>
                <a:gd name="T5" fmla="*/ 1 h 3"/>
                <a:gd name="T6" fmla="*/ 20 w 36"/>
                <a:gd name="T7" fmla="*/ 2 h 3"/>
                <a:gd name="T8" fmla="*/ 35 w 36"/>
                <a:gd name="T9" fmla="*/ 2 h 3"/>
              </a:gdLst>
              <a:ahLst/>
              <a:cxnLst>
                <a:cxn ang="0">
                  <a:pos x="T0" y="T1"/>
                </a:cxn>
                <a:cxn ang="0">
                  <a:pos x="T2" y="T3"/>
                </a:cxn>
                <a:cxn ang="0">
                  <a:pos x="T4" y="T5"/>
                </a:cxn>
                <a:cxn ang="0">
                  <a:pos x="T6" y="T7"/>
                </a:cxn>
                <a:cxn ang="0">
                  <a:pos x="T8" y="T9"/>
                </a:cxn>
              </a:cxnLst>
              <a:rect l="0" t="0" r="r" b="b"/>
              <a:pathLst>
                <a:path w="36" h="3">
                  <a:moveTo>
                    <a:pt x="35" y="2"/>
                  </a:moveTo>
                  <a:cubicBezTo>
                    <a:pt x="35" y="2"/>
                    <a:pt x="27" y="1"/>
                    <a:pt x="18" y="1"/>
                  </a:cubicBezTo>
                  <a:cubicBezTo>
                    <a:pt x="8" y="0"/>
                    <a:pt x="0" y="1"/>
                    <a:pt x="1" y="1"/>
                  </a:cubicBezTo>
                  <a:cubicBezTo>
                    <a:pt x="2" y="1"/>
                    <a:pt x="11" y="2"/>
                    <a:pt x="20" y="2"/>
                  </a:cubicBezTo>
                  <a:cubicBezTo>
                    <a:pt x="29" y="3"/>
                    <a:pt x="36" y="3"/>
                    <a:pt x="3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44" name="Freeform 640"/>
            <p:cNvSpPr/>
            <p:nvPr/>
          </p:nvSpPr>
          <p:spPr bwMode="auto">
            <a:xfrm>
              <a:off x="2221216" y="12210828"/>
              <a:ext cx="95250" cy="1588"/>
            </a:xfrm>
            <a:custGeom>
              <a:avLst/>
              <a:gdLst>
                <a:gd name="T0" fmla="*/ 35 w 35"/>
                <a:gd name="T1" fmla="*/ 1 h 1"/>
                <a:gd name="T2" fmla="*/ 18 w 35"/>
                <a:gd name="T3" fmla="*/ 0 h 1"/>
                <a:gd name="T4" fmla="*/ 1 w 35"/>
                <a:gd name="T5" fmla="*/ 0 h 1"/>
                <a:gd name="T6" fmla="*/ 19 w 35"/>
                <a:gd name="T7" fmla="*/ 1 h 1"/>
                <a:gd name="T8" fmla="*/ 35 w 35"/>
                <a:gd name="T9" fmla="*/ 1 h 1"/>
              </a:gdLst>
              <a:ahLst/>
              <a:cxnLst>
                <a:cxn ang="0">
                  <a:pos x="T0" y="T1"/>
                </a:cxn>
                <a:cxn ang="0">
                  <a:pos x="T2" y="T3"/>
                </a:cxn>
                <a:cxn ang="0">
                  <a:pos x="T4" y="T5"/>
                </a:cxn>
                <a:cxn ang="0">
                  <a:pos x="T6" y="T7"/>
                </a:cxn>
                <a:cxn ang="0">
                  <a:pos x="T8" y="T9"/>
                </a:cxn>
              </a:cxnLst>
              <a:rect l="0" t="0" r="r" b="b"/>
              <a:pathLst>
                <a:path w="35" h="1">
                  <a:moveTo>
                    <a:pt x="35" y="1"/>
                  </a:moveTo>
                  <a:cubicBezTo>
                    <a:pt x="35" y="1"/>
                    <a:pt x="27" y="0"/>
                    <a:pt x="18" y="0"/>
                  </a:cubicBezTo>
                  <a:cubicBezTo>
                    <a:pt x="8" y="0"/>
                    <a:pt x="0" y="0"/>
                    <a:pt x="1" y="0"/>
                  </a:cubicBezTo>
                  <a:cubicBezTo>
                    <a:pt x="2" y="0"/>
                    <a:pt x="10" y="1"/>
                    <a:pt x="19" y="1"/>
                  </a:cubicBezTo>
                  <a:cubicBezTo>
                    <a:pt x="28"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45" name="Freeform 641"/>
            <p:cNvSpPr/>
            <p:nvPr/>
          </p:nvSpPr>
          <p:spPr bwMode="auto">
            <a:xfrm>
              <a:off x="2006904" y="12210828"/>
              <a:ext cx="98425" cy="0"/>
            </a:xfrm>
            <a:custGeom>
              <a:avLst/>
              <a:gdLst>
                <a:gd name="T0" fmla="*/ 35 w 36"/>
                <a:gd name="T1" fmla="*/ 17 w 36"/>
                <a:gd name="T2" fmla="*/ 1 w 36"/>
                <a:gd name="T3" fmla="*/ 20 w 36"/>
                <a:gd name="T4" fmla="*/ 35 w 36"/>
              </a:gdLst>
              <a:ahLst/>
              <a:cxnLst>
                <a:cxn ang="0">
                  <a:pos x="T0" y="0"/>
                </a:cxn>
                <a:cxn ang="0">
                  <a:pos x="T1" y="0"/>
                </a:cxn>
                <a:cxn ang="0">
                  <a:pos x="T2" y="0"/>
                </a:cxn>
                <a:cxn ang="0">
                  <a:pos x="T3" y="0"/>
                </a:cxn>
                <a:cxn ang="0">
                  <a:pos x="T4" y="0"/>
                </a:cxn>
              </a:cxnLst>
              <a:rect l="0" t="0" r="r" b="b"/>
              <a:pathLst>
                <a:path w="36">
                  <a:moveTo>
                    <a:pt x="35" y="0"/>
                  </a:moveTo>
                  <a:cubicBezTo>
                    <a:pt x="34" y="0"/>
                    <a:pt x="26" y="0"/>
                    <a:pt x="17" y="0"/>
                  </a:cubicBezTo>
                  <a:cubicBezTo>
                    <a:pt x="8" y="0"/>
                    <a:pt x="0" y="0"/>
                    <a:pt x="1" y="0"/>
                  </a:cubicBezTo>
                  <a:cubicBezTo>
                    <a:pt x="1" y="0"/>
                    <a:pt x="10" y="0"/>
                    <a:pt x="20" y="0"/>
                  </a:cubicBezTo>
                  <a:cubicBezTo>
                    <a:pt x="29" y="0"/>
                    <a:pt x="36" y="0"/>
                    <a:pt x="3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46" name="Freeform 642"/>
            <p:cNvSpPr>
              <a:spLocks noEditPoints="1"/>
            </p:cNvSpPr>
            <p:nvPr/>
          </p:nvSpPr>
          <p:spPr bwMode="auto">
            <a:xfrm>
              <a:off x="1363966" y="12215591"/>
              <a:ext cx="309563" cy="23813"/>
            </a:xfrm>
            <a:custGeom>
              <a:avLst/>
              <a:gdLst>
                <a:gd name="T0" fmla="*/ 98 w 114"/>
                <a:gd name="T1" fmla="*/ 1 h 9"/>
                <a:gd name="T2" fmla="*/ 80 w 114"/>
                <a:gd name="T3" fmla="*/ 2 h 9"/>
                <a:gd name="T4" fmla="*/ 65 w 114"/>
                <a:gd name="T5" fmla="*/ 3 h 9"/>
                <a:gd name="T6" fmla="*/ 63 w 114"/>
                <a:gd name="T7" fmla="*/ 3 h 9"/>
                <a:gd name="T8" fmla="*/ 64 w 114"/>
                <a:gd name="T9" fmla="*/ 3 h 9"/>
                <a:gd name="T10" fmla="*/ 78 w 114"/>
                <a:gd name="T11" fmla="*/ 2 h 9"/>
                <a:gd name="T12" fmla="*/ 63 w 114"/>
                <a:gd name="T13" fmla="*/ 3 h 9"/>
                <a:gd name="T14" fmla="*/ 47 w 114"/>
                <a:gd name="T15" fmla="*/ 4 h 9"/>
                <a:gd name="T16" fmla="*/ 32 w 114"/>
                <a:gd name="T17" fmla="*/ 5 h 9"/>
                <a:gd name="T18" fmla="*/ 24 w 114"/>
                <a:gd name="T19" fmla="*/ 6 h 9"/>
                <a:gd name="T20" fmla="*/ 6 w 114"/>
                <a:gd name="T21" fmla="*/ 8 h 9"/>
                <a:gd name="T22" fmla="*/ 1 w 114"/>
                <a:gd name="T23" fmla="*/ 9 h 9"/>
                <a:gd name="T24" fmla="*/ 17 w 114"/>
                <a:gd name="T25" fmla="*/ 8 h 9"/>
                <a:gd name="T26" fmla="*/ 35 w 114"/>
                <a:gd name="T27" fmla="*/ 6 h 9"/>
                <a:gd name="T28" fmla="*/ 34 w 114"/>
                <a:gd name="T29" fmla="*/ 6 h 9"/>
                <a:gd name="T30" fmla="*/ 34 w 114"/>
                <a:gd name="T31" fmla="*/ 6 h 9"/>
                <a:gd name="T32" fmla="*/ 50 w 114"/>
                <a:gd name="T33" fmla="*/ 5 h 9"/>
                <a:gd name="T34" fmla="*/ 51 w 114"/>
                <a:gd name="T35" fmla="*/ 4 h 9"/>
                <a:gd name="T36" fmla="*/ 49 w 114"/>
                <a:gd name="T37" fmla="*/ 5 h 9"/>
                <a:gd name="T38" fmla="*/ 37 w 114"/>
                <a:gd name="T39" fmla="*/ 6 h 9"/>
                <a:gd name="T40" fmla="*/ 49 w 114"/>
                <a:gd name="T41" fmla="*/ 5 h 9"/>
                <a:gd name="T42" fmla="*/ 68 w 114"/>
                <a:gd name="T43" fmla="*/ 4 h 9"/>
                <a:gd name="T44" fmla="*/ 83 w 114"/>
                <a:gd name="T45" fmla="*/ 3 h 9"/>
                <a:gd name="T46" fmla="*/ 91 w 114"/>
                <a:gd name="T47" fmla="*/ 2 h 9"/>
                <a:gd name="T48" fmla="*/ 107 w 114"/>
                <a:gd name="T49" fmla="*/ 1 h 9"/>
                <a:gd name="T50" fmla="*/ 103 w 114"/>
                <a:gd name="T51" fmla="*/ 1 h 9"/>
                <a:gd name="T52" fmla="*/ 114 w 114"/>
                <a:gd name="T53" fmla="*/ 0 h 9"/>
                <a:gd name="T54" fmla="*/ 98 w 114"/>
                <a:gd name="T55" fmla="*/ 1 h 9"/>
                <a:gd name="T56" fmla="*/ 84 w 114"/>
                <a:gd name="T57" fmla="*/ 2 h 9"/>
                <a:gd name="T58" fmla="*/ 85 w 114"/>
                <a:gd name="T59" fmla="*/ 2 h 9"/>
                <a:gd name="T60" fmla="*/ 84 w 114"/>
                <a:gd name="T61" fmla="*/ 2 h 9"/>
                <a:gd name="T62" fmla="*/ 84 w 114"/>
                <a:gd name="T63" fmla="*/ 2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4" h="9">
                  <a:moveTo>
                    <a:pt x="98" y="1"/>
                  </a:moveTo>
                  <a:cubicBezTo>
                    <a:pt x="90" y="1"/>
                    <a:pt x="83" y="2"/>
                    <a:pt x="80" y="2"/>
                  </a:cubicBezTo>
                  <a:cubicBezTo>
                    <a:pt x="77" y="2"/>
                    <a:pt x="71" y="3"/>
                    <a:pt x="65" y="3"/>
                  </a:cubicBezTo>
                  <a:cubicBezTo>
                    <a:pt x="65" y="3"/>
                    <a:pt x="64" y="3"/>
                    <a:pt x="63" y="3"/>
                  </a:cubicBezTo>
                  <a:cubicBezTo>
                    <a:pt x="64" y="3"/>
                    <a:pt x="64" y="3"/>
                    <a:pt x="64" y="3"/>
                  </a:cubicBezTo>
                  <a:cubicBezTo>
                    <a:pt x="71" y="2"/>
                    <a:pt x="77" y="2"/>
                    <a:pt x="78" y="2"/>
                  </a:cubicBezTo>
                  <a:cubicBezTo>
                    <a:pt x="78" y="2"/>
                    <a:pt x="72" y="2"/>
                    <a:pt x="63" y="3"/>
                  </a:cubicBezTo>
                  <a:cubicBezTo>
                    <a:pt x="61" y="3"/>
                    <a:pt x="54" y="3"/>
                    <a:pt x="47" y="4"/>
                  </a:cubicBezTo>
                  <a:cubicBezTo>
                    <a:pt x="39" y="4"/>
                    <a:pt x="33" y="5"/>
                    <a:pt x="32" y="5"/>
                  </a:cubicBezTo>
                  <a:cubicBezTo>
                    <a:pt x="30" y="6"/>
                    <a:pt x="27" y="6"/>
                    <a:pt x="24" y="6"/>
                  </a:cubicBezTo>
                  <a:cubicBezTo>
                    <a:pt x="14" y="7"/>
                    <a:pt x="6" y="8"/>
                    <a:pt x="6" y="8"/>
                  </a:cubicBezTo>
                  <a:cubicBezTo>
                    <a:pt x="3" y="9"/>
                    <a:pt x="1" y="9"/>
                    <a:pt x="1" y="9"/>
                  </a:cubicBezTo>
                  <a:cubicBezTo>
                    <a:pt x="0" y="9"/>
                    <a:pt x="7" y="8"/>
                    <a:pt x="17" y="8"/>
                  </a:cubicBezTo>
                  <a:cubicBezTo>
                    <a:pt x="26" y="7"/>
                    <a:pt x="34" y="6"/>
                    <a:pt x="35" y="6"/>
                  </a:cubicBezTo>
                  <a:cubicBezTo>
                    <a:pt x="35" y="6"/>
                    <a:pt x="35" y="6"/>
                    <a:pt x="34" y="6"/>
                  </a:cubicBezTo>
                  <a:cubicBezTo>
                    <a:pt x="34" y="6"/>
                    <a:pt x="34" y="6"/>
                    <a:pt x="34" y="6"/>
                  </a:cubicBezTo>
                  <a:cubicBezTo>
                    <a:pt x="37" y="6"/>
                    <a:pt x="44" y="5"/>
                    <a:pt x="50" y="5"/>
                  </a:cubicBezTo>
                  <a:cubicBezTo>
                    <a:pt x="50" y="5"/>
                    <a:pt x="51" y="5"/>
                    <a:pt x="51" y="4"/>
                  </a:cubicBezTo>
                  <a:cubicBezTo>
                    <a:pt x="50" y="5"/>
                    <a:pt x="50" y="5"/>
                    <a:pt x="49" y="5"/>
                  </a:cubicBezTo>
                  <a:cubicBezTo>
                    <a:pt x="42" y="5"/>
                    <a:pt x="38" y="6"/>
                    <a:pt x="37" y="6"/>
                  </a:cubicBezTo>
                  <a:cubicBezTo>
                    <a:pt x="37" y="6"/>
                    <a:pt x="42" y="6"/>
                    <a:pt x="49" y="5"/>
                  </a:cubicBezTo>
                  <a:cubicBezTo>
                    <a:pt x="50" y="5"/>
                    <a:pt x="58" y="5"/>
                    <a:pt x="68" y="4"/>
                  </a:cubicBezTo>
                  <a:cubicBezTo>
                    <a:pt x="75" y="4"/>
                    <a:pt x="81" y="3"/>
                    <a:pt x="83" y="3"/>
                  </a:cubicBezTo>
                  <a:cubicBezTo>
                    <a:pt x="86" y="3"/>
                    <a:pt x="88" y="2"/>
                    <a:pt x="91" y="2"/>
                  </a:cubicBezTo>
                  <a:cubicBezTo>
                    <a:pt x="100" y="2"/>
                    <a:pt x="108" y="1"/>
                    <a:pt x="107" y="1"/>
                  </a:cubicBezTo>
                  <a:cubicBezTo>
                    <a:pt x="107" y="1"/>
                    <a:pt x="105" y="1"/>
                    <a:pt x="103" y="1"/>
                  </a:cubicBezTo>
                  <a:cubicBezTo>
                    <a:pt x="109" y="1"/>
                    <a:pt x="113" y="1"/>
                    <a:pt x="114" y="0"/>
                  </a:cubicBezTo>
                  <a:cubicBezTo>
                    <a:pt x="114" y="0"/>
                    <a:pt x="107" y="1"/>
                    <a:pt x="98" y="1"/>
                  </a:cubicBezTo>
                  <a:close/>
                  <a:moveTo>
                    <a:pt x="84" y="2"/>
                  </a:moveTo>
                  <a:cubicBezTo>
                    <a:pt x="84" y="2"/>
                    <a:pt x="85" y="2"/>
                    <a:pt x="85" y="2"/>
                  </a:cubicBezTo>
                  <a:cubicBezTo>
                    <a:pt x="85" y="2"/>
                    <a:pt x="84" y="2"/>
                    <a:pt x="84" y="2"/>
                  </a:cubicBezTo>
                  <a:cubicBezTo>
                    <a:pt x="84" y="2"/>
                    <a:pt x="84" y="2"/>
                    <a:pt x="8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47" name="Freeform 643"/>
            <p:cNvSpPr/>
            <p:nvPr/>
          </p:nvSpPr>
          <p:spPr bwMode="auto">
            <a:xfrm>
              <a:off x="1135366" y="12253691"/>
              <a:ext cx="109538" cy="15875"/>
            </a:xfrm>
            <a:custGeom>
              <a:avLst/>
              <a:gdLst>
                <a:gd name="T0" fmla="*/ 19 w 40"/>
                <a:gd name="T1" fmla="*/ 3 h 6"/>
                <a:gd name="T2" fmla="*/ 33 w 40"/>
                <a:gd name="T3" fmla="*/ 1 h 6"/>
                <a:gd name="T4" fmla="*/ 40 w 40"/>
                <a:gd name="T5" fmla="*/ 0 h 6"/>
                <a:gd name="T6" fmla="*/ 32 w 40"/>
                <a:gd name="T7" fmla="*/ 1 h 6"/>
                <a:gd name="T8" fmla="*/ 16 w 40"/>
                <a:gd name="T9" fmla="*/ 3 h 6"/>
                <a:gd name="T10" fmla="*/ 1 w 40"/>
                <a:gd name="T11" fmla="*/ 6 h 6"/>
                <a:gd name="T12" fmla="*/ 16 w 40"/>
                <a:gd name="T13" fmla="*/ 4 h 6"/>
                <a:gd name="T14" fmla="*/ 9 w 40"/>
                <a:gd name="T15" fmla="*/ 5 h 6"/>
                <a:gd name="T16" fmla="*/ 19 w 40"/>
                <a:gd name="T17"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6">
                  <a:moveTo>
                    <a:pt x="19" y="3"/>
                  </a:moveTo>
                  <a:cubicBezTo>
                    <a:pt x="28" y="2"/>
                    <a:pt x="34" y="1"/>
                    <a:pt x="33" y="1"/>
                  </a:cubicBezTo>
                  <a:cubicBezTo>
                    <a:pt x="37" y="1"/>
                    <a:pt x="40" y="0"/>
                    <a:pt x="40" y="0"/>
                  </a:cubicBezTo>
                  <a:cubicBezTo>
                    <a:pt x="40" y="0"/>
                    <a:pt x="37" y="1"/>
                    <a:pt x="32" y="1"/>
                  </a:cubicBezTo>
                  <a:cubicBezTo>
                    <a:pt x="29" y="2"/>
                    <a:pt x="23" y="2"/>
                    <a:pt x="16" y="3"/>
                  </a:cubicBezTo>
                  <a:cubicBezTo>
                    <a:pt x="7" y="5"/>
                    <a:pt x="0" y="6"/>
                    <a:pt x="1" y="6"/>
                  </a:cubicBezTo>
                  <a:cubicBezTo>
                    <a:pt x="2" y="6"/>
                    <a:pt x="8" y="5"/>
                    <a:pt x="16" y="4"/>
                  </a:cubicBezTo>
                  <a:cubicBezTo>
                    <a:pt x="13" y="4"/>
                    <a:pt x="11" y="5"/>
                    <a:pt x="9" y="5"/>
                  </a:cubicBezTo>
                  <a:cubicBezTo>
                    <a:pt x="12" y="4"/>
                    <a:pt x="15" y="4"/>
                    <a:pt x="1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48" name="Freeform 644"/>
            <p:cNvSpPr/>
            <p:nvPr/>
          </p:nvSpPr>
          <p:spPr bwMode="auto">
            <a:xfrm>
              <a:off x="1152829" y="12266391"/>
              <a:ext cx="7938" cy="0"/>
            </a:xfrm>
            <a:custGeom>
              <a:avLst/>
              <a:gdLst>
                <a:gd name="T0" fmla="*/ 3 w 3"/>
                <a:gd name="T1" fmla="*/ 0 w 3"/>
                <a:gd name="T2" fmla="*/ 3 w 3"/>
              </a:gdLst>
              <a:ahLst/>
              <a:cxnLst>
                <a:cxn ang="0">
                  <a:pos x="T0" y="0"/>
                </a:cxn>
                <a:cxn ang="0">
                  <a:pos x="T1" y="0"/>
                </a:cxn>
                <a:cxn ang="0">
                  <a:pos x="T2" y="0"/>
                </a:cxn>
              </a:cxnLst>
              <a:rect l="0" t="0" r="r" b="b"/>
              <a:pathLst>
                <a:path w="3">
                  <a:moveTo>
                    <a:pt x="3" y="0"/>
                  </a:moveTo>
                  <a:cubicBezTo>
                    <a:pt x="1" y="0"/>
                    <a:pt x="0" y="0"/>
                    <a:pt x="0" y="0"/>
                  </a:cubicBezTo>
                  <a:cubicBezTo>
                    <a:pt x="0" y="0"/>
                    <a:pt x="2"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49" name="Freeform 645"/>
            <p:cNvSpPr/>
            <p:nvPr/>
          </p:nvSpPr>
          <p:spPr bwMode="auto">
            <a:xfrm>
              <a:off x="940104" y="12288616"/>
              <a:ext cx="92075" cy="22225"/>
            </a:xfrm>
            <a:custGeom>
              <a:avLst/>
              <a:gdLst>
                <a:gd name="T0" fmla="*/ 34 w 34"/>
                <a:gd name="T1" fmla="*/ 0 h 8"/>
                <a:gd name="T2" fmla="*/ 16 w 34"/>
                <a:gd name="T3" fmla="*/ 3 h 8"/>
                <a:gd name="T4" fmla="*/ 0 w 34"/>
                <a:gd name="T5" fmla="*/ 7 h 8"/>
                <a:gd name="T6" fmla="*/ 18 w 34"/>
                <a:gd name="T7" fmla="*/ 4 h 8"/>
                <a:gd name="T8" fmla="*/ 34 w 34"/>
                <a:gd name="T9" fmla="*/ 0 h 8"/>
              </a:gdLst>
              <a:ahLst/>
              <a:cxnLst>
                <a:cxn ang="0">
                  <a:pos x="T0" y="T1"/>
                </a:cxn>
                <a:cxn ang="0">
                  <a:pos x="T2" y="T3"/>
                </a:cxn>
                <a:cxn ang="0">
                  <a:pos x="T4" y="T5"/>
                </a:cxn>
                <a:cxn ang="0">
                  <a:pos x="T6" y="T7"/>
                </a:cxn>
                <a:cxn ang="0">
                  <a:pos x="T8" y="T9"/>
                </a:cxn>
              </a:cxnLst>
              <a:rect l="0" t="0" r="r" b="b"/>
              <a:pathLst>
                <a:path w="34" h="8">
                  <a:moveTo>
                    <a:pt x="34" y="0"/>
                  </a:moveTo>
                  <a:cubicBezTo>
                    <a:pt x="33" y="0"/>
                    <a:pt x="25" y="2"/>
                    <a:pt x="16" y="3"/>
                  </a:cubicBezTo>
                  <a:cubicBezTo>
                    <a:pt x="7" y="5"/>
                    <a:pt x="0" y="7"/>
                    <a:pt x="0" y="7"/>
                  </a:cubicBezTo>
                  <a:cubicBezTo>
                    <a:pt x="0" y="8"/>
                    <a:pt x="9" y="6"/>
                    <a:pt x="18" y="4"/>
                  </a:cubicBezTo>
                  <a:cubicBezTo>
                    <a:pt x="27" y="2"/>
                    <a:pt x="34"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50" name="Freeform 646"/>
            <p:cNvSpPr/>
            <p:nvPr/>
          </p:nvSpPr>
          <p:spPr bwMode="auto">
            <a:xfrm>
              <a:off x="106666" y="12736291"/>
              <a:ext cx="93663" cy="84138"/>
            </a:xfrm>
            <a:custGeom>
              <a:avLst/>
              <a:gdLst>
                <a:gd name="T0" fmla="*/ 19 w 34"/>
                <a:gd name="T1" fmla="*/ 23 h 31"/>
                <a:gd name="T2" fmla="*/ 33 w 34"/>
                <a:gd name="T3" fmla="*/ 4 h 31"/>
                <a:gd name="T4" fmla="*/ 15 w 34"/>
                <a:gd name="T5" fmla="*/ 8 h 31"/>
                <a:gd name="T6" fmla="*/ 0 w 34"/>
                <a:gd name="T7" fmla="*/ 27 h 31"/>
                <a:gd name="T8" fmla="*/ 19 w 34"/>
                <a:gd name="T9" fmla="*/ 23 h 31"/>
              </a:gdLst>
              <a:ahLst/>
              <a:cxnLst>
                <a:cxn ang="0">
                  <a:pos x="T0" y="T1"/>
                </a:cxn>
                <a:cxn ang="0">
                  <a:pos x="T2" y="T3"/>
                </a:cxn>
                <a:cxn ang="0">
                  <a:pos x="T4" y="T5"/>
                </a:cxn>
                <a:cxn ang="0">
                  <a:pos x="T6" y="T7"/>
                </a:cxn>
                <a:cxn ang="0">
                  <a:pos x="T8" y="T9"/>
                </a:cxn>
              </a:cxnLst>
              <a:rect l="0" t="0" r="r" b="b"/>
              <a:pathLst>
                <a:path w="34" h="31">
                  <a:moveTo>
                    <a:pt x="19" y="23"/>
                  </a:moveTo>
                  <a:cubicBezTo>
                    <a:pt x="28" y="16"/>
                    <a:pt x="34" y="8"/>
                    <a:pt x="33" y="4"/>
                  </a:cubicBezTo>
                  <a:cubicBezTo>
                    <a:pt x="32" y="0"/>
                    <a:pt x="24" y="2"/>
                    <a:pt x="15" y="8"/>
                  </a:cubicBezTo>
                  <a:cubicBezTo>
                    <a:pt x="6" y="14"/>
                    <a:pt x="0" y="22"/>
                    <a:pt x="0" y="27"/>
                  </a:cubicBezTo>
                  <a:cubicBezTo>
                    <a:pt x="1" y="31"/>
                    <a:pt x="10" y="30"/>
                    <a:pt x="19"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51" name="Freeform 647"/>
            <p:cNvSpPr/>
            <p:nvPr/>
          </p:nvSpPr>
          <p:spPr bwMode="auto">
            <a:xfrm>
              <a:off x="313041" y="12593416"/>
              <a:ext cx="92075" cy="77788"/>
            </a:xfrm>
            <a:custGeom>
              <a:avLst/>
              <a:gdLst>
                <a:gd name="T0" fmla="*/ 19 w 34"/>
                <a:gd name="T1" fmla="*/ 19 h 29"/>
                <a:gd name="T2" fmla="*/ 33 w 34"/>
                <a:gd name="T3" fmla="*/ 2 h 29"/>
                <a:gd name="T4" fmla="*/ 15 w 34"/>
                <a:gd name="T5" fmla="*/ 9 h 29"/>
                <a:gd name="T6" fmla="*/ 0 w 34"/>
                <a:gd name="T7" fmla="*/ 26 h 29"/>
                <a:gd name="T8" fmla="*/ 19 w 34"/>
                <a:gd name="T9" fmla="*/ 19 h 29"/>
              </a:gdLst>
              <a:ahLst/>
              <a:cxnLst>
                <a:cxn ang="0">
                  <a:pos x="T0" y="T1"/>
                </a:cxn>
                <a:cxn ang="0">
                  <a:pos x="T2" y="T3"/>
                </a:cxn>
                <a:cxn ang="0">
                  <a:pos x="T4" y="T5"/>
                </a:cxn>
                <a:cxn ang="0">
                  <a:pos x="T6" y="T7"/>
                </a:cxn>
                <a:cxn ang="0">
                  <a:pos x="T8" y="T9"/>
                </a:cxn>
              </a:cxnLst>
              <a:rect l="0" t="0" r="r" b="b"/>
              <a:pathLst>
                <a:path w="34" h="29">
                  <a:moveTo>
                    <a:pt x="19" y="19"/>
                  </a:moveTo>
                  <a:cubicBezTo>
                    <a:pt x="28" y="12"/>
                    <a:pt x="34" y="5"/>
                    <a:pt x="33" y="2"/>
                  </a:cubicBezTo>
                  <a:cubicBezTo>
                    <a:pt x="32" y="0"/>
                    <a:pt x="24" y="2"/>
                    <a:pt x="15" y="9"/>
                  </a:cubicBezTo>
                  <a:cubicBezTo>
                    <a:pt x="6" y="15"/>
                    <a:pt x="0" y="22"/>
                    <a:pt x="0" y="26"/>
                  </a:cubicBezTo>
                  <a:cubicBezTo>
                    <a:pt x="1" y="29"/>
                    <a:pt x="10" y="26"/>
                    <a:pt x="19"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52" name="Freeform 648"/>
            <p:cNvSpPr/>
            <p:nvPr/>
          </p:nvSpPr>
          <p:spPr bwMode="auto">
            <a:xfrm>
              <a:off x="519416" y="12453716"/>
              <a:ext cx="92075" cy="68263"/>
            </a:xfrm>
            <a:custGeom>
              <a:avLst/>
              <a:gdLst>
                <a:gd name="T0" fmla="*/ 19 w 34"/>
                <a:gd name="T1" fmla="*/ 14 h 25"/>
                <a:gd name="T2" fmla="*/ 34 w 34"/>
                <a:gd name="T3" fmla="*/ 2 h 25"/>
                <a:gd name="T4" fmla="*/ 16 w 34"/>
                <a:gd name="T5" fmla="*/ 9 h 25"/>
                <a:gd name="T6" fmla="*/ 1 w 34"/>
                <a:gd name="T7" fmla="*/ 23 h 25"/>
                <a:gd name="T8" fmla="*/ 19 w 34"/>
                <a:gd name="T9" fmla="*/ 14 h 25"/>
              </a:gdLst>
              <a:ahLst/>
              <a:cxnLst>
                <a:cxn ang="0">
                  <a:pos x="T0" y="T1"/>
                </a:cxn>
                <a:cxn ang="0">
                  <a:pos x="T2" y="T3"/>
                </a:cxn>
                <a:cxn ang="0">
                  <a:pos x="T4" y="T5"/>
                </a:cxn>
                <a:cxn ang="0">
                  <a:pos x="T6" y="T7"/>
                </a:cxn>
                <a:cxn ang="0">
                  <a:pos x="T8" y="T9"/>
                </a:cxn>
              </a:cxnLst>
              <a:rect l="0" t="0" r="r" b="b"/>
              <a:pathLst>
                <a:path w="34" h="25">
                  <a:moveTo>
                    <a:pt x="19" y="14"/>
                  </a:moveTo>
                  <a:cubicBezTo>
                    <a:pt x="28" y="8"/>
                    <a:pt x="34" y="3"/>
                    <a:pt x="34" y="2"/>
                  </a:cubicBezTo>
                  <a:cubicBezTo>
                    <a:pt x="33" y="0"/>
                    <a:pt x="25" y="3"/>
                    <a:pt x="16" y="9"/>
                  </a:cubicBezTo>
                  <a:cubicBezTo>
                    <a:pt x="7" y="15"/>
                    <a:pt x="0" y="21"/>
                    <a:pt x="1" y="23"/>
                  </a:cubicBezTo>
                  <a:cubicBezTo>
                    <a:pt x="1" y="25"/>
                    <a:pt x="10" y="21"/>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53" name="Freeform 649"/>
            <p:cNvSpPr/>
            <p:nvPr/>
          </p:nvSpPr>
          <p:spPr bwMode="auto">
            <a:xfrm>
              <a:off x="725791" y="12348941"/>
              <a:ext cx="95250" cy="46038"/>
            </a:xfrm>
            <a:custGeom>
              <a:avLst/>
              <a:gdLst>
                <a:gd name="T0" fmla="*/ 20 w 35"/>
                <a:gd name="T1" fmla="*/ 9 h 17"/>
                <a:gd name="T2" fmla="*/ 35 w 35"/>
                <a:gd name="T3" fmla="*/ 0 h 17"/>
                <a:gd name="T4" fmla="*/ 17 w 35"/>
                <a:gd name="T5" fmla="*/ 6 h 17"/>
                <a:gd name="T6" fmla="*/ 1 w 35"/>
                <a:gd name="T7" fmla="*/ 16 h 17"/>
                <a:gd name="T8" fmla="*/ 20 w 35"/>
                <a:gd name="T9" fmla="*/ 9 h 17"/>
              </a:gdLst>
              <a:ahLst/>
              <a:cxnLst>
                <a:cxn ang="0">
                  <a:pos x="T0" y="T1"/>
                </a:cxn>
                <a:cxn ang="0">
                  <a:pos x="T2" y="T3"/>
                </a:cxn>
                <a:cxn ang="0">
                  <a:pos x="T4" y="T5"/>
                </a:cxn>
                <a:cxn ang="0">
                  <a:pos x="T6" y="T7"/>
                </a:cxn>
                <a:cxn ang="0">
                  <a:pos x="T8" y="T9"/>
                </a:cxn>
              </a:cxnLst>
              <a:rect l="0" t="0" r="r" b="b"/>
              <a:pathLst>
                <a:path w="35" h="17">
                  <a:moveTo>
                    <a:pt x="20" y="9"/>
                  </a:moveTo>
                  <a:cubicBezTo>
                    <a:pt x="29" y="4"/>
                    <a:pt x="35" y="1"/>
                    <a:pt x="35" y="0"/>
                  </a:cubicBezTo>
                  <a:cubicBezTo>
                    <a:pt x="34" y="0"/>
                    <a:pt x="26" y="2"/>
                    <a:pt x="17" y="6"/>
                  </a:cubicBezTo>
                  <a:cubicBezTo>
                    <a:pt x="7" y="11"/>
                    <a:pt x="0" y="15"/>
                    <a:pt x="1" y="16"/>
                  </a:cubicBezTo>
                  <a:cubicBezTo>
                    <a:pt x="2" y="17"/>
                    <a:pt x="11" y="13"/>
                    <a:pt x="2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54" name="Freeform 650"/>
            <p:cNvSpPr/>
            <p:nvPr/>
          </p:nvSpPr>
          <p:spPr bwMode="auto">
            <a:xfrm>
              <a:off x="11811304" y="9367616"/>
              <a:ext cx="88900" cy="184150"/>
            </a:xfrm>
            <a:custGeom>
              <a:avLst/>
              <a:gdLst>
                <a:gd name="T0" fmla="*/ 13 w 33"/>
                <a:gd name="T1" fmla="*/ 25 h 68"/>
                <a:gd name="T2" fmla="*/ 1 w 33"/>
                <a:gd name="T3" fmla="*/ 64 h 68"/>
                <a:gd name="T4" fmla="*/ 20 w 33"/>
                <a:gd name="T5" fmla="*/ 36 h 68"/>
                <a:gd name="T6" fmla="*/ 31 w 33"/>
                <a:gd name="T7" fmla="*/ 3 h 68"/>
                <a:gd name="T8" fmla="*/ 13 w 33"/>
                <a:gd name="T9" fmla="*/ 25 h 68"/>
              </a:gdLst>
              <a:ahLst/>
              <a:cxnLst>
                <a:cxn ang="0">
                  <a:pos x="T0" y="T1"/>
                </a:cxn>
                <a:cxn ang="0">
                  <a:pos x="T2" y="T3"/>
                </a:cxn>
                <a:cxn ang="0">
                  <a:pos x="T4" y="T5"/>
                </a:cxn>
                <a:cxn ang="0">
                  <a:pos x="T6" y="T7"/>
                </a:cxn>
                <a:cxn ang="0">
                  <a:pos x="T8" y="T9"/>
                </a:cxn>
              </a:cxnLst>
              <a:rect l="0" t="0" r="r" b="b"/>
              <a:pathLst>
                <a:path w="33" h="68">
                  <a:moveTo>
                    <a:pt x="13" y="25"/>
                  </a:moveTo>
                  <a:cubicBezTo>
                    <a:pt x="5" y="42"/>
                    <a:pt x="0" y="61"/>
                    <a:pt x="1" y="64"/>
                  </a:cubicBezTo>
                  <a:cubicBezTo>
                    <a:pt x="2" y="68"/>
                    <a:pt x="11" y="53"/>
                    <a:pt x="20" y="36"/>
                  </a:cubicBezTo>
                  <a:cubicBezTo>
                    <a:pt x="28" y="20"/>
                    <a:pt x="33" y="6"/>
                    <a:pt x="31" y="3"/>
                  </a:cubicBezTo>
                  <a:cubicBezTo>
                    <a:pt x="29" y="0"/>
                    <a:pt x="22" y="8"/>
                    <a:pt x="13"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55" name="Freeform 651"/>
            <p:cNvSpPr/>
            <p:nvPr/>
          </p:nvSpPr>
          <p:spPr bwMode="auto">
            <a:xfrm>
              <a:off x="11625566" y="9802591"/>
              <a:ext cx="84138" cy="234950"/>
            </a:xfrm>
            <a:custGeom>
              <a:avLst/>
              <a:gdLst>
                <a:gd name="T0" fmla="*/ 0 w 31"/>
                <a:gd name="T1" fmla="*/ 83 h 87"/>
                <a:gd name="T2" fmla="*/ 18 w 31"/>
                <a:gd name="T3" fmla="*/ 46 h 87"/>
                <a:gd name="T4" fmla="*/ 30 w 31"/>
                <a:gd name="T5" fmla="*/ 3 h 87"/>
                <a:gd name="T6" fmla="*/ 13 w 31"/>
                <a:gd name="T7" fmla="*/ 37 h 87"/>
                <a:gd name="T8" fmla="*/ 0 w 31"/>
                <a:gd name="T9" fmla="*/ 83 h 87"/>
              </a:gdLst>
              <a:ahLst/>
              <a:cxnLst>
                <a:cxn ang="0">
                  <a:pos x="T0" y="T1"/>
                </a:cxn>
                <a:cxn ang="0">
                  <a:pos x="T2" y="T3"/>
                </a:cxn>
                <a:cxn ang="0">
                  <a:pos x="T4" y="T5"/>
                </a:cxn>
                <a:cxn ang="0">
                  <a:pos x="T6" y="T7"/>
                </a:cxn>
                <a:cxn ang="0">
                  <a:pos x="T8" y="T9"/>
                </a:cxn>
              </a:cxnLst>
              <a:rect l="0" t="0" r="r" b="b"/>
              <a:pathLst>
                <a:path w="31" h="87">
                  <a:moveTo>
                    <a:pt x="0" y="83"/>
                  </a:moveTo>
                  <a:cubicBezTo>
                    <a:pt x="1" y="87"/>
                    <a:pt x="10" y="69"/>
                    <a:pt x="18" y="46"/>
                  </a:cubicBezTo>
                  <a:cubicBezTo>
                    <a:pt x="26" y="24"/>
                    <a:pt x="31" y="5"/>
                    <a:pt x="30" y="3"/>
                  </a:cubicBezTo>
                  <a:cubicBezTo>
                    <a:pt x="29" y="0"/>
                    <a:pt x="21" y="15"/>
                    <a:pt x="13" y="37"/>
                  </a:cubicBezTo>
                  <a:cubicBezTo>
                    <a:pt x="5" y="59"/>
                    <a:pt x="0" y="80"/>
                    <a:pt x="0"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56" name="Freeform 652"/>
            <p:cNvSpPr/>
            <p:nvPr/>
          </p:nvSpPr>
          <p:spPr bwMode="auto">
            <a:xfrm>
              <a:off x="11436654" y="10291541"/>
              <a:ext cx="85725" cy="192088"/>
            </a:xfrm>
            <a:custGeom>
              <a:avLst/>
              <a:gdLst>
                <a:gd name="T0" fmla="*/ 18 w 32"/>
                <a:gd name="T1" fmla="*/ 44 h 71"/>
                <a:gd name="T2" fmla="*/ 31 w 32"/>
                <a:gd name="T3" fmla="*/ 4 h 71"/>
                <a:gd name="T4" fmla="*/ 16 w 32"/>
                <a:gd name="T5" fmla="*/ 29 h 71"/>
                <a:gd name="T6" fmla="*/ 1 w 32"/>
                <a:gd name="T7" fmla="*/ 68 h 71"/>
                <a:gd name="T8" fmla="*/ 18 w 32"/>
                <a:gd name="T9" fmla="*/ 44 h 71"/>
              </a:gdLst>
              <a:ahLst/>
              <a:cxnLst>
                <a:cxn ang="0">
                  <a:pos x="T0" y="T1"/>
                </a:cxn>
                <a:cxn ang="0">
                  <a:pos x="T2" y="T3"/>
                </a:cxn>
                <a:cxn ang="0">
                  <a:pos x="T4" y="T5"/>
                </a:cxn>
                <a:cxn ang="0">
                  <a:pos x="T6" y="T7"/>
                </a:cxn>
                <a:cxn ang="0">
                  <a:pos x="T8" y="T9"/>
                </a:cxn>
              </a:cxnLst>
              <a:rect l="0" t="0" r="r" b="b"/>
              <a:pathLst>
                <a:path w="32" h="71">
                  <a:moveTo>
                    <a:pt x="18" y="44"/>
                  </a:moveTo>
                  <a:cubicBezTo>
                    <a:pt x="26" y="27"/>
                    <a:pt x="32" y="8"/>
                    <a:pt x="31" y="4"/>
                  </a:cubicBezTo>
                  <a:cubicBezTo>
                    <a:pt x="31" y="0"/>
                    <a:pt x="24" y="12"/>
                    <a:pt x="16" y="29"/>
                  </a:cubicBezTo>
                  <a:cubicBezTo>
                    <a:pt x="7" y="48"/>
                    <a:pt x="0" y="65"/>
                    <a:pt x="1" y="68"/>
                  </a:cubicBezTo>
                  <a:cubicBezTo>
                    <a:pt x="2" y="71"/>
                    <a:pt x="10" y="61"/>
                    <a:pt x="18"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57" name="Freeform 653"/>
            <p:cNvSpPr/>
            <p:nvPr/>
          </p:nvSpPr>
          <p:spPr bwMode="auto">
            <a:xfrm>
              <a:off x="11235041" y="10616978"/>
              <a:ext cx="95250" cy="73025"/>
            </a:xfrm>
            <a:custGeom>
              <a:avLst/>
              <a:gdLst>
                <a:gd name="T0" fmla="*/ 20 w 35"/>
                <a:gd name="T1" fmla="*/ 22 h 27"/>
                <a:gd name="T2" fmla="*/ 33 w 35"/>
                <a:gd name="T3" fmla="*/ 4 h 27"/>
                <a:gd name="T4" fmla="*/ 16 w 35"/>
                <a:gd name="T5" fmla="*/ 6 h 27"/>
                <a:gd name="T6" fmla="*/ 1 w 35"/>
                <a:gd name="T7" fmla="*/ 17 h 27"/>
                <a:gd name="T8" fmla="*/ 20 w 35"/>
                <a:gd name="T9" fmla="*/ 22 h 27"/>
              </a:gdLst>
              <a:ahLst/>
              <a:cxnLst>
                <a:cxn ang="0">
                  <a:pos x="T0" y="T1"/>
                </a:cxn>
                <a:cxn ang="0">
                  <a:pos x="T2" y="T3"/>
                </a:cxn>
                <a:cxn ang="0">
                  <a:pos x="T4" y="T5"/>
                </a:cxn>
                <a:cxn ang="0">
                  <a:pos x="T6" y="T7"/>
                </a:cxn>
                <a:cxn ang="0">
                  <a:pos x="T8" y="T9"/>
                </a:cxn>
              </a:cxnLst>
              <a:rect l="0" t="0" r="r" b="b"/>
              <a:pathLst>
                <a:path w="35" h="27">
                  <a:moveTo>
                    <a:pt x="20" y="22"/>
                  </a:moveTo>
                  <a:cubicBezTo>
                    <a:pt x="29" y="17"/>
                    <a:pt x="35" y="8"/>
                    <a:pt x="33" y="4"/>
                  </a:cubicBezTo>
                  <a:cubicBezTo>
                    <a:pt x="32" y="0"/>
                    <a:pt x="25" y="2"/>
                    <a:pt x="16" y="6"/>
                  </a:cubicBezTo>
                  <a:cubicBezTo>
                    <a:pt x="7" y="9"/>
                    <a:pt x="0" y="12"/>
                    <a:pt x="1" y="17"/>
                  </a:cubicBezTo>
                  <a:cubicBezTo>
                    <a:pt x="1" y="22"/>
                    <a:pt x="11" y="27"/>
                    <a:pt x="20"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58" name="Freeform 654"/>
            <p:cNvSpPr/>
            <p:nvPr/>
          </p:nvSpPr>
          <p:spPr bwMode="auto">
            <a:xfrm>
              <a:off x="11017554" y="10609041"/>
              <a:ext cx="98425" cy="57150"/>
            </a:xfrm>
            <a:custGeom>
              <a:avLst/>
              <a:gdLst>
                <a:gd name="T0" fmla="*/ 35 w 36"/>
                <a:gd name="T1" fmla="*/ 13 h 21"/>
                <a:gd name="T2" fmla="*/ 16 w 36"/>
                <a:gd name="T3" fmla="*/ 1 h 21"/>
                <a:gd name="T4" fmla="*/ 0 w 36"/>
                <a:gd name="T5" fmla="*/ 9 h 21"/>
                <a:gd name="T6" fmla="*/ 21 w 36"/>
                <a:gd name="T7" fmla="*/ 21 h 21"/>
                <a:gd name="T8" fmla="*/ 35 w 36"/>
                <a:gd name="T9" fmla="*/ 13 h 21"/>
              </a:gdLst>
              <a:ahLst/>
              <a:cxnLst>
                <a:cxn ang="0">
                  <a:pos x="T0" y="T1"/>
                </a:cxn>
                <a:cxn ang="0">
                  <a:pos x="T2" y="T3"/>
                </a:cxn>
                <a:cxn ang="0">
                  <a:pos x="T4" y="T5"/>
                </a:cxn>
                <a:cxn ang="0">
                  <a:pos x="T6" y="T7"/>
                </a:cxn>
                <a:cxn ang="0">
                  <a:pos x="T8" y="T9"/>
                </a:cxn>
              </a:cxnLst>
              <a:rect l="0" t="0" r="r" b="b"/>
              <a:pathLst>
                <a:path w="36" h="21">
                  <a:moveTo>
                    <a:pt x="35" y="13"/>
                  </a:moveTo>
                  <a:cubicBezTo>
                    <a:pt x="34" y="7"/>
                    <a:pt x="26" y="2"/>
                    <a:pt x="16" y="1"/>
                  </a:cubicBezTo>
                  <a:cubicBezTo>
                    <a:pt x="7" y="0"/>
                    <a:pt x="0" y="3"/>
                    <a:pt x="0" y="9"/>
                  </a:cubicBezTo>
                  <a:cubicBezTo>
                    <a:pt x="1" y="14"/>
                    <a:pt x="11" y="20"/>
                    <a:pt x="21" y="21"/>
                  </a:cubicBezTo>
                  <a:cubicBezTo>
                    <a:pt x="30" y="21"/>
                    <a:pt x="36" y="18"/>
                    <a:pt x="3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59" name="Freeform 655"/>
            <p:cNvSpPr/>
            <p:nvPr/>
          </p:nvSpPr>
          <p:spPr bwMode="auto">
            <a:xfrm>
              <a:off x="10798479" y="10586816"/>
              <a:ext cx="100013" cy="60325"/>
            </a:xfrm>
            <a:custGeom>
              <a:avLst/>
              <a:gdLst>
                <a:gd name="T0" fmla="*/ 36 w 37"/>
                <a:gd name="T1" fmla="*/ 13 h 22"/>
                <a:gd name="T2" fmla="*/ 17 w 37"/>
                <a:gd name="T3" fmla="*/ 1 h 22"/>
                <a:gd name="T4" fmla="*/ 1 w 37"/>
                <a:gd name="T5" fmla="*/ 10 h 22"/>
                <a:gd name="T6" fmla="*/ 21 w 37"/>
                <a:gd name="T7" fmla="*/ 22 h 22"/>
                <a:gd name="T8" fmla="*/ 36 w 37"/>
                <a:gd name="T9" fmla="*/ 13 h 22"/>
              </a:gdLst>
              <a:ahLst/>
              <a:cxnLst>
                <a:cxn ang="0">
                  <a:pos x="T0" y="T1"/>
                </a:cxn>
                <a:cxn ang="0">
                  <a:pos x="T2" y="T3"/>
                </a:cxn>
                <a:cxn ang="0">
                  <a:pos x="T4" y="T5"/>
                </a:cxn>
                <a:cxn ang="0">
                  <a:pos x="T6" y="T7"/>
                </a:cxn>
                <a:cxn ang="0">
                  <a:pos x="T8" y="T9"/>
                </a:cxn>
              </a:cxnLst>
              <a:rect l="0" t="0" r="r" b="b"/>
              <a:pathLst>
                <a:path w="37" h="22">
                  <a:moveTo>
                    <a:pt x="36" y="13"/>
                  </a:moveTo>
                  <a:cubicBezTo>
                    <a:pt x="35" y="7"/>
                    <a:pt x="27" y="2"/>
                    <a:pt x="17" y="1"/>
                  </a:cubicBezTo>
                  <a:cubicBezTo>
                    <a:pt x="8" y="0"/>
                    <a:pt x="0" y="5"/>
                    <a:pt x="1" y="10"/>
                  </a:cubicBezTo>
                  <a:cubicBezTo>
                    <a:pt x="1" y="16"/>
                    <a:pt x="11" y="22"/>
                    <a:pt x="21" y="22"/>
                  </a:cubicBezTo>
                  <a:cubicBezTo>
                    <a:pt x="30" y="22"/>
                    <a:pt x="37" y="18"/>
                    <a:pt x="36"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60" name="Freeform 656"/>
            <p:cNvSpPr/>
            <p:nvPr/>
          </p:nvSpPr>
          <p:spPr bwMode="auto">
            <a:xfrm>
              <a:off x="10577816" y="10580466"/>
              <a:ext cx="101600" cy="63500"/>
            </a:xfrm>
            <a:custGeom>
              <a:avLst/>
              <a:gdLst>
                <a:gd name="T0" fmla="*/ 36 w 37"/>
                <a:gd name="T1" fmla="*/ 12 h 23"/>
                <a:gd name="T2" fmla="*/ 17 w 37"/>
                <a:gd name="T3" fmla="*/ 0 h 23"/>
                <a:gd name="T4" fmla="*/ 1 w 37"/>
                <a:gd name="T5" fmla="*/ 12 h 23"/>
                <a:gd name="T6" fmla="*/ 21 w 37"/>
                <a:gd name="T7" fmla="*/ 23 h 23"/>
                <a:gd name="T8" fmla="*/ 36 w 37"/>
                <a:gd name="T9" fmla="*/ 12 h 23"/>
              </a:gdLst>
              <a:ahLst/>
              <a:cxnLst>
                <a:cxn ang="0">
                  <a:pos x="T0" y="T1"/>
                </a:cxn>
                <a:cxn ang="0">
                  <a:pos x="T2" y="T3"/>
                </a:cxn>
                <a:cxn ang="0">
                  <a:pos x="T4" y="T5"/>
                </a:cxn>
                <a:cxn ang="0">
                  <a:pos x="T6" y="T7"/>
                </a:cxn>
                <a:cxn ang="0">
                  <a:pos x="T8" y="T9"/>
                </a:cxn>
              </a:cxnLst>
              <a:rect l="0" t="0" r="r" b="b"/>
              <a:pathLst>
                <a:path w="37" h="23">
                  <a:moveTo>
                    <a:pt x="36" y="12"/>
                  </a:moveTo>
                  <a:cubicBezTo>
                    <a:pt x="35" y="5"/>
                    <a:pt x="27" y="0"/>
                    <a:pt x="17" y="0"/>
                  </a:cubicBezTo>
                  <a:cubicBezTo>
                    <a:pt x="8" y="0"/>
                    <a:pt x="0" y="5"/>
                    <a:pt x="1" y="12"/>
                  </a:cubicBezTo>
                  <a:cubicBezTo>
                    <a:pt x="2" y="18"/>
                    <a:pt x="11" y="23"/>
                    <a:pt x="21" y="23"/>
                  </a:cubicBezTo>
                  <a:cubicBezTo>
                    <a:pt x="30" y="23"/>
                    <a:pt x="37" y="18"/>
                    <a:pt x="36"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61" name="Freeform 657"/>
            <p:cNvSpPr/>
            <p:nvPr/>
          </p:nvSpPr>
          <p:spPr bwMode="auto">
            <a:xfrm>
              <a:off x="10358741" y="10586816"/>
              <a:ext cx="100013" cy="68263"/>
            </a:xfrm>
            <a:custGeom>
              <a:avLst/>
              <a:gdLst>
                <a:gd name="T0" fmla="*/ 21 w 37"/>
                <a:gd name="T1" fmla="*/ 25 h 25"/>
                <a:gd name="T2" fmla="*/ 36 w 37"/>
                <a:gd name="T3" fmla="*/ 12 h 25"/>
                <a:gd name="T4" fmla="*/ 18 w 37"/>
                <a:gd name="T5" fmla="*/ 0 h 25"/>
                <a:gd name="T6" fmla="*/ 1 w 37"/>
                <a:gd name="T7" fmla="*/ 14 h 25"/>
                <a:gd name="T8" fmla="*/ 21 w 37"/>
                <a:gd name="T9" fmla="*/ 25 h 25"/>
              </a:gdLst>
              <a:ahLst/>
              <a:cxnLst>
                <a:cxn ang="0">
                  <a:pos x="T0" y="T1"/>
                </a:cxn>
                <a:cxn ang="0">
                  <a:pos x="T2" y="T3"/>
                </a:cxn>
                <a:cxn ang="0">
                  <a:pos x="T4" y="T5"/>
                </a:cxn>
                <a:cxn ang="0">
                  <a:pos x="T6" y="T7"/>
                </a:cxn>
                <a:cxn ang="0">
                  <a:pos x="T8" y="T9"/>
                </a:cxn>
              </a:cxnLst>
              <a:rect l="0" t="0" r="r" b="b"/>
              <a:pathLst>
                <a:path w="37" h="25">
                  <a:moveTo>
                    <a:pt x="21" y="25"/>
                  </a:moveTo>
                  <a:cubicBezTo>
                    <a:pt x="30" y="24"/>
                    <a:pt x="37" y="18"/>
                    <a:pt x="36" y="12"/>
                  </a:cubicBezTo>
                  <a:cubicBezTo>
                    <a:pt x="35" y="5"/>
                    <a:pt x="27" y="0"/>
                    <a:pt x="18" y="0"/>
                  </a:cubicBezTo>
                  <a:cubicBezTo>
                    <a:pt x="8" y="0"/>
                    <a:pt x="0" y="7"/>
                    <a:pt x="1" y="14"/>
                  </a:cubicBezTo>
                  <a:cubicBezTo>
                    <a:pt x="2" y="20"/>
                    <a:pt x="11" y="25"/>
                    <a:pt x="21"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62" name="Freeform 658"/>
            <p:cNvSpPr/>
            <p:nvPr/>
          </p:nvSpPr>
          <p:spPr bwMode="auto">
            <a:xfrm>
              <a:off x="10138079" y="10599516"/>
              <a:ext cx="101600" cy="79375"/>
            </a:xfrm>
            <a:custGeom>
              <a:avLst/>
              <a:gdLst>
                <a:gd name="T0" fmla="*/ 21 w 37"/>
                <a:gd name="T1" fmla="*/ 28 h 29"/>
                <a:gd name="T2" fmla="*/ 36 w 37"/>
                <a:gd name="T3" fmla="*/ 12 h 29"/>
                <a:gd name="T4" fmla="*/ 17 w 37"/>
                <a:gd name="T5" fmla="*/ 1 h 29"/>
                <a:gd name="T6" fmla="*/ 1 w 37"/>
                <a:gd name="T7" fmla="*/ 16 h 29"/>
                <a:gd name="T8" fmla="*/ 21 w 37"/>
                <a:gd name="T9" fmla="*/ 28 h 29"/>
              </a:gdLst>
              <a:ahLst/>
              <a:cxnLst>
                <a:cxn ang="0">
                  <a:pos x="T0" y="T1"/>
                </a:cxn>
                <a:cxn ang="0">
                  <a:pos x="T2" y="T3"/>
                </a:cxn>
                <a:cxn ang="0">
                  <a:pos x="T4" y="T5"/>
                </a:cxn>
                <a:cxn ang="0">
                  <a:pos x="T6" y="T7"/>
                </a:cxn>
                <a:cxn ang="0">
                  <a:pos x="T8" y="T9"/>
                </a:cxn>
              </a:cxnLst>
              <a:rect l="0" t="0" r="r" b="b"/>
              <a:pathLst>
                <a:path w="37" h="29">
                  <a:moveTo>
                    <a:pt x="21" y="28"/>
                  </a:moveTo>
                  <a:cubicBezTo>
                    <a:pt x="30" y="26"/>
                    <a:pt x="37" y="20"/>
                    <a:pt x="36" y="12"/>
                  </a:cubicBezTo>
                  <a:cubicBezTo>
                    <a:pt x="35" y="5"/>
                    <a:pt x="27" y="0"/>
                    <a:pt x="17" y="1"/>
                  </a:cubicBezTo>
                  <a:cubicBezTo>
                    <a:pt x="8" y="2"/>
                    <a:pt x="0" y="8"/>
                    <a:pt x="1" y="16"/>
                  </a:cubicBezTo>
                  <a:cubicBezTo>
                    <a:pt x="1" y="23"/>
                    <a:pt x="11" y="29"/>
                    <a:pt x="21"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63" name="Freeform 659"/>
            <p:cNvSpPr/>
            <p:nvPr/>
          </p:nvSpPr>
          <p:spPr bwMode="auto">
            <a:xfrm>
              <a:off x="9915829" y="10624916"/>
              <a:ext cx="103188" cy="87313"/>
            </a:xfrm>
            <a:custGeom>
              <a:avLst/>
              <a:gdLst>
                <a:gd name="T0" fmla="*/ 21 w 38"/>
                <a:gd name="T1" fmla="*/ 30 h 32"/>
                <a:gd name="T2" fmla="*/ 37 w 38"/>
                <a:gd name="T3" fmla="*/ 13 h 32"/>
                <a:gd name="T4" fmla="*/ 18 w 38"/>
                <a:gd name="T5" fmla="*/ 1 h 32"/>
                <a:gd name="T6" fmla="*/ 2 w 38"/>
                <a:gd name="T7" fmla="*/ 19 h 32"/>
                <a:gd name="T8" fmla="*/ 21 w 38"/>
                <a:gd name="T9" fmla="*/ 30 h 32"/>
              </a:gdLst>
              <a:ahLst/>
              <a:cxnLst>
                <a:cxn ang="0">
                  <a:pos x="T0" y="T1"/>
                </a:cxn>
                <a:cxn ang="0">
                  <a:pos x="T2" y="T3"/>
                </a:cxn>
                <a:cxn ang="0">
                  <a:pos x="T4" y="T5"/>
                </a:cxn>
                <a:cxn ang="0">
                  <a:pos x="T6" y="T7"/>
                </a:cxn>
                <a:cxn ang="0">
                  <a:pos x="T8" y="T9"/>
                </a:cxn>
              </a:cxnLst>
              <a:rect l="0" t="0" r="r" b="b"/>
              <a:pathLst>
                <a:path w="38" h="32">
                  <a:moveTo>
                    <a:pt x="21" y="30"/>
                  </a:moveTo>
                  <a:cubicBezTo>
                    <a:pt x="31" y="29"/>
                    <a:pt x="38" y="21"/>
                    <a:pt x="37" y="13"/>
                  </a:cubicBezTo>
                  <a:cubicBezTo>
                    <a:pt x="36" y="5"/>
                    <a:pt x="28" y="0"/>
                    <a:pt x="18" y="1"/>
                  </a:cubicBezTo>
                  <a:cubicBezTo>
                    <a:pt x="8" y="2"/>
                    <a:pt x="0" y="10"/>
                    <a:pt x="2" y="19"/>
                  </a:cubicBezTo>
                  <a:cubicBezTo>
                    <a:pt x="3" y="26"/>
                    <a:pt x="12" y="32"/>
                    <a:pt x="21"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64" name="Freeform 660"/>
            <p:cNvSpPr/>
            <p:nvPr/>
          </p:nvSpPr>
          <p:spPr bwMode="auto">
            <a:xfrm>
              <a:off x="9696754" y="10656666"/>
              <a:ext cx="100013" cy="93663"/>
            </a:xfrm>
            <a:custGeom>
              <a:avLst/>
              <a:gdLst>
                <a:gd name="T0" fmla="*/ 21 w 37"/>
                <a:gd name="T1" fmla="*/ 32 h 34"/>
                <a:gd name="T2" fmla="*/ 37 w 37"/>
                <a:gd name="T3" fmla="*/ 14 h 34"/>
                <a:gd name="T4" fmla="*/ 18 w 37"/>
                <a:gd name="T5" fmla="*/ 1 h 34"/>
                <a:gd name="T6" fmla="*/ 2 w 37"/>
                <a:gd name="T7" fmla="*/ 20 h 34"/>
                <a:gd name="T8" fmla="*/ 21 w 37"/>
                <a:gd name="T9" fmla="*/ 32 h 34"/>
              </a:gdLst>
              <a:ahLst/>
              <a:cxnLst>
                <a:cxn ang="0">
                  <a:pos x="T0" y="T1"/>
                </a:cxn>
                <a:cxn ang="0">
                  <a:pos x="T2" y="T3"/>
                </a:cxn>
                <a:cxn ang="0">
                  <a:pos x="T4" y="T5"/>
                </a:cxn>
                <a:cxn ang="0">
                  <a:pos x="T6" y="T7"/>
                </a:cxn>
                <a:cxn ang="0">
                  <a:pos x="T8" y="T9"/>
                </a:cxn>
              </a:cxnLst>
              <a:rect l="0" t="0" r="r" b="b"/>
              <a:pathLst>
                <a:path w="37" h="34">
                  <a:moveTo>
                    <a:pt x="21" y="32"/>
                  </a:moveTo>
                  <a:cubicBezTo>
                    <a:pt x="31" y="31"/>
                    <a:pt x="37" y="22"/>
                    <a:pt x="37" y="14"/>
                  </a:cubicBezTo>
                  <a:cubicBezTo>
                    <a:pt x="36" y="6"/>
                    <a:pt x="28" y="0"/>
                    <a:pt x="18" y="1"/>
                  </a:cubicBezTo>
                  <a:cubicBezTo>
                    <a:pt x="8" y="3"/>
                    <a:pt x="0" y="12"/>
                    <a:pt x="2" y="20"/>
                  </a:cubicBezTo>
                  <a:cubicBezTo>
                    <a:pt x="3" y="29"/>
                    <a:pt x="12" y="34"/>
                    <a:pt x="21"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65" name="Freeform 661"/>
            <p:cNvSpPr/>
            <p:nvPr/>
          </p:nvSpPr>
          <p:spPr bwMode="auto">
            <a:xfrm>
              <a:off x="9476091" y="10694766"/>
              <a:ext cx="103188" cy="103188"/>
            </a:xfrm>
            <a:custGeom>
              <a:avLst/>
              <a:gdLst>
                <a:gd name="T0" fmla="*/ 22 w 38"/>
                <a:gd name="T1" fmla="*/ 35 h 38"/>
                <a:gd name="T2" fmla="*/ 36 w 38"/>
                <a:gd name="T3" fmla="*/ 14 h 38"/>
                <a:gd name="T4" fmla="*/ 17 w 38"/>
                <a:gd name="T5" fmla="*/ 2 h 38"/>
                <a:gd name="T6" fmla="*/ 1 w 38"/>
                <a:gd name="T7" fmla="*/ 22 h 38"/>
                <a:gd name="T8" fmla="*/ 22 w 38"/>
                <a:gd name="T9" fmla="*/ 35 h 38"/>
              </a:gdLst>
              <a:ahLst/>
              <a:cxnLst>
                <a:cxn ang="0">
                  <a:pos x="T0" y="T1"/>
                </a:cxn>
                <a:cxn ang="0">
                  <a:pos x="T2" y="T3"/>
                </a:cxn>
                <a:cxn ang="0">
                  <a:pos x="T4" y="T5"/>
                </a:cxn>
                <a:cxn ang="0">
                  <a:pos x="T6" y="T7"/>
                </a:cxn>
                <a:cxn ang="0">
                  <a:pos x="T8" y="T9"/>
                </a:cxn>
              </a:cxnLst>
              <a:rect l="0" t="0" r="r" b="b"/>
              <a:pathLst>
                <a:path w="38" h="38">
                  <a:moveTo>
                    <a:pt x="22" y="35"/>
                  </a:moveTo>
                  <a:cubicBezTo>
                    <a:pt x="31" y="32"/>
                    <a:pt x="38" y="23"/>
                    <a:pt x="36" y="14"/>
                  </a:cubicBezTo>
                  <a:cubicBezTo>
                    <a:pt x="35" y="5"/>
                    <a:pt x="26" y="0"/>
                    <a:pt x="17" y="2"/>
                  </a:cubicBezTo>
                  <a:cubicBezTo>
                    <a:pt x="7" y="4"/>
                    <a:pt x="0" y="13"/>
                    <a:pt x="1" y="22"/>
                  </a:cubicBezTo>
                  <a:cubicBezTo>
                    <a:pt x="2" y="31"/>
                    <a:pt x="12" y="38"/>
                    <a:pt x="22"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66" name="Freeform 662"/>
            <p:cNvSpPr/>
            <p:nvPr/>
          </p:nvSpPr>
          <p:spPr bwMode="auto">
            <a:xfrm>
              <a:off x="9258604" y="10739216"/>
              <a:ext cx="98425" cy="107950"/>
            </a:xfrm>
            <a:custGeom>
              <a:avLst/>
              <a:gdLst>
                <a:gd name="T0" fmla="*/ 20 w 36"/>
                <a:gd name="T1" fmla="*/ 37 h 40"/>
                <a:gd name="T2" fmla="*/ 35 w 36"/>
                <a:gd name="T3" fmla="*/ 16 h 40"/>
                <a:gd name="T4" fmla="*/ 16 w 36"/>
                <a:gd name="T5" fmla="*/ 2 h 40"/>
                <a:gd name="T6" fmla="*/ 0 w 36"/>
                <a:gd name="T7" fmla="*/ 23 h 40"/>
                <a:gd name="T8" fmla="*/ 20 w 36"/>
                <a:gd name="T9" fmla="*/ 37 h 40"/>
              </a:gdLst>
              <a:ahLst/>
              <a:cxnLst>
                <a:cxn ang="0">
                  <a:pos x="T0" y="T1"/>
                </a:cxn>
                <a:cxn ang="0">
                  <a:pos x="T2" y="T3"/>
                </a:cxn>
                <a:cxn ang="0">
                  <a:pos x="T4" y="T5"/>
                </a:cxn>
                <a:cxn ang="0">
                  <a:pos x="T6" y="T7"/>
                </a:cxn>
                <a:cxn ang="0">
                  <a:pos x="T8" y="T9"/>
                </a:cxn>
              </a:cxnLst>
              <a:rect l="0" t="0" r="r" b="b"/>
              <a:pathLst>
                <a:path w="36" h="40">
                  <a:moveTo>
                    <a:pt x="20" y="37"/>
                  </a:moveTo>
                  <a:cubicBezTo>
                    <a:pt x="30" y="35"/>
                    <a:pt x="36" y="25"/>
                    <a:pt x="35" y="16"/>
                  </a:cubicBezTo>
                  <a:cubicBezTo>
                    <a:pt x="34" y="6"/>
                    <a:pt x="26" y="0"/>
                    <a:pt x="16" y="2"/>
                  </a:cubicBezTo>
                  <a:cubicBezTo>
                    <a:pt x="7" y="4"/>
                    <a:pt x="0" y="13"/>
                    <a:pt x="0" y="23"/>
                  </a:cubicBezTo>
                  <a:cubicBezTo>
                    <a:pt x="1" y="33"/>
                    <a:pt x="11" y="40"/>
                    <a:pt x="20"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67" name="Freeform 663"/>
            <p:cNvSpPr/>
            <p:nvPr/>
          </p:nvSpPr>
          <p:spPr bwMode="auto">
            <a:xfrm>
              <a:off x="9039529" y="10785253"/>
              <a:ext cx="98425" cy="114300"/>
            </a:xfrm>
            <a:custGeom>
              <a:avLst/>
              <a:gdLst>
                <a:gd name="T0" fmla="*/ 20 w 36"/>
                <a:gd name="T1" fmla="*/ 39 h 42"/>
                <a:gd name="T2" fmla="*/ 35 w 36"/>
                <a:gd name="T3" fmla="*/ 16 h 42"/>
                <a:gd name="T4" fmla="*/ 16 w 36"/>
                <a:gd name="T5" fmla="*/ 2 h 42"/>
                <a:gd name="T6" fmla="*/ 0 w 36"/>
                <a:gd name="T7" fmla="*/ 24 h 42"/>
                <a:gd name="T8" fmla="*/ 20 w 36"/>
                <a:gd name="T9" fmla="*/ 39 h 42"/>
              </a:gdLst>
              <a:ahLst/>
              <a:cxnLst>
                <a:cxn ang="0">
                  <a:pos x="T0" y="T1"/>
                </a:cxn>
                <a:cxn ang="0">
                  <a:pos x="T2" y="T3"/>
                </a:cxn>
                <a:cxn ang="0">
                  <a:pos x="T4" y="T5"/>
                </a:cxn>
                <a:cxn ang="0">
                  <a:pos x="T6" y="T7"/>
                </a:cxn>
                <a:cxn ang="0">
                  <a:pos x="T8" y="T9"/>
                </a:cxn>
              </a:cxnLst>
              <a:rect l="0" t="0" r="r" b="b"/>
              <a:pathLst>
                <a:path w="36" h="42">
                  <a:moveTo>
                    <a:pt x="20" y="39"/>
                  </a:moveTo>
                  <a:cubicBezTo>
                    <a:pt x="30" y="37"/>
                    <a:pt x="36" y="27"/>
                    <a:pt x="35" y="16"/>
                  </a:cubicBezTo>
                  <a:cubicBezTo>
                    <a:pt x="34" y="6"/>
                    <a:pt x="26" y="0"/>
                    <a:pt x="16" y="2"/>
                  </a:cubicBezTo>
                  <a:cubicBezTo>
                    <a:pt x="7" y="4"/>
                    <a:pt x="0" y="13"/>
                    <a:pt x="0" y="24"/>
                  </a:cubicBezTo>
                  <a:cubicBezTo>
                    <a:pt x="1" y="35"/>
                    <a:pt x="11" y="42"/>
                    <a:pt x="20"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68" name="Freeform 664"/>
            <p:cNvSpPr/>
            <p:nvPr/>
          </p:nvSpPr>
          <p:spPr bwMode="auto">
            <a:xfrm>
              <a:off x="8818866" y="10831291"/>
              <a:ext cx="101600" cy="119063"/>
            </a:xfrm>
            <a:custGeom>
              <a:avLst/>
              <a:gdLst>
                <a:gd name="T0" fmla="*/ 21 w 37"/>
                <a:gd name="T1" fmla="*/ 42 h 44"/>
                <a:gd name="T2" fmla="*/ 35 w 37"/>
                <a:gd name="T3" fmla="*/ 18 h 44"/>
                <a:gd name="T4" fmla="*/ 16 w 37"/>
                <a:gd name="T5" fmla="*/ 2 h 44"/>
                <a:gd name="T6" fmla="*/ 1 w 37"/>
                <a:gd name="T7" fmla="*/ 25 h 44"/>
                <a:gd name="T8" fmla="*/ 21 w 37"/>
                <a:gd name="T9" fmla="*/ 42 h 44"/>
              </a:gdLst>
              <a:ahLst/>
              <a:cxnLst>
                <a:cxn ang="0">
                  <a:pos x="T0" y="T1"/>
                </a:cxn>
                <a:cxn ang="0">
                  <a:pos x="T2" y="T3"/>
                </a:cxn>
                <a:cxn ang="0">
                  <a:pos x="T4" y="T5"/>
                </a:cxn>
                <a:cxn ang="0">
                  <a:pos x="T6" y="T7"/>
                </a:cxn>
                <a:cxn ang="0">
                  <a:pos x="T8" y="T9"/>
                </a:cxn>
              </a:cxnLst>
              <a:rect l="0" t="0" r="r" b="b"/>
              <a:pathLst>
                <a:path w="37" h="44">
                  <a:moveTo>
                    <a:pt x="21" y="42"/>
                  </a:moveTo>
                  <a:cubicBezTo>
                    <a:pt x="30" y="39"/>
                    <a:pt x="37" y="28"/>
                    <a:pt x="35" y="18"/>
                  </a:cubicBezTo>
                  <a:cubicBezTo>
                    <a:pt x="34" y="7"/>
                    <a:pt x="26" y="0"/>
                    <a:pt x="16" y="2"/>
                  </a:cubicBezTo>
                  <a:cubicBezTo>
                    <a:pt x="7" y="4"/>
                    <a:pt x="0" y="14"/>
                    <a:pt x="1" y="25"/>
                  </a:cubicBezTo>
                  <a:cubicBezTo>
                    <a:pt x="1" y="36"/>
                    <a:pt x="11" y="44"/>
                    <a:pt x="21"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69" name="Freeform 665"/>
            <p:cNvSpPr/>
            <p:nvPr/>
          </p:nvSpPr>
          <p:spPr bwMode="auto">
            <a:xfrm>
              <a:off x="8599791" y="10874153"/>
              <a:ext cx="100013" cy="128588"/>
            </a:xfrm>
            <a:custGeom>
              <a:avLst/>
              <a:gdLst>
                <a:gd name="T0" fmla="*/ 22 w 37"/>
                <a:gd name="T1" fmla="*/ 44 h 47"/>
                <a:gd name="T2" fmla="*/ 36 w 37"/>
                <a:gd name="T3" fmla="*/ 19 h 47"/>
                <a:gd name="T4" fmla="*/ 16 w 37"/>
                <a:gd name="T5" fmla="*/ 2 h 47"/>
                <a:gd name="T6" fmla="*/ 1 w 37"/>
                <a:gd name="T7" fmla="*/ 26 h 47"/>
                <a:gd name="T8" fmla="*/ 22 w 37"/>
                <a:gd name="T9" fmla="*/ 44 h 47"/>
              </a:gdLst>
              <a:ahLst/>
              <a:cxnLst>
                <a:cxn ang="0">
                  <a:pos x="T0" y="T1"/>
                </a:cxn>
                <a:cxn ang="0">
                  <a:pos x="T2" y="T3"/>
                </a:cxn>
                <a:cxn ang="0">
                  <a:pos x="T4" y="T5"/>
                </a:cxn>
                <a:cxn ang="0">
                  <a:pos x="T6" y="T7"/>
                </a:cxn>
                <a:cxn ang="0">
                  <a:pos x="T8" y="T9"/>
                </a:cxn>
              </a:cxnLst>
              <a:rect l="0" t="0" r="r" b="b"/>
              <a:pathLst>
                <a:path w="37" h="47">
                  <a:moveTo>
                    <a:pt x="22" y="44"/>
                  </a:moveTo>
                  <a:cubicBezTo>
                    <a:pt x="31" y="41"/>
                    <a:pt x="37" y="30"/>
                    <a:pt x="36" y="19"/>
                  </a:cubicBezTo>
                  <a:cubicBezTo>
                    <a:pt x="34" y="7"/>
                    <a:pt x="26" y="0"/>
                    <a:pt x="16" y="2"/>
                  </a:cubicBezTo>
                  <a:cubicBezTo>
                    <a:pt x="7" y="4"/>
                    <a:pt x="0" y="15"/>
                    <a:pt x="1" y="26"/>
                  </a:cubicBezTo>
                  <a:cubicBezTo>
                    <a:pt x="2" y="38"/>
                    <a:pt x="12" y="47"/>
                    <a:pt x="22"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70" name="Freeform 666"/>
            <p:cNvSpPr/>
            <p:nvPr/>
          </p:nvSpPr>
          <p:spPr bwMode="auto">
            <a:xfrm>
              <a:off x="8382304" y="10918603"/>
              <a:ext cx="100013" cy="127000"/>
            </a:xfrm>
            <a:custGeom>
              <a:avLst/>
              <a:gdLst>
                <a:gd name="T0" fmla="*/ 21 w 37"/>
                <a:gd name="T1" fmla="*/ 45 h 47"/>
                <a:gd name="T2" fmla="*/ 36 w 37"/>
                <a:gd name="T3" fmla="*/ 19 h 47"/>
                <a:gd name="T4" fmla="*/ 17 w 37"/>
                <a:gd name="T5" fmla="*/ 1 h 47"/>
                <a:gd name="T6" fmla="*/ 1 w 37"/>
                <a:gd name="T7" fmla="*/ 25 h 47"/>
                <a:gd name="T8" fmla="*/ 21 w 37"/>
                <a:gd name="T9" fmla="*/ 45 h 47"/>
              </a:gdLst>
              <a:ahLst/>
              <a:cxnLst>
                <a:cxn ang="0">
                  <a:pos x="T0" y="T1"/>
                </a:cxn>
                <a:cxn ang="0">
                  <a:pos x="T2" y="T3"/>
                </a:cxn>
                <a:cxn ang="0">
                  <a:pos x="T4" y="T5"/>
                </a:cxn>
                <a:cxn ang="0">
                  <a:pos x="T6" y="T7"/>
                </a:cxn>
                <a:cxn ang="0">
                  <a:pos x="T8" y="T9"/>
                </a:cxn>
              </a:cxnLst>
              <a:rect l="0" t="0" r="r" b="b"/>
              <a:pathLst>
                <a:path w="37" h="47">
                  <a:moveTo>
                    <a:pt x="21" y="45"/>
                  </a:moveTo>
                  <a:cubicBezTo>
                    <a:pt x="30" y="42"/>
                    <a:pt x="37" y="31"/>
                    <a:pt x="36" y="19"/>
                  </a:cubicBezTo>
                  <a:cubicBezTo>
                    <a:pt x="34" y="8"/>
                    <a:pt x="26" y="0"/>
                    <a:pt x="17" y="1"/>
                  </a:cubicBezTo>
                  <a:cubicBezTo>
                    <a:pt x="7" y="3"/>
                    <a:pt x="0" y="13"/>
                    <a:pt x="1" y="25"/>
                  </a:cubicBezTo>
                  <a:cubicBezTo>
                    <a:pt x="2" y="37"/>
                    <a:pt x="11" y="47"/>
                    <a:pt x="21"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71" name="Freeform 667"/>
            <p:cNvSpPr/>
            <p:nvPr/>
          </p:nvSpPr>
          <p:spPr bwMode="auto">
            <a:xfrm>
              <a:off x="8164816" y="10953528"/>
              <a:ext cx="101600" cy="127000"/>
            </a:xfrm>
            <a:custGeom>
              <a:avLst/>
              <a:gdLst>
                <a:gd name="T0" fmla="*/ 21 w 37"/>
                <a:gd name="T1" fmla="*/ 46 h 47"/>
                <a:gd name="T2" fmla="*/ 36 w 37"/>
                <a:gd name="T3" fmla="*/ 21 h 47"/>
                <a:gd name="T4" fmla="*/ 17 w 37"/>
                <a:gd name="T5" fmla="*/ 1 h 47"/>
                <a:gd name="T6" fmla="*/ 1 w 37"/>
                <a:gd name="T7" fmla="*/ 26 h 47"/>
                <a:gd name="T8" fmla="*/ 21 w 37"/>
                <a:gd name="T9" fmla="*/ 46 h 47"/>
              </a:gdLst>
              <a:ahLst/>
              <a:cxnLst>
                <a:cxn ang="0">
                  <a:pos x="T0" y="T1"/>
                </a:cxn>
                <a:cxn ang="0">
                  <a:pos x="T2" y="T3"/>
                </a:cxn>
                <a:cxn ang="0">
                  <a:pos x="T4" y="T5"/>
                </a:cxn>
                <a:cxn ang="0">
                  <a:pos x="T6" y="T7"/>
                </a:cxn>
                <a:cxn ang="0">
                  <a:pos x="T8" y="T9"/>
                </a:cxn>
              </a:cxnLst>
              <a:rect l="0" t="0" r="r" b="b"/>
              <a:pathLst>
                <a:path w="37" h="47">
                  <a:moveTo>
                    <a:pt x="21" y="46"/>
                  </a:moveTo>
                  <a:cubicBezTo>
                    <a:pt x="30" y="44"/>
                    <a:pt x="37" y="33"/>
                    <a:pt x="36" y="21"/>
                  </a:cubicBezTo>
                  <a:cubicBezTo>
                    <a:pt x="35" y="9"/>
                    <a:pt x="27" y="0"/>
                    <a:pt x="17" y="1"/>
                  </a:cubicBezTo>
                  <a:cubicBezTo>
                    <a:pt x="7" y="2"/>
                    <a:pt x="0" y="14"/>
                    <a:pt x="1" y="26"/>
                  </a:cubicBezTo>
                  <a:cubicBezTo>
                    <a:pt x="3" y="38"/>
                    <a:pt x="12" y="47"/>
                    <a:pt x="21"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72" name="Freeform 668"/>
            <p:cNvSpPr/>
            <p:nvPr/>
          </p:nvSpPr>
          <p:spPr bwMode="auto">
            <a:xfrm>
              <a:off x="7950504" y="10980516"/>
              <a:ext cx="98425" cy="127000"/>
            </a:xfrm>
            <a:custGeom>
              <a:avLst/>
              <a:gdLst>
                <a:gd name="T0" fmla="*/ 21 w 36"/>
                <a:gd name="T1" fmla="*/ 46 h 47"/>
                <a:gd name="T2" fmla="*/ 35 w 36"/>
                <a:gd name="T3" fmla="*/ 22 h 47"/>
                <a:gd name="T4" fmla="*/ 17 w 36"/>
                <a:gd name="T5" fmla="*/ 1 h 47"/>
                <a:gd name="T6" fmla="*/ 1 w 36"/>
                <a:gd name="T7" fmla="*/ 26 h 47"/>
                <a:gd name="T8" fmla="*/ 21 w 36"/>
                <a:gd name="T9" fmla="*/ 46 h 47"/>
              </a:gdLst>
              <a:ahLst/>
              <a:cxnLst>
                <a:cxn ang="0">
                  <a:pos x="T0" y="T1"/>
                </a:cxn>
                <a:cxn ang="0">
                  <a:pos x="T2" y="T3"/>
                </a:cxn>
                <a:cxn ang="0">
                  <a:pos x="T4" y="T5"/>
                </a:cxn>
                <a:cxn ang="0">
                  <a:pos x="T6" y="T7"/>
                </a:cxn>
                <a:cxn ang="0">
                  <a:pos x="T8" y="T9"/>
                </a:cxn>
              </a:cxnLst>
              <a:rect l="0" t="0" r="r" b="b"/>
              <a:pathLst>
                <a:path w="36" h="47">
                  <a:moveTo>
                    <a:pt x="21" y="46"/>
                  </a:moveTo>
                  <a:cubicBezTo>
                    <a:pt x="30" y="45"/>
                    <a:pt x="36" y="34"/>
                    <a:pt x="35" y="22"/>
                  </a:cubicBezTo>
                  <a:cubicBezTo>
                    <a:pt x="34" y="9"/>
                    <a:pt x="26" y="0"/>
                    <a:pt x="17" y="1"/>
                  </a:cubicBezTo>
                  <a:cubicBezTo>
                    <a:pt x="7" y="1"/>
                    <a:pt x="0" y="13"/>
                    <a:pt x="1" y="26"/>
                  </a:cubicBezTo>
                  <a:cubicBezTo>
                    <a:pt x="3" y="38"/>
                    <a:pt x="12" y="47"/>
                    <a:pt x="21"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73" name="Freeform 669"/>
            <p:cNvSpPr/>
            <p:nvPr/>
          </p:nvSpPr>
          <p:spPr bwMode="auto">
            <a:xfrm>
              <a:off x="7739366" y="11015441"/>
              <a:ext cx="95250" cy="136525"/>
            </a:xfrm>
            <a:custGeom>
              <a:avLst/>
              <a:gdLst>
                <a:gd name="T0" fmla="*/ 20 w 35"/>
                <a:gd name="T1" fmla="*/ 47 h 50"/>
                <a:gd name="T2" fmla="*/ 34 w 35"/>
                <a:gd name="T3" fmla="*/ 20 h 50"/>
                <a:gd name="T4" fmla="*/ 16 w 35"/>
                <a:gd name="T5" fmla="*/ 2 h 50"/>
                <a:gd name="T6" fmla="*/ 0 w 35"/>
                <a:gd name="T7" fmla="*/ 27 h 50"/>
                <a:gd name="T8" fmla="*/ 20 w 35"/>
                <a:gd name="T9" fmla="*/ 47 h 50"/>
              </a:gdLst>
              <a:ahLst/>
              <a:cxnLst>
                <a:cxn ang="0">
                  <a:pos x="T0" y="T1"/>
                </a:cxn>
                <a:cxn ang="0">
                  <a:pos x="T2" y="T3"/>
                </a:cxn>
                <a:cxn ang="0">
                  <a:pos x="T4" y="T5"/>
                </a:cxn>
                <a:cxn ang="0">
                  <a:pos x="T6" y="T7"/>
                </a:cxn>
                <a:cxn ang="0">
                  <a:pos x="T8" y="T9"/>
                </a:cxn>
              </a:cxnLst>
              <a:rect l="0" t="0" r="r" b="b"/>
              <a:pathLst>
                <a:path w="35" h="50">
                  <a:moveTo>
                    <a:pt x="20" y="47"/>
                  </a:moveTo>
                  <a:cubicBezTo>
                    <a:pt x="29" y="44"/>
                    <a:pt x="35" y="32"/>
                    <a:pt x="34" y="20"/>
                  </a:cubicBezTo>
                  <a:cubicBezTo>
                    <a:pt x="33" y="7"/>
                    <a:pt x="25" y="0"/>
                    <a:pt x="16" y="2"/>
                  </a:cubicBezTo>
                  <a:cubicBezTo>
                    <a:pt x="7" y="4"/>
                    <a:pt x="0" y="15"/>
                    <a:pt x="0" y="27"/>
                  </a:cubicBezTo>
                  <a:cubicBezTo>
                    <a:pt x="1" y="40"/>
                    <a:pt x="11" y="50"/>
                    <a:pt x="20"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74" name="Freeform 670"/>
            <p:cNvSpPr/>
            <p:nvPr/>
          </p:nvSpPr>
          <p:spPr bwMode="auto">
            <a:xfrm>
              <a:off x="7525054" y="11069416"/>
              <a:ext cx="98425" cy="136525"/>
            </a:xfrm>
            <a:custGeom>
              <a:avLst/>
              <a:gdLst>
                <a:gd name="T0" fmla="*/ 16 w 36"/>
                <a:gd name="T1" fmla="*/ 3 h 50"/>
                <a:gd name="T2" fmla="*/ 1 w 36"/>
                <a:gd name="T3" fmla="*/ 29 h 50"/>
                <a:gd name="T4" fmla="*/ 21 w 36"/>
                <a:gd name="T5" fmla="*/ 47 h 50"/>
                <a:gd name="T6" fmla="*/ 35 w 36"/>
                <a:gd name="T7" fmla="*/ 19 h 50"/>
                <a:gd name="T8" fmla="*/ 16 w 36"/>
                <a:gd name="T9" fmla="*/ 3 h 50"/>
              </a:gdLst>
              <a:ahLst/>
              <a:cxnLst>
                <a:cxn ang="0">
                  <a:pos x="T0" y="T1"/>
                </a:cxn>
                <a:cxn ang="0">
                  <a:pos x="T2" y="T3"/>
                </a:cxn>
                <a:cxn ang="0">
                  <a:pos x="T4" y="T5"/>
                </a:cxn>
                <a:cxn ang="0">
                  <a:pos x="T6" y="T7"/>
                </a:cxn>
                <a:cxn ang="0">
                  <a:pos x="T8" y="T9"/>
                </a:cxn>
              </a:cxnLst>
              <a:rect l="0" t="0" r="r" b="b"/>
              <a:pathLst>
                <a:path w="36" h="50">
                  <a:moveTo>
                    <a:pt x="16" y="3"/>
                  </a:moveTo>
                  <a:cubicBezTo>
                    <a:pt x="7" y="5"/>
                    <a:pt x="0" y="17"/>
                    <a:pt x="1" y="29"/>
                  </a:cubicBezTo>
                  <a:cubicBezTo>
                    <a:pt x="2" y="41"/>
                    <a:pt x="12" y="50"/>
                    <a:pt x="21" y="47"/>
                  </a:cubicBezTo>
                  <a:cubicBezTo>
                    <a:pt x="30" y="44"/>
                    <a:pt x="36" y="32"/>
                    <a:pt x="35" y="19"/>
                  </a:cubicBezTo>
                  <a:cubicBezTo>
                    <a:pt x="34" y="7"/>
                    <a:pt x="25" y="0"/>
                    <a:pt x="1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75" name="Freeform 671"/>
            <p:cNvSpPr/>
            <p:nvPr/>
          </p:nvSpPr>
          <p:spPr bwMode="auto">
            <a:xfrm>
              <a:off x="7315504" y="11129741"/>
              <a:ext cx="95250" cy="130175"/>
            </a:xfrm>
            <a:custGeom>
              <a:avLst/>
              <a:gdLst>
                <a:gd name="T0" fmla="*/ 20 w 35"/>
                <a:gd name="T1" fmla="*/ 45 h 48"/>
                <a:gd name="T2" fmla="*/ 34 w 35"/>
                <a:gd name="T3" fmla="*/ 19 h 48"/>
                <a:gd name="T4" fmla="*/ 16 w 35"/>
                <a:gd name="T5" fmla="*/ 2 h 48"/>
                <a:gd name="T6" fmla="*/ 0 w 35"/>
                <a:gd name="T7" fmla="*/ 27 h 48"/>
                <a:gd name="T8" fmla="*/ 20 w 35"/>
                <a:gd name="T9" fmla="*/ 45 h 48"/>
              </a:gdLst>
              <a:ahLst/>
              <a:cxnLst>
                <a:cxn ang="0">
                  <a:pos x="T0" y="T1"/>
                </a:cxn>
                <a:cxn ang="0">
                  <a:pos x="T2" y="T3"/>
                </a:cxn>
                <a:cxn ang="0">
                  <a:pos x="T4" y="T5"/>
                </a:cxn>
                <a:cxn ang="0">
                  <a:pos x="T6" y="T7"/>
                </a:cxn>
                <a:cxn ang="0">
                  <a:pos x="T8" y="T9"/>
                </a:cxn>
              </a:cxnLst>
              <a:rect l="0" t="0" r="r" b="b"/>
              <a:pathLst>
                <a:path w="35" h="48">
                  <a:moveTo>
                    <a:pt x="20" y="45"/>
                  </a:moveTo>
                  <a:cubicBezTo>
                    <a:pt x="29" y="43"/>
                    <a:pt x="35" y="31"/>
                    <a:pt x="34" y="19"/>
                  </a:cubicBezTo>
                  <a:cubicBezTo>
                    <a:pt x="33" y="7"/>
                    <a:pt x="25" y="0"/>
                    <a:pt x="16" y="2"/>
                  </a:cubicBezTo>
                  <a:cubicBezTo>
                    <a:pt x="7" y="5"/>
                    <a:pt x="0" y="16"/>
                    <a:pt x="0" y="27"/>
                  </a:cubicBezTo>
                  <a:cubicBezTo>
                    <a:pt x="1" y="39"/>
                    <a:pt x="11" y="48"/>
                    <a:pt x="20"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76" name="Freeform 672"/>
            <p:cNvSpPr/>
            <p:nvPr/>
          </p:nvSpPr>
          <p:spPr bwMode="auto">
            <a:xfrm>
              <a:off x="7104366" y="11191653"/>
              <a:ext cx="95250" cy="125413"/>
            </a:xfrm>
            <a:custGeom>
              <a:avLst/>
              <a:gdLst>
                <a:gd name="T0" fmla="*/ 20 w 35"/>
                <a:gd name="T1" fmla="*/ 43 h 46"/>
                <a:gd name="T2" fmla="*/ 34 w 35"/>
                <a:gd name="T3" fmla="*/ 18 h 46"/>
                <a:gd name="T4" fmla="*/ 16 w 35"/>
                <a:gd name="T5" fmla="*/ 2 h 46"/>
                <a:gd name="T6" fmla="*/ 1 w 35"/>
                <a:gd name="T7" fmla="*/ 26 h 46"/>
                <a:gd name="T8" fmla="*/ 20 w 35"/>
                <a:gd name="T9" fmla="*/ 43 h 46"/>
              </a:gdLst>
              <a:ahLst/>
              <a:cxnLst>
                <a:cxn ang="0">
                  <a:pos x="T0" y="T1"/>
                </a:cxn>
                <a:cxn ang="0">
                  <a:pos x="T2" y="T3"/>
                </a:cxn>
                <a:cxn ang="0">
                  <a:pos x="T4" y="T5"/>
                </a:cxn>
                <a:cxn ang="0">
                  <a:pos x="T6" y="T7"/>
                </a:cxn>
                <a:cxn ang="0">
                  <a:pos x="T8" y="T9"/>
                </a:cxn>
              </a:cxnLst>
              <a:rect l="0" t="0" r="r" b="b"/>
              <a:pathLst>
                <a:path w="35" h="46">
                  <a:moveTo>
                    <a:pt x="20" y="43"/>
                  </a:moveTo>
                  <a:cubicBezTo>
                    <a:pt x="29" y="40"/>
                    <a:pt x="35" y="29"/>
                    <a:pt x="34" y="18"/>
                  </a:cubicBezTo>
                  <a:cubicBezTo>
                    <a:pt x="33" y="6"/>
                    <a:pt x="25" y="0"/>
                    <a:pt x="16" y="2"/>
                  </a:cubicBezTo>
                  <a:cubicBezTo>
                    <a:pt x="7" y="5"/>
                    <a:pt x="0" y="16"/>
                    <a:pt x="1" y="26"/>
                  </a:cubicBezTo>
                  <a:cubicBezTo>
                    <a:pt x="1" y="38"/>
                    <a:pt x="11" y="46"/>
                    <a:pt x="20"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77" name="Freeform 673"/>
            <p:cNvSpPr/>
            <p:nvPr/>
          </p:nvSpPr>
          <p:spPr bwMode="auto">
            <a:xfrm>
              <a:off x="6893229" y="11255153"/>
              <a:ext cx="96838" cy="119063"/>
            </a:xfrm>
            <a:custGeom>
              <a:avLst/>
              <a:gdLst>
                <a:gd name="T0" fmla="*/ 21 w 36"/>
                <a:gd name="T1" fmla="*/ 41 h 44"/>
                <a:gd name="T2" fmla="*/ 34 w 36"/>
                <a:gd name="T3" fmla="*/ 16 h 44"/>
                <a:gd name="T4" fmla="*/ 16 w 36"/>
                <a:gd name="T5" fmla="*/ 3 h 44"/>
                <a:gd name="T6" fmla="*/ 1 w 36"/>
                <a:gd name="T7" fmla="*/ 26 h 44"/>
                <a:gd name="T8" fmla="*/ 21 w 36"/>
                <a:gd name="T9" fmla="*/ 41 h 44"/>
              </a:gdLst>
              <a:ahLst/>
              <a:cxnLst>
                <a:cxn ang="0">
                  <a:pos x="T0" y="T1"/>
                </a:cxn>
                <a:cxn ang="0">
                  <a:pos x="T2" y="T3"/>
                </a:cxn>
                <a:cxn ang="0">
                  <a:pos x="T4" y="T5"/>
                </a:cxn>
                <a:cxn ang="0">
                  <a:pos x="T6" y="T7"/>
                </a:cxn>
                <a:cxn ang="0">
                  <a:pos x="T8" y="T9"/>
                </a:cxn>
              </a:cxnLst>
              <a:rect l="0" t="0" r="r" b="b"/>
              <a:pathLst>
                <a:path w="36" h="44">
                  <a:moveTo>
                    <a:pt x="21" y="41"/>
                  </a:moveTo>
                  <a:cubicBezTo>
                    <a:pt x="30" y="38"/>
                    <a:pt x="36" y="27"/>
                    <a:pt x="34" y="16"/>
                  </a:cubicBezTo>
                  <a:cubicBezTo>
                    <a:pt x="33" y="6"/>
                    <a:pt x="25" y="0"/>
                    <a:pt x="16" y="3"/>
                  </a:cubicBezTo>
                  <a:cubicBezTo>
                    <a:pt x="7" y="6"/>
                    <a:pt x="0" y="16"/>
                    <a:pt x="1" y="26"/>
                  </a:cubicBezTo>
                  <a:cubicBezTo>
                    <a:pt x="2" y="37"/>
                    <a:pt x="12" y="44"/>
                    <a:pt x="21"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78" name="Freeform 674"/>
            <p:cNvSpPr/>
            <p:nvPr/>
          </p:nvSpPr>
          <p:spPr bwMode="auto">
            <a:xfrm>
              <a:off x="6680504" y="11320241"/>
              <a:ext cx="98425" cy="107950"/>
            </a:xfrm>
            <a:custGeom>
              <a:avLst/>
              <a:gdLst>
                <a:gd name="T0" fmla="*/ 21 w 36"/>
                <a:gd name="T1" fmla="*/ 38 h 40"/>
                <a:gd name="T2" fmla="*/ 35 w 36"/>
                <a:gd name="T3" fmla="*/ 15 h 40"/>
                <a:gd name="T4" fmla="*/ 17 w 36"/>
                <a:gd name="T5" fmla="*/ 3 h 40"/>
                <a:gd name="T6" fmla="*/ 2 w 36"/>
                <a:gd name="T7" fmla="*/ 26 h 40"/>
                <a:gd name="T8" fmla="*/ 21 w 36"/>
                <a:gd name="T9" fmla="*/ 38 h 40"/>
              </a:gdLst>
              <a:ahLst/>
              <a:cxnLst>
                <a:cxn ang="0">
                  <a:pos x="T0" y="T1"/>
                </a:cxn>
                <a:cxn ang="0">
                  <a:pos x="T2" y="T3"/>
                </a:cxn>
                <a:cxn ang="0">
                  <a:pos x="T4" y="T5"/>
                </a:cxn>
                <a:cxn ang="0">
                  <a:pos x="T6" y="T7"/>
                </a:cxn>
                <a:cxn ang="0">
                  <a:pos x="T8" y="T9"/>
                </a:cxn>
              </a:cxnLst>
              <a:rect l="0" t="0" r="r" b="b"/>
              <a:pathLst>
                <a:path w="36" h="40">
                  <a:moveTo>
                    <a:pt x="21" y="38"/>
                  </a:moveTo>
                  <a:cubicBezTo>
                    <a:pt x="30" y="35"/>
                    <a:pt x="36" y="25"/>
                    <a:pt x="35" y="15"/>
                  </a:cubicBezTo>
                  <a:cubicBezTo>
                    <a:pt x="34" y="6"/>
                    <a:pt x="26" y="0"/>
                    <a:pt x="17" y="3"/>
                  </a:cubicBezTo>
                  <a:cubicBezTo>
                    <a:pt x="7" y="5"/>
                    <a:pt x="0" y="16"/>
                    <a:pt x="2" y="26"/>
                  </a:cubicBezTo>
                  <a:cubicBezTo>
                    <a:pt x="3" y="35"/>
                    <a:pt x="12" y="40"/>
                    <a:pt x="21"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79" name="Freeform 675"/>
            <p:cNvSpPr/>
            <p:nvPr/>
          </p:nvSpPr>
          <p:spPr bwMode="auto">
            <a:xfrm>
              <a:off x="6472541" y="11385328"/>
              <a:ext cx="93663" cy="103188"/>
            </a:xfrm>
            <a:custGeom>
              <a:avLst/>
              <a:gdLst>
                <a:gd name="T0" fmla="*/ 20 w 35"/>
                <a:gd name="T1" fmla="*/ 35 h 38"/>
                <a:gd name="T2" fmla="*/ 34 w 35"/>
                <a:gd name="T3" fmla="*/ 14 h 38"/>
                <a:gd name="T4" fmla="*/ 16 w 35"/>
                <a:gd name="T5" fmla="*/ 3 h 38"/>
                <a:gd name="T6" fmla="*/ 1 w 35"/>
                <a:gd name="T7" fmla="*/ 25 h 38"/>
                <a:gd name="T8" fmla="*/ 20 w 35"/>
                <a:gd name="T9" fmla="*/ 35 h 38"/>
              </a:gdLst>
              <a:ahLst/>
              <a:cxnLst>
                <a:cxn ang="0">
                  <a:pos x="T0" y="T1"/>
                </a:cxn>
                <a:cxn ang="0">
                  <a:pos x="T2" y="T3"/>
                </a:cxn>
                <a:cxn ang="0">
                  <a:pos x="T4" y="T5"/>
                </a:cxn>
                <a:cxn ang="0">
                  <a:pos x="T6" y="T7"/>
                </a:cxn>
                <a:cxn ang="0">
                  <a:pos x="T8" y="T9"/>
                </a:cxn>
              </a:cxnLst>
              <a:rect l="0" t="0" r="r" b="b"/>
              <a:pathLst>
                <a:path w="35" h="38">
                  <a:moveTo>
                    <a:pt x="20" y="35"/>
                  </a:moveTo>
                  <a:cubicBezTo>
                    <a:pt x="29" y="33"/>
                    <a:pt x="35" y="23"/>
                    <a:pt x="34" y="14"/>
                  </a:cubicBezTo>
                  <a:cubicBezTo>
                    <a:pt x="33" y="5"/>
                    <a:pt x="26" y="0"/>
                    <a:pt x="16" y="3"/>
                  </a:cubicBezTo>
                  <a:cubicBezTo>
                    <a:pt x="7" y="6"/>
                    <a:pt x="0" y="16"/>
                    <a:pt x="1" y="25"/>
                  </a:cubicBezTo>
                  <a:cubicBezTo>
                    <a:pt x="2" y="33"/>
                    <a:pt x="11" y="38"/>
                    <a:pt x="2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80" name="Freeform 676"/>
            <p:cNvSpPr/>
            <p:nvPr/>
          </p:nvSpPr>
          <p:spPr bwMode="auto">
            <a:xfrm>
              <a:off x="74916" y="13068078"/>
              <a:ext cx="84138" cy="107950"/>
            </a:xfrm>
            <a:custGeom>
              <a:avLst/>
              <a:gdLst>
                <a:gd name="T0" fmla="*/ 18 w 31"/>
                <a:gd name="T1" fmla="*/ 28 h 40"/>
                <a:gd name="T2" fmla="*/ 26 w 31"/>
                <a:gd name="T3" fmla="*/ 14 h 40"/>
                <a:gd name="T4" fmla="*/ 24 w 31"/>
                <a:gd name="T5" fmla="*/ 2 h 40"/>
                <a:gd name="T6" fmla="*/ 13 w 31"/>
                <a:gd name="T7" fmla="*/ 9 h 40"/>
                <a:gd name="T8" fmla="*/ 0 w 31"/>
                <a:gd name="T9" fmla="*/ 23 h 40"/>
                <a:gd name="T10" fmla="*/ 4 w 31"/>
                <a:gd name="T11" fmla="*/ 40 h 40"/>
                <a:gd name="T12" fmla="*/ 18 w 31"/>
                <a:gd name="T13" fmla="*/ 28 h 40"/>
              </a:gdLst>
              <a:ahLst/>
              <a:cxnLst>
                <a:cxn ang="0">
                  <a:pos x="T0" y="T1"/>
                </a:cxn>
                <a:cxn ang="0">
                  <a:pos x="T2" y="T3"/>
                </a:cxn>
                <a:cxn ang="0">
                  <a:pos x="T4" y="T5"/>
                </a:cxn>
                <a:cxn ang="0">
                  <a:pos x="T6" y="T7"/>
                </a:cxn>
                <a:cxn ang="0">
                  <a:pos x="T8" y="T9"/>
                </a:cxn>
                <a:cxn ang="0">
                  <a:pos x="T10" y="T11"/>
                </a:cxn>
                <a:cxn ang="0">
                  <a:pos x="T12" y="T13"/>
                </a:cxn>
              </a:cxnLst>
              <a:rect l="0" t="0" r="r" b="b"/>
              <a:pathLst>
                <a:path w="31" h="40">
                  <a:moveTo>
                    <a:pt x="18" y="28"/>
                  </a:moveTo>
                  <a:cubicBezTo>
                    <a:pt x="21" y="23"/>
                    <a:pt x="24" y="18"/>
                    <a:pt x="26" y="14"/>
                  </a:cubicBezTo>
                  <a:cubicBezTo>
                    <a:pt x="31" y="6"/>
                    <a:pt x="30" y="0"/>
                    <a:pt x="24" y="2"/>
                  </a:cubicBezTo>
                  <a:cubicBezTo>
                    <a:pt x="21" y="3"/>
                    <a:pt x="17" y="6"/>
                    <a:pt x="13" y="9"/>
                  </a:cubicBezTo>
                  <a:cubicBezTo>
                    <a:pt x="9" y="12"/>
                    <a:pt x="4" y="16"/>
                    <a:pt x="0" y="23"/>
                  </a:cubicBezTo>
                  <a:cubicBezTo>
                    <a:pt x="1" y="28"/>
                    <a:pt x="3" y="33"/>
                    <a:pt x="4" y="40"/>
                  </a:cubicBezTo>
                  <a:cubicBezTo>
                    <a:pt x="13" y="33"/>
                    <a:pt x="15" y="32"/>
                    <a:pt x="18"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81" name="Freeform 677"/>
            <p:cNvSpPr/>
            <p:nvPr/>
          </p:nvSpPr>
          <p:spPr bwMode="auto">
            <a:xfrm>
              <a:off x="52691" y="12961716"/>
              <a:ext cx="80963" cy="92075"/>
            </a:xfrm>
            <a:custGeom>
              <a:avLst/>
              <a:gdLst>
                <a:gd name="T0" fmla="*/ 16 w 30"/>
                <a:gd name="T1" fmla="*/ 25 h 34"/>
                <a:gd name="T2" fmla="*/ 25 w 30"/>
                <a:gd name="T3" fmla="*/ 13 h 34"/>
                <a:gd name="T4" fmla="*/ 23 w 30"/>
                <a:gd name="T5" fmla="*/ 2 h 34"/>
                <a:gd name="T6" fmla="*/ 10 w 30"/>
                <a:gd name="T7" fmla="*/ 8 h 34"/>
                <a:gd name="T8" fmla="*/ 0 w 30"/>
                <a:gd name="T9" fmla="*/ 19 h 34"/>
                <a:gd name="T10" fmla="*/ 3 w 30"/>
                <a:gd name="T11" fmla="*/ 34 h 34"/>
                <a:gd name="T12" fmla="*/ 16 w 30"/>
                <a:gd name="T13" fmla="*/ 25 h 34"/>
              </a:gdLst>
              <a:ahLst/>
              <a:cxnLst>
                <a:cxn ang="0">
                  <a:pos x="T0" y="T1"/>
                </a:cxn>
                <a:cxn ang="0">
                  <a:pos x="T2" y="T3"/>
                </a:cxn>
                <a:cxn ang="0">
                  <a:pos x="T4" y="T5"/>
                </a:cxn>
                <a:cxn ang="0">
                  <a:pos x="T6" y="T7"/>
                </a:cxn>
                <a:cxn ang="0">
                  <a:pos x="T8" y="T9"/>
                </a:cxn>
                <a:cxn ang="0">
                  <a:pos x="T10" y="T11"/>
                </a:cxn>
                <a:cxn ang="0">
                  <a:pos x="T12" y="T13"/>
                </a:cxn>
              </a:cxnLst>
              <a:rect l="0" t="0" r="r" b="b"/>
              <a:pathLst>
                <a:path w="30" h="34">
                  <a:moveTo>
                    <a:pt x="16" y="25"/>
                  </a:moveTo>
                  <a:cubicBezTo>
                    <a:pt x="19" y="21"/>
                    <a:pt x="23" y="17"/>
                    <a:pt x="25" y="13"/>
                  </a:cubicBezTo>
                  <a:cubicBezTo>
                    <a:pt x="30" y="5"/>
                    <a:pt x="29" y="0"/>
                    <a:pt x="23" y="2"/>
                  </a:cubicBezTo>
                  <a:cubicBezTo>
                    <a:pt x="19" y="2"/>
                    <a:pt x="15" y="5"/>
                    <a:pt x="10" y="8"/>
                  </a:cubicBezTo>
                  <a:cubicBezTo>
                    <a:pt x="6" y="11"/>
                    <a:pt x="3" y="15"/>
                    <a:pt x="0" y="19"/>
                  </a:cubicBezTo>
                  <a:cubicBezTo>
                    <a:pt x="1" y="24"/>
                    <a:pt x="2" y="29"/>
                    <a:pt x="3" y="34"/>
                  </a:cubicBezTo>
                  <a:cubicBezTo>
                    <a:pt x="12" y="29"/>
                    <a:pt x="13" y="29"/>
                    <a:pt x="16"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82" name="Freeform 678"/>
            <p:cNvSpPr/>
            <p:nvPr/>
          </p:nvSpPr>
          <p:spPr bwMode="auto">
            <a:xfrm>
              <a:off x="11957354" y="9375553"/>
              <a:ext cx="84138" cy="95250"/>
            </a:xfrm>
            <a:custGeom>
              <a:avLst/>
              <a:gdLst>
                <a:gd name="T0" fmla="*/ 12 w 31"/>
                <a:gd name="T1" fmla="*/ 11 h 35"/>
                <a:gd name="T2" fmla="*/ 4 w 31"/>
                <a:gd name="T3" fmla="*/ 24 h 35"/>
                <a:gd name="T4" fmla="*/ 9 w 31"/>
                <a:gd name="T5" fmla="*/ 30 h 35"/>
                <a:gd name="T6" fmla="*/ 21 w 31"/>
                <a:gd name="T7" fmla="*/ 19 h 35"/>
                <a:gd name="T8" fmla="*/ 31 w 31"/>
                <a:gd name="T9" fmla="*/ 9 h 35"/>
                <a:gd name="T10" fmla="*/ 26 w 31"/>
                <a:gd name="T11" fmla="*/ 0 h 35"/>
                <a:gd name="T12" fmla="*/ 12 w 31"/>
                <a:gd name="T13" fmla="*/ 11 h 35"/>
              </a:gdLst>
              <a:ahLst/>
              <a:cxnLst>
                <a:cxn ang="0">
                  <a:pos x="T0" y="T1"/>
                </a:cxn>
                <a:cxn ang="0">
                  <a:pos x="T2" y="T3"/>
                </a:cxn>
                <a:cxn ang="0">
                  <a:pos x="T4" y="T5"/>
                </a:cxn>
                <a:cxn ang="0">
                  <a:pos x="T6" y="T7"/>
                </a:cxn>
                <a:cxn ang="0">
                  <a:pos x="T8" y="T9"/>
                </a:cxn>
                <a:cxn ang="0">
                  <a:pos x="T10" y="T11"/>
                </a:cxn>
                <a:cxn ang="0">
                  <a:pos x="T12" y="T13"/>
                </a:cxn>
              </a:cxnLst>
              <a:rect l="0" t="0" r="r" b="b"/>
              <a:pathLst>
                <a:path w="31" h="35">
                  <a:moveTo>
                    <a:pt x="12" y="11"/>
                  </a:moveTo>
                  <a:cubicBezTo>
                    <a:pt x="9" y="15"/>
                    <a:pt x="6" y="20"/>
                    <a:pt x="4" y="24"/>
                  </a:cubicBezTo>
                  <a:cubicBezTo>
                    <a:pt x="0" y="33"/>
                    <a:pt x="2" y="35"/>
                    <a:pt x="9" y="30"/>
                  </a:cubicBezTo>
                  <a:cubicBezTo>
                    <a:pt x="12" y="27"/>
                    <a:pt x="17" y="23"/>
                    <a:pt x="21" y="19"/>
                  </a:cubicBezTo>
                  <a:cubicBezTo>
                    <a:pt x="26" y="15"/>
                    <a:pt x="29" y="12"/>
                    <a:pt x="31" y="9"/>
                  </a:cubicBezTo>
                  <a:cubicBezTo>
                    <a:pt x="29" y="6"/>
                    <a:pt x="27" y="3"/>
                    <a:pt x="26" y="0"/>
                  </a:cubicBezTo>
                  <a:cubicBezTo>
                    <a:pt x="21" y="1"/>
                    <a:pt x="16" y="5"/>
                    <a:pt x="1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83" name="Freeform 679"/>
            <p:cNvSpPr/>
            <p:nvPr/>
          </p:nvSpPr>
          <p:spPr bwMode="auto">
            <a:xfrm>
              <a:off x="6145516" y="11405966"/>
              <a:ext cx="95250" cy="84138"/>
            </a:xfrm>
            <a:custGeom>
              <a:avLst/>
              <a:gdLst>
                <a:gd name="T0" fmla="*/ 19 w 35"/>
                <a:gd name="T1" fmla="*/ 28 h 31"/>
                <a:gd name="T2" fmla="*/ 34 w 35"/>
                <a:gd name="T3" fmla="*/ 9 h 31"/>
                <a:gd name="T4" fmla="*/ 16 w 35"/>
                <a:gd name="T5" fmla="*/ 3 h 31"/>
                <a:gd name="T6" fmla="*/ 1 w 35"/>
                <a:gd name="T7" fmla="*/ 21 h 31"/>
                <a:gd name="T8" fmla="*/ 19 w 35"/>
                <a:gd name="T9" fmla="*/ 28 h 31"/>
              </a:gdLst>
              <a:ahLst/>
              <a:cxnLst>
                <a:cxn ang="0">
                  <a:pos x="T0" y="T1"/>
                </a:cxn>
                <a:cxn ang="0">
                  <a:pos x="T2" y="T3"/>
                </a:cxn>
                <a:cxn ang="0">
                  <a:pos x="T4" y="T5"/>
                </a:cxn>
                <a:cxn ang="0">
                  <a:pos x="T6" y="T7"/>
                </a:cxn>
                <a:cxn ang="0">
                  <a:pos x="T8" y="T9"/>
                </a:cxn>
              </a:cxnLst>
              <a:rect l="0" t="0" r="r" b="b"/>
              <a:pathLst>
                <a:path w="35" h="31">
                  <a:moveTo>
                    <a:pt x="19" y="28"/>
                  </a:moveTo>
                  <a:cubicBezTo>
                    <a:pt x="28" y="25"/>
                    <a:pt x="35" y="16"/>
                    <a:pt x="34" y="9"/>
                  </a:cubicBezTo>
                  <a:cubicBezTo>
                    <a:pt x="33" y="3"/>
                    <a:pt x="25" y="0"/>
                    <a:pt x="16" y="3"/>
                  </a:cubicBezTo>
                  <a:cubicBezTo>
                    <a:pt x="7" y="6"/>
                    <a:pt x="0" y="14"/>
                    <a:pt x="1" y="21"/>
                  </a:cubicBezTo>
                  <a:cubicBezTo>
                    <a:pt x="1" y="28"/>
                    <a:pt x="10" y="31"/>
                    <a:pt x="19"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84" name="Freeform 680"/>
            <p:cNvSpPr/>
            <p:nvPr/>
          </p:nvSpPr>
          <p:spPr bwMode="auto">
            <a:xfrm>
              <a:off x="5934379" y="11485341"/>
              <a:ext cx="98425" cy="79375"/>
            </a:xfrm>
            <a:custGeom>
              <a:avLst/>
              <a:gdLst>
                <a:gd name="T0" fmla="*/ 21 w 36"/>
                <a:gd name="T1" fmla="*/ 25 h 29"/>
                <a:gd name="T2" fmla="*/ 35 w 36"/>
                <a:gd name="T3" fmla="*/ 8 h 29"/>
                <a:gd name="T4" fmla="*/ 16 w 36"/>
                <a:gd name="T5" fmla="*/ 4 h 29"/>
                <a:gd name="T6" fmla="*/ 1 w 36"/>
                <a:gd name="T7" fmla="*/ 21 h 29"/>
                <a:gd name="T8" fmla="*/ 21 w 36"/>
                <a:gd name="T9" fmla="*/ 25 h 29"/>
              </a:gdLst>
              <a:ahLst/>
              <a:cxnLst>
                <a:cxn ang="0">
                  <a:pos x="T0" y="T1"/>
                </a:cxn>
                <a:cxn ang="0">
                  <a:pos x="T2" y="T3"/>
                </a:cxn>
                <a:cxn ang="0">
                  <a:pos x="T4" y="T5"/>
                </a:cxn>
                <a:cxn ang="0">
                  <a:pos x="T6" y="T7"/>
                </a:cxn>
                <a:cxn ang="0">
                  <a:pos x="T8" y="T9"/>
                </a:cxn>
              </a:cxnLst>
              <a:rect l="0" t="0" r="r" b="b"/>
              <a:pathLst>
                <a:path w="36" h="29">
                  <a:moveTo>
                    <a:pt x="21" y="25"/>
                  </a:moveTo>
                  <a:cubicBezTo>
                    <a:pt x="29" y="22"/>
                    <a:pt x="36" y="14"/>
                    <a:pt x="35" y="8"/>
                  </a:cubicBezTo>
                  <a:cubicBezTo>
                    <a:pt x="34" y="2"/>
                    <a:pt x="25" y="0"/>
                    <a:pt x="16" y="4"/>
                  </a:cubicBezTo>
                  <a:cubicBezTo>
                    <a:pt x="6" y="7"/>
                    <a:pt x="0" y="15"/>
                    <a:pt x="1" y="21"/>
                  </a:cubicBezTo>
                  <a:cubicBezTo>
                    <a:pt x="3" y="27"/>
                    <a:pt x="11" y="29"/>
                    <a:pt x="21"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85" name="Freeform 681"/>
            <p:cNvSpPr/>
            <p:nvPr/>
          </p:nvSpPr>
          <p:spPr bwMode="auto">
            <a:xfrm>
              <a:off x="5724829" y="11566303"/>
              <a:ext cx="95250" cy="71438"/>
            </a:xfrm>
            <a:custGeom>
              <a:avLst/>
              <a:gdLst>
                <a:gd name="T0" fmla="*/ 19 w 35"/>
                <a:gd name="T1" fmla="*/ 23 h 26"/>
                <a:gd name="T2" fmla="*/ 34 w 35"/>
                <a:gd name="T3" fmla="*/ 7 h 26"/>
                <a:gd name="T4" fmla="*/ 17 w 35"/>
                <a:gd name="T5" fmla="*/ 3 h 26"/>
                <a:gd name="T6" fmla="*/ 1 w 35"/>
                <a:gd name="T7" fmla="*/ 19 h 26"/>
                <a:gd name="T8" fmla="*/ 19 w 35"/>
                <a:gd name="T9" fmla="*/ 23 h 26"/>
              </a:gdLst>
              <a:ahLst/>
              <a:cxnLst>
                <a:cxn ang="0">
                  <a:pos x="T0" y="T1"/>
                </a:cxn>
                <a:cxn ang="0">
                  <a:pos x="T2" y="T3"/>
                </a:cxn>
                <a:cxn ang="0">
                  <a:pos x="T4" y="T5"/>
                </a:cxn>
                <a:cxn ang="0">
                  <a:pos x="T6" y="T7"/>
                </a:cxn>
                <a:cxn ang="0">
                  <a:pos x="T8" y="T9"/>
                </a:cxn>
              </a:cxnLst>
              <a:rect l="0" t="0" r="r" b="b"/>
              <a:pathLst>
                <a:path w="35" h="26">
                  <a:moveTo>
                    <a:pt x="19" y="23"/>
                  </a:moveTo>
                  <a:cubicBezTo>
                    <a:pt x="28" y="20"/>
                    <a:pt x="35" y="12"/>
                    <a:pt x="34" y="7"/>
                  </a:cubicBezTo>
                  <a:cubicBezTo>
                    <a:pt x="33" y="2"/>
                    <a:pt x="25" y="0"/>
                    <a:pt x="17" y="3"/>
                  </a:cubicBezTo>
                  <a:cubicBezTo>
                    <a:pt x="7" y="7"/>
                    <a:pt x="0" y="14"/>
                    <a:pt x="1" y="19"/>
                  </a:cubicBezTo>
                  <a:cubicBezTo>
                    <a:pt x="2" y="25"/>
                    <a:pt x="10" y="26"/>
                    <a:pt x="19"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86" name="Freeform 682"/>
            <p:cNvSpPr/>
            <p:nvPr/>
          </p:nvSpPr>
          <p:spPr bwMode="auto">
            <a:xfrm>
              <a:off x="5516866" y="11650441"/>
              <a:ext cx="95250" cy="63500"/>
            </a:xfrm>
            <a:custGeom>
              <a:avLst/>
              <a:gdLst>
                <a:gd name="T0" fmla="*/ 19 w 35"/>
                <a:gd name="T1" fmla="*/ 20 h 23"/>
                <a:gd name="T2" fmla="*/ 34 w 35"/>
                <a:gd name="T3" fmla="*/ 5 h 23"/>
                <a:gd name="T4" fmla="*/ 16 w 35"/>
                <a:gd name="T5" fmla="*/ 3 h 23"/>
                <a:gd name="T6" fmla="*/ 1 w 35"/>
                <a:gd name="T7" fmla="*/ 18 h 23"/>
                <a:gd name="T8" fmla="*/ 19 w 35"/>
                <a:gd name="T9" fmla="*/ 20 h 23"/>
              </a:gdLst>
              <a:ahLst/>
              <a:cxnLst>
                <a:cxn ang="0">
                  <a:pos x="T0" y="T1"/>
                </a:cxn>
                <a:cxn ang="0">
                  <a:pos x="T2" y="T3"/>
                </a:cxn>
                <a:cxn ang="0">
                  <a:pos x="T4" y="T5"/>
                </a:cxn>
                <a:cxn ang="0">
                  <a:pos x="T6" y="T7"/>
                </a:cxn>
                <a:cxn ang="0">
                  <a:pos x="T8" y="T9"/>
                </a:cxn>
              </a:cxnLst>
              <a:rect l="0" t="0" r="r" b="b"/>
              <a:pathLst>
                <a:path w="35" h="23">
                  <a:moveTo>
                    <a:pt x="19" y="20"/>
                  </a:moveTo>
                  <a:cubicBezTo>
                    <a:pt x="28" y="16"/>
                    <a:pt x="35" y="10"/>
                    <a:pt x="34" y="5"/>
                  </a:cubicBezTo>
                  <a:cubicBezTo>
                    <a:pt x="33" y="1"/>
                    <a:pt x="25" y="0"/>
                    <a:pt x="16" y="3"/>
                  </a:cubicBezTo>
                  <a:cubicBezTo>
                    <a:pt x="7" y="7"/>
                    <a:pt x="0" y="14"/>
                    <a:pt x="1" y="18"/>
                  </a:cubicBezTo>
                  <a:cubicBezTo>
                    <a:pt x="1" y="23"/>
                    <a:pt x="10" y="23"/>
                    <a:pt x="19"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87" name="Freeform 683"/>
            <p:cNvSpPr/>
            <p:nvPr/>
          </p:nvSpPr>
          <p:spPr bwMode="auto">
            <a:xfrm>
              <a:off x="5304141" y="11737753"/>
              <a:ext cx="98425" cy="53975"/>
            </a:xfrm>
            <a:custGeom>
              <a:avLst/>
              <a:gdLst>
                <a:gd name="T0" fmla="*/ 34 w 36"/>
                <a:gd name="T1" fmla="*/ 4 h 20"/>
                <a:gd name="T2" fmla="*/ 17 w 36"/>
                <a:gd name="T3" fmla="*/ 3 h 20"/>
                <a:gd name="T4" fmla="*/ 1 w 36"/>
                <a:gd name="T5" fmla="*/ 16 h 20"/>
                <a:gd name="T6" fmla="*/ 20 w 36"/>
                <a:gd name="T7" fmla="*/ 17 h 20"/>
                <a:gd name="T8" fmla="*/ 34 w 36"/>
                <a:gd name="T9" fmla="*/ 4 h 20"/>
              </a:gdLst>
              <a:ahLst/>
              <a:cxnLst>
                <a:cxn ang="0">
                  <a:pos x="T0" y="T1"/>
                </a:cxn>
                <a:cxn ang="0">
                  <a:pos x="T2" y="T3"/>
                </a:cxn>
                <a:cxn ang="0">
                  <a:pos x="T4" y="T5"/>
                </a:cxn>
                <a:cxn ang="0">
                  <a:pos x="T6" y="T7"/>
                </a:cxn>
                <a:cxn ang="0">
                  <a:pos x="T8" y="T9"/>
                </a:cxn>
              </a:cxnLst>
              <a:rect l="0" t="0" r="r" b="b"/>
              <a:pathLst>
                <a:path w="36" h="20">
                  <a:moveTo>
                    <a:pt x="34" y="4"/>
                  </a:moveTo>
                  <a:cubicBezTo>
                    <a:pt x="33" y="0"/>
                    <a:pt x="25" y="0"/>
                    <a:pt x="17" y="3"/>
                  </a:cubicBezTo>
                  <a:cubicBezTo>
                    <a:pt x="7" y="6"/>
                    <a:pt x="0" y="12"/>
                    <a:pt x="1" y="16"/>
                  </a:cubicBezTo>
                  <a:cubicBezTo>
                    <a:pt x="2" y="20"/>
                    <a:pt x="10" y="20"/>
                    <a:pt x="20" y="17"/>
                  </a:cubicBezTo>
                  <a:cubicBezTo>
                    <a:pt x="29" y="14"/>
                    <a:pt x="36" y="7"/>
                    <a:pt x="3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88" name="Freeform 684"/>
            <p:cNvSpPr/>
            <p:nvPr/>
          </p:nvSpPr>
          <p:spPr bwMode="auto">
            <a:xfrm>
              <a:off x="5096179" y="11817128"/>
              <a:ext cx="95250" cy="50800"/>
            </a:xfrm>
            <a:custGeom>
              <a:avLst/>
              <a:gdLst>
                <a:gd name="T0" fmla="*/ 34 w 35"/>
                <a:gd name="T1" fmla="*/ 3 h 19"/>
                <a:gd name="T2" fmla="*/ 16 w 35"/>
                <a:gd name="T3" fmla="*/ 3 h 19"/>
                <a:gd name="T4" fmla="*/ 1 w 35"/>
                <a:gd name="T5" fmla="*/ 15 h 19"/>
                <a:gd name="T6" fmla="*/ 19 w 35"/>
                <a:gd name="T7" fmla="*/ 15 h 19"/>
                <a:gd name="T8" fmla="*/ 34 w 35"/>
                <a:gd name="T9" fmla="*/ 3 h 19"/>
              </a:gdLst>
              <a:ahLst/>
              <a:cxnLst>
                <a:cxn ang="0">
                  <a:pos x="T0" y="T1"/>
                </a:cxn>
                <a:cxn ang="0">
                  <a:pos x="T2" y="T3"/>
                </a:cxn>
                <a:cxn ang="0">
                  <a:pos x="T4" y="T5"/>
                </a:cxn>
                <a:cxn ang="0">
                  <a:pos x="T6" y="T7"/>
                </a:cxn>
                <a:cxn ang="0">
                  <a:pos x="T8" y="T9"/>
                </a:cxn>
              </a:cxnLst>
              <a:rect l="0" t="0" r="r" b="b"/>
              <a:pathLst>
                <a:path w="35" h="19">
                  <a:moveTo>
                    <a:pt x="34" y="3"/>
                  </a:moveTo>
                  <a:cubicBezTo>
                    <a:pt x="33" y="0"/>
                    <a:pt x="25" y="0"/>
                    <a:pt x="16" y="3"/>
                  </a:cubicBezTo>
                  <a:cubicBezTo>
                    <a:pt x="7" y="7"/>
                    <a:pt x="0" y="12"/>
                    <a:pt x="1" y="15"/>
                  </a:cubicBezTo>
                  <a:cubicBezTo>
                    <a:pt x="1" y="19"/>
                    <a:pt x="9" y="19"/>
                    <a:pt x="19" y="15"/>
                  </a:cubicBezTo>
                  <a:cubicBezTo>
                    <a:pt x="28" y="12"/>
                    <a:pt x="35" y="6"/>
                    <a:pt x="3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89" name="Freeform 685"/>
            <p:cNvSpPr/>
            <p:nvPr/>
          </p:nvSpPr>
          <p:spPr bwMode="auto">
            <a:xfrm>
              <a:off x="4883454" y="11891741"/>
              <a:ext cx="98425" cy="49213"/>
            </a:xfrm>
            <a:custGeom>
              <a:avLst/>
              <a:gdLst>
                <a:gd name="T0" fmla="*/ 20 w 36"/>
                <a:gd name="T1" fmla="*/ 14 h 18"/>
                <a:gd name="T2" fmla="*/ 34 w 36"/>
                <a:gd name="T3" fmla="*/ 3 h 18"/>
                <a:gd name="T4" fmla="*/ 16 w 36"/>
                <a:gd name="T5" fmla="*/ 4 h 18"/>
                <a:gd name="T6" fmla="*/ 1 w 36"/>
                <a:gd name="T7" fmla="*/ 15 h 18"/>
                <a:gd name="T8" fmla="*/ 20 w 36"/>
                <a:gd name="T9" fmla="*/ 14 h 18"/>
              </a:gdLst>
              <a:ahLst/>
              <a:cxnLst>
                <a:cxn ang="0">
                  <a:pos x="T0" y="T1"/>
                </a:cxn>
                <a:cxn ang="0">
                  <a:pos x="T2" y="T3"/>
                </a:cxn>
                <a:cxn ang="0">
                  <a:pos x="T4" y="T5"/>
                </a:cxn>
                <a:cxn ang="0">
                  <a:pos x="T6" y="T7"/>
                </a:cxn>
                <a:cxn ang="0">
                  <a:pos x="T8" y="T9"/>
                </a:cxn>
              </a:cxnLst>
              <a:rect l="0" t="0" r="r" b="b"/>
              <a:pathLst>
                <a:path w="36" h="18">
                  <a:moveTo>
                    <a:pt x="20" y="14"/>
                  </a:moveTo>
                  <a:cubicBezTo>
                    <a:pt x="29" y="11"/>
                    <a:pt x="36" y="6"/>
                    <a:pt x="34" y="3"/>
                  </a:cubicBezTo>
                  <a:cubicBezTo>
                    <a:pt x="33" y="0"/>
                    <a:pt x="25" y="1"/>
                    <a:pt x="16" y="4"/>
                  </a:cubicBezTo>
                  <a:cubicBezTo>
                    <a:pt x="7" y="7"/>
                    <a:pt x="0" y="12"/>
                    <a:pt x="1" y="15"/>
                  </a:cubicBezTo>
                  <a:cubicBezTo>
                    <a:pt x="2" y="18"/>
                    <a:pt x="10" y="17"/>
                    <a:pt x="2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90" name="Freeform 686"/>
            <p:cNvSpPr/>
            <p:nvPr/>
          </p:nvSpPr>
          <p:spPr bwMode="auto">
            <a:xfrm>
              <a:off x="4675491" y="11966353"/>
              <a:ext cx="95250" cy="42863"/>
            </a:xfrm>
            <a:custGeom>
              <a:avLst/>
              <a:gdLst>
                <a:gd name="T0" fmla="*/ 19 w 35"/>
                <a:gd name="T1" fmla="*/ 13 h 16"/>
                <a:gd name="T2" fmla="*/ 34 w 35"/>
                <a:gd name="T3" fmla="*/ 2 h 16"/>
                <a:gd name="T4" fmla="*/ 16 w 35"/>
                <a:gd name="T5" fmla="*/ 3 h 16"/>
                <a:gd name="T6" fmla="*/ 0 w 35"/>
                <a:gd name="T7" fmla="*/ 13 h 16"/>
                <a:gd name="T8" fmla="*/ 19 w 35"/>
                <a:gd name="T9" fmla="*/ 13 h 16"/>
              </a:gdLst>
              <a:ahLst/>
              <a:cxnLst>
                <a:cxn ang="0">
                  <a:pos x="T0" y="T1"/>
                </a:cxn>
                <a:cxn ang="0">
                  <a:pos x="T2" y="T3"/>
                </a:cxn>
                <a:cxn ang="0">
                  <a:pos x="T4" y="T5"/>
                </a:cxn>
                <a:cxn ang="0">
                  <a:pos x="T6" y="T7"/>
                </a:cxn>
                <a:cxn ang="0">
                  <a:pos x="T8" y="T9"/>
                </a:cxn>
              </a:cxnLst>
              <a:rect l="0" t="0" r="r" b="b"/>
              <a:pathLst>
                <a:path w="35" h="16">
                  <a:moveTo>
                    <a:pt x="19" y="13"/>
                  </a:moveTo>
                  <a:cubicBezTo>
                    <a:pt x="28" y="10"/>
                    <a:pt x="35" y="5"/>
                    <a:pt x="34" y="2"/>
                  </a:cubicBezTo>
                  <a:cubicBezTo>
                    <a:pt x="32" y="0"/>
                    <a:pt x="25" y="0"/>
                    <a:pt x="16" y="3"/>
                  </a:cubicBezTo>
                  <a:cubicBezTo>
                    <a:pt x="6" y="6"/>
                    <a:pt x="0" y="11"/>
                    <a:pt x="0" y="13"/>
                  </a:cubicBezTo>
                  <a:cubicBezTo>
                    <a:pt x="1" y="16"/>
                    <a:pt x="9" y="16"/>
                    <a:pt x="19"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91" name="Freeform 687"/>
            <p:cNvSpPr/>
            <p:nvPr/>
          </p:nvSpPr>
          <p:spPr bwMode="auto">
            <a:xfrm>
              <a:off x="4461179" y="12033028"/>
              <a:ext cx="96838" cy="38100"/>
            </a:xfrm>
            <a:custGeom>
              <a:avLst/>
              <a:gdLst>
                <a:gd name="T0" fmla="*/ 35 w 36"/>
                <a:gd name="T1" fmla="*/ 2 h 14"/>
                <a:gd name="T2" fmla="*/ 16 w 36"/>
                <a:gd name="T3" fmla="*/ 3 h 14"/>
                <a:gd name="T4" fmla="*/ 2 w 36"/>
                <a:gd name="T5" fmla="*/ 12 h 14"/>
                <a:gd name="T6" fmla="*/ 21 w 36"/>
                <a:gd name="T7" fmla="*/ 11 h 14"/>
                <a:gd name="T8" fmla="*/ 35 w 36"/>
                <a:gd name="T9" fmla="*/ 2 h 14"/>
              </a:gdLst>
              <a:ahLst/>
              <a:cxnLst>
                <a:cxn ang="0">
                  <a:pos x="T0" y="T1"/>
                </a:cxn>
                <a:cxn ang="0">
                  <a:pos x="T2" y="T3"/>
                </a:cxn>
                <a:cxn ang="0">
                  <a:pos x="T4" y="T5"/>
                </a:cxn>
                <a:cxn ang="0">
                  <a:pos x="T6" y="T7"/>
                </a:cxn>
                <a:cxn ang="0">
                  <a:pos x="T8" y="T9"/>
                </a:cxn>
              </a:cxnLst>
              <a:rect l="0" t="0" r="r" b="b"/>
              <a:pathLst>
                <a:path w="36" h="14">
                  <a:moveTo>
                    <a:pt x="35" y="2"/>
                  </a:moveTo>
                  <a:cubicBezTo>
                    <a:pt x="34" y="0"/>
                    <a:pt x="26" y="0"/>
                    <a:pt x="16" y="3"/>
                  </a:cubicBezTo>
                  <a:cubicBezTo>
                    <a:pt x="7" y="6"/>
                    <a:pt x="0" y="10"/>
                    <a:pt x="2" y="12"/>
                  </a:cubicBezTo>
                  <a:cubicBezTo>
                    <a:pt x="3" y="14"/>
                    <a:pt x="11" y="14"/>
                    <a:pt x="21" y="11"/>
                  </a:cubicBezTo>
                  <a:cubicBezTo>
                    <a:pt x="29" y="8"/>
                    <a:pt x="36" y="4"/>
                    <a:pt x="3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92" name="Freeform 688"/>
            <p:cNvSpPr/>
            <p:nvPr/>
          </p:nvSpPr>
          <p:spPr bwMode="auto">
            <a:xfrm>
              <a:off x="4251629" y="12093353"/>
              <a:ext cx="92075" cy="33338"/>
            </a:xfrm>
            <a:custGeom>
              <a:avLst/>
              <a:gdLst>
                <a:gd name="T0" fmla="*/ 18 w 34"/>
                <a:gd name="T1" fmla="*/ 10 h 12"/>
                <a:gd name="T2" fmla="*/ 34 w 34"/>
                <a:gd name="T3" fmla="*/ 2 h 12"/>
                <a:gd name="T4" fmla="*/ 16 w 34"/>
                <a:gd name="T5" fmla="*/ 2 h 12"/>
                <a:gd name="T6" fmla="*/ 0 w 34"/>
                <a:gd name="T7" fmla="*/ 10 h 12"/>
                <a:gd name="T8" fmla="*/ 18 w 34"/>
                <a:gd name="T9" fmla="*/ 10 h 12"/>
              </a:gdLst>
              <a:ahLst/>
              <a:cxnLst>
                <a:cxn ang="0">
                  <a:pos x="T0" y="T1"/>
                </a:cxn>
                <a:cxn ang="0">
                  <a:pos x="T2" y="T3"/>
                </a:cxn>
                <a:cxn ang="0">
                  <a:pos x="T4" y="T5"/>
                </a:cxn>
                <a:cxn ang="0">
                  <a:pos x="T6" y="T7"/>
                </a:cxn>
                <a:cxn ang="0">
                  <a:pos x="T8" y="T9"/>
                </a:cxn>
              </a:cxnLst>
              <a:rect l="0" t="0" r="r" b="b"/>
              <a:pathLst>
                <a:path w="34" h="12">
                  <a:moveTo>
                    <a:pt x="18" y="10"/>
                  </a:moveTo>
                  <a:cubicBezTo>
                    <a:pt x="27" y="8"/>
                    <a:pt x="34" y="4"/>
                    <a:pt x="34" y="2"/>
                  </a:cubicBezTo>
                  <a:cubicBezTo>
                    <a:pt x="34" y="0"/>
                    <a:pt x="25" y="0"/>
                    <a:pt x="16" y="2"/>
                  </a:cubicBezTo>
                  <a:cubicBezTo>
                    <a:pt x="6" y="5"/>
                    <a:pt x="0" y="8"/>
                    <a:pt x="0" y="10"/>
                  </a:cubicBezTo>
                  <a:cubicBezTo>
                    <a:pt x="1" y="12"/>
                    <a:pt x="9" y="12"/>
                    <a:pt x="18"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93" name="Freeform 689"/>
            <p:cNvSpPr/>
            <p:nvPr/>
          </p:nvSpPr>
          <p:spPr bwMode="auto">
            <a:xfrm>
              <a:off x="4040491" y="12145741"/>
              <a:ext cx="95250" cy="26988"/>
            </a:xfrm>
            <a:custGeom>
              <a:avLst/>
              <a:gdLst>
                <a:gd name="T0" fmla="*/ 18 w 35"/>
                <a:gd name="T1" fmla="*/ 8 h 10"/>
                <a:gd name="T2" fmla="*/ 34 w 35"/>
                <a:gd name="T3" fmla="*/ 2 h 10"/>
                <a:gd name="T4" fmla="*/ 16 w 35"/>
                <a:gd name="T5" fmla="*/ 1 h 10"/>
                <a:gd name="T6" fmla="*/ 0 w 35"/>
                <a:gd name="T7" fmla="*/ 8 h 10"/>
                <a:gd name="T8" fmla="*/ 18 w 35"/>
                <a:gd name="T9" fmla="*/ 8 h 10"/>
              </a:gdLst>
              <a:ahLst/>
              <a:cxnLst>
                <a:cxn ang="0">
                  <a:pos x="T0" y="T1"/>
                </a:cxn>
                <a:cxn ang="0">
                  <a:pos x="T2" y="T3"/>
                </a:cxn>
                <a:cxn ang="0">
                  <a:pos x="T4" y="T5"/>
                </a:cxn>
                <a:cxn ang="0">
                  <a:pos x="T6" y="T7"/>
                </a:cxn>
                <a:cxn ang="0">
                  <a:pos x="T8" y="T9"/>
                </a:cxn>
              </a:cxnLst>
              <a:rect l="0" t="0" r="r" b="b"/>
              <a:pathLst>
                <a:path w="35" h="10">
                  <a:moveTo>
                    <a:pt x="18" y="8"/>
                  </a:moveTo>
                  <a:cubicBezTo>
                    <a:pt x="28" y="7"/>
                    <a:pt x="35" y="3"/>
                    <a:pt x="34" y="2"/>
                  </a:cubicBezTo>
                  <a:cubicBezTo>
                    <a:pt x="33" y="0"/>
                    <a:pt x="25" y="0"/>
                    <a:pt x="16" y="1"/>
                  </a:cubicBezTo>
                  <a:cubicBezTo>
                    <a:pt x="7" y="3"/>
                    <a:pt x="0" y="6"/>
                    <a:pt x="0" y="8"/>
                  </a:cubicBezTo>
                  <a:cubicBezTo>
                    <a:pt x="1" y="10"/>
                    <a:pt x="9" y="10"/>
                    <a:pt x="1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94" name="Freeform 690"/>
            <p:cNvSpPr/>
            <p:nvPr/>
          </p:nvSpPr>
          <p:spPr bwMode="auto">
            <a:xfrm>
              <a:off x="3826179" y="12182253"/>
              <a:ext cx="96838" cy="25400"/>
            </a:xfrm>
            <a:custGeom>
              <a:avLst/>
              <a:gdLst>
                <a:gd name="T0" fmla="*/ 20 w 36"/>
                <a:gd name="T1" fmla="*/ 8 h 9"/>
                <a:gd name="T2" fmla="*/ 34 w 36"/>
                <a:gd name="T3" fmla="*/ 2 h 9"/>
                <a:gd name="T4" fmla="*/ 16 w 36"/>
                <a:gd name="T5" fmla="*/ 1 h 9"/>
                <a:gd name="T6" fmla="*/ 1 w 36"/>
                <a:gd name="T7" fmla="*/ 7 h 9"/>
                <a:gd name="T8" fmla="*/ 20 w 36"/>
                <a:gd name="T9" fmla="*/ 8 h 9"/>
              </a:gdLst>
              <a:ahLst/>
              <a:cxnLst>
                <a:cxn ang="0">
                  <a:pos x="T0" y="T1"/>
                </a:cxn>
                <a:cxn ang="0">
                  <a:pos x="T2" y="T3"/>
                </a:cxn>
                <a:cxn ang="0">
                  <a:pos x="T4" y="T5"/>
                </a:cxn>
                <a:cxn ang="0">
                  <a:pos x="T6" y="T7"/>
                </a:cxn>
                <a:cxn ang="0">
                  <a:pos x="T8" y="T9"/>
                </a:cxn>
              </a:cxnLst>
              <a:rect l="0" t="0" r="r" b="b"/>
              <a:pathLst>
                <a:path w="36" h="9">
                  <a:moveTo>
                    <a:pt x="20" y="8"/>
                  </a:moveTo>
                  <a:cubicBezTo>
                    <a:pt x="29" y="7"/>
                    <a:pt x="36" y="4"/>
                    <a:pt x="34" y="2"/>
                  </a:cubicBezTo>
                  <a:cubicBezTo>
                    <a:pt x="33" y="0"/>
                    <a:pt x="25" y="0"/>
                    <a:pt x="16" y="1"/>
                  </a:cubicBezTo>
                  <a:cubicBezTo>
                    <a:pt x="7" y="3"/>
                    <a:pt x="0" y="5"/>
                    <a:pt x="1" y="7"/>
                  </a:cubicBezTo>
                  <a:cubicBezTo>
                    <a:pt x="2" y="9"/>
                    <a:pt x="10" y="9"/>
                    <a:pt x="2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95" name="Freeform 691"/>
            <p:cNvSpPr/>
            <p:nvPr/>
          </p:nvSpPr>
          <p:spPr bwMode="auto">
            <a:xfrm>
              <a:off x="3611866" y="12201303"/>
              <a:ext cx="96838" cy="22225"/>
            </a:xfrm>
            <a:custGeom>
              <a:avLst/>
              <a:gdLst>
                <a:gd name="T0" fmla="*/ 20 w 36"/>
                <a:gd name="T1" fmla="*/ 7 h 8"/>
                <a:gd name="T2" fmla="*/ 35 w 36"/>
                <a:gd name="T3" fmla="*/ 3 h 8"/>
                <a:gd name="T4" fmla="*/ 16 w 36"/>
                <a:gd name="T5" fmla="*/ 1 h 8"/>
                <a:gd name="T6" fmla="*/ 1 w 36"/>
                <a:gd name="T7" fmla="*/ 5 h 8"/>
                <a:gd name="T8" fmla="*/ 20 w 36"/>
                <a:gd name="T9" fmla="*/ 7 h 8"/>
              </a:gdLst>
              <a:ahLst/>
              <a:cxnLst>
                <a:cxn ang="0">
                  <a:pos x="T0" y="T1"/>
                </a:cxn>
                <a:cxn ang="0">
                  <a:pos x="T2" y="T3"/>
                </a:cxn>
                <a:cxn ang="0">
                  <a:pos x="T4" y="T5"/>
                </a:cxn>
                <a:cxn ang="0">
                  <a:pos x="T6" y="T7"/>
                </a:cxn>
                <a:cxn ang="0">
                  <a:pos x="T8" y="T9"/>
                </a:cxn>
              </a:cxnLst>
              <a:rect l="0" t="0" r="r" b="b"/>
              <a:pathLst>
                <a:path w="36" h="8">
                  <a:moveTo>
                    <a:pt x="20" y="7"/>
                  </a:moveTo>
                  <a:cubicBezTo>
                    <a:pt x="29" y="7"/>
                    <a:pt x="36" y="5"/>
                    <a:pt x="35" y="3"/>
                  </a:cubicBezTo>
                  <a:cubicBezTo>
                    <a:pt x="33" y="2"/>
                    <a:pt x="25" y="0"/>
                    <a:pt x="16" y="1"/>
                  </a:cubicBezTo>
                  <a:cubicBezTo>
                    <a:pt x="7" y="1"/>
                    <a:pt x="0" y="3"/>
                    <a:pt x="1" y="5"/>
                  </a:cubicBezTo>
                  <a:cubicBezTo>
                    <a:pt x="2" y="7"/>
                    <a:pt x="10" y="8"/>
                    <a:pt x="2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96" name="Freeform 692"/>
            <p:cNvSpPr/>
            <p:nvPr/>
          </p:nvSpPr>
          <p:spPr bwMode="auto">
            <a:xfrm>
              <a:off x="3397554" y="12210828"/>
              <a:ext cx="96838" cy="15875"/>
            </a:xfrm>
            <a:custGeom>
              <a:avLst/>
              <a:gdLst>
                <a:gd name="T0" fmla="*/ 35 w 36"/>
                <a:gd name="T1" fmla="*/ 3 h 6"/>
                <a:gd name="T2" fmla="*/ 17 w 36"/>
                <a:gd name="T3" fmla="*/ 0 h 6"/>
                <a:gd name="T4" fmla="*/ 1 w 36"/>
                <a:gd name="T5" fmla="*/ 4 h 6"/>
                <a:gd name="T6" fmla="*/ 19 w 36"/>
                <a:gd name="T7" fmla="*/ 6 h 6"/>
                <a:gd name="T8" fmla="*/ 35 w 36"/>
                <a:gd name="T9" fmla="*/ 3 h 6"/>
              </a:gdLst>
              <a:ahLst/>
              <a:cxnLst>
                <a:cxn ang="0">
                  <a:pos x="T0" y="T1"/>
                </a:cxn>
                <a:cxn ang="0">
                  <a:pos x="T2" y="T3"/>
                </a:cxn>
                <a:cxn ang="0">
                  <a:pos x="T4" y="T5"/>
                </a:cxn>
                <a:cxn ang="0">
                  <a:pos x="T6" y="T7"/>
                </a:cxn>
                <a:cxn ang="0">
                  <a:pos x="T8" y="T9"/>
                </a:cxn>
              </a:cxnLst>
              <a:rect l="0" t="0" r="r" b="b"/>
              <a:pathLst>
                <a:path w="36" h="6">
                  <a:moveTo>
                    <a:pt x="35" y="3"/>
                  </a:moveTo>
                  <a:cubicBezTo>
                    <a:pt x="34" y="1"/>
                    <a:pt x="26" y="0"/>
                    <a:pt x="17" y="0"/>
                  </a:cubicBezTo>
                  <a:cubicBezTo>
                    <a:pt x="7" y="0"/>
                    <a:pt x="0" y="2"/>
                    <a:pt x="1" y="4"/>
                  </a:cubicBezTo>
                  <a:cubicBezTo>
                    <a:pt x="1" y="5"/>
                    <a:pt x="9" y="6"/>
                    <a:pt x="19" y="6"/>
                  </a:cubicBezTo>
                  <a:cubicBezTo>
                    <a:pt x="29" y="6"/>
                    <a:pt x="36" y="5"/>
                    <a:pt x="3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97" name="Freeform 693"/>
            <p:cNvSpPr/>
            <p:nvPr/>
          </p:nvSpPr>
          <p:spPr bwMode="auto">
            <a:xfrm>
              <a:off x="3181654" y="12212416"/>
              <a:ext cx="98425" cy="17463"/>
            </a:xfrm>
            <a:custGeom>
              <a:avLst/>
              <a:gdLst>
                <a:gd name="T0" fmla="*/ 35 w 36"/>
                <a:gd name="T1" fmla="*/ 3 h 6"/>
                <a:gd name="T2" fmla="*/ 17 w 36"/>
                <a:gd name="T3" fmla="*/ 0 h 6"/>
                <a:gd name="T4" fmla="*/ 1 w 36"/>
                <a:gd name="T5" fmla="*/ 3 h 6"/>
                <a:gd name="T6" fmla="*/ 19 w 36"/>
                <a:gd name="T7" fmla="*/ 6 h 6"/>
                <a:gd name="T8" fmla="*/ 35 w 36"/>
                <a:gd name="T9" fmla="*/ 3 h 6"/>
              </a:gdLst>
              <a:ahLst/>
              <a:cxnLst>
                <a:cxn ang="0">
                  <a:pos x="T0" y="T1"/>
                </a:cxn>
                <a:cxn ang="0">
                  <a:pos x="T2" y="T3"/>
                </a:cxn>
                <a:cxn ang="0">
                  <a:pos x="T4" y="T5"/>
                </a:cxn>
                <a:cxn ang="0">
                  <a:pos x="T6" y="T7"/>
                </a:cxn>
                <a:cxn ang="0">
                  <a:pos x="T8" y="T9"/>
                </a:cxn>
              </a:cxnLst>
              <a:rect l="0" t="0" r="r" b="b"/>
              <a:pathLst>
                <a:path w="36" h="6">
                  <a:moveTo>
                    <a:pt x="35" y="3"/>
                  </a:moveTo>
                  <a:cubicBezTo>
                    <a:pt x="34" y="2"/>
                    <a:pt x="26" y="0"/>
                    <a:pt x="17" y="0"/>
                  </a:cubicBezTo>
                  <a:cubicBezTo>
                    <a:pt x="7" y="0"/>
                    <a:pt x="0" y="2"/>
                    <a:pt x="1" y="3"/>
                  </a:cubicBezTo>
                  <a:cubicBezTo>
                    <a:pt x="1" y="4"/>
                    <a:pt x="9" y="6"/>
                    <a:pt x="19" y="6"/>
                  </a:cubicBezTo>
                  <a:cubicBezTo>
                    <a:pt x="28" y="6"/>
                    <a:pt x="36" y="4"/>
                    <a:pt x="3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98" name="Freeform 694"/>
            <p:cNvSpPr/>
            <p:nvPr/>
          </p:nvSpPr>
          <p:spPr bwMode="auto">
            <a:xfrm>
              <a:off x="2967341" y="12212416"/>
              <a:ext cx="95250" cy="14288"/>
            </a:xfrm>
            <a:custGeom>
              <a:avLst/>
              <a:gdLst>
                <a:gd name="T0" fmla="*/ 34 w 35"/>
                <a:gd name="T1" fmla="*/ 3 h 5"/>
                <a:gd name="T2" fmla="*/ 16 w 35"/>
                <a:gd name="T3" fmla="*/ 0 h 5"/>
                <a:gd name="T4" fmla="*/ 0 w 35"/>
                <a:gd name="T5" fmla="*/ 2 h 5"/>
                <a:gd name="T6" fmla="*/ 18 w 35"/>
                <a:gd name="T7" fmla="*/ 5 h 5"/>
                <a:gd name="T8" fmla="*/ 34 w 35"/>
                <a:gd name="T9" fmla="*/ 3 h 5"/>
              </a:gdLst>
              <a:ahLst/>
              <a:cxnLst>
                <a:cxn ang="0">
                  <a:pos x="T0" y="T1"/>
                </a:cxn>
                <a:cxn ang="0">
                  <a:pos x="T2" y="T3"/>
                </a:cxn>
                <a:cxn ang="0">
                  <a:pos x="T4" y="T5"/>
                </a:cxn>
                <a:cxn ang="0">
                  <a:pos x="T6" y="T7"/>
                </a:cxn>
                <a:cxn ang="0">
                  <a:pos x="T8" y="T9"/>
                </a:cxn>
              </a:cxnLst>
              <a:rect l="0" t="0" r="r" b="b"/>
              <a:pathLst>
                <a:path w="35" h="5">
                  <a:moveTo>
                    <a:pt x="34" y="3"/>
                  </a:moveTo>
                  <a:cubicBezTo>
                    <a:pt x="34" y="2"/>
                    <a:pt x="25" y="0"/>
                    <a:pt x="16" y="0"/>
                  </a:cubicBezTo>
                  <a:cubicBezTo>
                    <a:pt x="7" y="0"/>
                    <a:pt x="0" y="1"/>
                    <a:pt x="0" y="2"/>
                  </a:cubicBezTo>
                  <a:cubicBezTo>
                    <a:pt x="1" y="4"/>
                    <a:pt x="8" y="5"/>
                    <a:pt x="18" y="5"/>
                  </a:cubicBezTo>
                  <a:cubicBezTo>
                    <a:pt x="28" y="5"/>
                    <a:pt x="35" y="4"/>
                    <a:pt x="3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699" name="Freeform 695"/>
            <p:cNvSpPr/>
            <p:nvPr/>
          </p:nvSpPr>
          <p:spPr bwMode="auto">
            <a:xfrm>
              <a:off x="2751441" y="12212416"/>
              <a:ext cx="96838" cy="7938"/>
            </a:xfrm>
            <a:custGeom>
              <a:avLst/>
              <a:gdLst>
                <a:gd name="T0" fmla="*/ 35 w 36"/>
                <a:gd name="T1" fmla="*/ 2 h 3"/>
                <a:gd name="T2" fmla="*/ 17 w 36"/>
                <a:gd name="T3" fmla="*/ 0 h 3"/>
                <a:gd name="T4" fmla="*/ 1 w 36"/>
                <a:gd name="T5" fmla="*/ 1 h 3"/>
                <a:gd name="T6" fmla="*/ 18 w 36"/>
                <a:gd name="T7" fmla="*/ 3 h 3"/>
                <a:gd name="T8" fmla="*/ 35 w 36"/>
                <a:gd name="T9" fmla="*/ 2 h 3"/>
              </a:gdLst>
              <a:ahLst/>
              <a:cxnLst>
                <a:cxn ang="0">
                  <a:pos x="T0" y="T1"/>
                </a:cxn>
                <a:cxn ang="0">
                  <a:pos x="T2" y="T3"/>
                </a:cxn>
                <a:cxn ang="0">
                  <a:pos x="T4" y="T5"/>
                </a:cxn>
                <a:cxn ang="0">
                  <a:pos x="T6" y="T7"/>
                </a:cxn>
                <a:cxn ang="0">
                  <a:pos x="T8" y="T9"/>
                </a:cxn>
              </a:cxnLst>
              <a:rect l="0" t="0" r="r" b="b"/>
              <a:pathLst>
                <a:path w="36" h="3">
                  <a:moveTo>
                    <a:pt x="35" y="2"/>
                  </a:moveTo>
                  <a:cubicBezTo>
                    <a:pt x="35" y="1"/>
                    <a:pt x="26" y="0"/>
                    <a:pt x="17" y="0"/>
                  </a:cubicBezTo>
                  <a:cubicBezTo>
                    <a:pt x="7" y="0"/>
                    <a:pt x="0" y="0"/>
                    <a:pt x="1" y="1"/>
                  </a:cubicBezTo>
                  <a:cubicBezTo>
                    <a:pt x="2" y="2"/>
                    <a:pt x="9" y="3"/>
                    <a:pt x="18" y="3"/>
                  </a:cubicBezTo>
                  <a:cubicBezTo>
                    <a:pt x="28" y="3"/>
                    <a:pt x="36" y="3"/>
                    <a:pt x="3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00" name="Freeform 696"/>
            <p:cNvSpPr/>
            <p:nvPr/>
          </p:nvSpPr>
          <p:spPr bwMode="auto">
            <a:xfrm>
              <a:off x="2537129" y="12210828"/>
              <a:ext cx="96838" cy="7938"/>
            </a:xfrm>
            <a:custGeom>
              <a:avLst/>
              <a:gdLst>
                <a:gd name="T0" fmla="*/ 35 w 36"/>
                <a:gd name="T1" fmla="*/ 1 h 3"/>
                <a:gd name="T2" fmla="*/ 17 w 36"/>
                <a:gd name="T3" fmla="*/ 0 h 3"/>
                <a:gd name="T4" fmla="*/ 1 w 36"/>
                <a:gd name="T5" fmla="*/ 1 h 3"/>
                <a:gd name="T6" fmla="*/ 19 w 36"/>
                <a:gd name="T7" fmla="*/ 2 h 3"/>
                <a:gd name="T8" fmla="*/ 35 w 36"/>
                <a:gd name="T9" fmla="*/ 1 h 3"/>
              </a:gdLst>
              <a:ahLst/>
              <a:cxnLst>
                <a:cxn ang="0">
                  <a:pos x="T0" y="T1"/>
                </a:cxn>
                <a:cxn ang="0">
                  <a:pos x="T2" y="T3"/>
                </a:cxn>
                <a:cxn ang="0">
                  <a:pos x="T4" y="T5"/>
                </a:cxn>
                <a:cxn ang="0">
                  <a:pos x="T6" y="T7"/>
                </a:cxn>
                <a:cxn ang="0">
                  <a:pos x="T8" y="T9"/>
                </a:cxn>
              </a:cxnLst>
              <a:rect l="0" t="0" r="r" b="b"/>
              <a:pathLst>
                <a:path w="36" h="3">
                  <a:moveTo>
                    <a:pt x="35" y="1"/>
                  </a:moveTo>
                  <a:cubicBezTo>
                    <a:pt x="34" y="1"/>
                    <a:pt x="26" y="0"/>
                    <a:pt x="17" y="0"/>
                  </a:cubicBezTo>
                  <a:cubicBezTo>
                    <a:pt x="8" y="0"/>
                    <a:pt x="0" y="0"/>
                    <a:pt x="1" y="1"/>
                  </a:cubicBezTo>
                  <a:cubicBezTo>
                    <a:pt x="1" y="1"/>
                    <a:pt x="9" y="2"/>
                    <a:pt x="19" y="2"/>
                  </a:cubicBezTo>
                  <a:cubicBezTo>
                    <a:pt x="29" y="3"/>
                    <a:pt x="36" y="2"/>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01" name="Freeform 697"/>
            <p:cNvSpPr/>
            <p:nvPr/>
          </p:nvSpPr>
          <p:spPr bwMode="auto">
            <a:xfrm>
              <a:off x="2321229" y="12207653"/>
              <a:ext cx="98425" cy="4763"/>
            </a:xfrm>
            <a:custGeom>
              <a:avLst/>
              <a:gdLst>
                <a:gd name="T0" fmla="*/ 35 w 36"/>
                <a:gd name="T1" fmla="*/ 1 h 2"/>
                <a:gd name="T2" fmla="*/ 17 w 36"/>
                <a:gd name="T3" fmla="*/ 0 h 2"/>
                <a:gd name="T4" fmla="*/ 1 w 36"/>
                <a:gd name="T5" fmla="*/ 1 h 2"/>
                <a:gd name="T6" fmla="*/ 19 w 36"/>
                <a:gd name="T7" fmla="*/ 2 h 2"/>
                <a:gd name="T8" fmla="*/ 35 w 36"/>
                <a:gd name="T9" fmla="*/ 1 h 2"/>
              </a:gdLst>
              <a:ahLst/>
              <a:cxnLst>
                <a:cxn ang="0">
                  <a:pos x="T0" y="T1"/>
                </a:cxn>
                <a:cxn ang="0">
                  <a:pos x="T2" y="T3"/>
                </a:cxn>
                <a:cxn ang="0">
                  <a:pos x="T4" y="T5"/>
                </a:cxn>
                <a:cxn ang="0">
                  <a:pos x="T6" y="T7"/>
                </a:cxn>
                <a:cxn ang="0">
                  <a:pos x="T8" y="T9"/>
                </a:cxn>
              </a:cxnLst>
              <a:rect l="0" t="0" r="r" b="b"/>
              <a:pathLst>
                <a:path w="36" h="2">
                  <a:moveTo>
                    <a:pt x="35" y="1"/>
                  </a:moveTo>
                  <a:cubicBezTo>
                    <a:pt x="33" y="1"/>
                    <a:pt x="26" y="0"/>
                    <a:pt x="17" y="0"/>
                  </a:cubicBezTo>
                  <a:cubicBezTo>
                    <a:pt x="7" y="0"/>
                    <a:pt x="0" y="0"/>
                    <a:pt x="1" y="1"/>
                  </a:cubicBezTo>
                  <a:cubicBezTo>
                    <a:pt x="1" y="1"/>
                    <a:pt x="9" y="1"/>
                    <a:pt x="19" y="2"/>
                  </a:cubicBezTo>
                  <a:cubicBezTo>
                    <a:pt x="29" y="2"/>
                    <a:pt x="36" y="2"/>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02" name="Freeform 698"/>
            <p:cNvSpPr/>
            <p:nvPr/>
          </p:nvSpPr>
          <p:spPr bwMode="auto">
            <a:xfrm>
              <a:off x="2106916" y="12207653"/>
              <a:ext cx="98425" cy="3175"/>
            </a:xfrm>
            <a:custGeom>
              <a:avLst/>
              <a:gdLst>
                <a:gd name="T0" fmla="*/ 34 w 36"/>
                <a:gd name="T1" fmla="*/ 0 h 1"/>
                <a:gd name="T2" fmla="*/ 16 w 36"/>
                <a:gd name="T3" fmla="*/ 0 h 1"/>
                <a:gd name="T4" fmla="*/ 0 w 36"/>
                <a:gd name="T5" fmla="*/ 0 h 1"/>
                <a:gd name="T6" fmla="*/ 19 w 36"/>
                <a:gd name="T7" fmla="*/ 1 h 1"/>
                <a:gd name="T8" fmla="*/ 34 w 36"/>
                <a:gd name="T9" fmla="*/ 0 h 1"/>
              </a:gdLst>
              <a:ahLst/>
              <a:cxnLst>
                <a:cxn ang="0">
                  <a:pos x="T0" y="T1"/>
                </a:cxn>
                <a:cxn ang="0">
                  <a:pos x="T2" y="T3"/>
                </a:cxn>
                <a:cxn ang="0">
                  <a:pos x="T4" y="T5"/>
                </a:cxn>
                <a:cxn ang="0">
                  <a:pos x="T6" y="T7"/>
                </a:cxn>
                <a:cxn ang="0">
                  <a:pos x="T8" y="T9"/>
                </a:cxn>
              </a:cxnLst>
              <a:rect l="0" t="0" r="r" b="b"/>
              <a:pathLst>
                <a:path w="36" h="1">
                  <a:moveTo>
                    <a:pt x="34" y="0"/>
                  </a:moveTo>
                  <a:cubicBezTo>
                    <a:pt x="33" y="0"/>
                    <a:pt x="25" y="0"/>
                    <a:pt x="16" y="0"/>
                  </a:cubicBezTo>
                  <a:cubicBezTo>
                    <a:pt x="7" y="0"/>
                    <a:pt x="0" y="0"/>
                    <a:pt x="0" y="0"/>
                  </a:cubicBezTo>
                  <a:cubicBezTo>
                    <a:pt x="1" y="0"/>
                    <a:pt x="9" y="1"/>
                    <a:pt x="19" y="1"/>
                  </a:cubicBezTo>
                  <a:cubicBezTo>
                    <a:pt x="28" y="1"/>
                    <a:pt x="36"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03" name="Freeform 699"/>
            <p:cNvSpPr/>
            <p:nvPr/>
          </p:nvSpPr>
          <p:spPr bwMode="auto">
            <a:xfrm>
              <a:off x="1891016" y="12207653"/>
              <a:ext cx="107950" cy="3175"/>
            </a:xfrm>
            <a:custGeom>
              <a:avLst/>
              <a:gdLst>
                <a:gd name="T0" fmla="*/ 21 w 40"/>
                <a:gd name="T1" fmla="*/ 1 h 1"/>
                <a:gd name="T2" fmla="*/ 28 w 40"/>
                <a:gd name="T3" fmla="*/ 1 h 1"/>
                <a:gd name="T4" fmla="*/ 40 w 40"/>
                <a:gd name="T5" fmla="*/ 1 h 1"/>
                <a:gd name="T6" fmla="*/ 31 w 40"/>
                <a:gd name="T7" fmla="*/ 1 h 1"/>
                <a:gd name="T8" fmla="*/ 35 w 40"/>
                <a:gd name="T9" fmla="*/ 0 h 1"/>
                <a:gd name="T10" fmla="*/ 16 w 40"/>
                <a:gd name="T11" fmla="*/ 1 h 1"/>
                <a:gd name="T12" fmla="*/ 11 w 40"/>
                <a:gd name="T13" fmla="*/ 1 h 1"/>
                <a:gd name="T14" fmla="*/ 7 w 40"/>
                <a:gd name="T15" fmla="*/ 1 h 1"/>
                <a:gd name="T16" fmla="*/ 8 w 40"/>
                <a:gd name="T17" fmla="*/ 1 h 1"/>
                <a:gd name="T18" fmla="*/ 1 w 40"/>
                <a:gd name="T19" fmla="*/ 1 h 1"/>
                <a:gd name="T20" fmla="*/ 21 w 40"/>
                <a:gd name="T21"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1">
                  <a:moveTo>
                    <a:pt x="21" y="1"/>
                  </a:moveTo>
                  <a:cubicBezTo>
                    <a:pt x="24" y="1"/>
                    <a:pt x="26" y="1"/>
                    <a:pt x="28" y="1"/>
                  </a:cubicBezTo>
                  <a:cubicBezTo>
                    <a:pt x="34" y="1"/>
                    <a:pt x="38" y="1"/>
                    <a:pt x="40" y="1"/>
                  </a:cubicBezTo>
                  <a:cubicBezTo>
                    <a:pt x="38" y="1"/>
                    <a:pt x="35" y="1"/>
                    <a:pt x="31" y="1"/>
                  </a:cubicBezTo>
                  <a:cubicBezTo>
                    <a:pt x="34" y="1"/>
                    <a:pt x="36" y="1"/>
                    <a:pt x="35" y="0"/>
                  </a:cubicBezTo>
                  <a:cubicBezTo>
                    <a:pt x="34" y="0"/>
                    <a:pt x="26" y="0"/>
                    <a:pt x="16" y="1"/>
                  </a:cubicBezTo>
                  <a:cubicBezTo>
                    <a:pt x="14" y="1"/>
                    <a:pt x="13" y="1"/>
                    <a:pt x="11" y="1"/>
                  </a:cubicBezTo>
                  <a:cubicBezTo>
                    <a:pt x="9" y="1"/>
                    <a:pt x="8" y="1"/>
                    <a:pt x="7" y="1"/>
                  </a:cubicBezTo>
                  <a:cubicBezTo>
                    <a:pt x="7" y="1"/>
                    <a:pt x="7" y="1"/>
                    <a:pt x="8" y="1"/>
                  </a:cubicBezTo>
                  <a:cubicBezTo>
                    <a:pt x="3" y="1"/>
                    <a:pt x="0" y="1"/>
                    <a:pt x="1" y="1"/>
                  </a:cubicBezTo>
                  <a:cubicBezTo>
                    <a:pt x="3" y="1"/>
                    <a:pt x="11" y="1"/>
                    <a:pt x="2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04" name="Freeform 700"/>
            <p:cNvSpPr/>
            <p:nvPr/>
          </p:nvSpPr>
          <p:spPr bwMode="auto">
            <a:xfrm>
              <a:off x="1246491" y="12242578"/>
              <a:ext cx="98425" cy="11113"/>
            </a:xfrm>
            <a:custGeom>
              <a:avLst/>
              <a:gdLst>
                <a:gd name="T0" fmla="*/ 35 w 36"/>
                <a:gd name="T1" fmla="*/ 0 h 4"/>
                <a:gd name="T2" fmla="*/ 21 w 36"/>
                <a:gd name="T3" fmla="*/ 2 h 4"/>
                <a:gd name="T4" fmla="*/ 2 w 36"/>
                <a:gd name="T5" fmla="*/ 4 h 4"/>
                <a:gd name="T6" fmla="*/ 17 w 36"/>
                <a:gd name="T7" fmla="*/ 2 h 4"/>
                <a:gd name="T8" fmla="*/ 35 w 36"/>
                <a:gd name="T9" fmla="*/ 0 h 4"/>
              </a:gdLst>
              <a:ahLst/>
              <a:cxnLst>
                <a:cxn ang="0">
                  <a:pos x="T0" y="T1"/>
                </a:cxn>
                <a:cxn ang="0">
                  <a:pos x="T2" y="T3"/>
                </a:cxn>
                <a:cxn ang="0">
                  <a:pos x="T4" y="T5"/>
                </a:cxn>
                <a:cxn ang="0">
                  <a:pos x="T6" y="T7"/>
                </a:cxn>
                <a:cxn ang="0">
                  <a:pos x="T8" y="T9"/>
                </a:cxn>
              </a:cxnLst>
              <a:rect l="0" t="0" r="r" b="b"/>
              <a:pathLst>
                <a:path w="36" h="4">
                  <a:moveTo>
                    <a:pt x="35" y="0"/>
                  </a:moveTo>
                  <a:cubicBezTo>
                    <a:pt x="36" y="0"/>
                    <a:pt x="30" y="1"/>
                    <a:pt x="21" y="2"/>
                  </a:cubicBezTo>
                  <a:cubicBezTo>
                    <a:pt x="12" y="3"/>
                    <a:pt x="3" y="4"/>
                    <a:pt x="2" y="4"/>
                  </a:cubicBezTo>
                  <a:cubicBezTo>
                    <a:pt x="0" y="4"/>
                    <a:pt x="7" y="4"/>
                    <a:pt x="17" y="2"/>
                  </a:cubicBezTo>
                  <a:cubicBezTo>
                    <a:pt x="26" y="1"/>
                    <a:pt x="34" y="0"/>
                    <a:pt x="3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05" name="Freeform 701"/>
            <p:cNvSpPr/>
            <p:nvPr/>
          </p:nvSpPr>
          <p:spPr bwMode="auto">
            <a:xfrm>
              <a:off x="1038529" y="12272741"/>
              <a:ext cx="92075" cy="12700"/>
            </a:xfrm>
            <a:custGeom>
              <a:avLst/>
              <a:gdLst>
                <a:gd name="T0" fmla="*/ 34 w 34"/>
                <a:gd name="T1" fmla="*/ 0 h 5"/>
                <a:gd name="T2" fmla="*/ 16 w 34"/>
                <a:gd name="T3" fmla="*/ 2 h 5"/>
                <a:gd name="T4" fmla="*/ 0 w 34"/>
                <a:gd name="T5" fmla="*/ 5 h 5"/>
                <a:gd name="T6" fmla="*/ 18 w 34"/>
                <a:gd name="T7" fmla="*/ 2 h 5"/>
                <a:gd name="T8" fmla="*/ 34 w 34"/>
                <a:gd name="T9" fmla="*/ 0 h 5"/>
              </a:gdLst>
              <a:ahLst/>
              <a:cxnLst>
                <a:cxn ang="0">
                  <a:pos x="T0" y="T1"/>
                </a:cxn>
                <a:cxn ang="0">
                  <a:pos x="T2" y="T3"/>
                </a:cxn>
                <a:cxn ang="0">
                  <a:pos x="T4" y="T5"/>
                </a:cxn>
                <a:cxn ang="0">
                  <a:pos x="T6" y="T7"/>
                </a:cxn>
                <a:cxn ang="0">
                  <a:pos x="T8" y="T9"/>
                </a:cxn>
              </a:cxnLst>
              <a:rect l="0" t="0" r="r" b="b"/>
              <a:pathLst>
                <a:path w="34" h="5">
                  <a:moveTo>
                    <a:pt x="34" y="0"/>
                  </a:moveTo>
                  <a:cubicBezTo>
                    <a:pt x="33" y="0"/>
                    <a:pt x="25" y="1"/>
                    <a:pt x="16" y="2"/>
                  </a:cubicBezTo>
                  <a:cubicBezTo>
                    <a:pt x="7" y="4"/>
                    <a:pt x="0" y="5"/>
                    <a:pt x="0" y="5"/>
                  </a:cubicBezTo>
                  <a:cubicBezTo>
                    <a:pt x="0" y="5"/>
                    <a:pt x="8" y="4"/>
                    <a:pt x="18" y="2"/>
                  </a:cubicBezTo>
                  <a:cubicBezTo>
                    <a:pt x="27" y="1"/>
                    <a:pt x="34"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06" name="Freeform 702"/>
            <p:cNvSpPr/>
            <p:nvPr/>
          </p:nvSpPr>
          <p:spPr bwMode="auto">
            <a:xfrm>
              <a:off x="825804" y="12310841"/>
              <a:ext cx="93663" cy="30163"/>
            </a:xfrm>
            <a:custGeom>
              <a:avLst/>
              <a:gdLst>
                <a:gd name="T0" fmla="*/ 33 w 34"/>
                <a:gd name="T1" fmla="*/ 0 h 11"/>
                <a:gd name="T2" fmla="*/ 17 w 34"/>
                <a:gd name="T3" fmla="*/ 4 h 11"/>
                <a:gd name="T4" fmla="*/ 0 w 34"/>
                <a:gd name="T5" fmla="*/ 11 h 11"/>
                <a:gd name="T6" fmla="*/ 16 w 34"/>
                <a:gd name="T7" fmla="*/ 6 h 11"/>
                <a:gd name="T8" fmla="*/ 33 w 34"/>
                <a:gd name="T9" fmla="*/ 0 h 11"/>
              </a:gdLst>
              <a:ahLst/>
              <a:cxnLst>
                <a:cxn ang="0">
                  <a:pos x="T0" y="T1"/>
                </a:cxn>
                <a:cxn ang="0">
                  <a:pos x="T2" y="T3"/>
                </a:cxn>
                <a:cxn ang="0">
                  <a:pos x="T4" y="T5"/>
                </a:cxn>
                <a:cxn ang="0">
                  <a:pos x="T6" y="T7"/>
                </a:cxn>
                <a:cxn ang="0">
                  <a:pos x="T8" y="T9"/>
                </a:cxn>
              </a:cxnLst>
              <a:rect l="0" t="0" r="r" b="b"/>
              <a:pathLst>
                <a:path w="34" h="11">
                  <a:moveTo>
                    <a:pt x="33" y="0"/>
                  </a:moveTo>
                  <a:cubicBezTo>
                    <a:pt x="34" y="0"/>
                    <a:pt x="26" y="2"/>
                    <a:pt x="17" y="4"/>
                  </a:cubicBezTo>
                  <a:cubicBezTo>
                    <a:pt x="7" y="7"/>
                    <a:pt x="0" y="10"/>
                    <a:pt x="0" y="11"/>
                  </a:cubicBezTo>
                  <a:cubicBezTo>
                    <a:pt x="0" y="11"/>
                    <a:pt x="7" y="9"/>
                    <a:pt x="16" y="6"/>
                  </a:cubicBezTo>
                  <a:cubicBezTo>
                    <a:pt x="25" y="3"/>
                    <a:pt x="33" y="1"/>
                    <a:pt x="3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07" name="Freeform 703"/>
            <p:cNvSpPr/>
            <p:nvPr/>
          </p:nvSpPr>
          <p:spPr bwMode="auto">
            <a:xfrm>
              <a:off x="614666" y="12387041"/>
              <a:ext cx="92075" cy="50800"/>
            </a:xfrm>
            <a:custGeom>
              <a:avLst/>
              <a:gdLst>
                <a:gd name="T0" fmla="*/ 34 w 34"/>
                <a:gd name="T1" fmla="*/ 1 h 19"/>
                <a:gd name="T2" fmla="*/ 16 w 34"/>
                <a:gd name="T3" fmla="*/ 7 h 19"/>
                <a:gd name="T4" fmla="*/ 1 w 34"/>
                <a:gd name="T5" fmla="*/ 18 h 19"/>
                <a:gd name="T6" fmla="*/ 18 w 34"/>
                <a:gd name="T7" fmla="*/ 12 h 19"/>
                <a:gd name="T8" fmla="*/ 34 w 34"/>
                <a:gd name="T9" fmla="*/ 1 h 19"/>
              </a:gdLst>
              <a:ahLst/>
              <a:cxnLst>
                <a:cxn ang="0">
                  <a:pos x="T0" y="T1"/>
                </a:cxn>
                <a:cxn ang="0">
                  <a:pos x="T2" y="T3"/>
                </a:cxn>
                <a:cxn ang="0">
                  <a:pos x="T4" y="T5"/>
                </a:cxn>
                <a:cxn ang="0">
                  <a:pos x="T6" y="T7"/>
                </a:cxn>
                <a:cxn ang="0">
                  <a:pos x="T8" y="T9"/>
                </a:cxn>
              </a:cxnLst>
              <a:rect l="0" t="0" r="r" b="b"/>
              <a:pathLst>
                <a:path w="34" h="19">
                  <a:moveTo>
                    <a:pt x="34" y="1"/>
                  </a:moveTo>
                  <a:cubicBezTo>
                    <a:pt x="34" y="0"/>
                    <a:pt x="25" y="3"/>
                    <a:pt x="16" y="7"/>
                  </a:cubicBezTo>
                  <a:cubicBezTo>
                    <a:pt x="7" y="12"/>
                    <a:pt x="0" y="17"/>
                    <a:pt x="1" y="18"/>
                  </a:cubicBezTo>
                  <a:cubicBezTo>
                    <a:pt x="2" y="19"/>
                    <a:pt x="9" y="16"/>
                    <a:pt x="18" y="12"/>
                  </a:cubicBezTo>
                  <a:cubicBezTo>
                    <a:pt x="27" y="7"/>
                    <a:pt x="34" y="2"/>
                    <a:pt x="3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08" name="Freeform 704"/>
            <p:cNvSpPr/>
            <p:nvPr/>
          </p:nvSpPr>
          <p:spPr bwMode="auto">
            <a:xfrm>
              <a:off x="200329" y="12628341"/>
              <a:ext cx="92075" cy="76200"/>
            </a:xfrm>
            <a:custGeom>
              <a:avLst/>
              <a:gdLst>
                <a:gd name="T0" fmla="*/ 18 w 34"/>
                <a:gd name="T1" fmla="*/ 20 h 28"/>
                <a:gd name="T2" fmla="*/ 33 w 34"/>
                <a:gd name="T3" fmla="*/ 3 h 28"/>
                <a:gd name="T4" fmla="*/ 15 w 34"/>
                <a:gd name="T5" fmla="*/ 7 h 28"/>
                <a:gd name="T6" fmla="*/ 1 w 34"/>
                <a:gd name="T7" fmla="*/ 24 h 28"/>
                <a:gd name="T8" fmla="*/ 18 w 34"/>
                <a:gd name="T9" fmla="*/ 20 h 28"/>
              </a:gdLst>
              <a:ahLst/>
              <a:cxnLst>
                <a:cxn ang="0">
                  <a:pos x="T0" y="T1"/>
                </a:cxn>
                <a:cxn ang="0">
                  <a:pos x="T2" y="T3"/>
                </a:cxn>
                <a:cxn ang="0">
                  <a:pos x="T4" y="T5"/>
                </a:cxn>
                <a:cxn ang="0">
                  <a:pos x="T6" y="T7"/>
                </a:cxn>
                <a:cxn ang="0">
                  <a:pos x="T8" y="T9"/>
                </a:cxn>
              </a:cxnLst>
              <a:rect l="0" t="0" r="r" b="b"/>
              <a:pathLst>
                <a:path w="34" h="28">
                  <a:moveTo>
                    <a:pt x="18" y="20"/>
                  </a:moveTo>
                  <a:cubicBezTo>
                    <a:pt x="27" y="14"/>
                    <a:pt x="34" y="6"/>
                    <a:pt x="33" y="3"/>
                  </a:cubicBezTo>
                  <a:cubicBezTo>
                    <a:pt x="33" y="0"/>
                    <a:pt x="24" y="2"/>
                    <a:pt x="15" y="7"/>
                  </a:cubicBezTo>
                  <a:cubicBezTo>
                    <a:pt x="7" y="13"/>
                    <a:pt x="0" y="20"/>
                    <a:pt x="1" y="24"/>
                  </a:cubicBezTo>
                  <a:cubicBezTo>
                    <a:pt x="1" y="28"/>
                    <a:pt x="9" y="26"/>
                    <a:pt x="18"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09" name="Freeform 705"/>
            <p:cNvSpPr/>
            <p:nvPr/>
          </p:nvSpPr>
          <p:spPr bwMode="auto">
            <a:xfrm>
              <a:off x="405116" y="12498166"/>
              <a:ext cx="93663" cy="68263"/>
            </a:xfrm>
            <a:custGeom>
              <a:avLst/>
              <a:gdLst>
                <a:gd name="T0" fmla="*/ 34 w 34"/>
                <a:gd name="T1" fmla="*/ 2 h 25"/>
                <a:gd name="T2" fmla="*/ 16 w 34"/>
                <a:gd name="T3" fmla="*/ 8 h 25"/>
                <a:gd name="T4" fmla="*/ 1 w 34"/>
                <a:gd name="T5" fmla="*/ 23 h 25"/>
                <a:gd name="T6" fmla="*/ 20 w 34"/>
                <a:gd name="T7" fmla="*/ 16 h 25"/>
                <a:gd name="T8" fmla="*/ 34 w 34"/>
                <a:gd name="T9" fmla="*/ 2 h 25"/>
              </a:gdLst>
              <a:ahLst/>
              <a:cxnLst>
                <a:cxn ang="0">
                  <a:pos x="T0" y="T1"/>
                </a:cxn>
                <a:cxn ang="0">
                  <a:pos x="T2" y="T3"/>
                </a:cxn>
                <a:cxn ang="0">
                  <a:pos x="T4" y="T5"/>
                </a:cxn>
                <a:cxn ang="0">
                  <a:pos x="T6" y="T7"/>
                </a:cxn>
                <a:cxn ang="0">
                  <a:pos x="T8" y="T9"/>
                </a:cxn>
              </a:cxnLst>
              <a:rect l="0" t="0" r="r" b="b"/>
              <a:pathLst>
                <a:path w="34" h="25">
                  <a:moveTo>
                    <a:pt x="34" y="2"/>
                  </a:moveTo>
                  <a:cubicBezTo>
                    <a:pt x="34" y="0"/>
                    <a:pt x="25" y="3"/>
                    <a:pt x="16" y="8"/>
                  </a:cubicBezTo>
                  <a:cubicBezTo>
                    <a:pt x="7" y="14"/>
                    <a:pt x="0" y="20"/>
                    <a:pt x="1" y="23"/>
                  </a:cubicBezTo>
                  <a:cubicBezTo>
                    <a:pt x="2" y="25"/>
                    <a:pt x="10" y="22"/>
                    <a:pt x="20" y="16"/>
                  </a:cubicBezTo>
                  <a:cubicBezTo>
                    <a:pt x="28" y="10"/>
                    <a:pt x="34" y="4"/>
                    <a:pt x="3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10" name="Freeform 706"/>
            <p:cNvSpPr/>
            <p:nvPr/>
          </p:nvSpPr>
          <p:spPr bwMode="auto">
            <a:xfrm>
              <a:off x="11701766" y="9523191"/>
              <a:ext cx="87313" cy="222250"/>
            </a:xfrm>
            <a:custGeom>
              <a:avLst/>
              <a:gdLst>
                <a:gd name="T0" fmla="*/ 14 w 32"/>
                <a:gd name="T1" fmla="*/ 35 h 82"/>
                <a:gd name="T2" fmla="*/ 2 w 32"/>
                <a:gd name="T3" fmla="*/ 79 h 82"/>
                <a:gd name="T4" fmla="*/ 19 w 32"/>
                <a:gd name="T5" fmla="*/ 44 h 82"/>
                <a:gd name="T6" fmla="*/ 31 w 32"/>
                <a:gd name="T7" fmla="*/ 3 h 82"/>
                <a:gd name="T8" fmla="*/ 14 w 32"/>
                <a:gd name="T9" fmla="*/ 35 h 82"/>
              </a:gdLst>
              <a:ahLst/>
              <a:cxnLst>
                <a:cxn ang="0">
                  <a:pos x="T0" y="T1"/>
                </a:cxn>
                <a:cxn ang="0">
                  <a:pos x="T2" y="T3"/>
                </a:cxn>
                <a:cxn ang="0">
                  <a:pos x="T4" y="T5"/>
                </a:cxn>
                <a:cxn ang="0">
                  <a:pos x="T6" y="T7"/>
                </a:cxn>
                <a:cxn ang="0">
                  <a:pos x="T8" y="T9"/>
                </a:cxn>
              </a:cxnLst>
              <a:rect l="0" t="0" r="r" b="b"/>
              <a:pathLst>
                <a:path w="32" h="82">
                  <a:moveTo>
                    <a:pt x="14" y="35"/>
                  </a:moveTo>
                  <a:cubicBezTo>
                    <a:pt x="6" y="56"/>
                    <a:pt x="0" y="77"/>
                    <a:pt x="2" y="79"/>
                  </a:cubicBezTo>
                  <a:cubicBezTo>
                    <a:pt x="4" y="82"/>
                    <a:pt x="11" y="66"/>
                    <a:pt x="19" y="44"/>
                  </a:cubicBezTo>
                  <a:cubicBezTo>
                    <a:pt x="27" y="24"/>
                    <a:pt x="32" y="7"/>
                    <a:pt x="31" y="3"/>
                  </a:cubicBezTo>
                  <a:cubicBezTo>
                    <a:pt x="30" y="0"/>
                    <a:pt x="22" y="13"/>
                    <a:pt x="14"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11" name="Freeform 707"/>
            <p:cNvSpPr/>
            <p:nvPr/>
          </p:nvSpPr>
          <p:spPr bwMode="auto">
            <a:xfrm>
              <a:off x="11522379" y="10016903"/>
              <a:ext cx="84138" cy="225425"/>
            </a:xfrm>
            <a:custGeom>
              <a:avLst/>
              <a:gdLst>
                <a:gd name="T0" fmla="*/ 16 w 31"/>
                <a:gd name="T1" fmla="*/ 49 h 83"/>
                <a:gd name="T2" fmla="*/ 30 w 31"/>
                <a:gd name="T3" fmla="*/ 3 h 83"/>
                <a:gd name="T4" fmla="*/ 14 w 31"/>
                <a:gd name="T5" fmla="*/ 33 h 83"/>
                <a:gd name="T6" fmla="*/ 0 w 31"/>
                <a:gd name="T7" fmla="*/ 78 h 83"/>
                <a:gd name="T8" fmla="*/ 16 w 31"/>
                <a:gd name="T9" fmla="*/ 49 h 83"/>
              </a:gdLst>
              <a:ahLst/>
              <a:cxnLst>
                <a:cxn ang="0">
                  <a:pos x="T0" y="T1"/>
                </a:cxn>
                <a:cxn ang="0">
                  <a:pos x="T2" y="T3"/>
                </a:cxn>
                <a:cxn ang="0">
                  <a:pos x="T4" y="T5"/>
                </a:cxn>
                <a:cxn ang="0">
                  <a:pos x="T6" y="T7"/>
                </a:cxn>
                <a:cxn ang="0">
                  <a:pos x="T8" y="T9"/>
                </a:cxn>
              </a:cxnLst>
              <a:rect l="0" t="0" r="r" b="b"/>
              <a:pathLst>
                <a:path w="31" h="83">
                  <a:moveTo>
                    <a:pt x="16" y="49"/>
                  </a:moveTo>
                  <a:cubicBezTo>
                    <a:pt x="25" y="28"/>
                    <a:pt x="31" y="6"/>
                    <a:pt x="30" y="3"/>
                  </a:cubicBezTo>
                  <a:cubicBezTo>
                    <a:pt x="29" y="0"/>
                    <a:pt x="22" y="13"/>
                    <a:pt x="14" y="33"/>
                  </a:cubicBezTo>
                  <a:cubicBezTo>
                    <a:pt x="6" y="54"/>
                    <a:pt x="0" y="73"/>
                    <a:pt x="0" y="78"/>
                  </a:cubicBezTo>
                  <a:cubicBezTo>
                    <a:pt x="1" y="83"/>
                    <a:pt x="8" y="70"/>
                    <a:pt x="16"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12" name="Freeform 708"/>
            <p:cNvSpPr/>
            <p:nvPr/>
          </p:nvSpPr>
          <p:spPr bwMode="auto">
            <a:xfrm>
              <a:off x="11330291" y="10442353"/>
              <a:ext cx="88900" cy="133350"/>
            </a:xfrm>
            <a:custGeom>
              <a:avLst/>
              <a:gdLst>
                <a:gd name="T0" fmla="*/ 18 w 33"/>
                <a:gd name="T1" fmla="*/ 35 h 49"/>
                <a:gd name="T2" fmla="*/ 32 w 33"/>
                <a:gd name="T3" fmla="*/ 4 h 49"/>
                <a:gd name="T4" fmla="*/ 15 w 33"/>
                <a:gd name="T5" fmla="*/ 18 h 49"/>
                <a:gd name="T6" fmla="*/ 0 w 33"/>
                <a:gd name="T7" fmla="*/ 44 h 49"/>
                <a:gd name="T8" fmla="*/ 18 w 33"/>
                <a:gd name="T9" fmla="*/ 35 h 49"/>
              </a:gdLst>
              <a:ahLst/>
              <a:cxnLst>
                <a:cxn ang="0">
                  <a:pos x="T0" y="T1"/>
                </a:cxn>
                <a:cxn ang="0">
                  <a:pos x="T2" y="T3"/>
                </a:cxn>
                <a:cxn ang="0">
                  <a:pos x="T4" y="T5"/>
                </a:cxn>
                <a:cxn ang="0">
                  <a:pos x="T6" y="T7"/>
                </a:cxn>
                <a:cxn ang="0">
                  <a:pos x="T8" y="T9"/>
                </a:cxn>
              </a:cxnLst>
              <a:rect l="0" t="0" r="r" b="b"/>
              <a:pathLst>
                <a:path w="33" h="49">
                  <a:moveTo>
                    <a:pt x="18" y="35"/>
                  </a:moveTo>
                  <a:cubicBezTo>
                    <a:pt x="26" y="23"/>
                    <a:pt x="33" y="8"/>
                    <a:pt x="32" y="4"/>
                  </a:cubicBezTo>
                  <a:cubicBezTo>
                    <a:pt x="30" y="0"/>
                    <a:pt x="23" y="8"/>
                    <a:pt x="15" y="18"/>
                  </a:cubicBezTo>
                  <a:cubicBezTo>
                    <a:pt x="6" y="29"/>
                    <a:pt x="0" y="39"/>
                    <a:pt x="0" y="44"/>
                  </a:cubicBezTo>
                  <a:cubicBezTo>
                    <a:pt x="1" y="49"/>
                    <a:pt x="9" y="47"/>
                    <a:pt x="18"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13" name="Freeform 709"/>
            <p:cNvSpPr/>
            <p:nvPr/>
          </p:nvSpPr>
          <p:spPr bwMode="auto">
            <a:xfrm>
              <a:off x="11115979" y="10559828"/>
              <a:ext cx="96838" cy="61913"/>
            </a:xfrm>
            <a:custGeom>
              <a:avLst/>
              <a:gdLst>
                <a:gd name="T0" fmla="*/ 36 w 36"/>
                <a:gd name="T1" fmla="*/ 15 h 23"/>
                <a:gd name="T2" fmla="*/ 17 w 36"/>
                <a:gd name="T3" fmla="*/ 1 h 23"/>
                <a:gd name="T4" fmla="*/ 1 w 36"/>
                <a:gd name="T5" fmla="*/ 9 h 23"/>
                <a:gd name="T6" fmla="*/ 19 w 36"/>
                <a:gd name="T7" fmla="*/ 21 h 23"/>
                <a:gd name="T8" fmla="*/ 36 w 36"/>
                <a:gd name="T9" fmla="*/ 15 h 23"/>
              </a:gdLst>
              <a:ahLst/>
              <a:cxnLst>
                <a:cxn ang="0">
                  <a:pos x="T0" y="T1"/>
                </a:cxn>
                <a:cxn ang="0">
                  <a:pos x="T2" y="T3"/>
                </a:cxn>
                <a:cxn ang="0">
                  <a:pos x="T4" y="T5"/>
                </a:cxn>
                <a:cxn ang="0">
                  <a:pos x="T6" y="T7"/>
                </a:cxn>
                <a:cxn ang="0">
                  <a:pos x="T8" y="T9"/>
                </a:cxn>
              </a:cxnLst>
              <a:rect l="0" t="0" r="r" b="b"/>
              <a:pathLst>
                <a:path w="36" h="23">
                  <a:moveTo>
                    <a:pt x="36" y="15"/>
                  </a:moveTo>
                  <a:cubicBezTo>
                    <a:pt x="35" y="10"/>
                    <a:pt x="26" y="3"/>
                    <a:pt x="17" y="1"/>
                  </a:cubicBezTo>
                  <a:cubicBezTo>
                    <a:pt x="7" y="0"/>
                    <a:pt x="0" y="3"/>
                    <a:pt x="1" y="9"/>
                  </a:cubicBezTo>
                  <a:cubicBezTo>
                    <a:pt x="2" y="14"/>
                    <a:pt x="10" y="19"/>
                    <a:pt x="19" y="21"/>
                  </a:cubicBezTo>
                  <a:cubicBezTo>
                    <a:pt x="29" y="23"/>
                    <a:pt x="36" y="20"/>
                    <a:pt x="36"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14" name="Freeform 710"/>
            <p:cNvSpPr/>
            <p:nvPr/>
          </p:nvSpPr>
          <p:spPr bwMode="auto">
            <a:xfrm>
              <a:off x="10898491" y="10529666"/>
              <a:ext cx="98425" cy="61913"/>
            </a:xfrm>
            <a:custGeom>
              <a:avLst/>
              <a:gdLst>
                <a:gd name="T0" fmla="*/ 35 w 36"/>
                <a:gd name="T1" fmla="*/ 13 h 23"/>
                <a:gd name="T2" fmla="*/ 17 w 36"/>
                <a:gd name="T3" fmla="*/ 1 h 23"/>
                <a:gd name="T4" fmla="*/ 1 w 36"/>
                <a:gd name="T5" fmla="*/ 9 h 23"/>
                <a:gd name="T6" fmla="*/ 19 w 36"/>
                <a:gd name="T7" fmla="*/ 22 h 23"/>
                <a:gd name="T8" fmla="*/ 35 w 36"/>
                <a:gd name="T9" fmla="*/ 13 h 23"/>
              </a:gdLst>
              <a:ahLst/>
              <a:cxnLst>
                <a:cxn ang="0">
                  <a:pos x="T0" y="T1"/>
                </a:cxn>
                <a:cxn ang="0">
                  <a:pos x="T2" y="T3"/>
                </a:cxn>
                <a:cxn ang="0">
                  <a:pos x="T4" y="T5"/>
                </a:cxn>
                <a:cxn ang="0">
                  <a:pos x="T6" y="T7"/>
                </a:cxn>
                <a:cxn ang="0">
                  <a:pos x="T8" y="T9"/>
                </a:cxn>
              </a:cxnLst>
              <a:rect l="0" t="0" r="r" b="b"/>
              <a:pathLst>
                <a:path w="36" h="23">
                  <a:moveTo>
                    <a:pt x="35" y="13"/>
                  </a:moveTo>
                  <a:cubicBezTo>
                    <a:pt x="34" y="8"/>
                    <a:pt x="26" y="2"/>
                    <a:pt x="17" y="1"/>
                  </a:cubicBezTo>
                  <a:cubicBezTo>
                    <a:pt x="8" y="0"/>
                    <a:pt x="0" y="3"/>
                    <a:pt x="1" y="9"/>
                  </a:cubicBezTo>
                  <a:cubicBezTo>
                    <a:pt x="1" y="15"/>
                    <a:pt x="9" y="21"/>
                    <a:pt x="19" y="22"/>
                  </a:cubicBezTo>
                  <a:cubicBezTo>
                    <a:pt x="29" y="23"/>
                    <a:pt x="36" y="19"/>
                    <a:pt x="3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15" name="Freeform 711"/>
            <p:cNvSpPr/>
            <p:nvPr/>
          </p:nvSpPr>
          <p:spPr bwMode="auto">
            <a:xfrm>
              <a:off x="10679416" y="10513791"/>
              <a:ext cx="100013" cy="58738"/>
            </a:xfrm>
            <a:custGeom>
              <a:avLst/>
              <a:gdLst>
                <a:gd name="T0" fmla="*/ 35 w 37"/>
                <a:gd name="T1" fmla="*/ 12 h 22"/>
                <a:gd name="T2" fmla="*/ 16 w 37"/>
                <a:gd name="T3" fmla="*/ 0 h 22"/>
                <a:gd name="T4" fmla="*/ 1 w 37"/>
                <a:gd name="T5" fmla="*/ 11 h 22"/>
                <a:gd name="T6" fmla="*/ 21 w 37"/>
                <a:gd name="T7" fmla="*/ 22 h 22"/>
                <a:gd name="T8" fmla="*/ 35 w 37"/>
                <a:gd name="T9" fmla="*/ 12 h 22"/>
              </a:gdLst>
              <a:ahLst/>
              <a:cxnLst>
                <a:cxn ang="0">
                  <a:pos x="T0" y="T1"/>
                </a:cxn>
                <a:cxn ang="0">
                  <a:pos x="T2" y="T3"/>
                </a:cxn>
                <a:cxn ang="0">
                  <a:pos x="T4" y="T5"/>
                </a:cxn>
                <a:cxn ang="0">
                  <a:pos x="T6" y="T7"/>
                </a:cxn>
                <a:cxn ang="0">
                  <a:pos x="T8" y="T9"/>
                </a:cxn>
              </a:cxnLst>
              <a:rect l="0" t="0" r="r" b="b"/>
              <a:pathLst>
                <a:path w="37" h="22">
                  <a:moveTo>
                    <a:pt x="35" y="12"/>
                  </a:moveTo>
                  <a:cubicBezTo>
                    <a:pt x="34" y="6"/>
                    <a:pt x="25" y="1"/>
                    <a:pt x="16" y="0"/>
                  </a:cubicBezTo>
                  <a:cubicBezTo>
                    <a:pt x="7" y="0"/>
                    <a:pt x="0" y="5"/>
                    <a:pt x="1" y="11"/>
                  </a:cubicBezTo>
                  <a:cubicBezTo>
                    <a:pt x="2" y="17"/>
                    <a:pt x="11" y="22"/>
                    <a:pt x="21" y="22"/>
                  </a:cubicBezTo>
                  <a:cubicBezTo>
                    <a:pt x="30" y="22"/>
                    <a:pt x="37" y="17"/>
                    <a:pt x="3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16" name="Freeform 712"/>
            <p:cNvSpPr/>
            <p:nvPr/>
          </p:nvSpPr>
          <p:spPr bwMode="auto">
            <a:xfrm>
              <a:off x="10458754" y="10507441"/>
              <a:ext cx="98425" cy="65088"/>
            </a:xfrm>
            <a:custGeom>
              <a:avLst/>
              <a:gdLst>
                <a:gd name="T0" fmla="*/ 36 w 36"/>
                <a:gd name="T1" fmla="*/ 12 h 24"/>
                <a:gd name="T2" fmla="*/ 17 w 36"/>
                <a:gd name="T3" fmla="*/ 0 h 24"/>
                <a:gd name="T4" fmla="*/ 1 w 36"/>
                <a:gd name="T5" fmla="*/ 12 h 24"/>
                <a:gd name="T6" fmla="*/ 19 w 36"/>
                <a:gd name="T7" fmla="*/ 24 h 24"/>
                <a:gd name="T8" fmla="*/ 36 w 36"/>
                <a:gd name="T9" fmla="*/ 12 h 24"/>
              </a:gdLst>
              <a:ahLst/>
              <a:cxnLst>
                <a:cxn ang="0">
                  <a:pos x="T0" y="T1"/>
                </a:cxn>
                <a:cxn ang="0">
                  <a:pos x="T2" y="T3"/>
                </a:cxn>
                <a:cxn ang="0">
                  <a:pos x="T4" y="T5"/>
                </a:cxn>
                <a:cxn ang="0">
                  <a:pos x="T6" y="T7"/>
                </a:cxn>
                <a:cxn ang="0">
                  <a:pos x="T8" y="T9"/>
                </a:cxn>
              </a:cxnLst>
              <a:rect l="0" t="0" r="r" b="b"/>
              <a:pathLst>
                <a:path w="36" h="24">
                  <a:moveTo>
                    <a:pt x="36" y="12"/>
                  </a:moveTo>
                  <a:cubicBezTo>
                    <a:pt x="35" y="6"/>
                    <a:pt x="26" y="0"/>
                    <a:pt x="17" y="0"/>
                  </a:cubicBezTo>
                  <a:cubicBezTo>
                    <a:pt x="7" y="0"/>
                    <a:pt x="0" y="6"/>
                    <a:pt x="1" y="12"/>
                  </a:cubicBezTo>
                  <a:cubicBezTo>
                    <a:pt x="2" y="19"/>
                    <a:pt x="10" y="23"/>
                    <a:pt x="19" y="24"/>
                  </a:cubicBezTo>
                  <a:cubicBezTo>
                    <a:pt x="29" y="24"/>
                    <a:pt x="36" y="19"/>
                    <a:pt x="36"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17" name="Freeform 713"/>
            <p:cNvSpPr/>
            <p:nvPr/>
          </p:nvSpPr>
          <p:spPr bwMode="auto">
            <a:xfrm>
              <a:off x="10239679" y="10513791"/>
              <a:ext cx="96838" cy="69850"/>
            </a:xfrm>
            <a:custGeom>
              <a:avLst/>
              <a:gdLst>
                <a:gd name="T0" fmla="*/ 36 w 36"/>
                <a:gd name="T1" fmla="*/ 12 h 26"/>
                <a:gd name="T2" fmla="*/ 16 w 36"/>
                <a:gd name="T3" fmla="*/ 0 h 26"/>
                <a:gd name="T4" fmla="*/ 1 w 36"/>
                <a:gd name="T5" fmla="*/ 13 h 26"/>
                <a:gd name="T6" fmla="*/ 19 w 36"/>
                <a:gd name="T7" fmla="*/ 25 h 26"/>
                <a:gd name="T8" fmla="*/ 36 w 36"/>
                <a:gd name="T9" fmla="*/ 12 h 26"/>
              </a:gdLst>
              <a:ahLst/>
              <a:cxnLst>
                <a:cxn ang="0">
                  <a:pos x="T0" y="T1"/>
                </a:cxn>
                <a:cxn ang="0">
                  <a:pos x="T2" y="T3"/>
                </a:cxn>
                <a:cxn ang="0">
                  <a:pos x="T4" y="T5"/>
                </a:cxn>
                <a:cxn ang="0">
                  <a:pos x="T6" y="T7"/>
                </a:cxn>
                <a:cxn ang="0">
                  <a:pos x="T8" y="T9"/>
                </a:cxn>
              </a:cxnLst>
              <a:rect l="0" t="0" r="r" b="b"/>
              <a:pathLst>
                <a:path w="36" h="26">
                  <a:moveTo>
                    <a:pt x="36" y="12"/>
                  </a:moveTo>
                  <a:cubicBezTo>
                    <a:pt x="35" y="5"/>
                    <a:pt x="26" y="0"/>
                    <a:pt x="16" y="0"/>
                  </a:cubicBezTo>
                  <a:cubicBezTo>
                    <a:pt x="7" y="1"/>
                    <a:pt x="0" y="6"/>
                    <a:pt x="1" y="13"/>
                  </a:cubicBezTo>
                  <a:cubicBezTo>
                    <a:pt x="1" y="20"/>
                    <a:pt x="9" y="26"/>
                    <a:pt x="19" y="25"/>
                  </a:cubicBezTo>
                  <a:cubicBezTo>
                    <a:pt x="29" y="25"/>
                    <a:pt x="36" y="19"/>
                    <a:pt x="36"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18" name="Freeform 714"/>
            <p:cNvSpPr/>
            <p:nvPr/>
          </p:nvSpPr>
          <p:spPr bwMode="auto">
            <a:xfrm>
              <a:off x="10019016" y="10526491"/>
              <a:ext cx="98425" cy="76200"/>
            </a:xfrm>
            <a:custGeom>
              <a:avLst/>
              <a:gdLst>
                <a:gd name="T0" fmla="*/ 19 w 36"/>
                <a:gd name="T1" fmla="*/ 27 h 28"/>
                <a:gd name="T2" fmla="*/ 35 w 36"/>
                <a:gd name="T3" fmla="*/ 12 h 28"/>
                <a:gd name="T4" fmla="*/ 17 w 36"/>
                <a:gd name="T5" fmla="*/ 0 h 28"/>
                <a:gd name="T6" fmla="*/ 0 w 36"/>
                <a:gd name="T7" fmla="*/ 15 h 28"/>
                <a:gd name="T8" fmla="*/ 19 w 36"/>
                <a:gd name="T9" fmla="*/ 27 h 28"/>
              </a:gdLst>
              <a:ahLst/>
              <a:cxnLst>
                <a:cxn ang="0">
                  <a:pos x="T0" y="T1"/>
                </a:cxn>
                <a:cxn ang="0">
                  <a:pos x="T2" y="T3"/>
                </a:cxn>
                <a:cxn ang="0">
                  <a:pos x="T4" y="T5"/>
                </a:cxn>
                <a:cxn ang="0">
                  <a:pos x="T6" y="T7"/>
                </a:cxn>
                <a:cxn ang="0">
                  <a:pos x="T8" y="T9"/>
                </a:cxn>
              </a:cxnLst>
              <a:rect l="0" t="0" r="r" b="b"/>
              <a:pathLst>
                <a:path w="36" h="28">
                  <a:moveTo>
                    <a:pt x="19" y="27"/>
                  </a:moveTo>
                  <a:cubicBezTo>
                    <a:pt x="29" y="27"/>
                    <a:pt x="36" y="20"/>
                    <a:pt x="35" y="12"/>
                  </a:cubicBezTo>
                  <a:cubicBezTo>
                    <a:pt x="34" y="5"/>
                    <a:pt x="26" y="0"/>
                    <a:pt x="17" y="0"/>
                  </a:cubicBezTo>
                  <a:cubicBezTo>
                    <a:pt x="7" y="1"/>
                    <a:pt x="0" y="7"/>
                    <a:pt x="0" y="15"/>
                  </a:cubicBezTo>
                  <a:cubicBezTo>
                    <a:pt x="1" y="23"/>
                    <a:pt x="9" y="28"/>
                    <a:pt x="19"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19" name="Freeform 715"/>
            <p:cNvSpPr/>
            <p:nvPr/>
          </p:nvSpPr>
          <p:spPr bwMode="auto">
            <a:xfrm>
              <a:off x="9796766" y="10548716"/>
              <a:ext cx="103188" cy="84138"/>
            </a:xfrm>
            <a:custGeom>
              <a:avLst/>
              <a:gdLst>
                <a:gd name="T0" fmla="*/ 21 w 38"/>
                <a:gd name="T1" fmla="*/ 30 h 31"/>
                <a:gd name="T2" fmla="*/ 36 w 38"/>
                <a:gd name="T3" fmla="*/ 12 h 31"/>
                <a:gd name="T4" fmla="*/ 17 w 38"/>
                <a:gd name="T5" fmla="*/ 1 h 31"/>
                <a:gd name="T6" fmla="*/ 1 w 38"/>
                <a:gd name="T7" fmla="*/ 18 h 31"/>
                <a:gd name="T8" fmla="*/ 21 w 38"/>
                <a:gd name="T9" fmla="*/ 30 h 31"/>
              </a:gdLst>
              <a:ahLst/>
              <a:cxnLst>
                <a:cxn ang="0">
                  <a:pos x="T0" y="T1"/>
                </a:cxn>
                <a:cxn ang="0">
                  <a:pos x="T2" y="T3"/>
                </a:cxn>
                <a:cxn ang="0">
                  <a:pos x="T4" y="T5"/>
                </a:cxn>
                <a:cxn ang="0">
                  <a:pos x="T6" y="T7"/>
                </a:cxn>
                <a:cxn ang="0">
                  <a:pos x="T8" y="T9"/>
                </a:cxn>
              </a:cxnLst>
              <a:rect l="0" t="0" r="r" b="b"/>
              <a:pathLst>
                <a:path w="38" h="31">
                  <a:moveTo>
                    <a:pt x="21" y="30"/>
                  </a:moveTo>
                  <a:cubicBezTo>
                    <a:pt x="30" y="28"/>
                    <a:pt x="38" y="20"/>
                    <a:pt x="36" y="12"/>
                  </a:cubicBezTo>
                  <a:cubicBezTo>
                    <a:pt x="34" y="5"/>
                    <a:pt x="26" y="0"/>
                    <a:pt x="17" y="1"/>
                  </a:cubicBezTo>
                  <a:cubicBezTo>
                    <a:pt x="7" y="2"/>
                    <a:pt x="0" y="10"/>
                    <a:pt x="1" y="18"/>
                  </a:cubicBezTo>
                  <a:cubicBezTo>
                    <a:pt x="2" y="26"/>
                    <a:pt x="11" y="31"/>
                    <a:pt x="21"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20" name="Freeform 716"/>
            <p:cNvSpPr/>
            <p:nvPr/>
          </p:nvSpPr>
          <p:spPr bwMode="auto">
            <a:xfrm>
              <a:off x="9576104" y="10578878"/>
              <a:ext cx="101600" cy="88900"/>
            </a:xfrm>
            <a:custGeom>
              <a:avLst/>
              <a:gdLst>
                <a:gd name="T0" fmla="*/ 19 w 37"/>
                <a:gd name="T1" fmla="*/ 32 h 33"/>
                <a:gd name="T2" fmla="*/ 36 w 37"/>
                <a:gd name="T3" fmla="*/ 14 h 33"/>
                <a:gd name="T4" fmla="*/ 16 w 37"/>
                <a:gd name="T5" fmla="*/ 1 h 33"/>
                <a:gd name="T6" fmla="*/ 1 w 37"/>
                <a:gd name="T7" fmla="*/ 18 h 33"/>
                <a:gd name="T8" fmla="*/ 19 w 37"/>
                <a:gd name="T9" fmla="*/ 32 h 33"/>
              </a:gdLst>
              <a:ahLst/>
              <a:cxnLst>
                <a:cxn ang="0">
                  <a:pos x="T0" y="T1"/>
                </a:cxn>
                <a:cxn ang="0">
                  <a:pos x="T2" y="T3"/>
                </a:cxn>
                <a:cxn ang="0">
                  <a:pos x="T4" y="T5"/>
                </a:cxn>
                <a:cxn ang="0">
                  <a:pos x="T6" y="T7"/>
                </a:cxn>
                <a:cxn ang="0">
                  <a:pos x="T8" y="T9"/>
                </a:cxn>
              </a:cxnLst>
              <a:rect l="0" t="0" r="r" b="b"/>
              <a:pathLst>
                <a:path w="37" h="33">
                  <a:moveTo>
                    <a:pt x="19" y="32"/>
                  </a:moveTo>
                  <a:cubicBezTo>
                    <a:pt x="29" y="31"/>
                    <a:pt x="37" y="22"/>
                    <a:pt x="36" y="14"/>
                  </a:cubicBezTo>
                  <a:cubicBezTo>
                    <a:pt x="35" y="6"/>
                    <a:pt x="26" y="0"/>
                    <a:pt x="16" y="1"/>
                  </a:cubicBezTo>
                  <a:cubicBezTo>
                    <a:pt x="7" y="3"/>
                    <a:pt x="0" y="10"/>
                    <a:pt x="1" y="18"/>
                  </a:cubicBezTo>
                  <a:cubicBezTo>
                    <a:pt x="1" y="27"/>
                    <a:pt x="9" y="33"/>
                    <a:pt x="19"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21" name="Freeform 717"/>
            <p:cNvSpPr/>
            <p:nvPr/>
          </p:nvSpPr>
          <p:spPr bwMode="auto">
            <a:xfrm>
              <a:off x="9357029" y="10613803"/>
              <a:ext cx="100013" cy="98425"/>
            </a:xfrm>
            <a:custGeom>
              <a:avLst/>
              <a:gdLst>
                <a:gd name="T0" fmla="*/ 20 w 37"/>
                <a:gd name="T1" fmla="*/ 34 h 36"/>
                <a:gd name="T2" fmla="*/ 35 w 37"/>
                <a:gd name="T3" fmla="*/ 14 h 36"/>
                <a:gd name="T4" fmla="*/ 17 w 37"/>
                <a:gd name="T5" fmla="*/ 1 h 36"/>
                <a:gd name="T6" fmla="*/ 0 w 37"/>
                <a:gd name="T7" fmla="*/ 20 h 36"/>
                <a:gd name="T8" fmla="*/ 20 w 37"/>
                <a:gd name="T9" fmla="*/ 34 h 36"/>
              </a:gdLst>
              <a:ahLst/>
              <a:cxnLst>
                <a:cxn ang="0">
                  <a:pos x="T0" y="T1"/>
                </a:cxn>
                <a:cxn ang="0">
                  <a:pos x="T2" y="T3"/>
                </a:cxn>
                <a:cxn ang="0">
                  <a:pos x="T4" y="T5"/>
                </a:cxn>
                <a:cxn ang="0">
                  <a:pos x="T6" y="T7"/>
                </a:cxn>
                <a:cxn ang="0">
                  <a:pos x="T8" y="T9"/>
                </a:cxn>
              </a:cxnLst>
              <a:rect l="0" t="0" r="r" b="b"/>
              <a:pathLst>
                <a:path w="37" h="36">
                  <a:moveTo>
                    <a:pt x="20" y="34"/>
                  </a:moveTo>
                  <a:cubicBezTo>
                    <a:pt x="29" y="32"/>
                    <a:pt x="37" y="23"/>
                    <a:pt x="35" y="14"/>
                  </a:cubicBezTo>
                  <a:cubicBezTo>
                    <a:pt x="34" y="6"/>
                    <a:pt x="26" y="0"/>
                    <a:pt x="17" y="1"/>
                  </a:cubicBezTo>
                  <a:cubicBezTo>
                    <a:pt x="7" y="2"/>
                    <a:pt x="0" y="11"/>
                    <a:pt x="0" y="20"/>
                  </a:cubicBezTo>
                  <a:cubicBezTo>
                    <a:pt x="1" y="29"/>
                    <a:pt x="10" y="36"/>
                    <a:pt x="20"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22" name="Freeform 718"/>
            <p:cNvSpPr/>
            <p:nvPr/>
          </p:nvSpPr>
          <p:spPr bwMode="auto">
            <a:xfrm>
              <a:off x="9137954" y="10651903"/>
              <a:ext cx="96838" cy="103188"/>
            </a:xfrm>
            <a:custGeom>
              <a:avLst/>
              <a:gdLst>
                <a:gd name="T0" fmla="*/ 19 w 36"/>
                <a:gd name="T1" fmla="*/ 36 h 38"/>
                <a:gd name="T2" fmla="*/ 35 w 36"/>
                <a:gd name="T3" fmla="*/ 15 h 38"/>
                <a:gd name="T4" fmla="*/ 17 w 36"/>
                <a:gd name="T5" fmla="*/ 1 h 38"/>
                <a:gd name="T6" fmla="*/ 0 w 36"/>
                <a:gd name="T7" fmla="*/ 21 h 38"/>
                <a:gd name="T8" fmla="*/ 19 w 36"/>
                <a:gd name="T9" fmla="*/ 36 h 38"/>
              </a:gdLst>
              <a:ahLst/>
              <a:cxnLst>
                <a:cxn ang="0">
                  <a:pos x="T0" y="T1"/>
                </a:cxn>
                <a:cxn ang="0">
                  <a:pos x="T2" y="T3"/>
                </a:cxn>
                <a:cxn ang="0">
                  <a:pos x="T4" y="T5"/>
                </a:cxn>
                <a:cxn ang="0">
                  <a:pos x="T6" y="T7"/>
                </a:cxn>
                <a:cxn ang="0">
                  <a:pos x="T8" y="T9"/>
                </a:cxn>
              </a:cxnLst>
              <a:rect l="0" t="0" r="r" b="b"/>
              <a:pathLst>
                <a:path w="36" h="38">
                  <a:moveTo>
                    <a:pt x="19" y="36"/>
                  </a:moveTo>
                  <a:cubicBezTo>
                    <a:pt x="29" y="34"/>
                    <a:pt x="36" y="25"/>
                    <a:pt x="35" y="15"/>
                  </a:cubicBezTo>
                  <a:cubicBezTo>
                    <a:pt x="34" y="6"/>
                    <a:pt x="26" y="0"/>
                    <a:pt x="17" y="1"/>
                  </a:cubicBezTo>
                  <a:cubicBezTo>
                    <a:pt x="7" y="3"/>
                    <a:pt x="0" y="11"/>
                    <a:pt x="0" y="21"/>
                  </a:cubicBezTo>
                  <a:cubicBezTo>
                    <a:pt x="1" y="31"/>
                    <a:pt x="9" y="38"/>
                    <a:pt x="19"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23" name="Freeform 719"/>
            <p:cNvSpPr/>
            <p:nvPr/>
          </p:nvSpPr>
          <p:spPr bwMode="auto">
            <a:xfrm>
              <a:off x="6358241" y="11328178"/>
              <a:ext cx="92075" cy="92075"/>
            </a:xfrm>
            <a:custGeom>
              <a:avLst/>
              <a:gdLst>
                <a:gd name="T0" fmla="*/ 16 w 34"/>
                <a:gd name="T1" fmla="*/ 32 h 34"/>
                <a:gd name="T2" fmla="*/ 33 w 34"/>
                <a:gd name="T3" fmla="*/ 13 h 34"/>
                <a:gd name="T4" fmla="*/ 16 w 34"/>
                <a:gd name="T5" fmla="*/ 2 h 34"/>
                <a:gd name="T6" fmla="*/ 0 w 34"/>
                <a:gd name="T7" fmla="*/ 22 h 34"/>
                <a:gd name="T8" fmla="*/ 16 w 34"/>
                <a:gd name="T9" fmla="*/ 32 h 34"/>
              </a:gdLst>
              <a:ahLst/>
              <a:cxnLst>
                <a:cxn ang="0">
                  <a:pos x="T0" y="T1"/>
                </a:cxn>
                <a:cxn ang="0">
                  <a:pos x="T2" y="T3"/>
                </a:cxn>
                <a:cxn ang="0">
                  <a:pos x="T4" y="T5"/>
                </a:cxn>
                <a:cxn ang="0">
                  <a:pos x="T6" y="T7"/>
                </a:cxn>
                <a:cxn ang="0">
                  <a:pos x="T8" y="T9"/>
                </a:cxn>
              </a:cxnLst>
              <a:rect l="0" t="0" r="r" b="b"/>
              <a:pathLst>
                <a:path w="34" h="34">
                  <a:moveTo>
                    <a:pt x="16" y="32"/>
                  </a:moveTo>
                  <a:cubicBezTo>
                    <a:pt x="26" y="30"/>
                    <a:pt x="33" y="22"/>
                    <a:pt x="33" y="13"/>
                  </a:cubicBezTo>
                  <a:cubicBezTo>
                    <a:pt x="34" y="5"/>
                    <a:pt x="25" y="0"/>
                    <a:pt x="16" y="2"/>
                  </a:cubicBezTo>
                  <a:cubicBezTo>
                    <a:pt x="7" y="5"/>
                    <a:pt x="0" y="14"/>
                    <a:pt x="0" y="22"/>
                  </a:cubicBezTo>
                  <a:cubicBezTo>
                    <a:pt x="0" y="30"/>
                    <a:pt x="8" y="34"/>
                    <a:pt x="16"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24" name="Freeform 720"/>
            <p:cNvSpPr/>
            <p:nvPr/>
          </p:nvSpPr>
          <p:spPr bwMode="auto">
            <a:xfrm>
              <a:off x="6564616" y="11248803"/>
              <a:ext cx="96838" cy="103188"/>
            </a:xfrm>
            <a:custGeom>
              <a:avLst/>
              <a:gdLst>
                <a:gd name="T0" fmla="*/ 20 w 36"/>
                <a:gd name="T1" fmla="*/ 35 h 38"/>
                <a:gd name="T2" fmla="*/ 35 w 36"/>
                <a:gd name="T3" fmla="*/ 13 h 38"/>
                <a:gd name="T4" fmla="*/ 16 w 36"/>
                <a:gd name="T5" fmla="*/ 3 h 38"/>
                <a:gd name="T6" fmla="*/ 2 w 36"/>
                <a:gd name="T7" fmla="*/ 25 h 38"/>
                <a:gd name="T8" fmla="*/ 20 w 36"/>
                <a:gd name="T9" fmla="*/ 35 h 38"/>
              </a:gdLst>
              <a:ahLst/>
              <a:cxnLst>
                <a:cxn ang="0">
                  <a:pos x="T0" y="T1"/>
                </a:cxn>
                <a:cxn ang="0">
                  <a:pos x="T2" y="T3"/>
                </a:cxn>
                <a:cxn ang="0">
                  <a:pos x="T4" y="T5"/>
                </a:cxn>
                <a:cxn ang="0">
                  <a:pos x="T6" y="T7"/>
                </a:cxn>
                <a:cxn ang="0">
                  <a:pos x="T8" y="T9"/>
                </a:cxn>
              </a:cxnLst>
              <a:rect l="0" t="0" r="r" b="b"/>
              <a:pathLst>
                <a:path w="36" h="38">
                  <a:moveTo>
                    <a:pt x="20" y="35"/>
                  </a:moveTo>
                  <a:cubicBezTo>
                    <a:pt x="30" y="32"/>
                    <a:pt x="36" y="21"/>
                    <a:pt x="35" y="13"/>
                  </a:cubicBezTo>
                  <a:cubicBezTo>
                    <a:pt x="33" y="5"/>
                    <a:pt x="25" y="0"/>
                    <a:pt x="16" y="3"/>
                  </a:cubicBezTo>
                  <a:cubicBezTo>
                    <a:pt x="7" y="7"/>
                    <a:pt x="0" y="16"/>
                    <a:pt x="2" y="25"/>
                  </a:cubicBezTo>
                  <a:cubicBezTo>
                    <a:pt x="3" y="34"/>
                    <a:pt x="11" y="38"/>
                    <a:pt x="2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25" name="Freeform 721"/>
            <p:cNvSpPr/>
            <p:nvPr/>
          </p:nvSpPr>
          <p:spPr bwMode="auto">
            <a:xfrm>
              <a:off x="6775754" y="11175778"/>
              <a:ext cx="98425" cy="111125"/>
            </a:xfrm>
            <a:custGeom>
              <a:avLst/>
              <a:gdLst>
                <a:gd name="T0" fmla="*/ 20 w 36"/>
                <a:gd name="T1" fmla="*/ 37 h 41"/>
                <a:gd name="T2" fmla="*/ 34 w 36"/>
                <a:gd name="T3" fmla="*/ 13 h 41"/>
                <a:gd name="T4" fmla="*/ 16 w 36"/>
                <a:gd name="T5" fmla="*/ 3 h 41"/>
                <a:gd name="T6" fmla="*/ 1 w 36"/>
                <a:gd name="T7" fmla="*/ 26 h 41"/>
                <a:gd name="T8" fmla="*/ 20 w 36"/>
                <a:gd name="T9" fmla="*/ 37 h 41"/>
              </a:gdLst>
              <a:ahLst/>
              <a:cxnLst>
                <a:cxn ang="0">
                  <a:pos x="T0" y="T1"/>
                </a:cxn>
                <a:cxn ang="0">
                  <a:pos x="T2" y="T3"/>
                </a:cxn>
                <a:cxn ang="0">
                  <a:pos x="T4" y="T5"/>
                </a:cxn>
                <a:cxn ang="0">
                  <a:pos x="T6" y="T7"/>
                </a:cxn>
                <a:cxn ang="0">
                  <a:pos x="T8" y="T9"/>
                </a:cxn>
              </a:cxnLst>
              <a:rect l="0" t="0" r="r" b="b"/>
              <a:pathLst>
                <a:path w="36" h="41">
                  <a:moveTo>
                    <a:pt x="20" y="37"/>
                  </a:moveTo>
                  <a:cubicBezTo>
                    <a:pt x="29" y="34"/>
                    <a:pt x="36" y="23"/>
                    <a:pt x="34" y="13"/>
                  </a:cubicBezTo>
                  <a:cubicBezTo>
                    <a:pt x="32" y="4"/>
                    <a:pt x="24" y="0"/>
                    <a:pt x="16" y="3"/>
                  </a:cubicBezTo>
                  <a:cubicBezTo>
                    <a:pt x="6" y="6"/>
                    <a:pt x="0" y="17"/>
                    <a:pt x="1" y="26"/>
                  </a:cubicBezTo>
                  <a:cubicBezTo>
                    <a:pt x="2" y="36"/>
                    <a:pt x="11" y="41"/>
                    <a:pt x="20"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26" name="Freeform 722"/>
            <p:cNvSpPr/>
            <p:nvPr/>
          </p:nvSpPr>
          <p:spPr bwMode="auto">
            <a:xfrm>
              <a:off x="6986891" y="11105928"/>
              <a:ext cx="95250" cy="112713"/>
            </a:xfrm>
            <a:custGeom>
              <a:avLst/>
              <a:gdLst>
                <a:gd name="T0" fmla="*/ 19 w 35"/>
                <a:gd name="T1" fmla="*/ 39 h 42"/>
                <a:gd name="T2" fmla="*/ 34 w 35"/>
                <a:gd name="T3" fmla="*/ 15 h 42"/>
                <a:gd name="T4" fmla="*/ 16 w 35"/>
                <a:gd name="T5" fmla="*/ 2 h 42"/>
                <a:gd name="T6" fmla="*/ 0 w 35"/>
                <a:gd name="T7" fmla="*/ 25 h 42"/>
                <a:gd name="T8" fmla="*/ 19 w 35"/>
                <a:gd name="T9" fmla="*/ 39 h 42"/>
              </a:gdLst>
              <a:ahLst/>
              <a:cxnLst>
                <a:cxn ang="0">
                  <a:pos x="T0" y="T1"/>
                </a:cxn>
                <a:cxn ang="0">
                  <a:pos x="T2" y="T3"/>
                </a:cxn>
                <a:cxn ang="0">
                  <a:pos x="T4" y="T5"/>
                </a:cxn>
                <a:cxn ang="0">
                  <a:pos x="T6" y="T7"/>
                </a:cxn>
                <a:cxn ang="0">
                  <a:pos x="T8" y="T9"/>
                </a:cxn>
              </a:cxnLst>
              <a:rect l="0" t="0" r="r" b="b"/>
              <a:pathLst>
                <a:path w="35" h="42">
                  <a:moveTo>
                    <a:pt x="19" y="39"/>
                  </a:moveTo>
                  <a:cubicBezTo>
                    <a:pt x="28" y="37"/>
                    <a:pt x="35" y="25"/>
                    <a:pt x="34" y="15"/>
                  </a:cubicBezTo>
                  <a:cubicBezTo>
                    <a:pt x="33" y="5"/>
                    <a:pt x="25" y="0"/>
                    <a:pt x="16" y="2"/>
                  </a:cubicBezTo>
                  <a:cubicBezTo>
                    <a:pt x="6" y="5"/>
                    <a:pt x="0" y="15"/>
                    <a:pt x="0" y="25"/>
                  </a:cubicBezTo>
                  <a:cubicBezTo>
                    <a:pt x="1" y="36"/>
                    <a:pt x="9" y="42"/>
                    <a:pt x="1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27" name="Freeform 723"/>
            <p:cNvSpPr/>
            <p:nvPr/>
          </p:nvSpPr>
          <p:spPr bwMode="auto">
            <a:xfrm>
              <a:off x="7196441" y="11034491"/>
              <a:ext cx="98425" cy="119063"/>
            </a:xfrm>
            <a:custGeom>
              <a:avLst/>
              <a:gdLst>
                <a:gd name="T0" fmla="*/ 19 w 36"/>
                <a:gd name="T1" fmla="*/ 42 h 44"/>
                <a:gd name="T2" fmla="*/ 34 w 36"/>
                <a:gd name="T3" fmla="*/ 17 h 44"/>
                <a:gd name="T4" fmla="*/ 17 w 36"/>
                <a:gd name="T5" fmla="*/ 2 h 44"/>
                <a:gd name="T6" fmla="*/ 1 w 36"/>
                <a:gd name="T7" fmla="*/ 26 h 44"/>
                <a:gd name="T8" fmla="*/ 19 w 36"/>
                <a:gd name="T9" fmla="*/ 42 h 44"/>
              </a:gdLst>
              <a:ahLst/>
              <a:cxnLst>
                <a:cxn ang="0">
                  <a:pos x="T0" y="T1"/>
                </a:cxn>
                <a:cxn ang="0">
                  <a:pos x="T2" y="T3"/>
                </a:cxn>
                <a:cxn ang="0">
                  <a:pos x="T4" y="T5"/>
                </a:cxn>
                <a:cxn ang="0">
                  <a:pos x="T6" y="T7"/>
                </a:cxn>
                <a:cxn ang="0">
                  <a:pos x="T8" y="T9"/>
                </a:cxn>
              </a:cxnLst>
              <a:rect l="0" t="0" r="r" b="b"/>
              <a:pathLst>
                <a:path w="36" h="44">
                  <a:moveTo>
                    <a:pt x="19" y="42"/>
                  </a:moveTo>
                  <a:cubicBezTo>
                    <a:pt x="29" y="39"/>
                    <a:pt x="36" y="28"/>
                    <a:pt x="34" y="17"/>
                  </a:cubicBezTo>
                  <a:cubicBezTo>
                    <a:pt x="33" y="7"/>
                    <a:pt x="26" y="0"/>
                    <a:pt x="17" y="2"/>
                  </a:cubicBezTo>
                  <a:cubicBezTo>
                    <a:pt x="7" y="5"/>
                    <a:pt x="0" y="15"/>
                    <a:pt x="1" y="26"/>
                  </a:cubicBezTo>
                  <a:cubicBezTo>
                    <a:pt x="2" y="37"/>
                    <a:pt x="10" y="44"/>
                    <a:pt x="19"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28" name="Freeform 724"/>
            <p:cNvSpPr/>
            <p:nvPr/>
          </p:nvSpPr>
          <p:spPr bwMode="auto">
            <a:xfrm>
              <a:off x="7407579" y="10969403"/>
              <a:ext cx="95250" cy="122238"/>
            </a:xfrm>
            <a:custGeom>
              <a:avLst/>
              <a:gdLst>
                <a:gd name="T0" fmla="*/ 19 w 35"/>
                <a:gd name="T1" fmla="*/ 43 h 45"/>
                <a:gd name="T2" fmla="*/ 34 w 35"/>
                <a:gd name="T3" fmla="*/ 18 h 45"/>
                <a:gd name="T4" fmla="*/ 15 w 35"/>
                <a:gd name="T5" fmla="*/ 3 h 45"/>
                <a:gd name="T6" fmla="*/ 1 w 35"/>
                <a:gd name="T7" fmla="*/ 26 h 45"/>
                <a:gd name="T8" fmla="*/ 19 w 35"/>
                <a:gd name="T9" fmla="*/ 43 h 45"/>
              </a:gdLst>
              <a:ahLst/>
              <a:cxnLst>
                <a:cxn ang="0">
                  <a:pos x="T0" y="T1"/>
                </a:cxn>
                <a:cxn ang="0">
                  <a:pos x="T2" y="T3"/>
                </a:cxn>
                <a:cxn ang="0">
                  <a:pos x="T4" y="T5"/>
                </a:cxn>
                <a:cxn ang="0">
                  <a:pos x="T6" y="T7"/>
                </a:cxn>
                <a:cxn ang="0">
                  <a:pos x="T8" y="T9"/>
                </a:cxn>
              </a:cxnLst>
              <a:rect l="0" t="0" r="r" b="b"/>
              <a:pathLst>
                <a:path w="35" h="45">
                  <a:moveTo>
                    <a:pt x="19" y="43"/>
                  </a:moveTo>
                  <a:cubicBezTo>
                    <a:pt x="28" y="41"/>
                    <a:pt x="35" y="29"/>
                    <a:pt x="34" y="18"/>
                  </a:cubicBezTo>
                  <a:cubicBezTo>
                    <a:pt x="33" y="7"/>
                    <a:pt x="25" y="0"/>
                    <a:pt x="15" y="3"/>
                  </a:cubicBezTo>
                  <a:cubicBezTo>
                    <a:pt x="7" y="5"/>
                    <a:pt x="0" y="15"/>
                    <a:pt x="1" y="26"/>
                  </a:cubicBezTo>
                  <a:cubicBezTo>
                    <a:pt x="1" y="38"/>
                    <a:pt x="9" y="45"/>
                    <a:pt x="19"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29" name="Freeform 725"/>
            <p:cNvSpPr/>
            <p:nvPr/>
          </p:nvSpPr>
          <p:spPr bwMode="auto">
            <a:xfrm>
              <a:off x="7617129" y="10909078"/>
              <a:ext cx="100013" cy="125413"/>
            </a:xfrm>
            <a:custGeom>
              <a:avLst/>
              <a:gdLst>
                <a:gd name="T0" fmla="*/ 22 w 37"/>
                <a:gd name="T1" fmla="*/ 43 h 46"/>
                <a:gd name="T2" fmla="*/ 35 w 37"/>
                <a:gd name="T3" fmla="*/ 18 h 46"/>
                <a:gd name="T4" fmla="*/ 16 w 37"/>
                <a:gd name="T5" fmla="*/ 2 h 46"/>
                <a:gd name="T6" fmla="*/ 2 w 37"/>
                <a:gd name="T7" fmla="*/ 28 h 46"/>
                <a:gd name="T8" fmla="*/ 22 w 37"/>
                <a:gd name="T9" fmla="*/ 43 h 46"/>
              </a:gdLst>
              <a:ahLst/>
              <a:cxnLst>
                <a:cxn ang="0">
                  <a:pos x="T0" y="T1"/>
                </a:cxn>
                <a:cxn ang="0">
                  <a:pos x="T2" y="T3"/>
                </a:cxn>
                <a:cxn ang="0">
                  <a:pos x="T4" y="T5"/>
                </a:cxn>
                <a:cxn ang="0">
                  <a:pos x="T6" y="T7"/>
                </a:cxn>
                <a:cxn ang="0">
                  <a:pos x="T8" y="T9"/>
                </a:cxn>
              </a:cxnLst>
              <a:rect l="0" t="0" r="r" b="b"/>
              <a:pathLst>
                <a:path w="37" h="46">
                  <a:moveTo>
                    <a:pt x="22" y="43"/>
                  </a:moveTo>
                  <a:cubicBezTo>
                    <a:pt x="30" y="40"/>
                    <a:pt x="37" y="29"/>
                    <a:pt x="35" y="18"/>
                  </a:cubicBezTo>
                  <a:cubicBezTo>
                    <a:pt x="34" y="7"/>
                    <a:pt x="25" y="0"/>
                    <a:pt x="16" y="2"/>
                  </a:cubicBezTo>
                  <a:cubicBezTo>
                    <a:pt x="7" y="5"/>
                    <a:pt x="0" y="17"/>
                    <a:pt x="2" y="28"/>
                  </a:cubicBezTo>
                  <a:cubicBezTo>
                    <a:pt x="4" y="40"/>
                    <a:pt x="12" y="46"/>
                    <a:pt x="22"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30" name="Freeform 726"/>
            <p:cNvSpPr/>
            <p:nvPr/>
          </p:nvSpPr>
          <p:spPr bwMode="auto">
            <a:xfrm>
              <a:off x="7828266" y="10855103"/>
              <a:ext cx="101600" cy="125413"/>
            </a:xfrm>
            <a:custGeom>
              <a:avLst/>
              <a:gdLst>
                <a:gd name="T0" fmla="*/ 22 w 37"/>
                <a:gd name="T1" fmla="*/ 43 h 46"/>
                <a:gd name="T2" fmla="*/ 36 w 37"/>
                <a:gd name="T3" fmla="*/ 20 h 46"/>
                <a:gd name="T4" fmla="*/ 16 w 37"/>
                <a:gd name="T5" fmla="*/ 3 h 46"/>
                <a:gd name="T6" fmla="*/ 2 w 37"/>
                <a:gd name="T7" fmla="*/ 28 h 46"/>
                <a:gd name="T8" fmla="*/ 22 w 37"/>
                <a:gd name="T9" fmla="*/ 43 h 46"/>
              </a:gdLst>
              <a:ahLst/>
              <a:cxnLst>
                <a:cxn ang="0">
                  <a:pos x="T0" y="T1"/>
                </a:cxn>
                <a:cxn ang="0">
                  <a:pos x="T2" y="T3"/>
                </a:cxn>
                <a:cxn ang="0">
                  <a:pos x="T4" y="T5"/>
                </a:cxn>
                <a:cxn ang="0">
                  <a:pos x="T6" y="T7"/>
                </a:cxn>
                <a:cxn ang="0">
                  <a:pos x="T8" y="T9"/>
                </a:cxn>
              </a:cxnLst>
              <a:rect l="0" t="0" r="r" b="b"/>
              <a:pathLst>
                <a:path w="37" h="46">
                  <a:moveTo>
                    <a:pt x="22" y="43"/>
                  </a:moveTo>
                  <a:cubicBezTo>
                    <a:pt x="31" y="40"/>
                    <a:pt x="37" y="31"/>
                    <a:pt x="36" y="20"/>
                  </a:cubicBezTo>
                  <a:cubicBezTo>
                    <a:pt x="34" y="8"/>
                    <a:pt x="25" y="0"/>
                    <a:pt x="16" y="3"/>
                  </a:cubicBezTo>
                  <a:cubicBezTo>
                    <a:pt x="7" y="5"/>
                    <a:pt x="0" y="17"/>
                    <a:pt x="2" y="28"/>
                  </a:cubicBezTo>
                  <a:cubicBezTo>
                    <a:pt x="4" y="40"/>
                    <a:pt x="13" y="46"/>
                    <a:pt x="22"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31" name="Freeform 727"/>
            <p:cNvSpPr/>
            <p:nvPr/>
          </p:nvSpPr>
          <p:spPr bwMode="auto">
            <a:xfrm>
              <a:off x="8045754" y="10836053"/>
              <a:ext cx="98425" cy="117475"/>
            </a:xfrm>
            <a:custGeom>
              <a:avLst/>
              <a:gdLst>
                <a:gd name="T0" fmla="*/ 20 w 36"/>
                <a:gd name="T1" fmla="*/ 42 h 43"/>
                <a:gd name="T2" fmla="*/ 35 w 36"/>
                <a:gd name="T3" fmla="*/ 19 h 43"/>
                <a:gd name="T4" fmla="*/ 17 w 36"/>
                <a:gd name="T5" fmla="*/ 1 h 43"/>
                <a:gd name="T6" fmla="*/ 1 w 36"/>
                <a:gd name="T7" fmla="*/ 22 h 43"/>
                <a:gd name="T8" fmla="*/ 20 w 36"/>
                <a:gd name="T9" fmla="*/ 42 h 43"/>
              </a:gdLst>
              <a:ahLst/>
              <a:cxnLst>
                <a:cxn ang="0">
                  <a:pos x="T0" y="T1"/>
                </a:cxn>
                <a:cxn ang="0">
                  <a:pos x="T2" y="T3"/>
                </a:cxn>
                <a:cxn ang="0">
                  <a:pos x="T4" y="T5"/>
                </a:cxn>
                <a:cxn ang="0">
                  <a:pos x="T6" y="T7"/>
                </a:cxn>
                <a:cxn ang="0">
                  <a:pos x="T8" y="T9"/>
                </a:cxn>
              </a:cxnLst>
              <a:rect l="0" t="0" r="r" b="b"/>
              <a:pathLst>
                <a:path w="36" h="43">
                  <a:moveTo>
                    <a:pt x="20" y="42"/>
                  </a:moveTo>
                  <a:cubicBezTo>
                    <a:pt x="29" y="41"/>
                    <a:pt x="36" y="31"/>
                    <a:pt x="35" y="19"/>
                  </a:cubicBezTo>
                  <a:cubicBezTo>
                    <a:pt x="34" y="8"/>
                    <a:pt x="26" y="0"/>
                    <a:pt x="17" y="1"/>
                  </a:cubicBezTo>
                  <a:cubicBezTo>
                    <a:pt x="7" y="1"/>
                    <a:pt x="0" y="10"/>
                    <a:pt x="1" y="22"/>
                  </a:cubicBezTo>
                  <a:cubicBezTo>
                    <a:pt x="2" y="34"/>
                    <a:pt x="10" y="43"/>
                    <a:pt x="20"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32" name="Freeform 728"/>
            <p:cNvSpPr/>
            <p:nvPr/>
          </p:nvSpPr>
          <p:spPr bwMode="auto">
            <a:xfrm>
              <a:off x="8260066" y="10805891"/>
              <a:ext cx="101600" cy="120650"/>
            </a:xfrm>
            <a:custGeom>
              <a:avLst/>
              <a:gdLst>
                <a:gd name="T0" fmla="*/ 21 w 37"/>
                <a:gd name="T1" fmla="*/ 42 h 44"/>
                <a:gd name="T2" fmla="*/ 36 w 37"/>
                <a:gd name="T3" fmla="*/ 18 h 44"/>
                <a:gd name="T4" fmla="*/ 17 w 37"/>
                <a:gd name="T5" fmla="*/ 1 h 44"/>
                <a:gd name="T6" fmla="*/ 2 w 37"/>
                <a:gd name="T7" fmla="*/ 24 h 44"/>
                <a:gd name="T8" fmla="*/ 21 w 37"/>
                <a:gd name="T9" fmla="*/ 42 h 44"/>
              </a:gdLst>
              <a:ahLst/>
              <a:cxnLst>
                <a:cxn ang="0">
                  <a:pos x="T0" y="T1"/>
                </a:cxn>
                <a:cxn ang="0">
                  <a:pos x="T2" y="T3"/>
                </a:cxn>
                <a:cxn ang="0">
                  <a:pos x="T4" y="T5"/>
                </a:cxn>
                <a:cxn ang="0">
                  <a:pos x="T6" y="T7"/>
                </a:cxn>
                <a:cxn ang="0">
                  <a:pos x="T8" y="T9"/>
                </a:cxn>
              </a:cxnLst>
              <a:rect l="0" t="0" r="r" b="b"/>
              <a:pathLst>
                <a:path w="37" h="44">
                  <a:moveTo>
                    <a:pt x="21" y="42"/>
                  </a:moveTo>
                  <a:cubicBezTo>
                    <a:pt x="31" y="40"/>
                    <a:pt x="37" y="29"/>
                    <a:pt x="36" y="18"/>
                  </a:cubicBezTo>
                  <a:cubicBezTo>
                    <a:pt x="34" y="7"/>
                    <a:pt x="26" y="0"/>
                    <a:pt x="17" y="1"/>
                  </a:cubicBezTo>
                  <a:cubicBezTo>
                    <a:pt x="7" y="3"/>
                    <a:pt x="0" y="13"/>
                    <a:pt x="2" y="24"/>
                  </a:cubicBezTo>
                  <a:cubicBezTo>
                    <a:pt x="3" y="36"/>
                    <a:pt x="11" y="44"/>
                    <a:pt x="21"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33" name="Freeform 729"/>
            <p:cNvSpPr/>
            <p:nvPr/>
          </p:nvSpPr>
          <p:spPr bwMode="auto">
            <a:xfrm>
              <a:off x="8480729" y="10774141"/>
              <a:ext cx="96838" cy="114300"/>
            </a:xfrm>
            <a:custGeom>
              <a:avLst/>
              <a:gdLst>
                <a:gd name="T0" fmla="*/ 19 w 36"/>
                <a:gd name="T1" fmla="*/ 40 h 42"/>
                <a:gd name="T2" fmla="*/ 35 w 36"/>
                <a:gd name="T3" fmla="*/ 17 h 42"/>
                <a:gd name="T4" fmla="*/ 17 w 36"/>
                <a:gd name="T5" fmla="*/ 1 h 42"/>
                <a:gd name="T6" fmla="*/ 0 w 36"/>
                <a:gd name="T7" fmla="*/ 22 h 42"/>
                <a:gd name="T8" fmla="*/ 19 w 36"/>
                <a:gd name="T9" fmla="*/ 40 h 42"/>
              </a:gdLst>
              <a:ahLst/>
              <a:cxnLst>
                <a:cxn ang="0">
                  <a:pos x="T0" y="T1"/>
                </a:cxn>
                <a:cxn ang="0">
                  <a:pos x="T2" y="T3"/>
                </a:cxn>
                <a:cxn ang="0">
                  <a:pos x="T4" y="T5"/>
                </a:cxn>
                <a:cxn ang="0">
                  <a:pos x="T6" y="T7"/>
                </a:cxn>
                <a:cxn ang="0">
                  <a:pos x="T8" y="T9"/>
                </a:cxn>
              </a:cxnLst>
              <a:rect l="0" t="0" r="r" b="b"/>
              <a:pathLst>
                <a:path w="36" h="42">
                  <a:moveTo>
                    <a:pt x="19" y="40"/>
                  </a:moveTo>
                  <a:cubicBezTo>
                    <a:pt x="29" y="39"/>
                    <a:pt x="36" y="28"/>
                    <a:pt x="35" y="17"/>
                  </a:cubicBezTo>
                  <a:cubicBezTo>
                    <a:pt x="34" y="7"/>
                    <a:pt x="26" y="0"/>
                    <a:pt x="17" y="1"/>
                  </a:cubicBezTo>
                  <a:cubicBezTo>
                    <a:pt x="7" y="2"/>
                    <a:pt x="0" y="11"/>
                    <a:pt x="0" y="22"/>
                  </a:cubicBezTo>
                  <a:cubicBezTo>
                    <a:pt x="1" y="34"/>
                    <a:pt x="10" y="42"/>
                    <a:pt x="19"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34" name="Freeform 730"/>
            <p:cNvSpPr/>
            <p:nvPr/>
          </p:nvSpPr>
          <p:spPr bwMode="auto">
            <a:xfrm>
              <a:off x="8698216" y="10732866"/>
              <a:ext cx="100013" cy="111125"/>
            </a:xfrm>
            <a:custGeom>
              <a:avLst/>
              <a:gdLst>
                <a:gd name="T0" fmla="*/ 20 w 37"/>
                <a:gd name="T1" fmla="*/ 40 h 41"/>
                <a:gd name="T2" fmla="*/ 35 w 37"/>
                <a:gd name="T3" fmla="*/ 17 h 41"/>
                <a:gd name="T4" fmla="*/ 17 w 37"/>
                <a:gd name="T5" fmla="*/ 1 h 41"/>
                <a:gd name="T6" fmla="*/ 1 w 37"/>
                <a:gd name="T7" fmla="*/ 23 h 41"/>
                <a:gd name="T8" fmla="*/ 20 w 37"/>
                <a:gd name="T9" fmla="*/ 40 h 41"/>
              </a:gdLst>
              <a:ahLst/>
              <a:cxnLst>
                <a:cxn ang="0">
                  <a:pos x="T0" y="T1"/>
                </a:cxn>
                <a:cxn ang="0">
                  <a:pos x="T2" y="T3"/>
                </a:cxn>
                <a:cxn ang="0">
                  <a:pos x="T4" y="T5"/>
                </a:cxn>
                <a:cxn ang="0">
                  <a:pos x="T6" y="T7"/>
                </a:cxn>
                <a:cxn ang="0">
                  <a:pos x="T8" y="T9"/>
                </a:cxn>
              </a:cxnLst>
              <a:rect l="0" t="0" r="r" b="b"/>
              <a:pathLst>
                <a:path w="37" h="41">
                  <a:moveTo>
                    <a:pt x="20" y="40"/>
                  </a:moveTo>
                  <a:cubicBezTo>
                    <a:pt x="29" y="38"/>
                    <a:pt x="37" y="28"/>
                    <a:pt x="35" y="17"/>
                  </a:cubicBezTo>
                  <a:cubicBezTo>
                    <a:pt x="34" y="7"/>
                    <a:pt x="26" y="0"/>
                    <a:pt x="17" y="1"/>
                  </a:cubicBezTo>
                  <a:cubicBezTo>
                    <a:pt x="7" y="2"/>
                    <a:pt x="0" y="12"/>
                    <a:pt x="1" y="23"/>
                  </a:cubicBezTo>
                  <a:cubicBezTo>
                    <a:pt x="1" y="34"/>
                    <a:pt x="10" y="41"/>
                    <a:pt x="2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35" name="Freeform 731"/>
            <p:cNvSpPr/>
            <p:nvPr/>
          </p:nvSpPr>
          <p:spPr bwMode="auto">
            <a:xfrm>
              <a:off x="8914116" y="10693178"/>
              <a:ext cx="103188" cy="107950"/>
            </a:xfrm>
            <a:custGeom>
              <a:avLst/>
              <a:gdLst>
                <a:gd name="T0" fmla="*/ 21 w 38"/>
                <a:gd name="T1" fmla="*/ 38 h 40"/>
                <a:gd name="T2" fmla="*/ 36 w 38"/>
                <a:gd name="T3" fmla="*/ 15 h 40"/>
                <a:gd name="T4" fmla="*/ 17 w 38"/>
                <a:gd name="T5" fmla="*/ 1 h 40"/>
                <a:gd name="T6" fmla="*/ 2 w 38"/>
                <a:gd name="T7" fmla="*/ 23 h 40"/>
                <a:gd name="T8" fmla="*/ 21 w 38"/>
                <a:gd name="T9" fmla="*/ 38 h 40"/>
              </a:gdLst>
              <a:ahLst/>
              <a:cxnLst>
                <a:cxn ang="0">
                  <a:pos x="T0" y="T1"/>
                </a:cxn>
                <a:cxn ang="0">
                  <a:pos x="T2" y="T3"/>
                </a:cxn>
                <a:cxn ang="0">
                  <a:pos x="T4" y="T5"/>
                </a:cxn>
                <a:cxn ang="0">
                  <a:pos x="T6" y="T7"/>
                </a:cxn>
                <a:cxn ang="0">
                  <a:pos x="T8" y="T9"/>
                </a:cxn>
              </a:cxnLst>
              <a:rect l="0" t="0" r="r" b="b"/>
              <a:pathLst>
                <a:path w="38" h="40">
                  <a:moveTo>
                    <a:pt x="21" y="38"/>
                  </a:moveTo>
                  <a:cubicBezTo>
                    <a:pt x="31" y="36"/>
                    <a:pt x="38" y="25"/>
                    <a:pt x="36" y="15"/>
                  </a:cubicBezTo>
                  <a:cubicBezTo>
                    <a:pt x="34" y="6"/>
                    <a:pt x="26" y="0"/>
                    <a:pt x="17" y="1"/>
                  </a:cubicBezTo>
                  <a:cubicBezTo>
                    <a:pt x="7" y="3"/>
                    <a:pt x="0" y="13"/>
                    <a:pt x="2" y="23"/>
                  </a:cubicBezTo>
                  <a:cubicBezTo>
                    <a:pt x="3" y="34"/>
                    <a:pt x="11" y="40"/>
                    <a:pt x="21"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36" name="Freeform 732"/>
            <p:cNvSpPr/>
            <p:nvPr/>
          </p:nvSpPr>
          <p:spPr bwMode="auto">
            <a:xfrm>
              <a:off x="3280079" y="12191778"/>
              <a:ext cx="95250" cy="19050"/>
            </a:xfrm>
            <a:custGeom>
              <a:avLst/>
              <a:gdLst>
                <a:gd name="T0" fmla="*/ 34 w 35"/>
                <a:gd name="T1" fmla="*/ 3 h 7"/>
                <a:gd name="T2" fmla="*/ 17 w 35"/>
                <a:gd name="T3" fmla="*/ 0 h 7"/>
                <a:gd name="T4" fmla="*/ 1 w 35"/>
                <a:gd name="T5" fmla="*/ 4 h 7"/>
                <a:gd name="T6" fmla="*/ 19 w 35"/>
                <a:gd name="T7" fmla="*/ 7 h 7"/>
                <a:gd name="T8" fmla="*/ 34 w 35"/>
                <a:gd name="T9" fmla="*/ 3 h 7"/>
              </a:gdLst>
              <a:ahLst/>
              <a:cxnLst>
                <a:cxn ang="0">
                  <a:pos x="T0" y="T1"/>
                </a:cxn>
                <a:cxn ang="0">
                  <a:pos x="T2" y="T3"/>
                </a:cxn>
                <a:cxn ang="0">
                  <a:pos x="T4" y="T5"/>
                </a:cxn>
                <a:cxn ang="0">
                  <a:pos x="T6" y="T7"/>
                </a:cxn>
                <a:cxn ang="0">
                  <a:pos x="T8" y="T9"/>
                </a:cxn>
              </a:cxnLst>
              <a:rect l="0" t="0" r="r" b="b"/>
              <a:pathLst>
                <a:path w="35" h="7">
                  <a:moveTo>
                    <a:pt x="34" y="3"/>
                  </a:moveTo>
                  <a:cubicBezTo>
                    <a:pt x="33" y="1"/>
                    <a:pt x="25" y="0"/>
                    <a:pt x="17" y="0"/>
                  </a:cubicBezTo>
                  <a:cubicBezTo>
                    <a:pt x="8" y="0"/>
                    <a:pt x="0" y="2"/>
                    <a:pt x="1" y="4"/>
                  </a:cubicBezTo>
                  <a:cubicBezTo>
                    <a:pt x="2" y="6"/>
                    <a:pt x="10" y="7"/>
                    <a:pt x="19" y="7"/>
                  </a:cubicBezTo>
                  <a:cubicBezTo>
                    <a:pt x="28" y="7"/>
                    <a:pt x="35" y="5"/>
                    <a:pt x="3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37" name="Freeform 733"/>
            <p:cNvSpPr/>
            <p:nvPr/>
          </p:nvSpPr>
          <p:spPr bwMode="auto">
            <a:xfrm>
              <a:off x="3497566" y="12182253"/>
              <a:ext cx="92075" cy="22225"/>
            </a:xfrm>
            <a:custGeom>
              <a:avLst/>
              <a:gdLst>
                <a:gd name="T0" fmla="*/ 19 w 34"/>
                <a:gd name="T1" fmla="*/ 8 h 8"/>
                <a:gd name="T2" fmla="*/ 33 w 34"/>
                <a:gd name="T3" fmla="*/ 4 h 8"/>
                <a:gd name="T4" fmla="*/ 15 w 34"/>
                <a:gd name="T5" fmla="*/ 1 h 8"/>
                <a:gd name="T6" fmla="*/ 0 w 34"/>
                <a:gd name="T7" fmla="*/ 5 h 8"/>
                <a:gd name="T8" fmla="*/ 19 w 34"/>
                <a:gd name="T9" fmla="*/ 8 h 8"/>
              </a:gdLst>
              <a:ahLst/>
              <a:cxnLst>
                <a:cxn ang="0">
                  <a:pos x="T0" y="T1"/>
                </a:cxn>
                <a:cxn ang="0">
                  <a:pos x="T2" y="T3"/>
                </a:cxn>
                <a:cxn ang="0">
                  <a:pos x="T4" y="T5"/>
                </a:cxn>
                <a:cxn ang="0">
                  <a:pos x="T6" y="T7"/>
                </a:cxn>
                <a:cxn ang="0">
                  <a:pos x="T8" y="T9"/>
                </a:cxn>
              </a:cxnLst>
              <a:rect l="0" t="0" r="r" b="b"/>
              <a:pathLst>
                <a:path w="34" h="8">
                  <a:moveTo>
                    <a:pt x="19" y="8"/>
                  </a:moveTo>
                  <a:cubicBezTo>
                    <a:pt x="27" y="8"/>
                    <a:pt x="34" y="6"/>
                    <a:pt x="33" y="4"/>
                  </a:cubicBezTo>
                  <a:cubicBezTo>
                    <a:pt x="32" y="2"/>
                    <a:pt x="24" y="0"/>
                    <a:pt x="15" y="1"/>
                  </a:cubicBezTo>
                  <a:cubicBezTo>
                    <a:pt x="6" y="1"/>
                    <a:pt x="0" y="3"/>
                    <a:pt x="0" y="5"/>
                  </a:cubicBezTo>
                  <a:cubicBezTo>
                    <a:pt x="1" y="7"/>
                    <a:pt x="10" y="8"/>
                    <a:pt x="19"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38" name="Freeform 734"/>
            <p:cNvSpPr/>
            <p:nvPr/>
          </p:nvSpPr>
          <p:spPr bwMode="auto">
            <a:xfrm>
              <a:off x="3711879" y="12172728"/>
              <a:ext cx="92075" cy="23813"/>
            </a:xfrm>
            <a:custGeom>
              <a:avLst/>
              <a:gdLst>
                <a:gd name="T0" fmla="*/ 17 w 34"/>
                <a:gd name="T1" fmla="*/ 9 h 9"/>
                <a:gd name="T2" fmla="*/ 33 w 34"/>
                <a:gd name="T3" fmla="*/ 3 h 9"/>
                <a:gd name="T4" fmla="*/ 16 w 34"/>
                <a:gd name="T5" fmla="*/ 1 h 9"/>
                <a:gd name="T6" fmla="*/ 0 w 34"/>
                <a:gd name="T7" fmla="*/ 6 h 9"/>
                <a:gd name="T8" fmla="*/ 17 w 34"/>
                <a:gd name="T9" fmla="*/ 9 h 9"/>
              </a:gdLst>
              <a:ahLst/>
              <a:cxnLst>
                <a:cxn ang="0">
                  <a:pos x="T0" y="T1"/>
                </a:cxn>
                <a:cxn ang="0">
                  <a:pos x="T2" y="T3"/>
                </a:cxn>
                <a:cxn ang="0">
                  <a:pos x="T4" y="T5"/>
                </a:cxn>
                <a:cxn ang="0">
                  <a:pos x="T6" y="T7"/>
                </a:cxn>
                <a:cxn ang="0">
                  <a:pos x="T8" y="T9"/>
                </a:cxn>
              </a:cxnLst>
              <a:rect l="0" t="0" r="r" b="b"/>
              <a:pathLst>
                <a:path w="34" h="9">
                  <a:moveTo>
                    <a:pt x="17" y="9"/>
                  </a:moveTo>
                  <a:cubicBezTo>
                    <a:pt x="26" y="8"/>
                    <a:pt x="34" y="6"/>
                    <a:pt x="33" y="3"/>
                  </a:cubicBezTo>
                  <a:cubicBezTo>
                    <a:pt x="32" y="1"/>
                    <a:pt x="25" y="0"/>
                    <a:pt x="16" y="1"/>
                  </a:cubicBezTo>
                  <a:cubicBezTo>
                    <a:pt x="7" y="1"/>
                    <a:pt x="0" y="3"/>
                    <a:pt x="0" y="6"/>
                  </a:cubicBezTo>
                  <a:cubicBezTo>
                    <a:pt x="1" y="8"/>
                    <a:pt x="9" y="9"/>
                    <a:pt x="17"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39" name="Freeform 735"/>
            <p:cNvSpPr/>
            <p:nvPr/>
          </p:nvSpPr>
          <p:spPr bwMode="auto">
            <a:xfrm>
              <a:off x="3926191" y="12139391"/>
              <a:ext cx="88900" cy="30163"/>
            </a:xfrm>
            <a:custGeom>
              <a:avLst/>
              <a:gdLst>
                <a:gd name="T0" fmla="*/ 18 w 33"/>
                <a:gd name="T1" fmla="*/ 10 h 11"/>
                <a:gd name="T2" fmla="*/ 33 w 33"/>
                <a:gd name="T3" fmla="*/ 3 h 11"/>
                <a:gd name="T4" fmla="*/ 14 w 33"/>
                <a:gd name="T5" fmla="*/ 2 h 11"/>
                <a:gd name="T6" fmla="*/ 0 w 33"/>
                <a:gd name="T7" fmla="*/ 8 h 11"/>
                <a:gd name="T8" fmla="*/ 18 w 33"/>
                <a:gd name="T9" fmla="*/ 10 h 11"/>
              </a:gdLst>
              <a:ahLst/>
              <a:cxnLst>
                <a:cxn ang="0">
                  <a:pos x="T0" y="T1"/>
                </a:cxn>
                <a:cxn ang="0">
                  <a:pos x="T2" y="T3"/>
                </a:cxn>
                <a:cxn ang="0">
                  <a:pos x="T4" y="T5"/>
                </a:cxn>
                <a:cxn ang="0">
                  <a:pos x="T6" y="T7"/>
                </a:cxn>
                <a:cxn ang="0">
                  <a:pos x="T8" y="T9"/>
                </a:cxn>
              </a:cxnLst>
              <a:rect l="0" t="0" r="r" b="b"/>
              <a:pathLst>
                <a:path w="33" h="11">
                  <a:moveTo>
                    <a:pt x="18" y="10"/>
                  </a:moveTo>
                  <a:cubicBezTo>
                    <a:pt x="27" y="8"/>
                    <a:pt x="33" y="5"/>
                    <a:pt x="33" y="3"/>
                  </a:cubicBezTo>
                  <a:cubicBezTo>
                    <a:pt x="32" y="1"/>
                    <a:pt x="23" y="0"/>
                    <a:pt x="14" y="2"/>
                  </a:cubicBezTo>
                  <a:cubicBezTo>
                    <a:pt x="6" y="3"/>
                    <a:pt x="0" y="6"/>
                    <a:pt x="0" y="8"/>
                  </a:cubicBezTo>
                  <a:cubicBezTo>
                    <a:pt x="1" y="11"/>
                    <a:pt x="9" y="11"/>
                    <a:pt x="18"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40" name="Freeform 736"/>
            <p:cNvSpPr/>
            <p:nvPr/>
          </p:nvSpPr>
          <p:spPr bwMode="auto">
            <a:xfrm>
              <a:off x="4137329" y="12093353"/>
              <a:ext cx="92075" cy="34925"/>
            </a:xfrm>
            <a:custGeom>
              <a:avLst/>
              <a:gdLst>
                <a:gd name="T0" fmla="*/ 17 w 34"/>
                <a:gd name="T1" fmla="*/ 11 h 13"/>
                <a:gd name="T2" fmla="*/ 33 w 34"/>
                <a:gd name="T3" fmla="*/ 3 h 13"/>
                <a:gd name="T4" fmla="*/ 16 w 34"/>
                <a:gd name="T5" fmla="*/ 2 h 13"/>
                <a:gd name="T6" fmla="*/ 0 w 34"/>
                <a:gd name="T7" fmla="*/ 10 h 13"/>
                <a:gd name="T8" fmla="*/ 17 w 34"/>
                <a:gd name="T9" fmla="*/ 11 h 13"/>
              </a:gdLst>
              <a:ahLst/>
              <a:cxnLst>
                <a:cxn ang="0">
                  <a:pos x="T0" y="T1"/>
                </a:cxn>
                <a:cxn ang="0">
                  <a:pos x="T2" y="T3"/>
                </a:cxn>
                <a:cxn ang="0">
                  <a:pos x="T4" y="T5"/>
                </a:cxn>
                <a:cxn ang="0">
                  <a:pos x="T6" y="T7"/>
                </a:cxn>
                <a:cxn ang="0">
                  <a:pos x="T8" y="T9"/>
                </a:cxn>
              </a:cxnLst>
              <a:rect l="0" t="0" r="r" b="b"/>
              <a:pathLst>
                <a:path w="34" h="13">
                  <a:moveTo>
                    <a:pt x="17" y="11"/>
                  </a:moveTo>
                  <a:cubicBezTo>
                    <a:pt x="26" y="9"/>
                    <a:pt x="34" y="5"/>
                    <a:pt x="33" y="3"/>
                  </a:cubicBezTo>
                  <a:cubicBezTo>
                    <a:pt x="32" y="0"/>
                    <a:pt x="24" y="0"/>
                    <a:pt x="16" y="2"/>
                  </a:cubicBezTo>
                  <a:cubicBezTo>
                    <a:pt x="7" y="4"/>
                    <a:pt x="0" y="8"/>
                    <a:pt x="0" y="10"/>
                  </a:cubicBezTo>
                  <a:cubicBezTo>
                    <a:pt x="1" y="12"/>
                    <a:pt x="9" y="13"/>
                    <a:pt x="17"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41" name="Freeform 737"/>
            <p:cNvSpPr/>
            <p:nvPr/>
          </p:nvSpPr>
          <p:spPr bwMode="auto">
            <a:xfrm>
              <a:off x="4350054" y="12036203"/>
              <a:ext cx="88900" cy="38100"/>
            </a:xfrm>
            <a:custGeom>
              <a:avLst/>
              <a:gdLst>
                <a:gd name="T0" fmla="*/ 18 w 33"/>
                <a:gd name="T1" fmla="*/ 11 h 14"/>
                <a:gd name="T2" fmla="*/ 33 w 33"/>
                <a:gd name="T3" fmla="*/ 3 h 14"/>
                <a:gd name="T4" fmla="*/ 15 w 33"/>
                <a:gd name="T5" fmla="*/ 3 h 14"/>
                <a:gd name="T6" fmla="*/ 0 w 33"/>
                <a:gd name="T7" fmla="*/ 12 h 14"/>
                <a:gd name="T8" fmla="*/ 18 w 33"/>
                <a:gd name="T9" fmla="*/ 11 h 14"/>
              </a:gdLst>
              <a:ahLst/>
              <a:cxnLst>
                <a:cxn ang="0">
                  <a:pos x="T0" y="T1"/>
                </a:cxn>
                <a:cxn ang="0">
                  <a:pos x="T2" y="T3"/>
                </a:cxn>
                <a:cxn ang="0">
                  <a:pos x="T4" y="T5"/>
                </a:cxn>
                <a:cxn ang="0">
                  <a:pos x="T6" y="T7"/>
                </a:cxn>
                <a:cxn ang="0">
                  <a:pos x="T8" y="T9"/>
                </a:cxn>
              </a:cxnLst>
              <a:rect l="0" t="0" r="r" b="b"/>
              <a:pathLst>
                <a:path w="33" h="14">
                  <a:moveTo>
                    <a:pt x="18" y="11"/>
                  </a:moveTo>
                  <a:cubicBezTo>
                    <a:pt x="27" y="9"/>
                    <a:pt x="33" y="5"/>
                    <a:pt x="33" y="3"/>
                  </a:cubicBezTo>
                  <a:cubicBezTo>
                    <a:pt x="32" y="0"/>
                    <a:pt x="24" y="0"/>
                    <a:pt x="15" y="3"/>
                  </a:cubicBezTo>
                  <a:cubicBezTo>
                    <a:pt x="6" y="5"/>
                    <a:pt x="0" y="9"/>
                    <a:pt x="0" y="12"/>
                  </a:cubicBezTo>
                  <a:cubicBezTo>
                    <a:pt x="1" y="14"/>
                    <a:pt x="9" y="14"/>
                    <a:pt x="18"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42" name="Freeform 738"/>
            <p:cNvSpPr/>
            <p:nvPr/>
          </p:nvSpPr>
          <p:spPr bwMode="auto">
            <a:xfrm>
              <a:off x="4558016" y="11971116"/>
              <a:ext cx="95250" cy="41275"/>
            </a:xfrm>
            <a:custGeom>
              <a:avLst/>
              <a:gdLst>
                <a:gd name="T0" fmla="*/ 19 w 35"/>
                <a:gd name="T1" fmla="*/ 12 h 15"/>
                <a:gd name="T2" fmla="*/ 33 w 35"/>
                <a:gd name="T3" fmla="*/ 2 h 15"/>
                <a:gd name="T4" fmla="*/ 16 w 35"/>
                <a:gd name="T5" fmla="*/ 2 h 15"/>
                <a:gd name="T6" fmla="*/ 1 w 35"/>
                <a:gd name="T7" fmla="*/ 13 h 15"/>
                <a:gd name="T8" fmla="*/ 19 w 35"/>
                <a:gd name="T9" fmla="*/ 12 h 15"/>
              </a:gdLst>
              <a:ahLst/>
              <a:cxnLst>
                <a:cxn ang="0">
                  <a:pos x="T0" y="T1"/>
                </a:cxn>
                <a:cxn ang="0">
                  <a:pos x="T2" y="T3"/>
                </a:cxn>
                <a:cxn ang="0">
                  <a:pos x="T4" y="T5"/>
                </a:cxn>
                <a:cxn ang="0">
                  <a:pos x="T6" y="T7"/>
                </a:cxn>
                <a:cxn ang="0">
                  <a:pos x="T8" y="T9"/>
                </a:cxn>
              </a:cxnLst>
              <a:rect l="0" t="0" r="r" b="b"/>
              <a:pathLst>
                <a:path w="35" h="15">
                  <a:moveTo>
                    <a:pt x="19" y="12"/>
                  </a:moveTo>
                  <a:cubicBezTo>
                    <a:pt x="28" y="10"/>
                    <a:pt x="35" y="5"/>
                    <a:pt x="33" y="2"/>
                  </a:cubicBezTo>
                  <a:cubicBezTo>
                    <a:pt x="32" y="0"/>
                    <a:pt x="25" y="0"/>
                    <a:pt x="16" y="2"/>
                  </a:cubicBezTo>
                  <a:cubicBezTo>
                    <a:pt x="7" y="5"/>
                    <a:pt x="0" y="10"/>
                    <a:pt x="1" y="13"/>
                  </a:cubicBezTo>
                  <a:cubicBezTo>
                    <a:pt x="2" y="15"/>
                    <a:pt x="10" y="15"/>
                    <a:pt x="1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43" name="Freeform 739"/>
            <p:cNvSpPr/>
            <p:nvPr/>
          </p:nvSpPr>
          <p:spPr bwMode="auto">
            <a:xfrm>
              <a:off x="4770741" y="11894916"/>
              <a:ext cx="92075" cy="49213"/>
            </a:xfrm>
            <a:custGeom>
              <a:avLst/>
              <a:gdLst>
                <a:gd name="T0" fmla="*/ 18 w 34"/>
                <a:gd name="T1" fmla="*/ 15 h 18"/>
                <a:gd name="T2" fmla="*/ 33 w 34"/>
                <a:gd name="T3" fmla="*/ 3 h 18"/>
                <a:gd name="T4" fmla="*/ 16 w 34"/>
                <a:gd name="T5" fmla="*/ 3 h 18"/>
                <a:gd name="T6" fmla="*/ 1 w 34"/>
                <a:gd name="T7" fmla="*/ 15 h 18"/>
                <a:gd name="T8" fmla="*/ 18 w 34"/>
                <a:gd name="T9" fmla="*/ 15 h 18"/>
              </a:gdLst>
              <a:ahLst/>
              <a:cxnLst>
                <a:cxn ang="0">
                  <a:pos x="T0" y="T1"/>
                </a:cxn>
                <a:cxn ang="0">
                  <a:pos x="T2" y="T3"/>
                </a:cxn>
                <a:cxn ang="0">
                  <a:pos x="T4" y="T5"/>
                </a:cxn>
                <a:cxn ang="0">
                  <a:pos x="T6" y="T7"/>
                </a:cxn>
                <a:cxn ang="0">
                  <a:pos x="T8" y="T9"/>
                </a:cxn>
              </a:cxnLst>
              <a:rect l="0" t="0" r="r" b="b"/>
              <a:pathLst>
                <a:path w="34" h="18">
                  <a:moveTo>
                    <a:pt x="18" y="15"/>
                  </a:moveTo>
                  <a:cubicBezTo>
                    <a:pt x="27" y="12"/>
                    <a:pt x="34" y="6"/>
                    <a:pt x="33" y="3"/>
                  </a:cubicBezTo>
                  <a:cubicBezTo>
                    <a:pt x="32" y="0"/>
                    <a:pt x="25" y="0"/>
                    <a:pt x="16" y="3"/>
                  </a:cubicBezTo>
                  <a:cubicBezTo>
                    <a:pt x="7" y="7"/>
                    <a:pt x="0" y="12"/>
                    <a:pt x="1" y="15"/>
                  </a:cubicBezTo>
                  <a:cubicBezTo>
                    <a:pt x="2" y="18"/>
                    <a:pt x="10" y="17"/>
                    <a:pt x="18"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44" name="Freeform 740"/>
            <p:cNvSpPr/>
            <p:nvPr/>
          </p:nvSpPr>
          <p:spPr bwMode="auto">
            <a:xfrm>
              <a:off x="4981879" y="11817128"/>
              <a:ext cx="92075" cy="50800"/>
            </a:xfrm>
            <a:custGeom>
              <a:avLst/>
              <a:gdLst>
                <a:gd name="T0" fmla="*/ 18 w 34"/>
                <a:gd name="T1" fmla="*/ 16 h 19"/>
                <a:gd name="T2" fmla="*/ 33 w 34"/>
                <a:gd name="T3" fmla="*/ 3 h 19"/>
                <a:gd name="T4" fmla="*/ 15 w 34"/>
                <a:gd name="T5" fmla="*/ 3 h 19"/>
                <a:gd name="T6" fmla="*/ 1 w 34"/>
                <a:gd name="T7" fmla="*/ 16 h 19"/>
                <a:gd name="T8" fmla="*/ 18 w 34"/>
                <a:gd name="T9" fmla="*/ 16 h 19"/>
              </a:gdLst>
              <a:ahLst/>
              <a:cxnLst>
                <a:cxn ang="0">
                  <a:pos x="T0" y="T1"/>
                </a:cxn>
                <a:cxn ang="0">
                  <a:pos x="T2" y="T3"/>
                </a:cxn>
                <a:cxn ang="0">
                  <a:pos x="T4" y="T5"/>
                </a:cxn>
                <a:cxn ang="0">
                  <a:pos x="T6" y="T7"/>
                </a:cxn>
                <a:cxn ang="0">
                  <a:pos x="T8" y="T9"/>
                </a:cxn>
              </a:cxnLst>
              <a:rect l="0" t="0" r="r" b="b"/>
              <a:pathLst>
                <a:path w="34" h="19">
                  <a:moveTo>
                    <a:pt x="18" y="16"/>
                  </a:moveTo>
                  <a:cubicBezTo>
                    <a:pt x="27" y="12"/>
                    <a:pt x="34" y="7"/>
                    <a:pt x="33" y="3"/>
                  </a:cubicBezTo>
                  <a:cubicBezTo>
                    <a:pt x="32" y="0"/>
                    <a:pt x="24" y="0"/>
                    <a:pt x="15" y="3"/>
                  </a:cubicBezTo>
                  <a:cubicBezTo>
                    <a:pt x="6" y="7"/>
                    <a:pt x="0" y="13"/>
                    <a:pt x="1" y="16"/>
                  </a:cubicBezTo>
                  <a:cubicBezTo>
                    <a:pt x="2" y="19"/>
                    <a:pt x="10" y="19"/>
                    <a:pt x="18"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45" name="Freeform 741"/>
            <p:cNvSpPr/>
            <p:nvPr/>
          </p:nvSpPr>
          <p:spPr bwMode="auto">
            <a:xfrm>
              <a:off x="5193016" y="11732991"/>
              <a:ext cx="90488" cy="57150"/>
            </a:xfrm>
            <a:custGeom>
              <a:avLst/>
              <a:gdLst>
                <a:gd name="T0" fmla="*/ 18 w 33"/>
                <a:gd name="T1" fmla="*/ 17 h 21"/>
                <a:gd name="T2" fmla="*/ 32 w 33"/>
                <a:gd name="T3" fmla="*/ 5 h 21"/>
                <a:gd name="T4" fmla="*/ 15 w 33"/>
                <a:gd name="T5" fmla="*/ 4 h 21"/>
                <a:gd name="T6" fmla="*/ 0 w 33"/>
                <a:gd name="T7" fmla="*/ 17 h 21"/>
                <a:gd name="T8" fmla="*/ 18 w 33"/>
                <a:gd name="T9" fmla="*/ 17 h 21"/>
              </a:gdLst>
              <a:ahLst/>
              <a:cxnLst>
                <a:cxn ang="0">
                  <a:pos x="T0" y="T1"/>
                </a:cxn>
                <a:cxn ang="0">
                  <a:pos x="T2" y="T3"/>
                </a:cxn>
                <a:cxn ang="0">
                  <a:pos x="T4" y="T5"/>
                </a:cxn>
                <a:cxn ang="0">
                  <a:pos x="T6" y="T7"/>
                </a:cxn>
                <a:cxn ang="0">
                  <a:pos x="T8" y="T9"/>
                </a:cxn>
              </a:cxnLst>
              <a:rect l="0" t="0" r="r" b="b"/>
              <a:pathLst>
                <a:path w="33" h="21">
                  <a:moveTo>
                    <a:pt x="18" y="17"/>
                  </a:moveTo>
                  <a:cubicBezTo>
                    <a:pt x="26" y="14"/>
                    <a:pt x="33" y="8"/>
                    <a:pt x="32" y="5"/>
                  </a:cubicBezTo>
                  <a:cubicBezTo>
                    <a:pt x="32" y="1"/>
                    <a:pt x="24" y="0"/>
                    <a:pt x="15" y="4"/>
                  </a:cubicBezTo>
                  <a:cubicBezTo>
                    <a:pt x="6" y="7"/>
                    <a:pt x="0" y="13"/>
                    <a:pt x="0" y="17"/>
                  </a:cubicBezTo>
                  <a:cubicBezTo>
                    <a:pt x="1" y="21"/>
                    <a:pt x="9" y="21"/>
                    <a:pt x="1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46" name="Freeform 742"/>
            <p:cNvSpPr/>
            <p:nvPr/>
          </p:nvSpPr>
          <p:spPr bwMode="auto">
            <a:xfrm>
              <a:off x="5402566" y="11642503"/>
              <a:ext cx="88900" cy="61913"/>
            </a:xfrm>
            <a:custGeom>
              <a:avLst/>
              <a:gdLst>
                <a:gd name="T0" fmla="*/ 19 w 33"/>
                <a:gd name="T1" fmla="*/ 20 h 23"/>
                <a:gd name="T2" fmla="*/ 33 w 33"/>
                <a:gd name="T3" fmla="*/ 5 h 23"/>
                <a:gd name="T4" fmla="*/ 14 w 33"/>
                <a:gd name="T5" fmla="*/ 4 h 23"/>
                <a:gd name="T6" fmla="*/ 1 w 33"/>
                <a:gd name="T7" fmla="*/ 19 h 23"/>
                <a:gd name="T8" fmla="*/ 19 w 33"/>
                <a:gd name="T9" fmla="*/ 20 h 23"/>
              </a:gdLst>
              <a:ahLst/>
              <a:cxnLst>
                <a:cxn ang="0">
                  <a:pos x="T0" y="T1"/>
                </a:cxn>
                <a:cxn ang="0">
                  <a:pos x="T2" y="T3"/>
                </a:cxn>
                <a:cxn ang="0">
                  <a:pos x="T4" y="T5"/>
                </a:cxn>
                <a:cxn ang="0">
                  <a:pos x="T6" y="T7"/>
                </a:cxn>
                <a:cxn ang="0">
                  <a:pos x="T8" y="T9"/>
                </a:cxn>
              </a:cxnLst>
              <a:rect l="0" t="0" r="r" b="b"/>
              <a:pathLst>
                <a:path w="33" h="23">
                  <a:moveTo>
                    <a:pt x="19" y="20"/>
                  </a:moveTo>
                  <a:cubicBezTo>
                    <a:pt x="27" y="16"/>
                    <a:pt x="33" y="9"/>
                    <a:pt x="33" y="5"/>
                  </a:cubicBezTo>
                  <a:cubicBezTo>
                    <a:pt x="32" y="1"/>
                    <a:pt x="23" y="0"/>
                    <a:pt x="14" y="4"/>
                  </a:cubicBezTo>
                  <a:cubicBezTo>
                    <a:pt x="6" y="8"/>
                    <a:pt x="0" y="15"/>
                    <a:pt x="1" y="19"/>
                  </a:cubicBezTo>
                  <a:cubicBezTo>
                    <a:pt x="1" y="23"/>
                    <a:pt x="10" y="23"/>
                    <a:pt x="19"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47" name="Freeform 743"/>
            <p:cNvSpPr/>
            <p:nvPr/>
          </p:nvSpPr>
          <p:spPr bwMode="auto">
            <a:xfrm>
              <a:off x="5612116" y="11550428"/>
              <a:ext cx="92075" cy="68263"/>
            </a:xfrm>
            <a:custGeom>
              <a:avLst/>
              <a:gdLst>
                <a:gd name="T0" fmla="*/ 19 w 34"/>
                <a:gd name="T1" fmla="*/ 21 h 25"/>
                <a:gd name="T2" fmla="*/ 33 w 34"/>
                <a:gd name="T3" fmla="*/ 6 h 25"/>
                <a:gd name="T4" fmla="*/ 15 w 34"/>
                <a:gd name="T5" fmla="*/ 4 h 25"/>
                <a:gd name="T6" fmla="*/ 1 w 34"/>
                <a:gd name="T7" fmla="*/ 19 h 25"/>
                <a:gd name="T8" fmla="*/ 19 w 34"/>
                <a:gd name="T9" fmla="*/ 21 h 25"/>
              </a:gdLst>
              <a:ahLst/>
              <a:cxnLst>
                <a:cxn ang="0">
                  <a:pos x="T0" y="T1"/>
                </a:cxn>
                <a:cxn ang="0">
                  <a:pos x="T2" y="T3"/>
                </a:cxn>
                <a:cxn ang="0">
                  <a:pos x="T4" y="T5"/>
                </a:cxn>
                <a:cxn ang="0">
                  <a:pos x="T6" y="T7"/>
                </a:cxn>
                <a:cxn ang="0">
                  <a:pos x="T8" y="T9"/>
                </a:cxn>
              </a:cxnLst>
              <a:rect l="0" t="0" r="r" b="b"/>
              <a:pathLst>
                <a:path w="34" h="25">
                  <a:moveTo>
                    <a:pt x="19" y="21"/>
                  </a:moveTo>
                  <a:cubicBezTo>
                    <a:pt x="28" y="18"/>
                    <a:pt x="34" y="11"/>
                    <a:pt x="33" y="6"/>
                  </a:cubicBezTo>
                  <a:cubicBezTo>
                    <a:pt x="32" y="1"/>
                    <a:pt x="23" y="0"/>
                    <a:pt x="15" y="4"/>
                  </a:cubicBezTo>
                  <a:cubicBezTo>
                    <a:pt x="6" y="8"/>
                    <a:pt x="0" y="15"/>
                    <a:pt x="1" y="19"/>
                  </a:cubicBezTo>
                  <a:cubicBezTo>
                    <a:pt x="2" y="24"/>
                    <a:pt x="10" y="25"/>
                    <a:pt x="19"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48" name="Freeform 744"/>
            <p:cNvSpPr/>
            <p:nvPr/>
          </p:nvSpPr>
          <p:spPr bwMode="auto">
            <a:xfrm>
              <a:off x="5820079" y="11458353"/>
              <a:ext cx="92075" cy="76200"/>
            </a:xfrm>
            <a:custGeom>
              <a:avLst/>
              <a:gdLst>
                <a:gd name="T0" fmla="*/ 19 w 34"/>
                <a:gd name="T1" fmla="*/ 24 h 28"/>
                <a:gd name="T2" fmla="*/ 33 w 34"/>
                <a:gd name="T3" fmla="*/ 8 h 28"/>
                <a:gd name="T4" fmla="*/ 15 w 34"/>
                <a:gd name="T5" fmla="*/ 4 h 28"/>
                <a:gd name="T6" fmla="*/ 1 w 34"/>
                <a:gd name="T7" fmla="*/ 21 h 28"/>
                <a:gd name="T8" fmla="*/ 19 w 34"/>
                <a:gd name="T9" fmla="*/ 24 h 28"/>
              </a:gdLst>
              <a:ahLst/>
              <a:cxnLst>
                <a:cxn ang="0">
                  <a:pos x="T0" y="T1"/>
                </a:cxn>
                <a:cxn ang="0">
                  <a:pos x="T2" y="T3"/>
                </a:cxn>
                <a:cxn ang="0">
                  <a:pos x="T4" y="T5"/>
                </a:cxn>
                <a:cxn ang="0">
                  <a:pos x="T6" y="T7"/>
                </a:cxn>
                <a:cxn ang="0">
                  <a:pos x="T8" y="T9"/>
                </a:cxn>
              </a:cxnLst>
              <a:rect l="0" t="0" r="r" b="b"/>
              <a:pathLst>
                <a:path w="34" h="28">
                  <a:moveTo>
                    <a:pt x="19" y="24"/>
                  </a:moveTo>
                  <a:cubicBezTo>
                    <a:pt x="28" y="21"/>
                    <a:pt x="34" y="13"/>
                    <a:pt x="33" y="8"/>
                  </a:cubicBezTo>
                  <a:cubicBezTo>
                    <a:pt x="32" y="2"/>
                    <a:pt x="24" y="0"/>
                    <a:pt x="15" y="4"/>
                  </a:cubicBezTo>
                  <a:cubicBezTo>
                    <a:pt x="6" y="8"/>
                    <a:pt x="0" y="15"/>
                    <a:pt x="1" y="21"/>
                  </a:cubicBezTo>
                  <a:cubicBezTo>
                    <a:pt x="2" y="26"/>
                    <a:pt x="11" y="28"/>
                    <a:pt x="19"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49" name="Freeform 745"/>
            <p:cNvSpPr/>
            <p:nvPr/>
          </p:nvSpPr>
          <p:spPr bwMode="auto">
            <a:xfrm>
              <a:off x="6029629" y="11367866"/>
              <a:ext cx="92075" cy="82550"/>
            </a:xfrm>
            <a:custGeom>
              <a:avLst/>
              <a:gdLst>
                <a:gd name="T0" fmla="*/ 19 w 34"/>
                <a:gd name="T1" fmla="*/ 27 h 30"/>
                <a:gd name="T2" fmla="*/ 33 w 34"/>
                <a:gd name="T3" fmla="*/ 9 h 30"/>
                <a:gd name="T4" fmla="*/ 16 w 34"/>
                <a:gd name="T5" fmla="*/ 3 h 30"/>
                <a:gd name="T6" fmla="*/ 1 w 34"/>
                <a:gd name="T7" fmla="*/ 22 h 30"/>
                <a:gd name="T8" fmla="*/ 19 w 34"/>
                <a:gd name="T9" fmla="*/ 27 h 30"/>
              </a:gdLst>
              <a:ahLst/>
              <a:cxnLst>
                <a:cxn ang="0">
                  <a:pos x="T0" y="T1"/>
                </a:cxn>
                <a:cxn ang="0">
                  <a:pos x="T2" y="T3"/>
                </a:cxn>
                <a:cxn ang="0">
                  <a:pos x="T4" y="T5"/>
                </a:cxn>
                <a:cxn ang="0">
                  <a:pos x="T6" y="T7"/>
                </a:cxn>
                <a:cxn ang="0">
                  <a:pos x="T8" y="T9"/>
                </a:cxn>
              </a:cxnLst>
              <a:rect l="0" t="0" r="r" b="b"/>
              <a:pathLst>
                <a:path w="34" h="30">
                  <a:moveTo>
                    <a:pt x="19" y="27"/>
                  </a:moveTo>
                  <a:cubicBezTo>
                    <a:pt x="28" y="24"/>
                    <a:pt x="34" y="15"/>
                    <a:pt x="33" y="9"/>
                  </a:cubicBezTo>
                  <a:cubicBezTo>
                    <a:pt x="32" y="2"/>
                    <a:pt x="25" y="0"/>
                    <a:pt x="16" y="3"/>
                  </a:cubicBezTo>
                  <a:cubicBezTo>
                    <a:pt x="7" y="7"/>
                    <a:pt x="0" y="15"/>
                    <a:pt x="1" y="22"/>
                  </a:cubicBezTo>
                  <a:cubicBezTo>
                    <a:pt x="2" y="28"/>
                    <a:pt x="10" y="30"/>
                    <a:pt x="19"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50" name="Freeform 746"/>
            <p:cNvSpPr/>
            <p:nvPr/>
          </p:nvSpPr>
          <p:spPr bwMode="auto">
            <a:xfrm>
              <a:off x="6240766" y="11278966"/>
              <a:ext cx="92075" cy="88900"/>
            </a:xfrm>
            <a:custGeom>
              <a:avLst/>
              <a:gdLst>
                <a:gd name="T0" fmla="*/ 17 w 34"/>
                <a:gd name="T1" fmla="*/ 31 h 33"/>
                <a:gd name="T2" fmla="*/ 33 w 34"/>
                <a:gd name="T3" fmla="*/ 11 h 33"/>
                <a:gd name="T4" fmla="*/ 16 w 34"/>
                <a:gd name="T5" fmla="*/ 3 h 33"/>
                <a:gd name="T6" fmla="*/ 1 w 34"/>
                <a:gd name="T7" fmla="*/ 23 h 33"/>
                <a:gd name="T8" fmla="*/ 17 w 34"/>
                <a:gd name="T9" fmla="*/ 31 h 33"/>
              </a:gdLst>
              <a:ahLst/>
              <a:cxnLst>
                <a:cxn ang="0">
                  <a:pos x="T0" y="T1"/>
                </a:cxn>
                <a:cxn ang="0">
                  <a:pos x="T2" y="T3"/>
                </a:cxn>
                <a:cxn ang="0">
                  <a:pos x="T4" y="T5"/>
                </a:cxn>
                <a:cxn ang="0">
                  <a:pos x="T6" y="T7"/>
                </a:cxn>
                <a:cxn ang="0">
                  <a:pos x="T8" y="T9"/>
                </a:cxn>
              </a:cxnLst>
              <a:rect l="0" t="0" r="r" b="b"/>
              <a:pathLst>
                <a:path w="34" h="33">
                  <a:moveTo>
                    <a:pt x="17" y="31"/>
                  </a:moveTo>
                  <a:cubicBezTo>
                    <a:pt x="26" y="28"/>
                    <a:pt x="34" y="18"/>
                    <a:pt x="33" y="11"/>
                  </a:cubicBezTo>
                  <a:cubicBezTo>
                    <a:pt x="32" y="4"/>
                    <a:pt x="24" y="0"/>
                    <a:pt x="16" y="3"/>
                  </a:cubicBezTo>
                  <a:cubicBezTo>
                    <a:pt x="7" y="7"/>
                    <a:pt x="0" y="16"/>
                    <a:pt x="1" y="23"/>
                  </a:cubicBezTo>
                  <a:cubicBezTo>
                    <a:pt x="1" y="30"/>
                    <a:pt x="9" y="33"/>
                    <a:pt x="17"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51" name="Freeform 747"/>
            <p:cNvSpPr/>
            <p:nvPr/>
          </p:nvSpPr>
          <p:spPr bwMode="auto">
            <a:xfrm>
              <a:off x="3068941" y="12193366"/>
              <a:ext cx="92075" cy="19050"/>
            </a:xfrm>
            <a:custGeom>
              <a:avLst/>
              <a:gdLst>
                <a:gd name="T0" fmla="*/ 33 w 34"/>
                <a:gd name="T1" fmla="*/ 4 h 7"/>
                <a:gd name="T2" fmla="*/ 15 w 34"/>
                <a:gd name="T3" fmla="*/ 1 h 7"/>
                <a:gd name="T4" fmla="*/ 0 w 34"/>
                <a:gd name="T5" fmla="*/ 4 h 7"/>
                <a:gd name="T6" fmla="*/ 18 w 34"/>
                <a:gd name="T7" fmla="*/ 7 h 7"/>
                <a:gd name="T8" fmla="*/ 33 w 34"/>
                <a:gd name="T9" fmla="*/ 4 h 7"/>
              </a:gdLst>
              <a:ahLst/>
              <a:cxnLst>
                <a:cxn ang="0">
                  <a:pos x="T0" y="T1"/>
                </a:cxn>
                <a:cxn ang="0">
                  <a:pos x="T2" y="T3"/>
                </a:cxn>
                <a:cxn ang="0">
                  <a:pos x="T4" y="T5"/>
                </a:cxn>
                <a:cxn ang="0">
                  <a:pos x="T6" y="T7"/>
                </a:cxn>
                <a:cxn ang="0">
                  <a:pos x="T8" y="T9"/>
                </a:cxn>
              </a:cxnLst>
              <a:rect l="0" t="0" r="r" b="b"/>
              <a:pathLst>
                <a:path w="34" h="7">
                  <a:moveTo>
                    <a:pt x="33" y="4"/>
                  </a:moveTo>
                  <a:cubicBezTo>
                    <a:pt x="32" y="2"/>
                    <a:pt x="24" y="0"/>
                    <a:pt x="15" y="1"/>
                  </a:cubicBezTo>
                  <a:cubicBezTo>
                    <a:pt x="6" y="1"/>
                    <a:pt x="0" y="2"/>
                    <a:pt x="0" y="4"/>
                  </a:cubicBezTo>
                  <a:cubicBezTo>
                    <a:pt x="1" y="5"/>
                    <a:pt x="9" y="7"/>
                    <a:pt x="18" y="7"/>
                  </a:cubicBezTo>
                  <a:cubicBezTo>
                    <a:pt x="27" y="6"/>
                    <a:pt x="34" y="5"/>
                    <a:pt x="3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52" name="Freeform 748"/>
            <p:cNvSpPr/>
            <p:nvPr/>
          </p:nvSpPr>
          <p:spPr bwMode="auto">
            <a:xfrm>
              <a:off x="2854629" y="12196541"/>
              <a:ext cx="88900" cy="14288"/>
            </a:xfrm>
            <a:custGeom>
              <a:avLst/>
              <a:gdLst>
                <a:gd name="T0" fmla="*/ 33 w 33"/>
                <a:gd name="T1" fmla="*/ 3 h 5"/>
                <a:gd name="T2" fmla="*/ 15 w 33"/>
                <a:gd name="T3" fmla="*/ 0 h 5"/>
                <a:gd name="T4" fmla="*/ 0 w 33"/>
                <a:gd name="T5" fmla="*/ 3 h 5"/>
                <a:gd name="T6" fmla="*/ 18 w 33"/>
                <a:gd name="T7" fmla="*/ 5 h 5"/>
                <a:gd name="T8" fmla="*/ 33 w 33"/>
                <a:gd name="T9" fmla="*/ 3 h 5"/>
              </a:gdLst>
              <a:ahLst/>
              <a:cxnLst>
                <a:cxn ang="0">
                  <a:pos x="T0" y="T1"/>
                </a:cxn>
                <a:cxn ang="0">
                  <a:pos x="T2" y="T3"/>
                </a:cxn>
                <a:cxn ang="0">
                  <a:pos x="T4" y="T5"/>
                </a:cxn>
                <a:cxn ang="0">
                  <a:pos x="T6" y="T7"/>
                </a:cxn>
                <a:cxn ang="0">
                  <a:pos x="T8" y="T9"/>
                </a:cxn>
              </a:cxnLst>
              <a:rect l="0" t="0" r="r" b="b"/>
              <a:pathLst>
                <a:path w="33" h="5">
                  <a:moveTo>
                    <a:pt x="33" y="3"/>
                  </a:moveTo>
                  <a:cubicBezTo>
                    <a:pt x="32" y="2"/>
                    <a:pt x="24" y="0"/>
                    <a:pt x="15" y="0"/>
                  </a:cubicBezTo>
                  <a:cubicBezTo>
                    <a:pt x="6" y="0"/>
                    <a:pt x="0" y="2"/>
                    <a:pt x="0" y="3"/>
                  </a:cubicBezTo>
                  <a:cubicBezTo>
                    <a:pt x="1" y="4"/>
                    <a:pt x="9" y="5"/>
                    <a:pt x="18" y="5"/>
                  </a:cubicBezTo>
                  <a:cubicBezTo>
                    <a:pt x="27" y="5"/>
                    <a:pt x="33" y="4"/>
                    <a:pt x="3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53" name="Freeform 749"/>
            <p:cNvSpPr/>
            <p:nvPr/>
          </p:nvSpPr>
          <p:spPr bwMode="auto">
            <a:xfrm>
              <a:off x="2637141" y="12199716"/>
              <a:ext cx="92075" cy="11113"/>
            </a:xfrm>
            <a:custGeom>
              <a:avLst/>
              <a:gdLst>
                <a:gd name="T0" fmla="*/ 34 w 34"/>
                <a:gd name="T1" fmla="*/ 2 h 4"/>
                <a:gd name="T2" fmla="*/ 16 w 34"/>
                <a:gd name="T3" fmla="*/ 0 h 4"/>
                <a:gd name="T4" fmla="*/ 1 w 34"/>
                <a:gd name="T5" fmla="*/ 2 h 4"/>
                <a:gd name="T6" fmla="*/ 19 w 34"/>
                <a:gd name="T7" fmla="*/ 4 h 4"/>
                <a:gd name="T8" fmla="*/ 34 w 34"/>
                <a:gd name="T9" fmla="*/ 2 h 4"/>
              </a:gdLst>
              <a:ahLst/>
              <a:cxnLst>
                <a:cxn ang="0">
                  <a:pos x="T0" y="T1"/>
                </a:cxn>
                <a:cxn ang="0">
                  <a:pos x="T2" y="T3"/>
                </a:cxn>
                <a:cxn ang="0">
                  <a:pos x="T4" y="T5"/>
                </a:cxn>
                <a:cxn ang="0">
                  <a:pos x="T6" y="T7"/>
                </a:cxn>
                <a:cxn ang="0">
                  <a:pos x="T8" y="T9"/>
                </a:cxn>
              </a:cxnLst>
              <a:rect l="0" t="0" r="r" b="b"/>
              <a:pathLst>
                <a:path w="34" h="4">
                  <a:moveTo>
                    <a:pt x="34" y="2"/>
                  </a:moveTo>
                  <a:cubicBezTo>
                    <a:pt x="33" y="1"/>
                    <a:pt x="25" y="0"/>
                    <a:pt x="16" y="0"/>
                  </a:cubicBezTo>
                  <a:cubicBezTo>
                    <a:pt x="7" y="0"/>
                    <a:pt x="0" y="1"/>
                    <a:pt x="1" y="2"/>
                  </a:cubicBezTo>
                  <a:cubicBezTo>
                    <a:pt x="1" y="3"/>
                    <a:pt x="10" y="4"/>
                    <a:pt x="19" y="4"/>
                  </a:cubicBezTo>
                  <a:cubicBezTo>
                    <a:pt x="28" y="4"/>
                    <a:pt x="34" y="3"/>
                    <a:pt x="3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54" name="Freeform 750"/>
            <p:cNvSpPr/>
            <p:nvPr/>
          </p:nvSpPr>
          <p:spPr bwMode="auto">
            <a:xfrm>
              <a:off x="2422829" y="12199716"/>
              <a:ext cx="92075" cy="7938"/>
            </a:xfrm>
            <a:custGeom>
              <a:avLst/>
              <a:gdLst>
                <a:gd name="T0" fmla="*/ 33 w 34"/>
                <a:gd name="T1" fmla="*/ 1 h 3"/>
                <a:gd name="T2" fmla="*/ 17 w 34"/>
                <a:gd name="T3" fmla="*/ 0 h 3"/>
                <a:gd name="T4" fmla="*/ 1 w 34"/>
                <a:gd name="T5" fmla="*/ 1 h 3"/>
                <a:gd name="T6" fmla="*/ 17 w 34"/>
                <a:gd name="T7" fmla="*/ 3 h 3"/>
                <a:gd name="T8" fmla="*/ 33 w 34"/>
                <a:gd name="T9" fmla="*/ 1 h 3"/>
              </a:gdLst>
              <a:ahLst/>
              <a:cxnLst>
                <a:cxn ang="0">
                  <a:pos x="T0" y="T1"/>
                </a:cxn>
                <a:cxn ang="0">
                  <a:pos x="T2" y="T3"/>
                </a:cxn>
                <a:cxn ang="0">
                  <a:pos x="T4" y="T5"/>
                </a:cxn>
                <a:cxn ang="0">
                  <a:pos x="T6" y="T7"/>
                </a:cxn>
                <a:cxn ang="0">
                  <a:pos x="T8" y="T9"/>
                </a:cxn>
              </a:cxnLst>
              <a:rect l="0" t="0" r="r" b="b"/>
              <a:pathLst>
                <a:path w="34" h="3">
                  <a:moveTo>
                    <a:pt x="33" y="1"/>
                  </a:moveTo>
                  <a:cubicBezTo>
                    <a:pt x="33" y="1"/>
                    <a:pt x="25" y="0"/>
                    <a:pt x="17" y="0"/>
                  </a:cubicBezTo>
                  <a:cubicBezTo>
                    <a:pt x="7" y="0"/>
                    <a:pt x="0" y="1"/>
                    <a:pt x="1" y="1"/>
                  </a:cubicBezTo>
                  <a:cubicBezTo>
                    <a:pt x="1" y="2"/>
                    <a:pt x="9" y="3"/>
                    <a:pt x="17" y="3"/>
                  </a:cubicBezTo>
                  <a:cubicBezTo>
                    <a:pt x="26" y="3"/>
                    <a:pt x="34" y="2"/>
                    <a:pt x="3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55" name="Freeform 751"/>
            <p:cNvSpPr/>
            <p:nvPr/>
          </p:nvSpPr>
          <p:spPr bwMode="auto">
            <a:xfrm>
              <a:off x="2208516" y="12199716"/>
              <a:ext cx="92075" cy="4763"/>
            </a:xfrm>
            <a:custGeom>
              <a:avLst/>
              <a:gdLst>
                <a:gd name="T0" fmla="*/ 18 w 34"/>
                <a:gd name="T1" fmla="*/ 2 h 2"/>
                <a:gd name="T2" fmla="*/ 33 w 34"/>
                <a:gd name="T3" fmla="*/ 1 h 2"/>
                <a:gd name="T4" fmla="*/ 16 w 34"/>
                <a:gd name="T5" fmla="*/ 0 h 2"/>
                <a:gd name="T6" fmla="*/ 1 w 34"/>
                <a:gd name="T7" fmla="*/ 2 h 2"/>
                <a:gd name="T8" fmla="*/ 18 w 34"/>
                <a:gd name="T9" fmla="*/ 2 h 2"/>
              </a:gdLst>
              <a:ahLst/>
              <a:cxnLst>
                <a:cxn ang="0">
                  <a:pos x="T0" y="T1"/>
                </a:cxn>
                <a:cxn ang="0">
                  <a:pos x="T2" y="T3"/>
                </a:cxn>
                <a:cxn ang="0">
                  <a:pos x="T4" y="T5"/>
                </a:cxn>
                <a:cxn ang="0">
                  <a:pos x="T6" y="T7"/>
                </a:cxn>
                <a:cxn ang="0">
                  <a:pos x="T8" y="T9"/>
                </a:cxn>
              </a:cxnLst>
              <a:rect l="0" t="0" r="r" b="b"/>
              <a:pathLst>
                <a:path w="34" h="2">
                  <a:moveTo>
                    <a:pt x="18" y="2"/>
                  </a:moveTo>
                  <a:cubicBezTo>
                    <a:pt x="27" y="2"/>
                    <a:pt x="34" y="2"/>
                    <a:pt x="33" y="1"/>
                  </a:cubicBezTo>
                  <a:cubicBezTo>
                    <a:pt x="32" y="1"/>
                    <a:pt x="24" y="0"/>
                    <a:pt x="16" y="0"/>
                  </a:cubicBezTo>
                  <a:cubicBezTo>
                    <a:pt x="6" y="0"/>
                    <a:pt x="0" y="1"/>
                    <a:pt x="1" y="2"/>
                  </a:cubicBezTo>
                  <a:cubicBezTo>
                    <a:pt x="1" y="2"/>
                    <a:pt x="9" y="2"/>
                    <a:pt x="1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56" name="Freeform 752"/>
            <p:cNvSpPr/>
            <p:nvPr/>
          </p:nvSpPr>
          <p:spPr bwMode="auto">
            <a:xfrm>
              <a:off x="1994204" y="12201303"/>
              <a:ext cx="92075" cy="6350"/>
            </a:xfrm>
            <a:custGeom>
              <a:avLst/>
              <a:gdLst>
                <a:gd name="T0" fmla="*/ 17 w 34"/>
                <a:gd name="T1" fmla="*/ 2 h 2"/>
                <a:gd name="T2" fmla="*/ 33 w 34"/>
                <a:gd name="T3" fmla="*/ 1 h 2"/>
                <a:gd name="T4" fmla="*/ 16 w 34"/>
                <a:gd name="T5" fmla="*/ 0 h 2"/>
                <a:gd name="T6" fmla="*/ 0 w 34"/>
                <a:gd name="T7" fmla="*/ 1 h 2"/>
                <a:gd name="T8" fmla="*/ 17 w 34"/>
                <a:gd name="T9" fmla="*/ 2 h 2"/>
              </a:gdLst>
              <a:ahLst/>
              <a:cxnLst>
                <a:cxn ang="0">
                  <a:pos x="T0" y="T1"/>
                </a:cxn>
                <a:cxn ang="0">
                  <a:pos x="T2" y="T3"/>
                </a:cxn>
                <a:cxn ang="0">
                  <a:pos x="T4" y="T5"/>
                </a:cxn>
                <a:cxn ang="0">
                  <a:pos x="T6" y="T7"/>
                </a:cxn>
                <a:cxn ang="0">
                  <a:pos x="T8" y="T9"/>
                </a:cxn>
              </a:cxnLst>
              <a:rect l="0" t="0" r="r" b="b"/>
              <a:pathLst>
                <a:path w="34" h="2">
                  <a:moveTo>
                    <a:pt x="17" y="2"/>
                  </a:moveTo>
                  <a:cubicBezTo>
                    <a:pt x="26" y="2"/>
                    <a:pt x="34" y="1"/>
                    <a:pt x="33" y="1"/>
                  </a:cubicBezTo>
                  <a:cubicBezTo>
                    <a:pt x="32" y="1"/>
                    <a:pt x="25" y="0"/>
                    <a:pt x="16" y="0"/>
                  </a:cubicBezTo>
                  <a:cubicBezTo>
                    <a:pt x="7" y="1"/>
                    <a:pt x="0" y="1"/>
                    <a:pt x="0" y="1"/>
                  </a:cubicBezTo>
                  <a:cubicBezTo>
                    <a:pt x="1" y="2"/>
                    <a:pt x="9" y="2"/>
                    <a:pt x="1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57" name="Freeform 753"/>
            <p:cNvSpPr/>
            <p:nvPr/>
          </p:nvSpPr>
          <p:spPr bwMode="auto">
            <a:xfrm>
              <a:off x="1349679" y="12234641"/>
              <a:ext cx="93663" cy="7938"/>
            </a:xfrm>
            <a:custGeom>
              <a:avLst/>
              <a:gdLst>
                <a:gd name="T0" fmla="*/ 18 w 34"/>
                <a:gd name="T1" fmla="*/ 1 h 3"/>
                <a:gd name="T2" fmla="*/ 33 w 34"/>
                <a:gd name="T3" fmla="*/ 0 h 3"/>
                <a:gd name="T4" fmla="*/ 16 w 34"/>
                <a:gd name="T5" fmla="*/ 1 h 3"/>
                <a:gd name="T6" fmla="*/ 1 w 34"/>
                <a:gd name="T7" fmla="*/ 3 h 3"/>
                <a:gd name="T8" fmla="*/ 18 w 34"/>
                <a:gd name="T9" fmla="*/ 1 h 3"/>
              </a:gdLst>
              <a:ahLst/>
              <a:cxnLst>
                <a:cxn ang="0">
                  <a:pos x="T0" y="T1"/>
                </a:cxn>
                <a:cxn ang="0">
                  <a:pos x="T2" y="T3"/>
                </a:cxn>
                <a:cxn ang="0">
                  <a:pos x="T4" y="T5"/>
                </a:cxn>
                <a:cxn ang="0">
                  <a:pos x="T6" y="T7"/>
                </a:cxn>
                <a:cxn ang="0">
                  <a:pos x="T8" y="T9"/>
                </a:cxn>
              </a:cxnLst>
              <a:rect l="0" t="0" r="r" b="b"/>
              <a:pathLst>
                <a:path w="34" h="3">
                  <a:moveTo>
                    <a:pt x="18" y="1"/>
                  </a:moveTo>
                  <a:cubicBezTo>
                    <a:pt x="27" y="0"/>
                    <a:pt x="34" y="0"/>
                    <a:pt x="33" y="0"/>
                  </a:cubicBezTo>
                  <a:cubicBezTo>
                    <a:pt x="32" y="0"/>
                    <a:pt x="24" y="0"/>
                    <a:pt x="16" y="1"/>
                  </a:cubicBezTo>
                  <a:cubicBezTo>
                    <a:pt x="6" y="2"/>
                    <a:pt x="0" y="3"/>
                    <a:pt x="1" y="3"/>
                  </a:cubicBezTo>
                  <a:cubicBezTo>
                    <a:pt x="2" y="3"/>
                    <a:pt x="9" y="2"/>
                    <a:pt x="1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58" name="Freeform 754"/>
            <p:cNvSpPr/>
            <p:nvPr/>
          </p:nvSpPr>
          <p:spPr bwMode="auto">
            <a:xfrm>
              <a:off x="924229" y="12288616"/>
              <a:ext cx="92075" cy="15875"/>
            </a:xfrm>
            <a:custGeom>
              <a:avLst/>
              <a:gdLst>
                <a:gd name="T0" fmla="*/ 33 w 34"/>
                <a:gd name="T1" fmla="*/ 0 h 6"/>
                <a:gd name="T2" fmla="*/ 16 w 34"/>
                <a:gd name="T3" fmla="*/ 3 h 6"/>
                <a:gd name="T4" fmla="*/ 1 w 34"/>
                <a:gd name="T5" fmla="*/ 6 h 6"/>
                <a:gd name="T6" fmla="*/ 17 w 34"/>
                <a:gd name="T7" fmla="*/ 4 h 6"/>
                <a:gd name="T8" fmla="*/ 33 w 34"/>
                <a:gd name="T9" fmla="*/ 0 h 6"/>
              </a:gdLst>
              <a:ahLst/>
              <a:cxnLst>
                <a:cxn ang="0">
                  <a:pos x="T0" y="T1"/>
                </a:cxn>
                <a:cxn ang="0">
                  <a:pos x="T2" y="T3"/>
                </a:cxn>
                <a:cxn ang="0">
                  <a:pos x="T4" y="T5"/>
                </a:cxn>
                <a:cxn ang="0">
                  <a:pos x="T6" y="T7"/>
                </a:cxn>
                <a:cxn ang="0">
                  <a:pos x="T8" y="T9"/>
                </a:cxn>
              </a:cxnLst>
              <a:rect l="0" t="0" r="r" b="b"/>
              <a:pathLst>
                <a:path w="34" h="6">
                  <a:moveTo>
                    <a:pt x="33" y="0"/>
                  </a:moveTo>
                  <a:cubicBezTo>
                    <a:pt x="32" y="0"/>
                    <a:pt x="25" y="1"/>
                    <a:pt x="16" y="3"/>
                  </a:cubicBezTo>
                  <a:cubicBezTo>
                    <a:pt x="7" y="4"/>
                    <a:pt x="0" y="6"/>
                    <a:pt x="1" y="6"/>
                  </a:cubicBezTo>
                  <a:cubicBezTo>
                    <a:pt x="1" y="6"/>
                    <a:pt x="8" y="5"/>
                    <a:pt x="17" y="4"/>
                  </a:cubicBezTo>
                  <a:cubicBezTo>
                    <a:pt x="26" y="2"/>
                    <a:pt x="34" y="0"/>
                    <a:pt x="3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59" name="Freeform 755"/>
            <p:cNvSpPr/>
            <p:nvPr/>
          </p:nvSpPr>
          <p:spPr bwMode="auto">
            <a:xfrm>
              <a:off x="713091" y="12337828"/>
              <a:ext cx="92075" cy="34925"/>
            </a:xfrm>
            <a:custGeom>
              <a:avLst/>
              <a:gdLst>
                <a:gd name="T0" fmla="*/ 33 w 34"/>
                <a:gd name="T1" fmla="*/ 1 h 13"/>
                <a:gd name="T2" fmla="*/ 15 w 34"/>
                <a:gd name="T3" fmla="*/ 5 h 13"/>
                <a:gd name="T4" fmla="*/ 1 w 34"/>
                <a:gd name="T5" fmla="*/ 13 h 13"/>
                <a:gd name="T6" fmla="*/ 18 w 34"/>
                <a:gd name="T7" fmla="*/ 8 h 13"/>
                <a:gd name="T8" fmla="*/ 33 w 34"/>
                <a:gd name="T9" fmla="*/ 1 h 13"/>
              </a:gdLst>
              <a:ahLst/>
              <a:cxnLst>
                <a:cxn ang="0">
                  <a:pos x="T0" y="T1"/>
                </a:cxn>
                <a:cxn ang="0">
                  <a:pos x="T2" y="T3"/>
                </a:cxn>
                <a:cxn ang="0">
                  <a:pos x="T4" y="T5"/>
                </a:cxn>
                <a:cxn ang="0">
                  <a:pos x="T6" y="T7"/>
                </a:cxn>
                <a:cxn ang="0">
                  <a:pos x="T8" y="T9"/>
                </a:cxn>
              </a:cxnLst>
              <a:rect l="0" t="0" r="r" b="b"/>
              <a:pathLst>
                <a:path w="34" h="13">
                  <a:moveTo>
                    <a:pt x="33" y="1"/>
                  </a:moveTo>
                  <a:cubicBezTo>
                    <a:pt x="32" y="0"/>
                    <a:pt x="24" y="2"/>
                    <a:pt x="15" y="5"/>
                  </a:cubicBezTo>
                  <a:cubicBezTo>
                    <a:pt x="6" y="8"/>
                    <a:pt x="0" y="12"/>
                    <a:pt x="1" y="13"/>
                  </a:cubicBezTo>
                  <a:cubicBezTo>
                    <a:pt x="2" y="13"/>
                    <a:pt x="9" y="11"/>
                    <a:pt x="18" y="8"/>
                  </a:cubicBezTo>
                  <a:cubicBezTo>
                    <a:pt x="27" y="4"/>
                    <a:pt x="34" y="1"/>
                    <a:pt x="3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60" name="Freeform 756"/>
            <p:cNvSpPr/>
            <p:nvPr/>
          </p:nvSpPr>
          <p:spPr bwMode="auto">
            <a:xfrm>
              <a:off x="293991" y="12533091"/>
              <a:ext cx="90488" cy="65088"/>
            </a:xfrm>
            <a:custGeom>
              <a:avLst/>
              <a:gdLst>
                <a:gd name="T0" fmla="*/ 18 w 33"/>
                <a:gd name="T1" fmla="*/ 17 h 24"/>
                <a:gd name="T2" fmla="*/ 32 w 33"/>
                <a:gd name="T3" fmla="*/ 2 h 24"/>
                <a:gd name="T4" fmla="*/ 15 w 33"/>
                <a:gd name="T5" fmla="*/ 6 h 24"/>
                <a:gd name="T6" fmla="*/ 1 w 33"/>
                <a:gd name="T7" fmla="*/ 21 h 24"/>
                <a:gd name="T8" fmla="*/ 18 w 33"/>
                <a:gd name="T9" fmla="*/ 17 h 24"/>
              </a:gdLst>
              <a:ahLst/>
              <a:cxnLst>
                <a:cxn ang="0">
                  <a:pos x="T0" y="T1"/>
                </a:cxn>
                <a:cxn ang="0">
                  <a:pos x="T2" y="T3"/>
                </a:cxn>
                <a:cxn ang="0">
                  <a:pos x="T4" y="T5"/>
                </a:cxn>
                <a:cxn ang="0">
                  <a:pos x="T6" y="T7"/>
                </a:cxn>
                <a:cxn ang="0">
                  <a:pos x="T8" y="T9"/>
                </a:cxn>
              </a:cxnLst>
              <a:rect l="0" t="0" r="r" b="b"/>
              <a:pathLst>
                <a:path w="33" h="24">
                  <a:moveTo>
                    <a:pt x="18" y="17"/>
                  </a:moveTo>
                  <a:cubicBezTo>
                    <a:pt x="27" y="12"/>
                    <a:pt x="33" y="5"/>
                    <a:pt x="32" y="2"/>
                  </a:cubicBezTo>
                  <a:cubicBezTo>
                    <a:pt x="31" y="0"/>
                    <a:pt x="24" y="1"/>
                    <a:pt x="15" y="6"/>
                  </a:cubicBezTo>
                  <a:cubicBezTo>
                    <a:pt x="6" y="11"/>
                    <a:pt x="0" y="17"/>
                    <a:pt x="1" y="21"/>
                  </a:cubicBezTo>
                  <a:cubicBezTo>
                    <a:pt x="2" y="24"/>
                    <a:pt x="9" y="22"/>
                    <a:pt x="1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61" name="Freeform 757"/>
            <p:cNvSpPr/>
            <p:nvPr/>
          </p:nvSpPr>
          <p:spPr bwMode="auto">
            <a:xfrm>
              <a:off x="86029" y="12647391"/>
              <a:ext cx="88900" cy="69850"/>
            </a:xfrm>
            <a:custGeom>
              <a:avLst/>
              <a:gdLst>
                <a:gd name="T0" fmla="*/ 19 w 33"/>
                <a:gd name="T1" fmla="*/ 20 h 26"/>
                <a:gd name="T2" fmla="*/ 33 w 33"/>
                <a:gd name="T3" fmla="*/ 4 h 26"/>
                <a:gd name="T4" fmla="*/ 15 w 33"/>
                <a:gd name="T5" fmla="*/ 5 h 26"/>
                <a:gd name="T6" fmla="*/ 1 w 33"/>
                <a:gd name="T7" fmla="*/ 21 h 26"/>
                <a:gd name="T8" fmla="*/ 19 w 33"/>
                <a:gd name="T9" fmla="*/ 20 h 26"/>
              </a:gdLst>
              <a:ahLst/>
              <a:cxnLst>
                <a:cxn ang="0">
                  <a:pos x="T0" y="T1"/>
                </a:cxn>
                <a:cxn ang="0">
                  <a:pos x="T2" y="T3"/>
                </a:cxn>
                <a:cxn ang="0">
                  <a:pos x="T4" y="T5"/>
                </a:cxn>
                <a:cxn ang="0">
                  <a:pos x="T6" y="T7"/>
                </a:cxn>
                <a:cxn ang="0">
                  <a:pos x="T8" y="T9"/>
                </a:cxn>
              </a:cxnLst>
              <a:rect l="0" t="0" r="r" b="b"/>
              <a:pathLst>
                <a:path w="33" h="26">
                  <a:moveTo>
                    <a:pt x="19" y="20"/>
                  </a:moveTo>
                  <a:cubicBezTo>
                    <a:pt x="27" y="15"/>
                    <a:pt x="33" y="8"/>
                    <a:pt x="33" y="4"/>
                  </a:cubicBezTo>
                  <a:cubicBezTo>
                    <a:pt x="32" y="0"/>
                    <a:pt x="23" y="1"/>
                    <a:pt x="15" y="5"/>
                  </a:cubicBezTo>
                  <a:cubicBezTo>
                    <a:pt x="6" y="10"/>
                    <a:pt x="0" y="17"/>
                    <a:pt x="1" y="21"/>
                  </a:cubicBezTo>
                  <a:cubicBezTo>
                    <a:pt x="2" y="26"/>
                    <a:pt x="10" y="26"/>
                    <a:pt x="19"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62" name="Freeform 758"/>
            <p:cNvSpPr/>
            <p:nvPr/>
          </p:nvSpPr>
          <p:spPr bwMode="auto">
            <a:xfrm>
              <a:off x="503541" y="12421966"/>
              <a:ext cx="88900" cy="53975"/>
            </a:xfrm>
            <a:custGeom>
              <a:avLst/>
              <a:gdLst>
                <a:gd name="T0" fmla="*/ 32 w 33"/>
                <a:gd name="T1" fmla="*/ 2 h 20"/>
                <a:gd name="T2" fmla="*/ 15 w 33"/>
                <a:gd name="T3" fmla="*/ 7 h 20"/>
                <a:gd name="T4" fmla="*/ 0 w 33"/>
                <a:gd name="T5" fmla="*/ 18 h 20"/>
                <a:gd name="T6" fmla="*/ 18 w 33"/>
                <a:gd name="T7" fmla="*/ 13 h 20"/>
                <a:gd name="T8" fmla="*/ 32 w 33"/>
                <a:gd name="T9" fmla="*/ 2 h 20"/>
              </a:gdLst>
              <a:ahLst/>
              <a:cxnLst>
                <a:cxn ang="0">
                  <a:pos x="T0" y="T1"/>
                </a:cxn>
                <a:cxn ang="0">
                  <a:pos x="T2" y="T3"/>
                </a:cxn>
                <a:cxn ang="0">
                  <a:pos x="T4" y="T5"/>
                </a:cxn>
                <a:cxn ang="0">
                  <a:pos x="T6" y="T7"/>
                </a:cxn>
                <a:cxn ang="0">
                  <a:pos x="T8" y="T9"/>
                </a:cxn>
              </a:cxnLst>
              <a:rect l="0" t="0" r="r" b="b"/>
              <a:pathLst>
                <a:path w="33" h="20">
                  <a:moveTo>
                    <a:pt x="32" y="2"/>
                  </a:moveTo>
                  <a:cubicBezTo>
                    <a:pt x="32" y="0"/>
                    <a:pt x="24" y="3"/>
                    <a:pt x="15" y="7"/>
                  </a:cubicBezTo>
                  <a:cubicBezTo>
                    <a:pt x="6" y="11"/>
                    <a:pt x="0" y="16"/>
                    <a:pt x="0" y="18"/>
                  </a:cubicBezTo>
                  <a:cubicBezTo>
                    <a:pt x="1" y="20"/>
                    <a:pt x="9" y="18"/>
                    <a:pt x="18" y="13"/>
                  </a:cubicBezTo>
                  <a:cubicBezTo>
                    <a:pt x="26" y="8"/>
                    <a:pt x="33" y="4"/>
                    <a:pt x="3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63" name="Freeform 759"/>
            <p:cNvSpPr/>
            <p:nvPr/>
          </p:nvSpPr>
          <p:spPr bwMode="auto">
            <a:xfrm>
              <a:off x="11782729" y="9270778"/>
              <a:ext cx="84138" cy="188913"/>
            </a:xfrm>
            <a:custGeom>
              <a:avLst/>
              <a:gdLst>
                <a:gd name="T0" fmla="*/ 13 w 31"/>
                <a:gd name="T1" fmla="*/ 25 h 70"/>
                <a:gd name="T2" fmla="*/ 1 w 31"/>
                <a:gd name="T3" fmla="*/ 67 h 70"/>
                <a:gd name="T4" fmla="*/ 17 w 31"/>
                <a:gd name="T5" fmla="*/ 42 h 70"/>
                <a:gd name="T6" fmla="*/ 29 w 31"/>
                <a:gd name="T7" fmla="*/ 4 h 70"/>
                <a:gd name="T8" fmla="*/ 13 w 31"/>
                <a:gd name="T9" fmla="*/ 25 h 70"/>
              </a:gdLst>
              <a:ahLst/>
              <a:cxnLst>
                <a:cxn ang="0">
                  <a:pos x="T0" y="T1"/>
                </a:cxn>
                <a:cxn ang="0">
                  <a:pos x="T2" y="T3"/>
                </a:cxn>
                <a:cxn ang="0">
                  <a:pos x="T4" y="T5"/>
                </a:cxn>
                <a:cxn ang="0">
                  <a:pos x="T6" y="T7"/>
                </a:cxn>
                <a:cxn ang="0">
                  <a:pos x="T8" y="T9"/>
                </a:cxn>
              </a:cxnLst>
              <a:rect l="0" t="0" r="r" b="b"/>
              <a:pathLst>
                <a:path w="31" h="70">
                  <a:moveTo>
                    <a:pt x="13" y="25"/>
                  </a:moveTo>
                  <a:cubicBezTo>
                    <a:pt x="5" y="43"/>
                    <a:pt x="0" y="63"/>
                    <a:pt x="1" y="67"/>
                  </a:cubicBezTo>
                  <a:cubicBezTo>
                    <a:pt x="3" y="70"/>
                    <a:pt x="10" y="58"/>
                    <a:pt x="17" y="42"/>
                  </a:cubicBezTo>
                  <a:cubicBezTo>
                    <a:pt x="25" y="24"/>
                    <a:pt x="31" y="8"/>
                    <a:pt x="29" y="4"/>
                  </a:cubicBezTo>
                  <a:cubicBezTo>
                    <a:pt x="28" y="0"/>
                    <a:pt x="21" y="9"/>
                    <a:pt x="13"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64" name="Freeform 760"/>
            <p:cNvSpPr/>
            <p:nvPr/>
          </p:nvSpPr>
          <p:spPr bwMode="auto">
            <a:xfrm>
              <a:off x="11601754" y="9723216"/>
              <a:ext cx="80963" cy="228600"/>
            </a:xfrm>
            <a:custGeom>
              <a:avLst/>
              <a:gdLst>
                <a:gd name="T0" fmla="*/ 13 w 30"/>
                <a:gd name="T1" fmla="*/ 35 h 84"/>
                <a:gd name="T2" fmla="*/ 2 w 30"/>
                <a:gd name="T3" fmla="*/ 81 h 84"/>
                <a:gd name="T4" fmla="*/ 17 w 30"/>
                <a:gd name="T5" fmla="*/ 49 h 84"/>
                <a:gd name="T6" fmla="*/ 29 w 30"/>
                <a:gd name="T7" fmla="*/ 3 h 84"/>
                <a:gd name="T8" fmla="*/ 13 w 30"/>
                <a:gd name="T9" fmla="*/ 35 h 84"/>
              </a:gdLst>
              <a:ahLst/>
              <a:cxnLst>
                <a:cxn ang="0">
                  <a:pos x="T0" y="T1"/>
                </a:cxn>
                <a:cxn ang="0">
                  <a:pos x="T2" y="T3"/>
                </a:cxn>
                <a:cxn ang="0">
                  <a:pos x="T4" y="T5"/>
                </a:cxn>
                <a:cxn ang="0">
                  <a:pos x="T6" y="T7"/>
                </a:cxn>
                <a:cxn ang="0">
                  <a:pos x="T8" y="T9"/>
                </a:cxn>
              </a:cxnLst>
              <a:rect l="0" t="0" r="r" b="b"/>
              <a:pathLst>
                <a:path w="30" h="84">
                  <a:moveTo>
                    <a:pt x="13" y="35"/>
                  </a:moveTo>
                  <a:cubicBezTo>
                    <a:pt x="6" y="57"/>
                    <a:pt x="0" y="78"/>
                    <a:pt x="2" y="81"/>
                  </a:cubicBezTo>
                  <a:cubicBezTo>
                    <a:pt x="3" y="84"/>
                    <a:pt x="10" y="70"/>
                    <a:pt x="17" y="49"/>
                  </a:cubicBezTo>
                  <a:cubicBezTo>
                    <a:pt x="25" y="27"/>
                    <a:pt x="30" y="6"/>
                    <a:pt x="29" y="3"/>
                  </a:cubicBezTo>
                  <a:cubicBezTo>
                    <a:pt x="28" y="0"/>
                    <a:pt x="21" y="15"/>
                    <a:pt x="13"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65" name="Freeform 761"/>
            <p:cNvSpPr/>
            <p:nvPr/>
          </p:nvSpPr>
          <p:spPr bwMode="auto">
            <a:xfrm>
              <a:off x="11419191" y="10207403"/>
              <a:ext cx="82550" cy="184150"/>
            </a:xfrm>
            <a:custGeom>
              <a:avLst/>
              <a:gdLst>
                <a:gd name="T0" fmla="*/ 29 w 30"/>
                <a:gd name="T1" fmla="*/ 5 h 68"/>
                <a:gd name="T2" fmla="*/ 13 w 30"/>
                <a:gd name="T3" fmla="*/ 28 h 68"/>
                <a:gd name="T4" fmla="*/ 0 w 30"/>
                <a:gd name="T5" fmla="*/ 63 h 68"/>
                <a:gd name="T6" fmla="*/ 17 w 30"/>
                <a:gd name="T7" fmla="*/ 43 h 68"/>
                <a:gd name="T8" fmla="*/ 29 w 30"/>
                <a:gd name="T9" fmla="*/ 5 h 68"/>
              </a:gdLst>
              <a:ahLst/>
              <a:cxnLst>
                <a:cxn ang="0">
                  <a:pos x="T0" y="T1"/>
                </a:cxn>
                <a:cxn ang="0">
                  <a:pos x="T2" y="T3"/>
                </a:cxn>
                <a:cxn ang="0">
                  <a:pos x="T4" y="T5"/>
                </a:cxn>
                <a:cxn ang="0">
                  <a:pos x="T6" y="T7"/>
                </a:cxn>
                <a:cxn ang="0">
                  <a:pos x="T8" y="T9"/>
                </a:cxn>
              </a:cxnLst>
              <a:rect l="0" t="0" r="r" b="b"/>
              <a:pathLst>
                <a:path w="30" h="68">
                  <a:moveTo>
                    <a:pt x="29" y="5"/>
                  </a:moveTo>
                  <a:cubicBezTo>
                    <a:pt x="28" y="0"/>
                    <a:pt x="21" y="12"/>
                    <a:pt x="13" y="28"/>
                  </a:cubicBezTo>
                  <a:cubicBezTo>
                    <a:pt x="5" y="44"/>
                    <a:pt x="0" y="58"/>
                    <a:pt x="0" y="63"/>
                  </a:cubicBezTo>
                  <a:cubicBezTo>
                    <a:pt x="1" y="68"/>
                    <a:pt x="9" y="60"/>
                    <a:pt x="17" y="43"/>
                  </a:cubicBezTo>
                  <a:cubicBezTo>
                    <a:pt x="24" y="27"/>
                    <a:pt x="30" y="9"/>
                    <a:pt x="29"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66" name="Freeform 762"/>
            <p:cNvSpPr/>
            <p:nvPr/>
          </p:nvSpPr>
          <p:spPr bwMode="auto">
            <a:xfrm>
              <a:off x="11215991" y="10505853"/>
              <a:ext cx="90488" cy="65088"/>
            </a:xfrm>
            <a:custGeom>
              <a:avLst/>
              <a:gdLst>
                <a:gd name="T0" fmla="*/ 19 w 33"/>
                <a:gd name="T1" fmla="*/ 22 h 24"/>
                <a:gd name="T2" fmla="*/ 33 w 33"/>
                <a:gd name="T3" fmla="*/ 5 h 24"/>
                <a:gd name="T4" fmla="*/ 15 w 33"/>
                <a:gd name="T5" fmla="*/ 1 h 24"/>
                <a:gd name="T6" fmla="*/ 1 w 33"/>
                <a:gd name="T7" fmla="*/ 11 h 24"/>
                <a:gd name="T8" fmla="*/ 19 w 33"/>
                <a:gd name="T9" fmla="*/ 22 h 24"/>
              </a:gdLst>
              <a:ahLst/>
              <a:cxnLst>
                <a:cxn ang="0">
                  <a:pos x="T0" y="T1"/>
                </a:cxn>
                <a:cxn ang="0">
                  <a:pos x="T2" y="T3"/>
                </a:cxn>
                <a:cxn ang="0">
                  <a:pos x="T4" y="T5"/>
                </a:cxn>
                <a:cxn ang="0">
                  <a:pos x="T6" y="T7"/>
                </a:cxn>
                <a:cxn ang="0">
                  <a:pos x="T8" y="T9"/>
                </a:cxn>
              </a:cxnLst>
              <a:rect l="0" t="0" r="r" b="b"/>
              <a:pathLst>
                <a:path w="33" h="24">
                  <a:moveTo>
                    <a:pt x="19" y="22"/>
                  </a:moveTo>
                  <a:cubicBezTo>
                    <a:pt x="27" y="19"/>
                    <a:pt x="33" y="10"/>
                    <a:pt x="33" y="5"/>
                  </a:cubicBezTo>
                  <a:cubicBezTo>
                    <a:pt x="32" y="0"/>
                    <a:pt x="24" y="0"/>
                    <a:pt x="15" y="1"/>
                  </a:cubicBezTo>
                  <a:cubicBezTo>
                    <a:pt x="7" y="3"/>
                    <a:pt x="0" y="5"/>
                    <a:pt x="1" y="11"/>
                  </a:cubicBezTo>
                  <a:cubicBezTo>
                    <a:pt x="1" y="17"/>
                    <a:pt x="10" y="24"/>
                    <a:pt x="19"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67" name="Freeform 763"/>
            <p:cNvSpPr/>
            <p:nvPr/>
          </p:nvSpPr>
          <p:spPr bwMode="auto">
            <a:xfrm>
              <a:off x="10996916" y="10472516"/>
              <a:ext cx="96838" cy="65088"/>
            </a:xfrm>
            <a:custGeom>
              <a:avLst/>
              <a:gdLst>
                <a:gd name="T0" fmla="*/ 19 w 36"/>
                <a:gd name="T1" fmla="*/ 23 h 24"/>
                <a:gd name="T2" fmla="*/ 35 w 36"/>
                <a:gd name="T3" fmla="*/ 15 h 24"/>
                <a:gd name="T4" fmla="*/ 17 w 36"/>
                <a:gd name="T5" fmla="*/ 1 h 24"/>
                <a:gd name="T6" fmla="*/ 2 w 36"/>
                <a:gd name="T7" fmla="*/ 10 h 24"/>
                <a:gd name="T8" fmla="*/ 19 w 36"/>
                <a:gd name="T9" fmla="*/ 23 h 24"/>
              </a:gdLst>
              <a:ahLst/>
              <a:cxnLst>
                <a:cxn ang="0">
                  <a:pos x="T0" y="T1"/>
                </a:cxn>
                <a:cxn ang="0">
                  <a:pos x="T2" y="T3"/>
                </a:cxn>
                <a:cxn ang="0">
                  <a:pos x="T4" y="T5"/>
                </a:cxn>
                <a:cxn ang="0">
                  <a:pos x="T6" y="T7"/>
                </a:cxn>
                <a:cxn ang="0">
                  <a:pos x="T8" y="T9"/>
                </a:cxn>
              </a:cxnLst>
              <a:rect l="0" t="0" r="r" b="b"/>
              <a:pathLst>
                <a:path w="36" h="24">
                  <a:moveTo>
                    <a:pt x="19" y="23"/>
                  </a:moveTo>
                  <a:cubicBezTo>
                    <a:pt x="29" y="24"/>
                    <a:pt x="36" y="21"/>
                    <a:pt x="35" y="15"/>
                  </a:cubicBezTo>
                  <a:cubicBezTo>
                    <a:pt x="34" y="9"/>
                    <a:pt x="26" y="3"/>
                    <a:pt x="17" y="1"/>
                  </a:cubicBezTo>
                  <a:cubicBezTo>
                    <a:pt x="7" y="0"/>
                    <a:pt x="0" y="4"/>
                    <a:pt x="2" y="10"/>
                  </a:cubicBezTo>
                  <a:cubicBezTo>
                    <a:pt x="3" y="16"/>
                    <a:pt x="11" y="21"/>
                    <a:pt x="19"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68" name="Freeform 764"/>
            <p:cNvSpPr/>
            <p:nvPr/>
          </p:nvSpPr>
          <p:spPr bwMode="auto">
            <a:xfrm>
              <a:off x="10779429" y="10445528"/>
              <a:ext cx="96838" cy="68263"/>
            </a:xfrm>
            <a:custGeom>
              <a:avLst/>
              <a:gdLst>
                <a:gd name="T0" fmla="*/ 19 w 36"/>
                <a:gd name="T1" fmla="*/ 24 h 25"/>
                <a:gd name="T2" fmla="*/ 34 w 36"/>
                <a:gd name="T3" fmla="*/ 14 h 25"/>
                <a:gd name="T4" fmla="*/ 16 w 36"/>
                <a:gd name="T5" fmla="*/ 1 h 25"/>
                <a:gd name="T6" fmla="*/ 1 w 36"/>
                <a:gd name="T7" fmla="*/ 12 h 25"/>
                <a:gd name="T8" fmla="*/ 19 w 36"/>
                <a:gd name="T9" fmla="*/ 24 h 25"/>
              </a:gdLst>
              <a:ahLst/>
              <a:cxnLst>
                <a:cxn ang="0">
                  <a:pos x="T0" y="T1"/>
                </a:cxn>
                <a:cxn ang="0">
                  <a:pos x="T2" y="T3"/>
                </a:cxn>
                <a:cxn ang="0">
                  <a:pos x="T4" y="T5"/>
                </a:cxn>
                <a:cxn ang="0">
                  <a:pos x="T6" y="T7"/>
                </a:cxn>
                <a:cxn ang="0">
                  <a:pos x="T8" y="T9"/>
                </a:cxn>
              </a:cxnLst>
              <a:rect l="0" t="0" r="r" b="b"/>
              <a:pathLst>
                <a:path w="36" h="25">
                  <a:moveTo>
                    <a:pt x="19" y="24"/>
                  </a:moveTo>
                  <a:cubicBezTo>
                    <a:pt x="29" y="25"/>
                    <a:pt x="36" y="20"/>
                    <a:pt x="34" y="14"/>
                  </a:cubicBezTo>
                  <a:cubicBezTo>
                    <a:pt x="33" y="8"/>
                    <a:pt x="25" y="2"/>
                    <a:pt x="16" y="1"/>
                  </a:cubicBezTo>
                  <a:cubicBezTo>
                    <a:pt x="6" y="0"/>
                    <a:pt x="0" y="5"/>
                    <a:pt x="1" y="12"/>
                  </a:cubicBezTo>
                  <a:cubicBezTo>
                    <a:pt x="2" y="18"/>
                    <a:pt x="10" y="23"/>
                    <a:pt x="19"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69" name="Freeform 765"/>
            <p:cNvSpPr/>
            <p:nvPr/>
          </p:nvSpPr>
          <p:spPr bwMode="auto">
            <a:xfrm>
              <a:off x="10558766" y="10431241"/>
              <a:ext cx="98425" cy="68263"/>
            </a:xfrm>
            <a:custGeom>
              <a:avLst/>
              <a:gdLst>
                <a:gd name="T0" fmla="*/ 19 w 36"/>
                <a:gd name="T1" fmla="*/ 24 h 25"/>
                <a:gd name="T2" fmla="*/ 34 w 36"/>
                <a:gd name="T3" fmla="*/ 13 h 25"/>
                <a:gd name="T4" fmla="*/ 16 w 36"/>
                <a:gd name="T5" fmla="*/ 1 h 25"/>
                <a:gd name="T6" fmla="*/ 1 w 36"/>
                <a:gd name="T7" fmla="*/ 13 h 25"/>
                <a:gd name="T8" fmla="*/ 19 w 36"/>
                <a:gd name="T9" fmla="*/ 24 h 25"/>
              </a:gdLst>
              <a:ahLst/>
              <a:cxnLst>
                <a:cxn ang="0">
                  <a:pos x="T0" y="T1"/>
                </a:cxn>
                <a:cxn ang="0">
                  <a:pos x="T2" y="T3"/>
                </a:cxn>
                <a:cxn ang="0">
                  <a:pos x="T4" y="T5"/>
                </a:cxn>
                <a:cxn ang="0">
                  <a:pos x="T6" y="T7"/>
                </a:cxn>
                <a:cxn ang="0">
                  <a:pos x="T8" y="T9"/>
                </a:cxn>
              </a:cxnLst>
              <a:rect l="0" t="0" r="r" b="b"/>
              <a:pathLst>
                <a:path w="36" h="25">
                  <a:moveTo>
                    <a:pt x="19" y="24"/>
                  </a:moveTo>
                  <a:cubicBezTo>
                    <a:pt x="29" y="25"/>
                    <a:pt x="36" y="19"/>
                    <a:pt x="34" y="13"/>
                  </a:cubicBezTo>
                  <a:cubicBezTo>
                    <a:pt x="33" y="7"/>
                    <a:pt x="25" y="1"/>
                    <a:pt x="16" y="1"/>
                  </a:cubicBezTo>
                  <a:cubicBezTo>
                    <a:pt x="6" y="0"/>
                    <a:pt x="0" y="6"/>
                    <a:pt x="1" y="13"/>
                  </a:cubicBezTo>
                  <a:cubicBezTo>
                    <a:pt x="2" y="19"/>
                    <a:pt x="10" y="24"/>
                    <a:pt x="19"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70" name="Freeform 766"/>
            <p:cNvSpPr/>
            <p:nvPr/>
          </p:nvSpPr>
          <p:spPr bwMode="auto">
            <a:xfrm>
              <a:off x="10339691" y="10429653"/>
              <a:ext cx="95250" cy="66675"/>
            </a:xfrm>
            <a:custGeom>
              <a:avLst/>
              <a:gdLst>
                <a:gd name="T0" fmla="*/ 19 w 35"/>
                <a:gd name="T1" fmla="*/ 25 h 25"/>
                <a:gd name="T2" fmla="*/ 34 w 35"/>
                <a:gd name="T3" fmla="*/ 12 h 25"/>
                <a:gd name="T4" fmla="*/ 16 w 35"/>
                <a:gd name="T5" fmla="*/ 0 h 25"/>
                <a:gd name="T6" fmla="*/ 1 w 35"/>
                <a:gd name="T7" fmla="*/ 13 h 25"/>
                <a:gd name="T8" fmla="*/ 19 w 35"/>
                <a:gd name="T9" fmla="*/ 25 h 25"/>
              </a:gdLst>
              <a:ahLst/>
              <a:cxnLst>
                <a:cxn ang="0">
                  <a:pos x="T0" y="T1"/>
                </a:cxn>
                <a:cxn ang="0">
                  <a:pos x="T2" y="T3"/>
                </a:cxn>
                <a:cxn ang="0">
                  <a:pos x="T4" y="T5"/>
                </a:cxn>
                <a:cxn ang="0">
                  <a:pos x="T6" y="T7"/>
                </a:cxn>
                <a:cxn ang="0">
                  <a:pos x="T8" y="T9"/>
                </a:cxn>
              </a:cxnLst>
              <a:rect l="0" t="0" r="r" b="b"/>
              <a:pathLst>
                <a:path w="35" h="25">
                  <a:moveTo>
                    <a:pt x="19" y="25"/>
                  </a:moveTo>
                  <a:cubicBezTo>
                    <a:pt x="28" y="25"/>
                    <a:pt x="35" y="19"/>
                    <a:pt x="34" y="12"/>
                  </a:cubicBezTo>
                  <a:cubicBezTo>
                    <a:pt x="33" y="6"/>
                    <a:pt x="25" y="0"/>
                    <a:pt x="16" y="0"/>
                  </a:cubicBezTo>
                  <a:cubicBezTo>
                    <a:pt x="6" y="0"/>
                    <a:pt x="0" y="6"/>
                    <a:pt x="1" y="13"/>
                  </a:cubicBezTo>
                  <a:cubicBezTo>
                    <a:pt x="2" y="20"/>
                    <a:pt x="10" y="25"/>
                    <a:pt x="19"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71" name="Freeform 767"/>
            <p:cNvSpPr/>
            <p:nvPr/>
          </p:nvSpPr>
          <p:spPr bwMode="auto">
            <a:xfrm>
              <a:off x="10119029" y="10434416"/>
              <a:ext cx="95250" cy="73025"/>
            </a:xfrm>
            <a:custGeom>
              <a:avLst/>
              <a:gdLst>
                <a:gd name="T0" fmla="*/ 19 w 35"/>
                <a:gd name="T1" fmla="*/ 27 h 27"/>
                <a:gd name="T2" fmla="*/ 34 w 35"/>
                <a:gd name="T3" fmla="*/ 14 h 27"/>
                <a:gd name="T4" fmla="*/ 16 w 35"/>
                <a:gd name="T5" fmla="*/ 0 h 27"/>
                <a:gd name="T6" fmla="*/ 0 w 35"/>
                <a:gd name="T7" fmla="*/ 13 h 27"/>
                <a:gd name="T8" fmla="*/ 19 w 35"/>
                <a:gd name="T9" fmla="*/ 27 h 27"/>
              </a:gdLst>
              <a:ahLst/>
              <a:cxnLst>
                <a:cxn ang="0">
                  <a:pos x="T0" y="T1"/>
                </a:cxn>
                <a:cxn ang="0">
                  <a:pos x="T2" y="T3"/>
                </a:cxn>
                <a:cxn ang="0">
                  <a:pos x="T4" y="T5"/>
                </a:cxn>
                <a:cxn ang="0">
                  <a:pos x="T6" y="T7"/>
                </a:cxn>
                <a:cxn ang="0">
                  <a:pos x="T8" y="T9"/>
                </a:cxn>
              </a:cxnLst>
              <a:rect l="0" t="0" r="r" b="b"/>
              <a:pathLst>
                <a:path w="35" h="27">
                  <a:moveTo>
                    <a:pt x="19" y="27"/>
                  </a:moveTo>
                  <a:cubicBezTo>
                    <a:pt x="27" y="26"/>
                    <a:pt x="35" y="20"/>
                    <a:pt x="34" y="14"/>
                  </a:cubicBezTo>
                  <a:cubicBezTo>
                    <a:pt x="34" y="6"/>
                    <a:pt x="25" y="0"/>
                    <a:pt x="16" y="0"/>
                  </a:cubicBezTo>
                  <a:cubicBezTo>
                    <a:pt x="7" y="1"/>
                    <a:pt x="0" y="6"/>
                    <a:pt x="0" y="13"/>
                  </a:cubicBezTo>
                  <a:cubicBezTo>
                    <a:pt x="1" y="21"/>
                    <a:pt x="9" y="27"/>
                    <a:pt x="19"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72" name="Freeform 768"/>
            <p:cNvSpPr/>
            <p:nvPr/>
          </p:nvSpPr>
          <p:spPr bwMode="auto">
            <a:xfrm>
              <a:off x="9896779" y="10448703"/>
              <a:ext cx="98425" cy="77788"/>
            </a:xfrm>
            <a:custGeom>
              <a:avLst/>
              <a:gdLst>
                <a:gd name="T0" fmla="*/ 19 w 36"/>
                <a:gd name="T1" fmla="*/ 28 h 29"/>
                <a:gd name="T2" fmla="*/ 35 w 36"/>
                <a:gd name="T3" fmla="*/ 13 h 29"/>
                <a:gd name="T4" fmla="*/ 16 w 36"/>
                <a:gd name="T5" fmla="*/ 1 h 29"/>
                <a:gd name="T6" fmla="*/ 1 w 36"/>
                <a:gd name="T7" fmla="*/ 16 h 29"/>
                <a:gd name="T8" fmla="*/ 19 w 36"/>
                <a:gd name="T9" fmla="*/ 28 h 29"/>
              </a:gdLst>
              <a:ahLst/>
              <a:cxnLst>
                <a:cxn ang="0">
                  <a:pos x="T0" y="T1"/>
                </a:cxn>
                <a:cxn ang="0">
                  <a:pos x="T2" y="T3"/>
                </a:cxn>
                <a:cxn ang="0">
                  <a:pos x="T4" y="T5"/>
                </a:cxn>
                <a:cxn ang="0">
                  <a:pos x="T6" y="T7"/>
                </a:cxn>
                <a:cxn ang="0">
                  <a:pos x="T8" y="T9"/>
                </a:cxn>
              </a:cxnLst>
              <a:rect l="0" t="0" r="r" b="b"/>
              <a:pathLst>
                <a:path w="36" h="29">
                  <a:moveTo>
                    <a:pt x="19" y="28"/>
                  </a:moveTo>
                  <a:cubicBezTo>
                    <a:pt x="28" y="28"/>
                    <a:pt x="36" y="20"/>
                    <a:pt x="35" y="13"/>
                  </a:cubicBezTo>
                  <a:cubicBezTo>
                    <a:pt x="33" y="6"/>
                    <a:pt x="25" y="0"/>
                    <a:pt x="16" y="1"/>
                  </a:cubicBezTo>
                  <a:cubicBezTo>
                    <a:pt x="7" y="1"/>
                    <a:pt x="0" y="8"/>
                    <a:pt x="1" y="16"/>
                  </a:cubicBezTo>
                  <a:cubicBezTo>
                    <a:pt x="2" y="24"/>
                    <a:pt x="10" y="29"/>
                    <a:pt x="19"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73" name="Freeform 769"/>
            <p:cNvSpPr/>
            <p:nvPr/>
          </p:nvSpPr>
          <p:spPr bwMode="auto">
            <a:xfrm>
              <a:off x="9677704" y="10467753"/>
              <a:ext cx="95250" cy="85725"/>
            </a:xfrm>
            <a:custGeom>
              <a:avLst/>
              <a:gdLst>
                <a:gd name="T0" fmla="*/ 20 w 35"/>
                <a:gd name="T1" fmla="*/ 31 h 32"/>
                <a:gd name="T2" fmla="*/ 34 w 35"/>
                <a:gd name="T3" fmla="*/ 14 h 32"/>
                <a:gd name="T4" fmla="*/ 15 w 35"/>
                <a:gd name="T5" fmla="*/ 2 h 32"/>
                <a:gd name="T6" fmla="*/ 0 w 35"/>
                <a:gd name="T7" fmla="*/ 18 h 32"/>
                <a:gd name="T8" fmla="*/ 20 w 35"/>
                <a:gd name="T9" fmla="*/ 31 h 32"/>
              </a:gdLst>
              <a:ahLst/>
              <a:cxnLst>
                <a:cxn ang="0">
                  <a:pos x="T0" y="T1"/>
                </a:cxn>
                <a:cxn ang="0">
                  <a:pos x="T2" y="T3"/>
                </a:cxn>
                <a:cxn ang="0">
                  <a:pos x="T4" y="T5"/>
                </a:cxn>
                <a:cxn ang="0">
                  <a:pos x="T6" y="T7"/>
                </a:cxn>
                <a:cxn ang="0">
                  <a:pos x="T8" y="T9"/>
                </a:cxn>
              </a:cxnLst>
              <a:rect l="0" t="0" r="r" b="b"/>
              <a:pathLst>
                <a:path w="35" h="32">
                  <a:moveTo>
                    <a:pt x="20" y="31"/>
                  </a:moveTo>
                  <a:cubicBezTo>
                    <a:pt x="28" y="29"/>
                    <a:pt x="35" y="22"/>
                    <a:pt x="34" y="14"/>
                  </a:cubicBezTo>
                  <a:cubicBezTo>
                    <a:pt x="33" y="6"/>
                    <a:pt x="24" y="0"/>
                    <a:pt x="15" y="2"/>
                  </a:cubicBezTo>
                  <a:cubicBezTo>
                    <a:pt x="6" y="3"/>
                    <a:pt x="0" y="10"/>
                    <a:pt x="0" y="18"/>
                  </a:cubicBezTo>
                  <a:cubicBezTo>
                    <a:pt x="1" y="26"/>
                    <a:pt x="10" y="32"/>
                    <a:pt x="20"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74" name="Freeform 770"/>
            <p:cNvSpPr/>
            <p:nvPr/>
          </p:nvSpPr>
          <p:spPr bwMode="auto">
            <a:xfrm>
              <a:off x="9455454" y="10496328"/>
              <a:ext cx="96838" cy="90488"/>
            </a:xfrm>
            <a:custGeom>
              <a:avLst/>
              <a:gdLst>
                <a:gd name="T0" fmla="*/ 19 w 36"/>
                <a:gd name="T1" fmla="*/ 32 h 33"/>
                <a:gd name="T2" fmla="*/ 35 w 36"/>
                <a:gd name="T3" fmla="*/ 14 h 33"/>
                <a:gd name="T4" fmla="*/ 17 w 36"/>
                <a:gd name="T5" fmla="*/ 1 h 33"/>
                <a:gd name="T6" fmla="*/ 1 w 36"/>
                <a:gd name="T7" fmla="*/ 18 h 33"/>
                <a:gd name="T8" fmla="*/ 19 w 36"/>
                <a:gd name="T9" fmla="*/ 32 h 33"/>
              </a:gdLst>
              <a:ahLst/>
              <a:cxnLst>
                <a:cxn ang="0">
                  <a:pos x="T0" y="T1"/>
                </a:cxn>
                <a:cxn ang="0">
                  <a:pos x="T2" y="T3"/>
                </a:cxn>
                <a:cxn ang="0">
                  <a:pos x="T4" y="T5"/>
                </a:cxn>
                <a:cxn ang="0">
                  <a:pos x="T6" y="T7"/>
                </a:cxn>
                <a:cxn ang="0">
                  <a:pos x="T8" y="T9"/>
                </a:cxn>
              </a:cxnLst>
              <a:rect l="0" t="0" r="r" b="b"/>
              <a:pathLst>
                <a:path w="36" h="33">
                  <a:moveTo>
                    <a:pt x="19" y="32"/>
                  </a:moveTo>
                  <a:cubicBezTo>
                    <a:pt x="28" y="31"/>
                    <a:pt x="36" y="22"/>
                    <a:pt x="35" y="14"/>
                  </a:cubicBezTo>
                  <a:cubicBezTo>
                    <a:pt x="34" y="6"/>
                    <a:pt x="26" y="0"/>
                    <a:pt x="17" y="1"/>
                  </a:cubicBezTo>
                  <a:cubicBezTo>
                    <a:pt x="7" y="1"/>
                    <a:pt x="0" y="9"/>
                    <a:pt x="1" y="18"/>
                  </a:cubicBezTo>
                  <a:cubicBezTo>
                    <a:pt x="2" y="27"/>
                    <a:pt x="10" y="33"/>
                    <a:pt x="19"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75" name="Freeform 771"/>
            <p:cNvSpPr/>
            <p:nvPr/>
          </p:nvSpPr>
          <p:spPr bwMode="auto">
            <a:xfrm>
              <a:off x="9234791" y="10526491"/>
              <a:ext cx="98425" cy="95250"/>
            </a:xfrm>
            <a:custGeom>
              <a:avLst/>
              <a:gdLst>
                <a:gd name="T0" fmla="*/ 19 w 36"/>
                <a:gd name="T1" fmla="*/ 34 h 35"/>
                <a:gd name="T2" fmla="*/ 34 w 36"/>
                <a:gd name="T3" fmla="*/ 15 h 35"/>
                <a:gd name="T4" fmla="*/ 16 w 36"/>
                <a:gd name="T5" fmla="*/ 1 h 35"/>
                <a:gd name="T6" fmla="*/ 1 w 36"/>
                <a:gd name="T7" fmla="*/ 20 h 35"/>
                <a:gd name="T8" fmla="*/ 19 w 36"/>
                <a:gd name="T9" fmla="*/ 34 h 35"/>
              </a:gdLst>
              <a:ahLst/>
              <a:cxnLst>
                <a:cxn ang="0">
                  <a:pos x="T0" y="T1"/>
                </a:cxn>
                <a:cxn ang="0">
                  <a:pos x="T2" y="T3"/>
                </a:cxn>
                <a:cxn ang="0">
                  <a:pos x="T4" y="T5"/>
                </a:cxn>
                <a:cxn ang="0">
                  <a:pos x="T6" y="T7"/>
                </a:cxn>
                <a:cxn ang="0">
                  <a:pos x="T8" y="T9"/>
                </a:cxn>
              </a:cxnLst>
              <a:rect l="0" t="0" r="r" b="b"/>
              <a:pathLst>
                <a:path w="36" h="35">
                  <a:moveTo>
                    <a:pt x="19" y="34"/>
                  </a:moveTo>
                  <a:cubicBezTo>
                    <a:pt x="28" y="33"/>
                    <a:pt x="36" y="24"/>
                    <a:pt x="34" y="15"/>
                  </a:cubicBezTo>
                  <a:cubicBezTo>
                    <a:pt x="33" y="7"/>
                    <a:pt x="25" y="0"/>
                    <a:pt x="16" y="1"/>
                  </a:cubicBezTo>
                  <a:cubicBezTo>
                    <a:pt x="7" y="2"/>
                    <a:pt x="0" y="11"/>
                    <a:pt x="1" y="20"/>
                  </a:cubicBezTo>
                  <a:cubicBezTo>
                    <a:pt x="2" y="29"/>
                    <a:pt x="10" y="35"/>
                    <a:pt x="19"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76" name="Freeform 772"/>
            <p:cNvSpPr/>
            <p:nvPr/>
          </p:nvSpPr>
          <p:spPr bwMode="auto">
            <a:xfrm>
              <a:off x="6450316" y="11191653"/>
              <a:ext cx="92075" cy="98425"/>
            </a:xfrm>
            <a:custGeom>
              <a:avLst/>
              <a:gdLst>
                <a:gd name="T0" fmla="*/ 18 w 34"/>
                <a:gd name="T1" fmla="*/ 33 h 36"/>
                <a:gd name="T2" fmla="*/ 33 w 34"/>
                <a:gd name="T3" fmla="*/ 12 h 36"/>
                <a:gd name="T4" fmla="*/ 16 w 34"/>
                <a:gd name="T5" fmla="*/ 3 h 36"/>
                <a:gd name="T6" fmla="*/ 1 w 34"/>
                <a:gd name="T7" fmla="*/ 25 h 36"/>
                <a:gd name="T8" fmla="*/ 18 w 34"/>
                <a:gd name="T9" fmla="*/ 33 h 36"/>
              </a:gdLst>
              <a:ahLst/>
              <a:cxnLst>
                <a:cxn ang="0">
                  <a:pos x="T0" y="T1"/>
                </a:cxn>
                <a:cxn ang="0">
                  <a:pos x="T2" y="T3"/>
                </a:cxn>
                <a:cxn ang="0">
                  <a:pos x="T4" y="T5"/>
                </a:cxn>
                <a:cxn ang="0">
                  <a:pos x="T6" y="T7"/>
                </a:cxn>
                <a:cxn ang="0">
                  <a:pos x="T8" y="T9"/>
                </a:cxn>
              </a:cxnLst>
              <a:rect l="0" t="0" r="r" b="b"/>
              <a:pathLst>
                <a:path w="34" h="36">
                  <a:moveTo>
                    <a:pt x="18" y="33"/>
                  </a:moveTo>
                  <a:cubicBezTo>
                    <a:pt x="27" y="31"/>
                    <a:pt x="34" y="20"/>
                    <a:pt x="33" y="12"/>
                  </a:cubicBezTo>
                  <a:cubicBezTo>
                    <a:pt x="32" y="4"/>
                    <a:pt x="24" y="0"/>
                    <a:pt x="16" y="3"/>
                  </a:cubicBezTo>
                  <a:cubicBezTo>
                    <a:pt x="7" y="7"/>
                    <a:pt x="0" y="16"/>
                    <a:pt x="1" y="25"/>
                  </a:cubicBezTo>
                  <a:cubicBezTo>
                    <a:pt x="2" y="32"/>
                    <a:pt x="10" y="36"/>
                    <a:pt x="18"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77" name="Freeform 773"/>
            <p:cNvSpPr/>
            <p:nvPr/>
          </p:nvSpPr>
          <p:spPr bwMode="auto">
            <a:xfrm>
              <a:off x="6659866" y="11107516"/>
              <a:ext cx="92075" cy="106363"/>
            </a:xfrm>
            <a:custGeom>
              <a:avLst/>
              <a:gdLst>
                <a:gd name="T0" fmla="*/ 19 w 34"/>
                <a:gd name="T1" fmla="*/ 36 h 39"/>
                <a:gd name="T2" fmla="*/ 33 w 34"/>
                <a:gd name="T3" fmla="*/ 13 h 39"/>
                <a:gd name="T4" fmla="*/ 16 w 34"/>
                <a:gd name="T5" fmla="*/ 3 h 39"/>
                <a:gd name="T6" fmla="*/ 1 w 34"/>
                <a:gd name="T7" fmla="*/ 26 h 39"/>
                <a:gd name="T8" fmla="*/ 19 w 34"/>
                <a:gd name="T9" fmla="*/ 36 h 39"/>
              </a:gdLst>
              <a:ahLst/>
              <a:cxnLst>
                <a:cxn ang="0">
                  <a:pos x="T0" y="T1"/>
                </a:cxn>
                <a:cxn ang="0">
                  <a:pos x="T2" y="T3"/>
                </a:cxn>
                <a:cxn ang="0">
                  <a:pos x="T4" y="T5"/>
                </a:cxn>
                <a:cxn ang="0">
                  <a:pos x="T6" y="T7"/>
                </a:cxn>
                <a:cxn ang="0">
                  <a:pos x="T8" y="T9"/>
                </a:cxn>
              </a:cxnLst>
              <a:rect l="0" t="0" r="r" b="b"/>
              <a:pathLst>
                <a:path w="34" h="39">
                  <a:moveTo>
                    <a:pt x="19" y="36"/>
                  </a:moveTo>
                  <a:cubicBezTo>
                    <a:pt x="28" y="33"/>
                    <a:pt x="34" y="22"/>
                    <a:pt x="33" y="13"/>
                  </a:cubicBezTo>
                  <a:cubicBezTo>
                    <a:pt x="32" y="5"/>
                    <a:pt x="24" y="0"/>
                    <a:pt x="16" y="3"/>
                  </a:cubicBezTo>
                  <a:cubicBezTo>
                    <a:pt x="7" y="7"/>
                    <a:pt x="0" y="17"/>
                    <a:pt x="1" y="26"/>
                  </a:cubicBezTo>
                  <a:cubicBezTo>
                    <a:pt x="2" y="34"/>
                    <a:pt x="10" y="39"/>
                    <a:pt x="19"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78" name="Freeform 774"/>
            <p:cNvSpPr/>
            <p:nvPr/>
          </p:nvSpPr>
          <p:spPr bwMode="auto">
            <a:xfrm>
              <a:off x="6867829" y="11026553"/>
              <a:ext cx="95250" cy="111125"/>
            </a:xfrm>
            <a:custGeom>
              <a:avLst/>
              <a:gdLst>
                <a:gd name="T0" fmla="*/ 19 w 35"/>
                <a:gd name="T1" fmla="*/ 38 h 41"/>
                <a:gd name="T2" fmla="*/ 34 w 35"/>
                <a:gd name="T3" fmla="*/ 14 h 41"/>
                <a:gd name="T4" fmla="*/ 16 w 35"/>
                <a:gd name="T5" fmla="*/ 3 h 41"/>
                <a:gd name="T6" fmla="*/ 2 w 35"/>
                <a:gd name="T7" fmla="*/ 27 h 41"/>
                <a:gd name="T8" fmla="*/ 19 w 35"/>
                <a:gd name="T9" fmla="*/ 38 h 41"/>
              </a:gdLst>
              <a:ahLst/>
              <a:cxnLst>
                <a:cxn ang="0">
                  <a:pos x="T0" y="T1"/>
                </a:cxn>
                <a:cxn ang="0">
                  <a:pos x="T2" y="T3"/>
                </a:cxn>
                <a:cxn ang="0">
                  <a:pos x="T4" y="T5"/>
                </a:cxn>
                <a:cxn ang="0">
                  <a:pos x="T6" y="T7"/>
                </a:cxn>
                <a:cxn ang="0">
                  <a:pos x="T8" y="T9"/>
                </a:cxn>
              </a:cxnLst>
              <a:rect l="0" t="0" r="r" b="b"/>
              <a:pathLst>
                <a:path w="35" h="41">
                  <a:moveTo>
                    <a:pt x="19" y="38"/>
                  </a:moveTo>
                  <a:cubicBezTo>
                    <a:pt x="28" y="35"/>
                    <a:pt x="35" y="24"/>
                    <a:pt x="34" y="14"/>
                  </a:cubicBezTo>
                  <a:cubicBezTo>
                    <a:pt x="32" y="5"/>
                    <a:pt x="24" y="0"/>
                    <a:pt x="16" y="3"/>
                  </a:cubicBezTo>
                  <a:cubicBezTo>
                    <a:pt x="7" y="7"/>
                    <a:pt x="0" y="17"/>
                    <a:pt x="2" y="27"/>
                  </a:cubicBezTo>
                  <a:cubicBezTo>
                    <a:pt x="3" y="36"/>
                    <a:pt x="11" y="41"/>
                    <a:pt x="19"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79" name="Freeform 775"/>
            <p:cNvSpPr/>
            <p:nvPr/>
          </p:nvSpPr>
          <p:spPr bwMode="auto">
            <a:xfrm>
              <a:off x="7080554" y="10950353"/>
              <a:ext cx="93663" cy="114300"/>
            </a:xfrm>
            <a:custGeom>
              <a:avLst/>
              <a:gdLst>
                <a:gd name="T0" fmla="*/ 19 w 35"/>
                <a:gd name="T1" fmla="*/ 39 h 42"/>
                <a:gd name="T2" fmla="*/ 33 w 35"/>
                <a:gd name="T3" fmla="*/ 15 h 42"/>
                <a:gd name="T4" fmla="*/ 15 w 35"/>
                <a:gd name="T5" fmla="*/ 3 h 42"/>
                <a:gd name="T6" fmla="*/ 1 w 35"/>
                <a:gd name="T7" fmla="*/ 27 h 42"/>
                <a:gd name="T8" fmla="*/ 19 w 35"/>
                <a:gd name="T9" fmla="*/ 39 h 42"/>
              </a:gdLst>
              <a:ahLst/>
              <a:cxnLst>
                <a:cxn ang="0">
                  <a:pos x="T0" y="T1"/>
                </a:cxn>
                <a:cxn ang="0">
                  <a:pos x="T2" y="T3"/>
                </a:cxn>
                <a:cxn ang="0">
                  <a:pos x="T4" y="T5"/>
                </a:cxn>
                <a:cxn ang="0">
                  <a:pos x="T6" y="T7"/>
                </a:cxn>
                <a:cxn ang="0">
                  <a:pos x="T8" y="T9"/>
                </a:cxn>
              </a:cxnLst>
              <a:rect l="0" t="0" r="r" b="b"/>
              <a:pathLst>
                <a:path w="35" h="42">
                  <a:moveTo>
                    <a:pt x="19" y="39"/>
                  </a:moveTo>
                  <a:cubicBezTo>
                    <a:pt x="28" y="36"/>
                    <a:pt x="35" y="25"/>
                    <a:pt x="33" y="15"/>
                  </a:cubicBezTo>
                  <a:cubicBezTo>
                    <a:pt x="32" y="5"/>
                    <a:pt x="24" y="0"/>
                    <a:pt x="15" y="3"/>
                  </a:cubicBezTo>
                  <a:cubicBezTo>
                    <a:pt x="6" y="6"/>
                    <a:pt x="0" y="17"/>
                    <a:pt x="1" y="27"/>
                  </a:cubicBezTo>
                  <a:cubicBezTo>
                    <a:pt x="3" y="37"/>
                    <a:pt x="11" y="42"/>
                    <a:pt x="1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80" name="Freeform 776"/>
            <p:cNvSpPr/>
            <p:nvPr/>
          </p:nvSpPr>
          <p:spPr bwMode="auto">
            <a:xfrm>
              <a:off x="7291691" y="10880503"/>
              <a:ext cx="92075" cy="112713"/>
            </a:xfrm>
            <a:custGeom>
              <a:avLst/>
              <a:gdLst>
                <a:gd name="T0" fmla="*/ 18 w 34"/>
                <a:gd name="T1" fmla="*/ 40 h 42"/>
                <a:gd name="T2" fmla="*/ 33 w 34"/>
                <a:gd name="T3" fmla="*/ 16 h 42"/>
                <a:gd name="T4" fmla="*/ 16 w 34"/>
                <a:gd name="T5" fmla="*/ 2 h 42"/>
                <a:gd name="T6" fmla="*/ 1 w 34"/>
                <a:gd name="T7" fmla="*/ 26 h 42"/>
                <a:gd name="T8" fmla="*/ 18 w 34"/>
                <a:gd name="T9" fmla="*/ 40 h 42"/>
              </a:gdLst>
              <a:ahLst/>
              <a:cxnLst>
                <a:cxn ang="0">
                  <a:pos x="T0" y="T1"/>
                </a:cxn>
                <a:cxn ang="0">
                  <a:pos x="T2" y="T3"/>
                </a:cxn>
                <a:cxn ang="0">
                  <a:pos x="T4" y="T5"/>
                </a:cxn>
                <a:cxn ang="0">
                  <a:pos x="T6" y="T7"/>
                </a:cxn>
                <a:cxn ang="0">
                  <a:pos x="T8" y="T9"/>
                </a:cxn>
              </a:cxnLst>
              <a:rect l="0" t="0" r="r" b="b"/>
              <a:pathLst>
                <a:path w="34" h="42">
                  <a:moveTo>
                    <a:pt x="18" y="40"/>
                  </a:moveTo>
                  <a:cubicBezTo>
                    <a:pt x="27" y="38"/>
                    <a:pt x="34" y="26"/>
                    <a:pt x="33" y="16"/>
                  </a:cubicBezTo>
                  <a:cubicBezTo>
                    <a:pt x="32" y="6"/>
                    <a:pt x="24" y="0"/>
                    <a:pt x="16" y="2"/>
                  </a:cubicBezTo>
                  <a:cubicBezTo>
                    <a:pt x="6" y="4"/>
                    <a:pt x="0" y="16"/>
                    <a:pt x="1" y="26"/>
                  </a:cubicBezTo>
                  <a:cubicBezTo>
                    <a:pt x="2" y="36"/>
                    <a:pt x="10" y="42"/>
                    <a:pt x="18"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81" name="Freeform 777"/>
            <p:cNvSpPr/>
            <p:nvPr/>
          </p:nvSpPr>
          <p:spPr bwMode="auto">
            <a:xfrm>
              <a:off x="7502829" y="10812241"/>
              <a:ext cx="92075" cy="122238"/>
            </a:xfrm>
            <a:custGeom>
              <a:avLst/>
              <a:gdLst>
                <a:gd name="T0" fmla="*/ 14 w 34"/>
                <a:gd name="T1" fmla="*/ 3 h 45"/>
                <a:gd name="T2" fmla="*/ 1 w 34"/>
                <a:gd name="T3" fmla="*/ 26 h 45"/>
                <a:gd name="T4" fmla="*/ 19 w 34"/>
                <a:gd name="T5" fmla="*/ 42 h 45"/>
                <a:gd name="T6" fmla="*/ 33 w 34"/>
                <a:gd name="T7" fmla="*/ 18 h 45"/>
                <a:gd name="T8" fmla="*/ 14 w 34"/>
                <a:gd name="T9" fmla="*/ 3 h 45"/>
              </a:gdLst>
              <a:ahLst/>
              <a:cxnLst>
                <a:cxn ang="0">
                  <a:pos x="T0" y="T1"/>
                </a:cxn>
                <a:cxn ang="0">
                  <a:pos x="T2" y="T3"/>
                </a:cxn>
                <a:cxn ang="0">
                  <a:pos x="T4" y="T5"/>
                </a:cxn>
                <a:cxn ang="0">
                  <a:pos x="T6" y="T7"/>
                </a:cxn>
                <a:cxn ang="0">
                  <a:pos x="T8" y="T9"/>
                </a:cxn>
              </a:cxnLst>
              <a:rect l="0" t="0" r="r" b="b"/>
              <a:pathLst>
                <a:path w="34" h="45">
                  <a:moveTo>
                    <a:pt x="14" y="3"/>
                  </a:moveTo>
                  <a:cubicBezTo>
                    <a:pt x="6" y="6"/>
                    <a:pt x="0" y="16"/>
                    <a:pt x="1" y="26"/>
                  </a:cubicBezTo>
                  <a:cubicBezTo>
                    <a:pt x="2" y="37"/>
                    <a:pt x="10" y="45"/>
                    <a:pt x="19" y="42"/>
                  </a:cubicBezTo>
                  <a:cubicBezTo>
                    <a:pt x="28" y="39"/>
                    <a:pt x="34" y="28"/>
                    <a:pt x="33" y="18"/>
                  </a:cubicBezTo>
                  <a:cubicBezTo>
                    <a:pt x="32" y="7"/>
                    <a:pt x="23" y="0"/>
                    <a:pt x="1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82" name="Freeform 778"/>
            <p:cNvSpPr/>
            <p:nvPr/>
          </p:nvSpPr>
          <p:spPr bwMode="auto">
            <a:xfrm>
              <a:off x="7712379" y="10758266"/>
              <a:ext cx="95250" cy="115888"/>
            </a:xfrm>
            <a:custGeom>
              <a:avLst/>
              <a:gdLst>
                <a:gd name="T0" fmla="*/ 20 w 35"/>
                <a:gd name="T1" fmla="*/ 41 h 43"/>
                <a:gd name="T2" fmla="*/ 34 w 35"/>
                <a:gd name="T3" fmla="*/ 16 h 43"/>
                <a:gd name="T4" fmla="*/ 16 w 35"/>
                <a:gd name="T5" fmla="*/ 2 h 43"/>
                <a:gd name="T6" fmla="*/ 2 w 35"/>
                <a:gd name="T7" fmla="*/ 25 h 43"/>
                <a:gd name="T8" fmla="*/ 20 w 35"/>
                <a:gd name="T9" fmla="*/ 41 h 43"/>
              </a:gdLst>
              <a:ahLst/>
              <a:cxnLst>
                <a:cxn ang="0">
                  <a:pos x="T0" y="T1"/>
                </a:cxn>
                <a:cxn ang="0">
                  <a:pos x="T2" y="T3"/>
                </a:cxn>
                <a:cxn ang="0">
                  <a:pos x="T4" y="T5"/>
                </a:cxn>
                <a:cxn ang="0">
                  <a:pos x="T6" y="T7"/>
                </a:cxn>
                <a:cxn ang="0">
                  <a:pos x="T8" y="T9"/>
                </a:cxn>
              </a:cxnLst>
              <a:rect l="0" t="0" r="r" b="b"/>
              <a:pathLst>
                <a:path w="35" h="43">
                  <a:moveTo>
                    <a:pt x="20" y="41"/>
                  </a:moveTo>
                  <a:cubicBezTo>
                    <a:pt x="29" y="39"/>
                    <a:pt x="35" y="27"/>
                    <a:pt x="34" y="16"/>
                  </a:cubicBezTo>
                  <a:cubicBezTo>
                    <a:pt x="33" y="6"/>
                    <a:pt x="25" y="0"/>
                    <a:pt x="16" y="2"/>
                  </a:cubicBezTo>
                  <a:cubicBezTo>
                    <a:pt x="7" y="4"/>
                    <a:pt x="0" y="14"/>
                    <a:pt x="2" y="25"/>
                  </a:cubicBezTo>
                  <a:cubicBezTo>
                    <a:pt x="3" y="36"/>
                    <a:pt x="11" y="43"/>
                    <a:pt x="20"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83" name="Freeform 779"/>
            <p:cNvSpPr/>
            <p:nvPr/>
          </p:nvSpPr>
          <p:spPr bwMode="auto">
            <a:xfrm>
              <a:off x="7926691" y="10721753"/>
              <a:ext cx="95250" cy="109538"/>
            </a:xfrm>
            <a:custGeom>
              <a:avLst/>
              <a:gdLst>
                <a:gd name="T0" fmla="*/ 19 w 35"/>
                <a:gd name="T1" fmla="*/ 39 h 40"/>
                <a:gd name="T2" fmla="*/ 34 w 35"/>
                <a:gd name="T3" fmla="*/ 18 h 40"/>
                <a:gd name="T4" fmla="*/ 16 w 35"/>
                <a:gd name="T5" fmla="*/ 1 h 40"/>
                <a:gd name="T6" fmla="*/ 1 w 35"/>
                <a:gd name="T7" fmla="*/ 22 h 40"/>
                <a:gd name="T8" fmla="*/ 19 w 35"/>
                <a:gd name="T9" fmla="*/ 39 h 40"/>
              </a:gdLst>
              <a:ahLst/>
              <a:cxnLst>
                <a:cxn ang="0">
                  <a:pos x="T0" y="T1"/>
                </a:cxn>
                <a:cxn ang="0">
                  <a:pos x="T2" y="T3"/>
                </a:cxn>
                <a:cxn ang="0">
                  <a:pos x="T4" y="T5"/>
                </a:cxn>
                <a:cxn ang="0">
                  <a:pos x="T6" y="T7"/>
                </a:cxn>
                <a:cxn ang="0">
                  <a:pos x="T8" y="T9"/>
                </a:cxn>
              </a:cxnLst>
              <a:rect l="0" t="0" r="r" b="b"/>
              <a:pathLst>
                <a:path w="35" h="40">
                  <a:moveTo>
                    <a:pt x="19" y="39"/>
                  </a:moveTo>
                  <a:cubicBezTo>
                    <a:pt x="28" y="39"/>
                    <a:pt x="35" y="29"/>
                    <a:pt x="34" y="18"/>
                  </a:cubicBezTo>
                  <a:cubicBezTo>
                    <a:pt x="33" y="8"/>
                    <a:pt x="24" y="0"/>
                    <a:pt x="16" y="1"/>
                  </a:cubicBezTo>
                  <a:cubicBezTo>
                    <a:pt x="7" y="1"/>
                    <a:pt x="0" y="11"/>
                    <a:pt x="1" y="22"/>
                  </a:cubicBezTo>
                  <a:cubicBezTo>
                    <a:pt x="2" y="32"/>
                    <a:pt x="11" y="40"/>
                    <a:pt x="1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84" name="Freeform 780"/>
            <p:cNvSpPr/>
            <p:nvPr/>
          </p:nvSpPr>
          <p:spPr bwMode="auto">
            <a:xfrm>
              <a:off x="8144179" y="10697941"/>
              <a:ext cx="92075" cy="111125"/>
            </a:xfrm>
            <a:custGeom>
              <a:avLst/>
              <a:gdLst>
                <a:gd name="T0" fmla="*/ 19 w 34"/>
                <a:gd name="T1" fmla="*/ 40 h 41"/>
                <a:gd name="T2" fmla="*/ 33 w 34"/>
                <a:gd name="T3" fmla="*/ 19 h 41"/>
                <a:gd name="T4" fmla="*/ 15 w 34"/>
                <a:gd name="T5" fmla="*/ 1 h 41"/>
                <a:gd name="T6" fmla="*/ 0 w 34"/>
                <a:gd name="T7" fmla="*/ 22 h 41"/>
                <a:gd name="T8" fmla="*/ 19 w 34"/>
                <a:gd name="T9" fmla="*/ 40 h 41"/>
              </a:gdLst>
              <a:ahLst/>
              <a:cxnLst>
                <a:cxn ang="0">
                  <a:pos x="T0" y="T1"/>
                </a:cxn>
                <a:cxn ang="0">
                  <a:pos x="T2" y="T3"/>
                </a:cxn>
                <a:cxn ang="0">
                  <a:pos x="T4" y="T5"/>
                </a:cxn>
                <a:cxn ang="0">
                  <a:pos x="T6" y="T7"/>
                </a:cxn>
                <a:cxn ang="0">
                  <a:pos x="T8" y="T9"/>
                </a:cxn>
              </a:cxnLst>
              <a:rect l="0" t="0" r="r" b="b"/>
              <a:pathLst>
                <a:path w="34" h="41">
                  <a:moveTo>
                    <a:pt x="19" y="40"/>
                  </a:moveTo>
                  <a:cubicBezTo>
                    <a:pt x="28" y="38"/>
                    <a:pt x="34" y="29"/>
                    <a:pt x="33" y="19"/>
                  </a:cubicBezTo>
                  <a:cubicBezTo>
                    <a:pt x="33" y="8"/>
                    <a:pt x="24" y="0"/>
                    <a:pt x="15" y="1"/>
                  </a:cubicBezTo>
                  <a:cubicBezTo>
                    <a:pt x="6" y="3"/>
                    <a:pt x="0" y="11"/>
                    <a:pt x="0" y="22"/>
                  </a:cubicBezTo>
                  <a:cubicBezTo>
                    <a:pt x="1" y="33"/>
                    <a:pt x="10" y="41"/>
                    <a:pt x="19"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85" name="Freeform 781"/>
            <p:cNvSpPr/>
            <p:nvPr/>
          </p:nvSpPr>
          <p:spPr bwMode="auto">
            <a:xfrm>
              <a:off x="8361666" y="10667778"/>
              <a:ext cx="92075" cy="111125"/>
            </a:xfrm>
            <a:custGeom>
              <a:avLst/>
              <a:gdLst>
                <a:gd name="T0" fmla="*/ 19 w 34"/>
                <a:gd name="T1" fmla="*/ 39 h 41"/>
                <a:gd name="T2" fmla="*/ 33 w 34"/>
                <a:gd name="T3" fmla="*/ 18 h 41"/>
                <a:gd name="T4" fmla="*/ 15 w 34"/>
                <a:gd name="T5" fmla="*/ 1 h 41"/>
                <a:gd name="T6" fmla="*/ 0 w 34"/>
                <a:gd name="T7" fmla="*/ 21 h 41"/>
                <a:gd name="T8" fmla="*/ 19 w 34"/>
                <a:gd name="T9" fmla="*/ 39 h 41"/>
              </a:gdLst>
              <a:ahLst/>
              <a:cxnLst>
                <a:cxn ang="0">
                  <a:pos x="T0" y="T1"/>
                </a:cxn>
                <a:cxn ang="0">
                  <a:pos x="T2" y="T3"/>
                </a:cxn>
                <a:cxn ang="0">
                  <a:pos x="T4" y="T5"/>
                </a:cxn>
                <a:cxn ang="0">
                  <a:pos x="T6" y="T7"/>
                </a:cxn>
                <a:cxn ang="0">
                  <a:pos x="T8" y="T9"/>
                </a:cxn>
              </a:cxnLst>
              <a:rect l="0" t="0" r="r" b="b"/>
              <a:pathLst>
                <a:path w="34" h="41">
                  <a:moveTo>
                    <a:pt x="19" y="39"/>
                  </a:moveTo>
                  <a:cubicBezTo>
                    <a:pt x="27" y="38"/>
                    <a:pt x="34" y="28"/>
                    <a:pt x="33" y="18"/>
                  </a:cubicBezTo>
                  <a:cubicBezTo>
                    <a:pt x="33" y="8"/>
                    <a:pt x="24" y="0"/>
                    <a:pt x="15" y="1"/>
                  </a:cubicBezTo>
                  <a:cubicBezTo>
                    <a:pt x="6" y="3"/>
                    <a:pt x="0" y="11"/>
                    <a:pt x="0" y="21"/>
                  </a:cubicBezTo>
                  <a:cubicBezTo>
                    <a:pt x="1" y="32"/>
                    <a:pt x="9" y="41"/>
                    <a:pt x="1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86" name="Freeform 782"/>
            <p:cNvSpPr/>
            <p:nvPr/>
          </p:nvSpPr>
          <p:spPr bwMode="auto">
            <a:xfrm>
              <a:off x="8577566" y="10632853"/>
              <a:ext cx="95250" cy="111125"/>
            </a:xfrm>
            <a:custGeom>
              <a:avLst/>
              <a:gdLst>
                <a:gd name="T0" fmla="*/ 19 w 35"/>
                <a:gd name="T1" fmla="*/ 39 h 41"/>
                <a:gd name="T2" fmla="*/ 34 w 35"/>
                <a:gd name="T3" fmla="*/ 18 h 41"/>
                <a:gd name="T4" fmla="*/ 15 w 35"/>
                <a:gd name="T5" fmla="*/ 2 h 41"/>
                <a:gd name="T6" fmla="*/ 0 w 35"/>
                <a:gd name="T7" fmla="*/ 22 h 41"/>
                <a:gd name="T8" fmla="*/ 19 w 35"/>
                <a:gd name="T9" fmla="*/ 39 h 41"/>
              </a:gdLst>
              <a:ahLst/>
              <a:cxnLst>
                <a:cxn ang="0">
                  <a:pos x="T0" y="T1"/>
                </a:cxn>
                <a:cxn ang="0">
                  <a:pos x="T2" y="T3"/>
                </a:cxn>
                <a:cxn ang="0">
                  <a:pos x="T4" y="T5"/>
                </a:cxn>
                <a:cxn ang="0">
                  <a:pos x="T6" y="T7"/>
                </a:cxn>
                <a:cxn ang="0">
                  <a:pos x="T8" y="T9"/>
                </a:cxn>
              </a:cxnLst>
              <a:rect l="0" t="0" r="r" b="b"/>
              <a:pathLst>
                <a:path w="35" h="41">
                  <a:moveTo>
                    <a:pt x="19" y="39"/>
                  </a:moveTo>
                  <a:cubicBezTo>
                    <a:pt x="28" y="37"/>
                    <a:pt x="35" y="27"/>
                    <a:pt x="34" y="18"/>
                  </a:cubicBezTo>
                  <a:cubicBezTo>
                    <a:pt x="33" y="8"/>
                    <a:pt x="24" y="0"/>
                    <a:pt x="15" y="2"/>
                  </a:cubicBezTo>
                  <a:cubicBezTo>
                    <a:pt x="6" y="4"/>
                    <a:pt x="0" y="13"/>
                    <a:pt x="0" y="22"/>
                  </a:cubicBezTo>
                  <a:cubicBezTo>
                    <a:pt x="1" y="33"/>
                    <a:pt x="10" y="41"/>
                    <a:pt x="19"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87" name="Freeform 783"/>
            <p:cNvSpPr/>
            <p:nvPr/>
          </p:nvSpPr>
          <p:spPr bwMode="auto">
            <a:xfrm>
              <a:off x="8795054" y="10597928"/>
              <a:ext cx="95250" cy="104775"/>
            </a:xfrm>
            <a:custGeom>
              <a:avLst/>
              <a:gdLst>
                <a:gd name="T0" fmla="*/ 20 w 35"/>
                <a:gd name="T1" fmla="*/ 37 h 39"/>
                <a:gd name="T2" fmla="*/ 34 w 35"/>
                <a:gd name="T3" fmla="*/ 17 h 39"/>
                <a:gd name="T4" fmla="*/ 15 w 35"/>
                <a:gd name="T5" fmla="*/ 2 h 39"/>
                <a:gd name="T6" fmla="*/ 1 w 35"/>
                <a:gd name="T7" fmla="*/ 22 h 39"/>
                <a:gd name="T8" fmla="*/ 20 w 35"/>
                <a:gd name="T9" fmla="*/ 37 h 39"/>
              </a:gdLst>
              <a:ahLst/>
              <a:cxnLst>
                <a:cxn ang="0">
                  <a:pos x="T0" y="T1"/>
                </a:cxn>
                <a:cxn ang="0">
                  <a:pos x="T2" y="T3"/>
                </a:cxn>
                <a:cxn ang="0">
                  <a:pos x="T4" y="T5"/>
                </a:cxn>
                <a:cxn ang="0">
                  <a:pos x="T6" y="T7"/>
                </a:cxn>
                <a:cxn ang="0">
                  <a:pos x="T8" y="T9"/>
                </a:cxn>
              </a:cxnLst>
              <a:rect l="0" t="0" r="r" b="b"/>
              <a:pathLst>
                <a:path w="35" h="39">
                  <a:moveTo>
                    <a:pt x="20" y="37"/>
                  </a:moveTo>
                  <a:cubicBezTo>
                    <a:pt x="29" y="35"/>
                    <a:pt x="35" y="26"/>
                    <a:pt x="34" y="17"/>
                  </a:cubicBezTo>
                  <a:cubicBezTo>
                    <a:pt x="34" y="7"/>
                    <a:pt x="25" y="0"/>
                    <a:pt x="15" y="2"/>
                  </a:cubicBezTo>
                  <a:cubicBezTo>
                    <a:pt x="6" y="4"/>
                    <a:pt x="0" y="12"/>
                    <a:pt x="1" y="22"/>
                  </a:cubicBezTo>
                  <a:cubicBezTo>
                    <a:pt x="2" y="32"/>
                    <a:pt x="10" y="39"/>
                    <a:pt x="20"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88" name="Freeform 784"/>
            <p:cNvSpPr/>
            <p:nvPr/>
          </p:nvSpPr>
          <p:spPr bwMode="auto">
            <a:xfrm>
              <a:off x="9015716" y="10563003"/>
              <a:ext cx="93663" cy="100013"/>
            </a:xfrm>
            <a:custGeom>
              <a:avLst/>
              <a:gdLst>
                <a:gd name="T0" fmla="*/ 19 w 35"/>
                <a:gd name="T1" fmla="*/ 36 h 37"/>
                <a:gd name="T2" fmla="*/ 34 w 35"/>
                <a:gd name="T3" fmla="*/ 17 h 37"/>
                <a:gd name="T4" fmla="*/ 16 w 35"/>
                <a:gd name="T5" fmla="*/ 1 h 37"/>
                <a:gd name="T6" fmla="*/ 1 w 35"/>
                <a:gd name="T7" fmla="*/ 20 h 37"/>
                <a:gd name="T8" fmla="*/ 19 w 35"/>
                <a:gd name="T9" fmla="*/ 36 h 37"/>
              </a:gdLst>
              <a:ahLst/>
              <a:cxnLst>
                <a:cxn ang="0">
                  <a:pos x="T0" y="T1"/>
                </a:cxn>
                <a:cxn ang="0">
                  <a:pos x="T2" y="T3"/>
                </a:cxn>
                <a:cxn ang="0">
                  <a:pos x="T4" y="T5"/>
                </a:cxn>
                <a:cxn ang="0">
                  <a:pos x="T6" y="T7"/>
                </a:cxn>
                <a:cxn ang="0">
                  <a:pos x="T8" y="T9"/>
                </a:cxn>
              </a:cxnLst>
              <a:rect l="0" t="0" r="r" b="b"/>
              <a:pathLst>
                <a:path w="35" h="37">
                  <a:moveTo>
                    <a:pt x="19" y="36"/>
                  </a:moveTo>
                  <a:cubicBezTo>
                    <a:pt x="28" y="34"/>
                    <a:pt x="35" y="26"/>
                    <a:pt x="34" y="17"/>
                  </a:cubicBezTo>
                  <a:cubicBezTo>
                    <a:pt x="34" y="7"/>
                    <a:pt x="25" y="0"/>
                    <a:pt x="16" y="1"/>
                  </a:cubicBezTo>
                  <a:cubicBezTo>
                    <a:pt x="7" y="3"/>
                    <a:pt x="0" y="11"/>
                    <a:pt x="1" y="20"/>
                  </a:cubicBezTo>
                  <a:cubicBezTo>
                    <a:pt x="1" y="30"/>
                    <a:pt x="10" y="37"/>
                    <a:pt x="19"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89" name="Freeform 785"/>
            <p:cNvSpPr/>
            <p:nvPr/>
          </p:nvSpPr>
          <p:spPr bwMode="auto">
            <a:xfrm>
              <a:off x="11922429" y="9297766"/>
              <a:ext cx="77788" cy="104775"/>
            </a:xfrm>
            <a:custGeom>
              <a:avLst/>
              <a:gdLst>
                <a:gd name="T0" fmla="*/ 3 w 29"/>
                <a:gd name="T1" fmla="*/ 27 h 39"/>
                <a:gd name="T2" fmla="*/ 6 w 29"/>
                <a:gd name="T3" fmla="*/ 36 h 39"/>
                <a:gd name="T4" fmla="*/ 28 w 29"/>
                <a:gd name="T5" fmla="*/ 11 h 39"/>
                <a:gd name="T6" fmla="*/ 24 w 29"/>
                <a:gd name="T7" fmla="*/ 0 h 39"/>
                <a:gd name="T8" fmla="*/ 10 w 29"/>
                <a:gd name="T9" fmla="*/ 13 h 39"/>
                <a:gd name="T10" fmla="*/ 3 w 29"/>
                <a:gd name="T11" fmla="*/ 27 h 39"/>
              </a:gdLst>
              <a:ahLst/>
              <a:cxnLst>
                <a:cxn ang="0">
                  <a:pos x="T0" y="T1"/>
                </a:cxn>
                <a:cxn ang="0">
                  <a:pos x="T2" y="T3"/>
                </a:cxn>
                <a:cxn ang="0">
                  <a:pos x="T4" y="T5"/>
                </a:cxn>
                <a:cxn ang="0">
                  <a:pos x="T6" y="T7"/>
                </a:cxn>
                <a:cxn ang="0">
                  <a:pos x="T8" y="T9"/>
                </a:cxn>
                <a:cxn ang="0">
                  <a:pos x="T10" y="T11"/>
                </a:cxn>
              </a:cxnLst>
              <a:rect l="0" t="0" r="r" b="b"/>
              <a:pathLst>
                <a:path w="29" h="39">
                  <a:moveTo>
                    <a:pt x="3" y="27"/>
                  </a:moveTo>
                  <a:cubicBezTo>
                    <a:pt x="0" y="36"/>
                    <a:pt x="1" y="39"/>
                    <a:pt x="6" y="36"/>
                  </a:cubicBezTo>
                  <a:cubicBezTo>
                    <a:pt x="11" y="32"/>
                    <a:pt x="18" y="23"/>
                    <a:pt x="28" y="11"/>
                  </a:cubicBezTo>
                  <a:cubicBezTo>
                    <a:pt x="29" y="6"/>
                    <a:pt x="26" y="3"/>
                    <a:pt x="24" y="0"/>
                  </a:cubicBezTo>
                  <a:cubicBezTo>
                    <a:pt x="19" y="3"/>
                    <a:pt x="14" y="7"/>
                    <a:pt x="10" y="13"/>
                  </a:cubicBezTo>
                  <a:cubicBezTo>
                    <a:pt x="8" y="18"/>
                    <a:pt x="5" y="23"/>
                    <a:pt x="3"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90" name="Freeform 786"/>
            <p:cNvSpPr/>
            <p:nvPr/>
          </p:nvSpPr>
          <p:spPr bwMode="auto">
            <a:xfrm>
              <a:off x="3378504" y="12161616"/>
              <a:ext cx="93663" cy="23813"/>
            </a:xfrm>
            <a:custGeom>
              <a:avLst/>
              <a:gdLst>
                <a:gd name="T0" fmla="*/ 19 w 35"/>
                <a:gd name="T1" fmla="*/ 8 h 9"/>
                <a:gd name="T2" fmla="*/ 34 w 35"/>
                <a:gd name="T3" fmla="*/ 4 h 9"/>
                <a:gd name="T4" fmla="*/ 16 w 35"/>
                <a:gd name="T5" fmla="*/ 0 h 9"/>
                <a:gd name="T6" fmla="*/ 1 w 35"/>
                <a:gd name="T7" fmla="*/ 5 h 9"/>
                <a:gd name="T8" fmla="*/ 19 w 35"/>
                <a:gd name="T9" fmla="*/ 8 h 9"/>
              </a:gdLst>
              <a:ahLst/>
              <a:cxnLst>
                <a:cxn ang="0">
                  <a:pos x="T0" y="T1"/>
                </a:cxn>
                <a:cxn ang="0">
                  <a:pos x="T2" y="T3"/>
                </a:cxn>
                <a:cxn ang="0">
                  <a:pos x="T4" y="T5"/>
                </a:cxn>
                <a:cxn ang="0">
                  <a:pos x="T6" y="T7"/>
                </a:cxn>
                <a:cxn ang="0">
                  <a:pos x="T8" y="T9"/>
                </a:cxn>
              </a:cxnLst>
              <a:rect l="0" t="0" r="r" b="b"/>
              <a:pathLst>
                <a:path w="35" h="9">
                  <a:moveTo>
                    <a:pt x="19" y="8"/>
                  </a:moveTo>
                  <a:cubicBezTo>
                    <a:pt x="28" y="8"/>
                    <a:pt x="35" y="6"/>
                    <a:pt x="34" y="4"/>
                  </a:cubicBezTo>
                  <a:cubicBezTo>
                    <a:pt x="32" y="1"/>
                    <a:pt x="25" y="0"/>
                    <a:pt x="16" y="0"/>
                  </a:cubicBezTo>
                  <a:cubicBezTo>
                    <a:pt x="7" y="1"/>
                    <a:pt x="0" y="3"/>
                    <a:pt x="1" y="5"/>
                  </a:cubicBezTo>
                  <a:cubicBezTo>
                    <a:pt x="2" y="7"/>
                    <a:pt x="10" y="9"/>
                    <a:pt x="19"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91" name="Freeform 787"/>
            <p:cNvSpPr/>
            <p:nvPr/>
          </p:nvSpPr>
          <p:spPr bwMode="auto">
            <a:xfrm>
              <a:off x="3594404" y="12150503"/>
              <a:ext cx="92075" cy="26988"/>
            </a:xfrm>
            <a:custGeom>
              <a:avLst/>
              <a:gdLst>
                <a:gd name="T0" fmla="*/ 19 w 34"/>
                <a:gd name="T1" fmla="*/ 9 h 10"/>
                <a:gd name="T2" fmla="*/ 33 w 34"/>
                <a:gd name="T3" fmla="*/ 4 h 10"/>
                <a:gd name="T4" fmla="*/ 15 w 34"/>
                <a:gd name="T5" fmla="*/ 0 h 10"/>
                <a:gd name="T6" fmla="*/ 0 w 34"/>
                <a:gd name="T7" fmla="*/ 5 h 10"/>
                <a:gd name="T8" fmla="*/ 19 w 34"/>
                <a:gd name="T9" fmla="*/ 9 h 10"/>
              </a:gdLst>
              <a:ahLst/>
              <a:cxnLst>
                <a:cxn ang="0">
                  <a:pos x="T0" y="T1"/>
                </a:cxn>
                <a:cxn ang="0">
                  <a:pos x="T2" y="T3"/>
                </a:cxn>
                <a:cxn ang="0">
                  <a:pos x="T4" y="T5"/>
                </a:cxn>
                <a:cxn ang="0">
                  <a:pos x="T6" y="T7"/>
                </a:cxn>
                <a:cxn ang="0">
                  <a:pos x="T8" y="T9"/>
                </a:cxn>
              </a:cxnLst>
              <a:rect l="0" t="0" r="r" b="b"/>
              <a:pathLst>
                <a:path w="34" h="10">
                  <a:moveTo>
                    <a:pt x="19" y="9"/>
                  </a:moveTo>
                  <a:cubicBezTo>
                    <a:pt x="27" y="8"/>
                    <a:pt x="34" y="6"/>
                    <a:pt x="33" y="4"/>
                  </a:cubicBezTo>
                  <a:cubicBezTo>
                    <a:pt x="32" y="1"/>
                    <a:pt x="24" y="0"/>
                    <a:pt x="15" y="0"/>
                  </a:cubicBezTo>
                  <a:cubicBezTo>
                    <a:pt x="6" y="1"/>
                    <a:pt x="0" y="3"/>
                    <a:pt x="0" y="5"/>
                  </a:cubicBezTo>
                  <a:cubicBezTo>
                    <a:pt x="1" y="8"/>
                    <a:pt x="10" y="10"/>
                    <a:pt x="1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92" name="Freeform 788"/>
            <p:cNvSpPr/>
            <p:nvPr/>
          </p:nvSpPr>
          <p:spPr bwMode="auto">
            <a:xfrm>
              <a:off x="3808716" y="12128278"/>
              <a:ext cx="90488" cy="33338"/>
            </a:xfrm>
            <a:custGeom>
              <a:avLst/>
              <a:gdLst>
                <a:gd name="T0" fmla="*/ 19 w 33"/>
                <a:gd name="T1" fmla="*/ 10 h 12"/>
                <a:gd name="T2" fmla="*/ 32 w 33"/>
                <a:gd name="T3" fmla="*/ 3 h 12"/>
                <a:gd name="T4" fmla="*/ 15 w 33"/>
                <a:gd name="T5" fmla="*/ 1 h 12"/>
                <a:gd name="T6" fmla="*/ 0 w 33"/>
                <a:gd name="T7" fmla="*/ 8 h 12"/>
                <a:gd name="T8" fmla="*/ 19 w 33"/>
                <a:gd name="T9" fmla="*/ 10 h 12"/>
              </a:gdLst>
              <a:ahLst/>
              <a:cxnLst>
                <a:cxn ang="0">
                  <a:pos x="T0" y="T1"/>
                </a:cxn>
                <a:cxn ang="0">
                  <a:pos x="T2" y="T3"/>
                </a:cxn>
                <a:cxn ang="0">
                  <a:pos x="T4" y="T5"/>
                </a:cxn>
                <a:cxn ang="0">
                  <a:pos x="T6" y="T7"/>
                </a:cxn>
                <a:cxn ang="0">
                  <a:pos x="T8" y="T9"/>
                </a:cxn>
              </a:cxnLst>
              <a:rect l="0" t="0" r="r" b="b"/>
              <a:pathLst>
                <a:path w="33" h="12">
                  <a:moveTo>
                    <a:pt x="19" y="10"/>
                  </a:moveTo>
                  <a:cubicBezTo>
                    <a:pt x="27" y="9"/>
                    <a:pt x="33" y="6"/>
                    <a:pt x="32" y="3"/>
                  </a:cubicBezTo>
                  <a:cubicBezTo>
                    <a:pt x="31" y="1"/>
                    <a:pt x="24" y="0"/>
                    <a:pt x="15" y="1"/>
                  </a:cubicBezTo>
                  <a:cubicBezTo>
                    <a:pt x="6" y="2"/>
                    <a:pt x="0" y="6"/>
                    <a:pt x="0" y="8"/>
                  </a:cubicBezTo>
                  <a:cubicBezTo>
                    <a:pt x="1" y="11"/>
                    <a:pt x="10" y="12"/>
                    <a:pt x="19"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93" name="Freeform 789"/>
            <p:cNvSpPr/>
            <p:nvPr/>
          </p:nvSpPr>
          <p:spPr bwMode="auto">
            <a:xfrm>
              <a:off x="4021441" y="12088591"/>
              <a:ext cx="92075" cy="34925"/>
            </a:xfrm>
            <a:custGeom>
              <a:avLst/>
              <a:gdLst>
                <a:gd name="T0" fmla="*/ 18 w 34"/>
                <a:gd name="T1" fmla="*/ 11 h 13"/>
                <a:gd name="T2" fmla="*/ 33 w 34"/>
                <a:gd name="T3" fmla="*/ 3 h 13"/>
                <a:gd name="T4" fmla="*/ 15 w 34"/>
                <a:gd name="T5" fmla="*/ 2 h 13"/>
                <a:gd name="T6" fmla="*/ 1 w 34"/>
                <a:gd name="T7" fmla="*/ 10 h 13"/>
                <a:gd name="T8" fmla="*/ 18 w 34"/>
                <a:gd name="T9" fmla="*/ 11 h 13"/>
              </a:gdLst>
              <a:ahLst/>
              <a:cxnLst>
                <a:cxn ang="0">
                  <a:pos x="T0" y="T1"/>
                </a:cxn>
                <a:cxn ang="0">
                  <a:pos x="T2" y="T3"/>
                </a:cxn>
                <a:cxn ang="0">
                  <a:pos x="T4" y="T5"/>
                </a:cxn>
                <a:cxn ang="0">
                  <a:pos x="T6" y="T7"/>
                </a:cxn>
                <a:cxn ang="0">
                  <a:pos x="T8" y="T9"/>
                </a:cxn>
              </a:cxnLst>
              <a:rect l="0" t="0" r="r" b="b"/>
              <a:pathLst>
                <a:path w="34" h="13">
                  <a:moveTo>
                    <a:pt x="18" y="11"/>
                  </a:moveTo>
                  <a:cubicBezTo>
                    <a:pt x="27" y="9"/>
                    <a:pt x="34" y="5"/>
                    <a:pt x="33" y="3"/>
                  </a:cubicBezTo>
                  <a:cubicBezTo>
                    <a:pt x="31" y="1"/>
                    <a:pt x="23" y="0"/>
                    <a:pt x="15" y="2"/>
                  </a:cubicBezTo>
                  <a:cubicBezTo>
                    <a:pt x="6" y="4"/>
                    <a:pt x="0" y="8"/>
                    <a:pt x="1" y="10"/>
                  </a:cubicBezTo>
                  <a:cubicBezTo>
                    <a:pt x="2" y="13"/>
                    <a:pt x="10" y="13"/>
                    <a:pt x="18"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94" name="Freeform 790"/>
            <p:cNvSpPr/>
            <p:nvPr/>
          </p:nvSpPr>
          <p:spPr bwMode="auto">
            <a:xfrm>
              <a:off x="4232579" y="12036203"/>
              <a:ext cx="92075" cy="38100"/>
            </a:xfrm>
            <a:custGeom>
              <a:avLst/>
              <a:gdLst>
                <a:gd name="T0" fmla="*/ 19 w 34"/>
                <a:gd name="T1" fmla="*/ 11 h 14"/>
                <a:gd name="T2" fmla="*/ 33 w 34"/>
                <a:gd name="T3" fmla="*/ 3 h 14"/>
                <a:gd name="T4" fmla="*/ 16 w 34"/>
                <a:gd name="T5" fmla="*/ 2 h 14"/>
                <a:gd name="T6" fmla="*/ 1 w 34"/>
                <a:gd name="T7" fmla="*/ 11 h 14"/>
                <a:gd name="T8" fmla="*/ 19 w 34"/>
                <a:gd name="T9" fmla="*/ 11 h 14"/>
              </a:gdLst>
              <a:ahLst/>
              <a:cxnLst>
                <a:cxn ang="0">
                  <a:pos x="T0" y="T1"/>
                </a:cxn>
                <a:cxn ang="0">
                  <a:pos x="T2" y="T3"/>
                </a:cxn>
                <a:cxn ang="0">
                  <a:pos x="T4" y="T5"/>
                </a:cxn>
                <a:cxn ang="0">
                  <a:pos x="T6" y="T7"/>
                </a:cxn>
                <a:cxn ang="0">
                  <a:pos x="T8" y="T9"/>
                </a:cxn>
              </a:cxnLst>
              <a:rect l="0" t="0" r="r" b="b"/>
              <a:pathLst>
                <a:path w="34" h="14">
                  <a:moveTo>
                    <a:pt x="19" y="11"/>
                  </a:moveTo>
                  <a:cubicBezTo>
                    <a:pt x="28" y="9"/>
                    <a:pt x="34" y="5"/>
                    <a:pt x="33" y="3"/>
                  </a:cubicBezTo>
                  <a:cubicBezTo>
                    <a:pt x="32" y="0"/>
                    <a:pt x="24" y="0"/>
                    <a:pt x="16" y="2"/>
                  </a:cubicBezTo>
                  <a:cubicBezTo>
                    <a:pt x="7" y="4"/>
                    <a:pt x="0" y="8"/>
                    <a:pt x="1" y="11"/>
                  </a:cubicBezTo>
                  <a:cubicBezTo>
                    <a:pt x="1" y="14"/>
                    <a:pt x="10" y="14"/>
                    <a:pt x="1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95" name="Freeform 791"/>
            <p:cNvSpPr/>
            <p:nvPr/>
          </p:nvSpPr>
          <p:spPr bwMode="auto">
            <a:xfrm>
              <a:off x="4443716" y="11971116"/>
              <a:ext cx="93663" cy="42863"/>
            </a:xfrm>
            <a:custGeom>
              <a:avLst/>
              <a:gdLst>
                <a:gd name="T0" fmla="*/ 18 w 34"/>
                <a:gd name="T1" fmla="*/ 13 h 16"/>
                <a:gd name="T2" fmla="*/ 33 w 34"/>
                <a:gd name="T3" fmla="*/ 3 h 16"/>
                <a:gd name="T4" fmla="*/ 15 w 34"/>
                <a:gd name="T5" fmla="*/ 3 h 16"/>
                <a:gd name="T6" fmla="*/ 1 w 34"/>
                <a:gd name="T7" fmla="*/ 13 h 16"/>
                <a:gd name="T8" fmla="*/ 18 w 34"/>
                <a:gd name="T9" fmla="*/ 13 h 16"/>
              </a:gdLst>
              <a:ahLst/>
              <a:cxnLst>
                <a:cxn ang="0">
                  <a:pos x="T0" y="T1"/>
                </a:cxn>
                <a:cxn ang="0">
                  <a:pos x="T2" y="T3"/>
                </a:cxn>
                <a:cxn ang="0">
                  <a:pos x="T4" y="T5"/>
                </a:cxn>
                <a:cxn ang="0">
                  <a:pos x="T6" y="T7"/>
                </a:cxn>
                <a:cxn ang="0">
                  <a:pos x="T8" y="T9"/>
                </a:cxn>
              </a:cxnLst>
              <a:rect l="0" t="0" r="r" b="b"/>
              <a:pathLst>
                <a:path w="34" h="16">
                  <a:moveTo>
                    <a:pt x="18" y="13"/>
                  </a:moveTo>
                  <a:cubicBezTo>
                    <a:pt x="27" y="10"/>
                    <a:pt x="34" y="6"/>
                    <a:pt x="33" y="3"/>
                  </a:cubicBezTo>
                  <a:cubicBezTo>
                    <a:pt x="31" y="0"/>
                    <a:pt x="24" y="0"/>
                    <a:pt x="15" y="3"/>
                  </a:cubicBezTo>
                  <a:cubicBezTo>
                    <a:pt x="6" y="6"/>
                    <a:pt x="0" y="10"/>
                    <a:pt x="1" y="13"/>
                  </a:cubicBezTo>
                  <a:cubicBezTo>
                    <a:pt x="2" y="16"/>
                    <a:pt x="10" y="16"/>
                    <a:pt x="18"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96" name="Freeform 792"/>
            <p:cNvSpPr/>
            <p:nvPr/>
          </p:nvSpPr>
          <p:spPr bwMode="auto">
            <a:xfrm>
              <a:off x="4656441" y="11898091"/>
              <a:ext cx="92075" cy="49213"/>
            </a:xfrm>
            <a:custGeom>
              <a:avLst/>
              <a:gdLst>
                <a:gd name="T0" fmla="*/ 19 w 34"/>
                <a:gd name="T1" fmla="*/ 14 h 18"/>
                <a:gd name="T2" fmla="*/ 32 w 34"/>
                <a:gd name="T3" fmla="*/ 3 h 18"/>
                <a:gd name="T4" fmla="*/ 15 w 34"/>
                <a:gd name="T5" fmla="*/ 3 h 18"/>
                <a:gd name="T6" fmla="*/ 1 w 34"/>
                <a:gd name="T7" fmla="*/ 14 h 18"/>
                <a:gd name="T8" fmla="*/ 19 w 34"/>
                <a:gd name="T9" fmla="*/ 14 h 18"/>
              </a:gdLst>
              <a:ahLst/>
              <a:cxnLst>
                <a:cxn ang="0">
                  <a:pos x="T0" y="T1"/>
                </a:cxn>
                <a:cxn ang="0">
                  <a:pos x="T2" y="T3"/>
                </a:cxn>
                <a:cxn ang="0">
                  <a:pos x="T4" y="T5"/>
                </a:cxn>
                <a:cxn ang="0">
                  <a:pos x="T6" y="T7"/>
                </a:cxn>
                <a:cxn ang="0">
                  <a:pos x="T8" y="T9"/>
                </a:cxn>
              </a:cxnLst>
              <a:rect l="0" t="0" r="r" b="b"/>
              <a:pathLst>
                <a:path w="34" h="18">
                  <a:moveTo>
                    <a:pt x="19" y="14"/>
                  </a:moveTo>
                  <a:cubicBezTo>
                    <a:pt x="28" y="11"/>
                    <a:pt x="34" y="6"/>
                    <a:pt x="32" y="3"/>
                  </a:cubicBezTo>
                  <a:cubicBezTo>
                    <a:pt x="31" y="0"/>
                    <a:pt x="24" y="0"/>
                    <a:pt x="15" y="3"/>
                  </a:cubicBezTo>
                  <a:cubicBezTo>
                    <a:pt x="6" y="7"/>
                    <a:pt x="0" y="12"/>
                    <a:pt x="1" y="14"/>
                  </a:cubicBezTo>
                  <a:cubicBezTo>
                    <a:pt x="1" y="18"/>
                    <a:pt x="10" y="17"/>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97" name="Freeform 793"/>
            <p:cNvSpPr/>
            <p:nvPr/>
          </p:nvSpPr>
          <p:spPr bwMode="auto">
            <a:xfrm>
              <a:off x="4867579" y="11817128"/>
              <a:ext cx="90488" cy="50800"/>
            </a:xfrm>
            <a:custGeom>
              <a:avLst/>
              <a:gdLst>
                <a:gd name="T0" fmla="*/ 18 w 33"/>
                <a:gd name="T1" fmla="*/ 16 h 19"/>
                <a:gd name="T2" fmla="*/ 32 w 33"/>
                <a:gd name="T3" fmla="*/ 4 h 19"/>
                <a:gd name="T4" fmla="*/ 15 w 33"/>
                <a:gd name="T5" fmla="*/ 4 h 19"/>
                <a:gd name="T6" fmla="*/ 0 w 33"/>
                <a:gd name="T7" fmla="*/ 16 h 19"/>
                <a:gd name="T8" fmla="*/ 18 w 33"/>
                <a:gd name="T9" fmla="*/ 16 h 19"/>
              </a:gdLst>
              <a:ahLst/>
              <a:cxnLst>
                <a:cxn ang="0">
                  <a:pos x="T0" y="T1"/>
                </a:cxn>
                <a:cxn ang="0">
                  <a:pos x="T2" y="T3"/>
                </a:cxn>
                <a:cxn ang="0">
                  <a:pos x="T4" y="T5"/>
                </a:cxn>
                <a:cxn ang="0">
                  <a:pos x="T6" y="T7"/>
                </a:cxn>
                <a:cxn ang="0">
                  <a:pos x="T8" y="T9"/>
                </a:cxn>
              </a:cxnLst>
              <a:rect l="0" t="0" r="r" b="b"/>
              <a:pathLst>
                <a:path w="33" h="19">
                  <a:moveTo>
                    <a:pt x="18" y="16"/>
                  </a:moveTo>
                  <a:cubicBezTo>
                    <a:pt x="27" y="12"/>
                    <a:pt x="33" y="7"/>
                    <a:pt x="32" y="4"/>
                  </a:cubicBezTo>
                  <a:cubicBezTo>
                    <a:pt x="31" y="0"/>
                    <a:pt x="23" y="0"/>
                    <a:pt x="15" y="4"/>
                  </a:cubicBezTo>
                  <a:cubicBezTo>
                    <a:pt x="6" y="7"/>
                    <a:pt x="0" y="13"/>
                    <a:pt x="0" y="16"/>
                  </a:cubicBezTo>
                  <a:cubicBezTo>
                    <a:pt x="1" y="19"/>
                    <a:pt x="9" y="19"/>
                    <a:pt x="18"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98" name="Freeform 794"/>
            <p:cNvSpPr/>
            <p:nvPr/>
          </p:nvSpPr>
          <p:spPr bwMode="auto">
            <a:xfrm>
              <a:off x="5077129" y="11732991"/>
              <a:ext cx="92075" cy="53975"/>
            </a:xfrm>
            <a:custGeom>
              <a:avLst/>
              <a:gdLst>
                <a:gd name="T0" fmla="*/ 18 w 34"/>
                <a:gd name="T1" fmla="*/ 17 h 20"/>
                <a:gd name="T2" fmla="*/ 32 w 34"/>
                <a:gd name="T3" fmla="*/ 3 h 20"/>
                <a:gd name="T4" fmla="*/ 14 w 34"/>
                <a:gd name="T5" fmla="*/ 4 h 20"/>
                <a:gd name="T6" fmla="*/ 1 w 34"/>
                <a:gd name="T7" fmla="*/ 17 h 20"/>
                <a:gd name="T8" fmla="*/ 18 w 34"/>
                <a:gd name="T9" fmla="*/ 17 h 20"/>
              </a:gdLst>
              <a:ahLst/>
              <a:cxnLst>
                <a:cxn ang="0">
                  <a:pos x="T0" y="T1"/>
                </a:cxn>
                <a:cxn ang="0">
                  <a:pos x="T2" y="T3"/>
                </a:cxn>
                <a:cxn ang="0">
                  <a:pos x="T4" y="T5"/>
                </a:cxn>
                <a:cxn ang="0">
                  <a:pos x="T6" y="T7"/>
                </a:cxn>
                <a:cxn ang="0">
                  <a:pos x="T8" y="T9"/>
                </a:cxn>
              </a:cxnLst>
              <a:rect l="0" t="0" r="r" b="b"/>
              <a:pathLst>
                <a:path w="34" h="20">
                  <a:moveTo>
                    <a:pt x="18" y="17"/>
                  </a:moveTo>
                  <a:cubicBezTo>
                    <a:pt x="27" y="13"/>
                    <a:pt x="34" y="7"/>
                    <a:pt x="32" y="3"/>
                  </a:cubicBezTo>
                  <a:cubicBezTo>
                    <a:pt x="31" y="0"/>
                    <a:pt x="23" y="0"/>
                    <a:pt x="14" y="4"/>
                  </a:cubicBezTo>
                  <a:cubicBezTo>
                    <a:pt x="6" y="7"/>
                    <a:pt x="0" y="13"/>
                    <a:pt x="1" y="17"/>
                  </a:cubicBezTo>
                  <a:cubicBezTo>
                    <a:pt x="2" y="20"/>
                    <a:pt x="10" y="20"/>
                    <a:pt x="1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799" name="Freeform 795"/>
            <p:cNvSpPr/>
            <p:nvPr/>
          </p:nvSpPr>
          <p:spPr bwMode="auto">
            <a:xfrm>
              <a:off x="5288266" y="11639328"/>
              <a:ext cx="87313" cy="63500"/>
            </a:xfrm>
            <a:custGeom>
              <a:avLst/>
              <a:gdLst>
                <a:gd name="T0" fmla="*/ 18 w 32"/>
                <a:gd name="T1" fmla="*/ 19 h 23"/>
                <a:gd name="T2" fmla="*/ 32 w 32"/>
                <a:gd name="T3" fmla="*/ 5 h 23"/>
                <a:gd name="T4" fmla="*/ 15 w 32"/>
                <a:gd name="T5" fmla="*/ 4 h 23"/>
                <a:gd name="T6" fmla="*/ 0 w 32"/>
                <a:gd name="T7" fmla="*/ 18 h 23"/>
                <a:gd name="T8" fmla="*/ 18 w 32"/>
                <a:gd name="T9" fmla="*/ 19 h 23"/>
              </a:gdLst>
              <a:ahLst/>
              <a:cxnLst>
                <a:cxn ang="0">
                  <a:pos x="T0" y="T1"/>
                </a:cxn>
                <a:cxn ang="0">
                  <a:pos x="T2" y="T3"/>
                </a:cxn>
                <a:cxn ang="0">
                  <a:pos x="T4" y="T5"/>
                </a:cxn>
                <a:cxn ang="0">
                  <a:pos x="T6" y="T7"/>
                </a:cxn>
                <a:cxn ang="0">
                  <a:pos x="T8" y="T9"/>
                </a:cxn>
              </a:cxnLst>
              <a:rect l="0" t="0" r="r" b="b"/>
              <a:pathLst>
                <a:path w="32" h="23">
                  <a:moveTo>
                    <a:pt x="18" y="19"/>
                  </a:moveTo>
                  <a:cubicBezTo>
                    <a:pt x="26" y="15"/>
                    <a:pt x="32" y="9"/>
                    <a:pt x="32" y="5"/>
                  </a:cubicBezTo>
                  <a:cubicBezTo>
                    <a:pt x="31" y="1"/>
                    <a:pt x="24" y="0"/>
                    <a:pt x="15" y="4"/>
                  </a:cubicBezTo>
                  <a:cubicBezTo>
                    <a:pt x="6" y="7"/>
                    <a:pt x="0" y="14"/>
                    <a:pt x="0" y="18"/>
                  </a:cubicBezTo>
                  <a:cubicBezTo>
                    <a:pt x="0" y="22"/>
                    <a:pt x="9" y="23"/>
                    <a:pt x="18"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00" name="Freeform 796"/>
            <p:cNvSpPr/>
            <p:nvPr/>
          </p:nvSpPr>
          <p:spPr bwMode="auto">
            <a:xfrm>
              <a:off x="5497816" y="11542491"/>
              <a:ext cx="88900" cy="65088"/>
            </a:xfrm>
            <a:custGeom>
              <a:avLst/>
              <a:gdLst>
                <a:gd name="T0" fmla="*/ 19 w 33"/>
                <a:gd name="T1" fmla="*/ 20 h 24"/>
                <a:gd name="T2" fmla="*/ 32 w 33"/>
                <a:gd name="T3" fmla="*/ 5 h 24"/>
                <a:gd name="T4" fmla="*/ 15 w 33"/>
                <a:gd name="T5" fmla="*/ 4 h 24"/>
                <a:gd name="T6" fmla="*/ 0 w 33"/>
                <a:gd name="T7" fmla="*/ 19 h 24"/>
                <a:gd name="T8" fmla="*/ 19 w 33"/>
                <a:gd name="T9" fmla="*/ 20 h 24"/>
              </a:gdLst>
              <a:ahLst/>
              <a:cxnLst>
                <a:cxn ang="0">
                  <a:pos x="T0" y="T1"/>
                </a:cxn>
                <a:cxn ang="0">
                  <a:pos x="T2" y="T3"/>
                </a:cxn>
                <a:cxn ang="0">
                  <a:pos x="T4" y="T5"/>
                </a:cxn>
                <a:cxn ang="0">
                  <a:pos x="T6" y="T7"/>
                </a:cxn>
                <a:cxn ang="0">
                  <a:pos x="T8" y="T9"/>
                </a:cxn>
              </a:cxnLst>
              <a:rect l="0" t="0" r="r" b="b"/>
              <a:pathLst>
                <a:path w="33" h="24">
                  <a:moveTo>
                    <a:pt x="19" y="20"/>
                  </a:moveTo>
                  <a:cubicBezTo>
                    <a:pt x="27" y="16"/>
                    <a:pt x="33" y="9"/>
                    <a:pt x="32" y="5"/>
                  </a:cubicBezTo>
                  <a:cubicBezTo>
                    <a:pt x="31" y="0"/>
                    <a:pt x="23" y="0"/>
                    <a:pt x="15" y="4"/>
                  </a:cubicBezTo>
                  <a:cubicBezTo>
                    <a:pt x="6" y="8"/>
                    <a:pt x="0" y="15"/>
                    <a:pt x="0" y="19"/>
                  </a:cubicBezTo>
                  <a:cubicBezTo>
                    <a:pt x="1" y="24"/>
                    <a:pt x="10" y="24"/>
                    <a:pt x="19"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01" name="Freeform 797"/>
            <p:cNvSpPr/>
            <p:nvPr/>
          </p:nvSpPr>
          <p:spPr bwMode="auto">
            <a:xfrm>
              <a:off x="5705779" y="11442478"/>
              <a:ext cx="90488" cy="73025"/>
            </a:xfrm>
            <a:custGeom>
              <a:avLst/>
              <a:gdLst>
                <a:gd name="T0" fmla="*/ 19 w 33"/>
                <a:gd name="T1" fmla="*/ 22 h 27"/>
                <a:gd name="T2" fmla="*/ 32 w 33"/>
                <a:gd name="T3" fmla="*/ 6 h 27"/>
                <a:gd name="T4" fmla="*/ 14 w 33"/>
                <a:gd name="T5" fmla="*/ 4 h 27"/>
                <a:gd name="T6" fmla="*/ 0 w 33"/>
                <a:gd name="T7" fmla="*/ 21 h 27"/>
                <a:gd name="T8" fmla="*/ 19 w 33"/>
                <a:gd name="T9" fmla="*/ 22 h 27"/>
              </a:gdLst>
              <a:ahLst/>
              <a:cxnLst>
                <a:cxn ang="0">
                  <a:pos x="T0" y="T1"/>
                </a:cxn>
                <a:cxn ang="0">
                  <a:pos x="T2" y="T3"/>
                </a:cxn>
                <a:cxn ang="0">
                  <a:pos x="T4" y="T5"/>
                </a:cxn>
                <a:cxn ang="0">
                  <a:pos x="T6" y="T7"/>
                </a:cxn>
                <a:cxn ang="0">
                  <a:pos x="T8" y="T9"/>
                </a:cxn>
              </a:cxnLst>
              <a:rect l="0" t="0" r="r" b="b"/>
              <a:pathLst>
                <a:path w="33" h="27">
                  <a:moveTo>
                    <a:pt x="19" y="22"/>
                  </a:moveTo>
                  <a:cubicBezTo>
                    <a:pt x="27" y="18"/>
                    <a:pt x="33" y="11"/>
                    <a:pt x="32" y="6"/>
                  </a:cubicBezTo>
                  <a:cubicBezTo>
                    <a:pt x="31" y="1"/>
                    <a:pt x="23" y="0"/>
                    <a:pt x="14" y="4"/>
                  </a:cubicBezTo>
                  <a:cubicBezTo>
                    <a:pt x="6" y="8"/>
                    <a:pt x="0" y="16"/>
                    <a:pt x="0" y="21"/>
                  </a:cubicBezTo>
                  <a:cubicBezTo>
                    <a:pt x="1" y="26"/>
                    <a:pt x="10" y="27"/>
                    <a:pt x="19"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02" name="Freeform 798"/>
            <p:cNvSpPr/>
            <p:nvPr/>
          </p:nvSpPr>
          <p:spPr bwMode="auto">
            <a:xfrm>
              <a:off x="5912154" y="11340878"/>
              <a:ext cx="93663" cy="79375"/>
            </a:xfrm>
            <a:custGeom>
              <a:avLst/>
              <a:gdLst>
                <a:gd name="T0" fmla="*/ 19 w 34"/>
                <a:gd name="T1" fmla="*/ 26 h 29"/>
                <a:gd name="T2" fmla="*/ 33 w 34"/>
                <a:gd name="T3" fmla="*/ 8 h 29"/>
                <a:gd name="T4" fmla="*/ 16 w 34"/>
                <a:gd name="T5" fmla="*/ 4 h 29"/>
                <a:gd name="T6" fmla="*/ 2 w 34"/>
                <a:gd name="T7" fmla="*/ 23 h 29"/>
                <a:gd name="T8" fmla="*/ 19 w 34"/>
                <a:gd name="T9" fmla="*/ 26 h 29"/>
              </a:gdLst>
              <a:ahLst/>
              <a:cxnLst>
                <a:cxn ang="0">
                  <a:pos x="T0" y="T1"/>
                </a:cxn>
                <a:cxn ang="0">
                  <a:pos x="T2" y="T3"/>
                </a:cxn>
                <a:cxn ang="0">
                  <a:pos x="T4" y="T5"/>
                </a:cxn>
                <a:cxn ang="0">
                  <a:pos x="T6" y="T7"/>
                </a:cxn>
                <a:cxn ang="0">
                  <a:pos x="T8" y="T9"/>
                </a:cxn>
              </a:cxnLst>
              <a:rect l="0" t="0" r="r" b="b"/>
              <a:pathLst>
                <a:path w="34" h="29">
                  <a:moveTo>
                    <a:pt x="19" y="26"/>
                  </a:moveTo>
                  <a:cubicBezTo>
                    <a:pt x="28" y="22"/>
                    <a:pt x="34" y="14"/>
                    <a:pt x="33" y="8"/>
                  </a:cubicBezTo>
                  <a:cubicBezTo>
                    <a:pt x="32" y="2"/>
                    <a:pt x="25" y="0"/>
                    <a:pt x="16" y="4"/>
                  </a:cubicBezTo>
                  <a:cubicBezTo>
                    <a:pt x="7" y="8"/>
                    <a:pt x="0" y="17"/>
                    <a:pt x="2" y="23"/>
                  </a:cubicBezTo>
                  <a:cubicBezTo>
                    <a:pt x="3" y="28"/>
                    <a:pt x="11" y="29"/>
                    <a:pt x="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03" name="Freeform 799"/>
            <p:cNvSpPr/>
            <p:nvPr/>
          </p:nvSpPr>
          <p:spPr bwMode="auto">
            <a:xfrm>
              <a:off x="6121704" y="11244041"/>
              <a:ext cx="92075" cy="85725"/>
            </a:xfrm>
            <a:custGeom>
              <a:avLst/>
              <a:gdLst>
                <a:gd name="T0" fmla="*/ 19 w 34"/>
                <a:gd name="T1" fmla="*/ 28 h 32"/>
                <a:gd name="T2" fmla="*/ 33 w 34"/>
                <a:gd name="T3" fmla="*/ 9 h 32"/>
                <a:gd name="T4" fmla="*/ 16 w 34"/>
                <a:gd name="T5" fmla="*/ 4 h 32"/>
                <a:gd name="T6" fmla="*/ 2 w 34"/>
                <a:gd name="T7" fmla="*/ 24 h 32"/>
                <a:gd name="T8" fmla="*/ 19 w 34"/>
                <a:gd name="T9" fmla="*/ 28 h 32"/>
              </a:gdLst>
              <a:ahLst/>
              <a:cxnLst>
                <a:cxn ang="0">
                  <a:pos x="T0" y="T1"/>
                </a:cxn>
                <a:cxn ang="0">
                  <a:pos x="T2" y="T3"/>
                </a:cxn>
                <a:cxn ang="0">
                  <a:pos x="T4" y="T5"/>
                </a:cxn>
                <a:cxn ang="0">
                  <a:pos x="T6" y="T7"/>
                </a:cxn>
                <a:cxn ang="0">
                  <a:pos x="T8" y="T9"/>
                </a:cxn>
              </a:cxnLst>
              <a:rect l="0" t="0" r="r" b="b"/>
              <a:pathLst>
                <a:path w="34" h="32">
                  <a:moveTo>
                    <a:pt x="19" y="28"/>
                  </a:moveTo>
                  <a:cubicBezTo>
                    <a:pt x="28" y="24"/>
                    <a:pt x="34" y="16"/>
                    <a:pt x="33" y="9"/>
                  </a:cubicBezTo>
                  <a:cubicBezTo>
                    <a:pt x="33" y="2"/>
                    <a:pt x="25" y="0"/>
                    <a:pt x="16" y="4"/>
                  </a:cubicBezTo>
                  <a:cubicBezTo>
                    <a:pt x="7" y="8"/>
                    <a:pt x="0" y="17"/>
                    <a:pt x="2" y="24"/>
                  </a:cubicBezTo>
                  <a:cubicBezTo>
                    <a:pt x="3" y="30"/>
                    <a:pt x="11" y="32"/>
                    <a:pt x="19"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04" name="Freeform 800"/>
            <p:cNvSpPr/>
            <p:nvPr/>
          </p:nvSpPr>
          <p:spPr bwMode="auto">
            <a:xfrm>
              <a:off x="3165779" y="12169553"/>
              <a:ext cx="90488" cy="22225"/>
            </a:xfrm>
            <a:custGeom>
              <a:avLst/>
              <a:gdLst>
                <a:gd name="T0" fmla="*/ 18 w 33"/>
                <a:gd name="T1" fmla="*/ 8 h 8"/>
                <a:gd name="T2" fmla="*/ 33 w 33"/>
                <a:gd name="T3" fmla="*/ 4 h 8"/>
                <a:gd name="T4" fmla="*/ 16 w 33"/>
                <a:gd name="T5" fmla="*/ 0 h 8"/>
                <a:gd name="T6" fmla="*/ 0 w 33"/>
                <a:gd name="T7" fmla="*/ 4 h 8"/>
                <a:gd name="T8" fmla="*/ 18 w 33"/>
                <a:gd name="T9" fmla="*/ 8 h 8"/>
              </a:gdLst>
              <a:ahLst/>
              <a:cxnLst>
                <a:cxn ang="0">
                  <a:pos x="T0" y="T1"/>
                </a:cxn>
                <a:cxn ang="0">
                  <a:pos x="T2" y="T3"/>
                </a:cxn>
                <a:cxn ang="0">
                  <a:pos x="T4" y="T5"/>
                </a:cxn>
                <a:cxn ang="0">
                  <a:pos x="T6" y="T7"/>
                </a:cxn>
                <a:cxn ang="0">
                  <a:pos x="T8" y="T9"/>
                </a:cxn>
              </a:cxnLst>
              <a:rect l="0" t="0" r="r" b="b"/>
              <a:pathLst>
                <a:path w="33" h="8">
                  <a:moveTo>
                    <a:pt x="18" y="8"/>
                  </a:moveTo>
                  <a:cubicBezTo>
                    <a:pt x="27" y="7"/>
                    <a:pt x="33" y="6"/>
                    <a:pt x="33" y="4"/>
                  </a:cubicBezTo>
                  <a:cubicBezTo>
                    <a:pt x="32" y="2"/>
                    <a:pt x="25" y="0"/>
                    <a:pt x="16" y="0"/>
                  </a:cubicBezTo>
                  <a:cubicBezTo>
                    <a:pt x="7" y="0"/>
                    <a:pt x="0" y="2"/>
                    <a:pt x="0" y="4"/>
                  </a:cubicBezTo>
                  <a:cubicBezTo>
                    <a:pt x="0" y="6"/>
                    <a:pt x="9" y="8"/>
                    <a:pt x="1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05" name="Freeform 801"/>
            <p:cNvSpPr/>
            <p:nvPr/>
          </p:nvSpPr>
          <p:spPr bwMode="auto">
            <a:xfrm>
              <a:off x="2948291" y="12174316"/>
              <a:ext cx="95250" cy="19050"/>
            </a:xfrm>
            <a:custGeom>
              <a:avLst/>
              <a:gdLst>
                <a:gd name="T0" fmla="*/ 19 w 35"/>
                <a:gd name="T1" fmla="*/ 7 h 7"/>
                <a:gd name="T2" fmla="*/ 34 w 35"/>
                <a:gd name="T3" fmla="*/ 3 h 7"/>
                <a:gd name="T4" fmla="*/ 15 w 35"/>
                <a:gd name="T5" fmla="*/ 0 h 7"/>
                <a:gd name="T6" fmla="*/ 1 w 35"/>
                <a:gd name="T7" fmla="*/ 4 h 7"/>
                <a:gd name="T8" fmla="*/ 19 w 35"/>
                <a:gd name="T9" fmla="*/ 7 h 7"/>
              </a:gdLst>
              <a:ahLst/>
              <a:cxnLst>
                <a:cxn ang="0">
                  <a:pos x="T0" y="T1"/>
                </a:cxn>
                <a:cxn ang="0">
                  <a:pos x="T2" y="T3"/>
                </a:cxn>
                <a:cxn ang="0">
                  <a:pos x="T4" y="T5"/>
                </a:cxn>
                <a:cxn ang="0">
                  <a:pos x="T6" y="T7"/>
                </a:cxn>
                <a:cxn ang="0">
                  <a:pos x="T8" y="T9"/>
                </a:cxn>
              </a:cxnLst>
              <a:rect l="0" t="0" r="r" b="b"/>
              <a:pathLst>
                <a:path w="35" h="7">
                  <a:moveTo>
                    <a:pt x="19" y="7"/>
                  </a:moveTo>
                  <a:cubicBezTo>
                    <a:pt x="28" y="7"/>
                    <a:pt x="35" y="5"/>
                    <a:pt x="34" y="3"/>
                  </a:cubicBezTo>
                  <a:cubicBezTo>
                    <a:pt x="32" y="1"/>
                    <a:pt x="24" y="0"/>
                    <a:pt x="15" y="0"/>
                  </a:cubicBezTo>
                  <a:cubicBezTo>
                    <a:pt x="7" y="1"/>
                    <a:pt x="0" y="2"/>
                    <a:pt x="1" y="4"/>
                  </a:cubicBezTo>
                  <a:cubicBezTo>
                    <a:pt x="2" y="6"/>
                    <a:pt x="10" y="7"/>
                    <a:pt x="1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06" name="Freeform 802"/>
            <p:cNvSpPr/>
            <p:nvPr/>
          </p:nvSpPr>
          <p:spPr bwMode="auto">
            <a:xfrm>
              <a:off x="2733979" y="12180666"/>
              <a:ext cx="95250" cy="15875"/>
            </a:xfrm>
            <a:custGeom>
              <a:avLst/>
              <a:gdLst>
                <a:gd name="T0" fmla="*/ 34 w 35"/>
                <a:gd name="T1" fmla="*/ 2 h 6"/>
                <a:gd name="T2" fmla="*/ 15 w 35"/>
                <a:gd name="T3" fmla="*/ 0 h 6"/>
                <a:gd name="T4" fmla="*/ 1 w 35"/>
                <a:gd name="T5" fmla="*/ 3 h 6"/>
                <a:gd name="T6" fmla="*/ 18 w 35"/>
                <a:gd name="T7" fmla="*/ 5 h 6"/>
                <a:gd name="T8" fmla="*/ 34 w 35"/>
                <a:gd name="T9" fmla="*/ 2 h 6"/>
              </a:gdLst>
              <a:ahLst/>
              <a:cxnLst>
                <a:cxn ang="0">
                  <a:pos x="T0" y="T1"/>
                </a:cxn>
                <a:cxn ang="0">
                  <a:pos x="T2" y="T3"/>
                </a:cxn>
                <a:cxn ang="0">
                  <a:pos x="T4" y="T5"/>
                </a:cxn>
                <a:cxn ang="0">
                  <a:pos x="T6" y="T7"/>
                </a:cxn>
                <a:cxn ang="0">
                  <a:pos x="T8" y="T9"/>
                </a:cxn>
              </a:cxnLst>
              <a:rect l="0" t="0" r="r" b="b"/>
              <a:pathLst>
                <a:path w="35" h="6">
                  <a:moveTo>
                    <a:pt x="34" y="2"/>
                  </a:moveTo>
                  <a:cubicBezTo>
                    <a:pt x="32" y="1"/>
                    <a:pt x="24" y="0"/>
                    <a:pt x="15" y="0"/>
                  </a:cubicBezTo>
                  <a:cubicBezTo>
                    <a:pt x="7" y="0"/>
                    <a:pt x="0" y="2"/>
                    <a:pt x="1" y="3"/>
                  </a:cubicBezTo>
                  <a:cubicBezTo>
                    <a:pt x="2" y="4"/>
                    <a:pt x="10" y="6"/>
                    <a:pt x="18" y="5"/>
                  </a:cubicBezTo>
                  <a:cubicBezTo>
                    <a:pt x="28" y="5"/>
                    <a:pt x="35" y="4"/>
                    <a:pt x="3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07" name="Freeform 803"/>
            <p:cNvSpPr/>
            <p:nvPr/>
          </p:nvSpPr>
          <p:spPr bwMode="auto">
            <a:xfrm>
              <a:off x="2519666" y="12182253"/>
              <a:ext cx="92075" cy="14288"/>
            </a:xfrm>
            <a:custGeom>
              <a:avLst/>
              <a:gdLst>
                <a:gd name="T0" fmla="*/ 33 w 34"/>
                <a:gd name="T1" fmla="*/ 3 h 5"/>
                <a:gd name="T2" fmla="*/ 17 w 34"/>
                <a:gd name="T3" fmla="*/ 0 h 5"/>
                <a:gd name="T4" fmla="*/ 1 w 34"/>
                <a:gd name="T5" fmla="*/ 3 h 5"/>
                <a:gd name="T6" fmla="*/ 19 w 34"/>
                <a:gd name="T7" fmla="*/ 5 h 5"/>
                <a:gd name="T8" fmla="*/ 33 w 34"/>
                <a:gd name="T9" fmla="*/ 3 h 5"/>
              </a:gdLst>
              <a:ahLst/>
              <a:cxnLst>
                <a:cxn ang="0">
                  <a:pos x="T0" y="T1"/>
                </a:cxn>
                <a:cxn ang="0">
                  <a:pos x="T2" y="T3"/>
                </a:cxn>
                <a:cxn ang="0">
                  <a:pos x="T4" y="T5"/>
                </a:cxn>
                <a:cxn ang="0">
                  <a:pos x="T6" y="T7"/>
                </a:cxn>
                <a:cxn ang="0">
                  <a:pos x="T8" y="T9"/>
                </a:cxn>
              </a:cxnLst>
              <a:rect l="0" t="0" r="r" b="b"/>
              <a:pathLst>
                <a:path w="34" h="5">
                  <a:moveTo>
                    <a:pt x="33" y="3"/>
                  </a:moveTo>
                  <a:cubicBezTo>
                    <a:pt x="33" y="1"/>
                    <a:pt x="26" y="0"/>
                    <a:pt x="17" y="0"/>
                  </a:cubicBezTo>
                  <a:cubicBezTo>
                    <a:pt x="7" y="0"/>
                    <a:pt x="0" y="2"/>
                    <a:pt x="1" y="3"/>
                  </a:cubicBezTo>
                  <a:cubicBezTo>
                    <a:pt x="2" y="4"/>
                    <a:pt x="10" y="5"/>
                    <a:pt x="19" y="5"/>
                  </a:cubicBezTo>
                  <a:cubicBezTo>
                    <a:pt x="27" y="5"/>
                    <a:pt x="34" y="4"/>
                    <a:pt x="3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08" name="Freeform 804"/>
            <p:cNvSpPr/>
            <p:nvPr/>
          </p:nvSpPr>
          <p:spPr bwMode="auto">
            <a:xfrm>
              <a:off x="2305354" y="12188603"/>
              <a:ext cx="92075" cy="7938"/>
            </a:xfrm>
            <a:custGeom>
              <a:avLst/>
              <a:gdLst>
                <a:gd name="T0" fmla="*/ 19 w 34"/>
                <a:gd name="T1" fmla="*/ 3 h 3"/>
                <a:gd name="T2" fmla="*/ 33 w 34"/>
                <a:gd name="T3" fmla="*/ 1 h 3"/>
                <a:gd name="T4" fmla="*/ 17 w 34"/>
                <a:gd name="T5" fmla="*/ 0 h 3"/>
                <a:gd name="T6" fmla="*/ 1 w 34"/>
                <a:gd name="T7" fmla="*/ 2 h 3"/>
                <a:gd name="T8" fmla="*/ 19 w 34"/>
                <a:gd name="T9" fmla="*/ 3 h 3"/>
              </a:gdLst>
              <a:ahLst/>
              <a:cxnLst>
                <a:cxn ang="0">
                  <a:pos x="T0" y="T1"/>
                </a:cxn>
                <a:cxn ang="0">
                  <a:pos x="T2" y="T3"/>
                </a:cxn>
                <a:cxn ang="0">
                  <a:pos x="T4" y="T5"/>
                </a:cxn>
                <a:cxn ang="0">
                  <a:pos x="T6" y="T7"/>
                </a:cxn>
                <a:cxn ang="0">
                  <a:pos x="T8" y="T9"/>
                </a:cxn>
              </a:cxnLst>
              <a:rect l="0" t="0" r="r" b="b"/>
              <a:pathLst>
                <a:path w="34" h="3">
                  <a:moveTo>
                    <a:pt x="19" y="3"/>
                  </a:moveTo>
                  <a:cubicBezTo>
                    <a:pt x="27" y="3"/>
                    <a:pt x="34" y="2"/>
                    <a:pt x="33" y="1"/>
                  </a:cubicBezTo>
                  <a:cubicBezTo>
                    <a:pt x="33" y="0"/>
                    <a:pt x="25" y="0"/>
                    <a:pt x="17" y="0"/>
                  </a:cubicBezTo>
                  <a:cubicBezTo>
                    <a:pt x="7" y="0"/>
                    <a:pt x="0" y="1"/>
                    <a:pt x="1" y="2"/>
                  </a:cubicBezTo>
                  <a:cubicBezTo>
                    <a:pt x="2" y="3"/>
                    <a:pt x="10" y="3"/>
                    <a:pt x="1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09" name="Freeform 805"/>
            <p:cNvSpPr/>
            <p:nvPr/>
          </p:nvSpPr>
          <p:spPr bwMode="auto">
            <a:xfrm>
              <a:off x="2094216" y="12191778"/>
              <a:ext cx="88900" cy="7938"/>
            </a:xfrm>
            <a:custGeom>
              <a:avLst/>
              <a:gdLst>
                <a:gd name="T0" fmla="*/ 17 w 33"/>
                <a:gd name="T1" fmla="*/ 3 h 3"/>
                <a:gd name="T2" fmla="*/ 32 w 33"/>
                <a:gd name="T3" fmla="*/ 2 h 3"/>
                <a:gd name="T4" fmla="*/ 15 w 33"/>
                <a:gd name="T5" fmla="*/ 0 h 3"/>
                <a:gd name="T6" fmla="*/ 0 w 33"/>
                <a:gd name="T7" fmla="*/ 2 h 3"/>
                <a:gd name="T8" fmla="*/ 17 w 33"/>
                <a:gd name="T9" fmla="*/ 3 h 3"/>
              </a:gdLst>
              <a:ahLst/>
              <a:cxnLst>
                <a:cxn ang="0">
                  <a:pos x="T0" y="T1"/>
                </a:cxn>
                <a:cxn ang="0">
                  <a:pos x="T2" y="T3"/>
                </a:cxn>
                <a:cxn ang="0">
                  <a:pos x="T4" y="T5"/>
                </a:cxn>
                <a:cxn ang="0">
                  <a:pos x="T6" y="T7"/>
                </a:cxn>
                <a:cxn ang="0">
                  <a:pos x="T8" y="T9"/>
                </a:cxn>
              </a:cxnLst>
              <a:rect l="0" t="0" r="r" b="b"/>
              <a:pathLst>
                <a:path w="33" h="3">
                  <a:moveTo>
                    <a:pt x="17" y="3"/>
                  </a:moveTo>
                  <a:cubicBezTo>
                    <a:pt x="26" y="3"/>
                    <a:pt x="33" y="2"/>
                    <a:pt x="32" y="2"/>
                  </a:cubicBezTo>
                  <a:cubicBezTo>
                    <a:pt x="32" y="1"/>
                    <a:pt x="24" y="0"/>
                    <a:pt x="15" y="0"/>
                  </a:cubicBezTo>
                  <a:cubicBezTo>
                    <a:pt x="7" y="1"/>
                    <a:pt x="0" y="2"/>
                    <a:pt x="0" y="2"/>
                  </a:cubicBezTo>
                  <a:cubicBezTo>
                    <a:pt x="0" y="3"/>
                    <a:pt x="8" y="3"/>
                    <a:pt x="1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10" name="Freeform 806"/>
            <p:cNvSpPr/>
            <p:nvPr/>
          </p:nvSpPr>
          <p:spPr bwMode="auto">
            <a:xfrm>
              <a:off x="1876729" y="12199716"/>
              <a:ext cx="92075" cy="4763"/>
            </a:xfrm>
            <a:custGeom>
              <a:avLst/>
              <a:gdLst>
                <a:gd name="T0" fmla="*/ 19 w 34"/>
                <a:gd name="T1" fmla="*/ 2 h 2"/>
                <a:gd name="T2" fmla="*/ 33 w 34"/>
                <a:gd name="T3" fmla="*/ 1 h 2"/>
                <a:gd name="T4" fmla="*/ 16 w 34"/>
                <a:gd name="T5" fmla="*/ 0 h 2"/>
                <a:gd name="T6" fmla="*/ 1 w 34"/>
                <a:gd name="T7" fmla="*/ 2 h 2"/>
                <a:gd name="T8" fmla="*/ 19 w 34"/>
                <a:gd name="T9" fmla="*/ 2 h 2"/>
              </a:gdLst>
              <a:ahLst/>
              <a:cxnLst>
                <a:cxn ang="0">
                  <a:pos x="T0" y="T1"/>
                </a:cxn>
                <a:cxn ang="0">
                  <a:pos x="T2" y="T3"/>
                </a:cxn>
                <a:cxn ang="0">
                  <a:pos x="T4" y="T5"/>
                </a:cxn>
                <a:cxn ang="0">
                  <a:pos x="T6" y="T7"/>
                </a:cxn>
                <a:cxn ang="0">
                  <a:pos x="T8" y="T9"/>
                </a:cxn>
              </a:cxnLst>
              <a:rect l="0" t="0" r="r" b="b"/>
              <a:pathLst>
                <a:path w="34" h="2">
                  <a:moveTo>
                    <a:pt x="19" y="2"/>
                  </a:moveTo>
                  <a:cubicBezTo>
                    <a:pt x="28" y="2"/>
                    <a:pt x="34" y="1"/>
                    <a:pt x="33" y="1"/>
                  </a:cubicBezTo>
                  <a:cubicBezTo>
                    <a:pt x="32" y="0"/>
                    <a:pt x="25" y="0"/>
                    <a:pt x="16" y="0"/>
                  </a:cubicBezTo>
                  <a:cubicBezTo>
                    <a:pt x="7" y="0"/>
                    <a:pt x="0" y="1"/>
                    <a:pt x="1" y="2"/>
                  </a:cubicBezTo>
                  <a:cubicBezTo>
                    <a:pt x="1" y="2"/>
                    <a:pt x="10" y="2"/>
                    <a:pt x="1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11" name="Freeform 807"/>
            <p:cNvSpPr/>
            <p:nvPr/>
          </p:nvSpPr>
          <p:spPr bwMode="auto">
            <a:xfrm>
              <a:off x="1236966" y="12242578"/>
              <a:ext cx="92075" cy="11113"/>
            </a:xfrm>
            <a:custGeom>
              <a:avLst/>
              <a:gdLst>
                <a:gd name="T0" fmla="*/ 32 w 34"/>
                <a:gd name="T1" fmla="*/ 0 h 4"/>
                <a:gd name="T2" fmla="*/ 16 w 34"/>
                <a:gd name="T3" fmla="*/ 1 h 4"/>
                <a:gd name="T4" fmla="*/ 0 w 34"/>
                <a:gd name="T5" fmla="*/ 4 h 4"/>
                <a:gd name="T6" fmla="*/ 17 w 34"/>
                <a:gd name="T7" fmla="*/ 2 h 4"/>
                <a:gd name="T8" fmla="*/ 11 w 34"/>
                <a:gd name="T9" fmla="*/ 3 h 4"/>
                <a:gd name="T10" fmla="*/ 22 w 34"/>
                <a:gd name="T11" fmla="*/ 2 h 4"/>
                <a:gd name="T12" fmla="*/ 28 w 34"/>
                <a:gd name="T13" fmla="*/ 1 h 4"/>
                <a:gd name="T14" fmla="*/ 30 w 34"/>
                <a:gd name="T15" fmla="*/ 1 h 4"/>
                <a:gd name="T16" fmla="*/ 34 w 34"/>
                <a:gd name="T17" fmla="*/ 0 h 4"/>
                <a:gd name="T18" fmla="*/ 29 w 34"/>
                <a:gd name="T19" fmla="*/ 1 h 4"/>
                <a:gd name="T20" fmla="*/ 32 w 34"/>
                <a:gd name="T2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4">
                  <a:moveTo>
                    <a:pt x="32" y="0"/>
                  </a:moveTo>
                  <a:cubicBezTo>
                    <a:pt x="32" y="0"/>
                    <a:pt x="24" y="0"/>
                    <a:pt x="16" y="1"/>
                  </a:cubicBezTo>
                  <a:cubicBezTo>
                    <a:pt x="7" y="2"/>
                    <a:pt x="0" y="3"/>
                    <a:pt x="0" y="4"/>
                  </a:cubicBezTo>
                  <a:cubicBezTo>
                    <a:pt x="0" y="4"/>
                    <a:pt x="8" y="3"/>
                    <a:pt x="17" y="2"/>
                  </a:cubicBezTo>
                  <a:cubicBezTo>
                    <a:pt x="13" y="3"/>
                    <a:pt x="11" y="3"/>
                    <a:pt x="11" y="3"/>
                  </a:cubicBezTo>
                  <a:cubicBezTo>
                    <a:pt x="12" y="3"/>
                    <a:pt x="16" y="3"/>
                    <a:pt x="22" y="2"/>
                  </a:cubicBezTo>
                  <a:cubicBezTo>
                    <a:pt x="24" y="2"/>
                    <a:pt x="26" y="1"/>
                    <a:pt x="28" y="1"/>
                  </a:cubicBezTo>
                  <a:cubicBezTo>
                    <a:pt x="29" y="1"/>
                    <a:pt x="29" y="1"/>
                    <a:pt x="30" y="1"/>
                  </a:cubicBezTo>
                  <a:cubicBezTo>
                    <a:pt x="31" y="1"/>
                    <a:pt x="33" y="0"/>
                    <a:pt x="34" y="0"/>
                  </a:cubicBezTo>
                  <a:cubicBezTo>
                    <a:pt x="32" y="0"/>
                    <a:pt x="31" y="1"/>
                    <a:pt x="29" y="1"/>
                  </a:cubicBezTo>
                  <a:cubicBezTo>
                    <a:pt x="32" y="1"/>
                    <a:pt x="33" y="0"/>
                    <a:pt x="3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12" name="Freeform 809"/>
            <p:cNvSpPr/>
            <p:nvPr/>
          </p:nvSpPr>
          <p:spPr bwMode="auto">
            <a:xfrm>
              <a:off x="1022654" y="12269566"/>
              <a:ext cx="92075" cy="14288"/>
            </a:xfrm>
            <a:custGeom>
              <a:avLst/>
              <a:gdLst>
                <a:gd name="T0" fmla="*/ 19 w 34"/>
                <a:gd name="T1" fmla="*/ 3 h 5"/>
                <a:gd name="T2" fmla="*/ 33 w 34"/>
                <a:gd name="T3" fmla="*/ 0 h 5"/>
                <a:gd name="T4" fmla="*/ 16 w 34"/>
                <a:gd name="T5" fmla="*/ 2 h 5"/>
                <a:gd name="T6" fmla="*/ 1 w 34"/>
                <a:gd name="T7" fmla="*/ 5 h 5"/>
                <a:gd name="T8" fmla="*/ 19 w 34"/>
                <a:gd name="T9" fmla="*/ 3 h 5"/>
              </a:gdLst>
              <a:ahLst/>
              <a:cxnLst>
                <a:cxn ang="0">
                  <a:pos x="T0" y="T1"/>
                </a:cxn>
                <a:cxn ang="0">
                  <a:pos x="T2" y="T3"/>
                </a:cxn>
                <a:cxn ang="0">
                  <a:pos x="T4" y="T5"/>
                </a:cxn>
                <a:cxn ang="0">
                  <a:pos x="T6" y="T7"/>
                </a:cxn>
                <a:cxn ang="0">
                  <a:pos x="T8" y="T9"/>
                </a:cxn>
              </a:cxnLst>
              <a:rect l="0" t="0" r="r" b="b"/>
              <a:pathLst>
                <a:path w="34" h="5">
                  <a:moveTo>
                    <a:pt x="19" y="3"/>
                  </a:moveTo>
                  <a:cubicBezTo>
                    <a:pt x="27" y="2"/>
                    <a:pt x="34" y="0"/>
                    <a:pt x="33" y="0"/>
                  </a:cubicBezTo>
                  <a:cubicBezTo>
                    <a:pt x="32" y="0"/>
                    <a:pt x="24" y="0"/>
                    <a:pt x="16" y="2"/>
                  </a:cubicBezTo>
                  <a:cubicBezTo>
                    <a:pt x="7" y="3"/>
                    <a:pt x="0" y="5"/>
                    <a:pt x="1" y="5"/>
                  </a:cubicBezTo>
                  <a:cubicBezTo>
                    <a:pt x="1" y="5"/>
                    <a:pt x="10" y="4"/>
                    <a:pt x="1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13" name="Freeform 810"/>
            <p:cNvSpPr/>
            <p:nvPr/>
          </p:nvSpPr>
          <p:spPr bwMode="auto">
            <a:xfrm>
              <a:off x="809929" y="12304491"/>
              <a:ext cx="90488" cy="25400"/>
            </a:xfrm>
            <a:custGeom>
              <a:avLst/>
              <a:gdLst>
                <a:gd name="T0" fmla="*/ 18 w 33"/>
                <a:gd name="T1" fmla="*/ 4 h 9"/>
                <a:gd name="T2" fmla="*/ 32 w 33"/>
                <a:gd name="T3" fmla="*/ 0 h 9"/>
                <a:gd name="T4" fmla="*/ 15 w 33"/>
                <a:gd name="T5" fmla="*/ 2 h 9"/>
                <a:gd name="T6" fmla="*/ 0 w 33"/>
                <a:gd name="T7" fmla="*/ 8 h 9"/>
                <a:gd name="T8" fmla="*/ 18 w 33"/>
                <a:gd name="T9" fmla="*/ 4 h 9"/>
              </a:gdLst>
              <a:ahLst/>
              <a:cxnLst>
                <a:cxn ang="0">
                  <a:pos x="T0" y="T1"/>
                </a:cxn>
                <a:cxn ang="0">
                  <a:pos x="T2" y="T3"/>
                </a:cxn>
                <a:cxn ang="0">
                  <a:pos x="T4" y="T5"/>
                </a:cxn>
                <a:cxn ang="0">
                  <a:pos x="T6" y="T7"/>
                </a:cxn>
                <a:cxn ang="0">
                  <a:pos x="T8" y="T9"/>
                </a:cxn>
              </a:cxnLst>
              <a:rect l="0" t="0" r="r" b="b"/>
              <a:pathLst>
                <a:path w="33" h="9">
                  <a:moveTo>
                    <a:pt x="18" y="4"/>
                  </a:moveTo>
                  <a:cubicBezTo>
                    <a:pt x="27" y="2"/>
                    <a:pt x="33" y="1"/>
                    <a:pt x="32" y="0"/>
                  </a:cubicBezTo>
                  <a:cubicBezTo>
                    <a:pt x="31" y="0"/>
                    <a:pt x="24" y="0"/>
                    <a:pt x="15" y="2"/>
                  </a:cubicBezTo>
                  <a:cubicBezTo>
                    <a:pt x="6" y="4"/>
                    <a:pt x="0" y="7"/>
                    <a:pt x="0" y="8"/>
                  </a:cubicBezTo>
                  <a:cubicBezTo>
                    <a:pt x="1" y="9"/>
                    <a:pt x="9" y="7"/>
                    <a:pt x="18"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14" name="Freeform 811"/>
            <p:cNvSpPr/>
            <p:nvPr/>
          </p:nvSpPr>
          <p:spPr bwMode="auto">
            <a:xfrm>
              <a:off x="598792" y="12364816"/>
              <a:ext cx="88900" cy="41275"/>
            </a:xfrm>
            <a:custGeom>
              <a:avLst/>
              <a:gdLst>
                <a:gd name="T0" fmla="*/ 18 w 33"/>
                <a:gd name="T1" fmla="*/ 9 h 15"/>
                <a:gd name="T2" fmla="*/ 32 w 33"/>
                <a:gd name="T3" fmla="*/ 1 h 15"/>
                <a:gd name="T4" fmla="*/ 15 w 33"/>
                <a:gd name="T5" fmla="*/ 4 h 15"/>
                <a:gd name="T6" fmla="*/ 1 w 33"/>
                <a:gd name="T7" fmla="*/ 13 h 15"/>
                <a:gd name="T8" fmla="*/ 18 w 33"/>
                <a:gd name="T9" fmla="*/ 9 h 15"/>
              </a:gdLst>
              <a:ahLst/>
              <a:cxnLst>
                <a:cxn ang="0">
                  <a:pos x="T0" y="T1"/>
                </a:cxn>
                <a:cxn ang="0">
                  <a:pos x="T2" y="T3"/>
                </a:cxn>
                <a:cxn ang="0">
                  <a:pos x="T4" y="T5"/>
                </a:cxn>
                <a:cxn ang="0">
                  <a:pos x="T6" y="T7"/>
                </a:cxn>
                <a:cxn ang="0">
                  <a:pos x="T8" y="T9"/>
                </a:cxn>
              </a:cxnLst>
              <a:rect l="0" t="0" r="r" b="b"/>
              <a:pathLst>
                <a:path w="33" h="15">
                  <a:moveTo>
                    <a:pt x="18" y="9"/>
                  </a:moveTo>
                  <a:cubicBezTo>
                    <a:pt x="27" y="5"/>
                    <a:pt x="33" y="2"/>
                    <a:pt x="32" y="1"/>
                  </a:cubicBezTo>
                  <a:cubicBezTo>
                    <a:pt x="32" y="0"/>
                    <a:pt x="24" y="1"/>
                    <a:pt x="15" y="4"/>
                  </a:cubicBezTo>
                  <a:cubicBezTo>
                    <a:pt x="7" y="7"/>
                    <a:pt x="0" y="11"/>
                    <a:pt x="1" y="13"/>
                  </a:cubicBezTo>
                  <a:cubicBezTo>
                    <a:pt x="1" y="15"/>
                    <a:pt x="9" y="13"/>
                    <a:pt x="18"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15" name="Freeform 812"/>
            <p:cNvSpPr/>
            <p:nvPr/>
          </p:nvSpPr>
          <p:spPr bwMode="auto">
            <a:xfrm>
              <a:off x="389242" y="12452128"/>
              <a:ext cx="90488" cy="53975"/>
            </a:xfrm>
            <a:custGeom>
              <a:avLst/>
              <a:gdLst>
                <a:gd name="T0" fmla="*/ 18 w 33"/>
                <a:gd name="T1" fmla="*/ 13 h 20"/>
                <a:gd name="T2" fmla="*/ 32 w 33"/>
                <a:gd name="T3" fmla="*/ 2 h 20"/>
                <a:gd name="T4" fmla="*/ 15 w 33"/>
                <a:gd name="T5" fmla="*/ 5 h 20"/>
                <a:gd name="T6" fmla="*/ 0 w 33"/>
                <a:gd name="T7" fmla="*/ 17 h 20"/>
                <a:gd name="T8" fmla="*/ 18 w 33"/>
                <a:gd name="T9" fmla="*/ 13 h 20"/>
              </a:gdLst>
              <a:ahLst/>
              <a:cxnLst>
                <a:cxn ang="0">
                  <a:pos x="T0" y="T1"/>
                </a:cxn>
                <a:cxn ang="0">
                  <a:pos x="T2" y="T3"/>
                </a:cxn>
                <a:cxn ang="0">
                  <a:pos x="T4" y="T5"/>
                </a:cxn>
                <a:cxn ang="0">
                  <a:pos x="T6" y="T7"/>
                </a:cxn>
                <a:cxn ang="0">
                  <a:pos x="T8" y="T9"/>
                </a:cxn>
              </a:cxnLst>
              <a:rect l="0" t="0" r="r" b="b"/>
              <a:pathLst>
                <a:path w="33" h="20">
                  <a:moveTo>
                    <a:pt x="18" y="13"/>
                  </a:moveTo>
                  <a:cubicBezTo>
                    <a:pt x="27" y="9"/>
                    <a:pt x="33" y="4"/>
                    <a:pt x="32" y="2"/>
                  </a:cubicBezTo>
                  <a:cubicBezTo>
                    <a:pt x="31" y="0"/>
                    <a:pt x="24" y="1"/>
                    <a:pt x="15" y="5"/>
                  </a:cubicBezTo>
                  <a:cubicBezTo>
                    <a:pt x="7" y="8"/>
                    <a:pt x="0" y="14"/>
                    <a:pt x="0" y="17"/>
                  </a:cubicBezTo>
                  <a:cubicBezTo>
                    <a:pt x="1" y="20"/>
                    <a:pt x="9" y="18"/>
                    <a:pt x="18"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16" name="Freeform 813"/>
            <p:cNvSpPr/>
            <p:nvPr/>
          </p:nvSpPr>
          <p:spPr bwMode="auto">
            <a:xfrm>
              <a:off x="181279" y="12548966"/>
              <a:ext cx="88900" cy="63500"/>
            </a:xfrm>
            <a:custGeom>
              <a:avLst/>
              <a:gdLst>
                <a:gd name="T0" fmla="*/ 18 w 33"/>
                <a:gd name="T1" fmla="*/ 18 h 23"/>
                <a:gd name="T2" fmla="*/ 32 w 33"/>
                <a:gd name="T3" fmla="*/ 4 h 23"/>
                <a:gd name="T4" fmla="*/ 15 w 33"/>
                <a:gd name="T5" fmla="*/ 5 h 23"/>
                <a:gd name="T6" fmla="*/ 0 w 33"/>
                <a:gd name="T7" fmla="*/ 19 h 23"/>
                <a:gd name="T8" fmla="*/ 18 w 33"/>
                <a:gd name="T9" fmla="*/ 18 h 23"/>
              </a:gdLst>
              <a:ahLst/>
              <a:cxnLst>
                <a:cxn ang="0">
                  <a:pos x="T0" y="T1"/>
                </a:cxn>
                <a:cxn ang="0">
                  <a:pos x="T2" y="T3"/>
                </a:cxn>
                <a:cxn ang="0">
                  <a:pos x="T4" y="T5"/>
                </a:cxn>
                <a:cxn ang="0">
                  <a:pos x="T6" y="T7"/>
                </a:cxn>
                <a:cxn ang="0">
                  <a:pos x="T8" y="T9"/>
                </a:cxn>
              </a:cxnLst>
              <a:rect l="0" t="0" r="r" b="b"/>
              <a:pathLst>
                <a:path w="33" h="23">
                  <a:moveTo>
                    <a:pt x="18" y="18"/>
                  </a:moveTo>
                  <a:cubicBezTo>
                    <a:pt x="27" y="13"/>
                    <a:pt x="33" y="7"/>
                    <a:pt x="32" y="4"/>
                  </a:cubicBezTo>
                  <a:cubicBezTo>
                    <a:pt x="31" y="0"/>
                    <a:pt x="24" y="1"/>
                    <a:pt x="15" y="5"/>
                  </a:cubicBezTo>
                  <a:cubicBezTo>
                    <a:pt x="6" y="9"/>
                    <a:pt x="0" y="15"/>
                    <a:pt x="0" y="19"/>
                  </a:cubicBezTo>
                  <a:cubicBezTo>
                    <a:pt x="1" y="23"/>
                    <a:pt x="9" y="23"/>
                    <a:pt x="18"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17" name="Freeform 814"/>
            <p:cNvSpPr/>
            <p:nvPr/>
          </p:nvSpPr>
          <p:spPr bwMode="auto">
            <a:xfrm>
              <a:off x="32054" y="12858528"/>
              <a:ext cx="77788" cy="82550"/>
            </a:xfrm>
            <a:custGeom>
              <a:avLst/>
              <a:gdLst>
                <a:gd name="T0" fmla="*/ 26 w 29"/>
                <a:gd name="T1" fmla="*/ 10 h 30"/>
                <a:gd name="T2" fmla="*/ 22 w 29"/>
                <a:gd name="T3" fmla="*/ 2 h 30"/>
                <a:gd name="T4" fmla="*/ 12 w 29"/>
                <a:gd name="T5" fmla="*/ 5 h 30"/>
                <a:gd name="T6" fmla="*/ 0 w 29"/>
                <a:gd name="T7" fmla="*/ 15 h 30"/>
                <a:gd name="T8" fmla="*/ 3 w 29"/>
                <a:gd name="T9" fmla="*/ 30 h 30"/>
                <a:gd name="T10" fmla="*/ 26 w 29"/>
                <a:gd name="T11" fmla="*/ 10 h 30"/>
              </a:gdLst>
              <a:ahLst/>
              <a:cxnLst>
                <a:cxn ang="0">
                  <a:pos x="T0" y="T1"/>
                </a:cxn>
                <a:cxn ang="0">
                  <a:pos x="T2" y="T3"/>
                </a:cxn>
                <a:cxn ang="0">
                  <a:pos x="T4" y="T5"/>
                </a:cxn>
                <a:cxn ang="0">
                  <a:pos x="T6" y="T7"/>
                </a:cxn>
                <a:cxn ang="0">
                  <a:pos x="T8" y="T9"/>
                </a:cxn>
                <a:cxn ang="0">
                  <a:pos x="T10" y="T11"/>
                </a:cxn>
              </a:cxnLst>
              <a:rect l="0" t="0" r="r" b="b"/>
              <a:pathLst>
                <a:path w="29" h="30">
                  <a:moveTo>
                    <a:pt x="26" y="10"/>
                  </a:moveTo>
                  <a:cubicBezTo>
                    <a:pt x="29" y="4"/>
                    <a:pt x="28" y="0"/>
                    <a:pt x="22" y="2"/>
                  </a:cubicBezTo>
                  <a:cubicBezTo>
                    <a:pt x="19" y="2"/>
                    <a:pt x="16" y="4"/>
                    <a:pt x="12" y="5"/>
                  </a:cubicBezTo>
                  <a:cubicBezTo>
                    <a:pt x="8" y="7"/>
                    <a:pt x="3" y="11"/>
                    <a:pt x="0" y="15"/>
                  </a:cubicBezTo>
                  <a:cubicBezTo>
                    <a:pt x="1" y="20"/>
                    <a:pt x="2" y="25"/>
                    <a:pt x="3" y="30"/>
                  </a:cubicBezTo>
                  <a:cubicBezTo>
                    <a:pt x="17" y="22"/>
                    <a:pt x="23" y="17"/>
                    <a:pt x="2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18" name="Freeform 815"/>
            <p:cNvSpPr/>
            <p:nvPr/>
          </p:nvSpPr>
          <p:spPr bwMode="auto">
            <a:xfrm>
              <a:off x="11679542" y="9424766"/>
              <a:ext cx="79375" cy="225425"/>
            </a:xfrm>
            <a:custGeom>
              <a:avLst/>
              <a:gdLst>
                <a:gd name="T0" fmla="*/ 14 w 29"/>
                <a:gd name="T1" fmla="*/ 31 h 83"/>
                <a:gd name="T2" fmla="*/ 1 w 29"/>
                <a:gd name="T3" fmla="*/ 79 h 83"/>
                <a:gd name="T4" fmla="*/ 17 w 29"/>
                <a:gd name="T5" fmla="*/ 49 h 83"/>
                <a:gd name="T6" fmla="*/ 29 w 29"/>
                <a:gd name="T7" fmla="*/ 5 h 83"/>
                <a:gd name="T8" fmla="*/ 14 w 29"/>
                <a:gd name="T9" fmla="*/ 31 h 83"/>
              </a:gdLst>
              <a:ahLst/>
              <a:cxnLst>
                <a:cxn ang="0">
                  <a:pos x="T0" y="T1"/>
                </a:cxn>
                <a:cxn ang="0">
                  <a:pos x="T2" y="T3"/>
                </a:cxn>
                <a:cxn ang="0">
                  <a:pos x="T4" y="T5"/>
                </a:cxn>
                <a:cxn ang="0">
                  <a:pos x="T6" y="T7"/>
                </a:cxn>
                <a:cxn ang="0">
                  <a:pos x="T8" y="T9"/>
                </a:cxn>
              </a:cxnLst>
              <a:rect l="0" t="0" r="r" b="b"/>
              <a:pathLst>
                <a:path w="29" h="83">
                  <a:moveTo>
                    <a:pt x="14" y="31"/>
                  </a:moveTo>
                  <a:cubicBezTo>
                    <a:pt x="6" y="52"/>
                    <a:pt x="0" y="75"/>
                    <a:pt x="1" y="79"/>
                  </a:cubicBezTo>
                  <a:cubicBezTo>
                    <a:pt x="2" y="83"/>
                    <a:pt x="9" y="69"/>
                    <a:pt x="17" y="49"/>
                  </a:cubicBezTo>
                  <a:cubicBezTo>
                    <a:pt x="24" y="29"/>
                    <a:pt x="29" y="10"/>
                    <a:pt x="29" y="5"/>
                  </a:cubicBezTo>
                  <a:cubicBezTo>
                    <a:pt x="28" y="0"/>
                    <a:pt x="21" y="11"/>
                    <a:pt x="14"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19" name="Freeform 816"/>
            <p:cNvSpPr/>
            <p:nvPr/>
          </p:nvSpPr>
          <p:spPr bwMode="auto">
            <a:xfrm>
              <a:off x="11503329" y="9926416"/>
              <a:ext cx="76200" cy="217488"/>
            </a:xfrm>
            <a:custGeom>
              <a:avLst/>
              <a:gdLst>
                <a:gd name="T0" fmla="*/ 16 w 28"/>
                <a:gd name="T1" fmla="*/ 47 h 80"/>
                <a:gd name="T2" fmla="*/ 28 w 28"/>
                <a:gd name="T3" fmla="*/ 4 h 80"/>
                <a:gd name="T4" fmla="*/ 12 w 28"/>
                <a:gd name="T5" fmla="*/ 31 h 80"/>
                <a:gd name="T6" fmla="*/ 0 w 28"/>
                <a:gd name="T7" fmla="*/ 75 h 80"/>
                <a:gd name="T8" fmla="*/ 16 w 28"/>
                <a:gd name="T9" fmla="*/ 47 h 80"/>
              </a:gdLst>
              <a:ahLst/>
              <a:cxnLst>
                <a:cxn ang="0">
                  <a:pos x="T0" y="T1"/>
                </a:cxn>
                <a:cxn ang="0">
                  <a:pos x="T2" y="T3"/>
                </a:cxn>
                <a:cxn ang="0">
                  <a:pos x="T4" y="T5"/>
                </a:cxn>
                <a:cxn ang="0">
                  <a:pos x="T6" y="T7"/>
                </a:cxn>
                <a:cxn ang="0">
                  <a:pos x="T8" y="T9"/>
                </a:cxn>
              </a:cxnLst>
              <a:rect l="0" t="0" r="r" b="b"/>
              <a:pathLst>
                <a:path w="28" h="80">
                  <a:moveTo>
                    <a:pt x="16" y="47"/>
                  </a:moveTo>
                  <a:cubicBezTo>
                    <a:pt x="23" y="27"/>
                    <a:pt x="28" y="8"/>
                    <a:pt x="28" y="4"/>
                  </a:cubicBezTo>
                  <a:cubicBezTo>
                    <a:pt x="27" y="0"/>
                    <a:pt x="20" y="12"/>
                    <a:pt x="12" y="31"/>
                  </a:cubicBezTo>
                  <a:cubicBezTo>
                    <a:pt x="5" y="50"/>
                    <a:pt x="0" y="69"/>
                    <a:pt x="0" y="75"/>
                  </a:cubicBezTo>
                  <a:cubicBezTo>
                    <a:pt x="1" y="80"/>
                    <a:pt x="8" y="67"/>
                    <a:pt x="16"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20" name="Freeform 817"/>
            <p:cNvSpPr/>
            <p:nvPr/>
          </p:nvSpPr>
          <p:spPr bwMode="auto">
            <a:xfrm>
              <a:off x="11308067" y="10337578"/>
              <a:ext cx="87313" cy="119063"/>
            </a:xfrm>
            <a:custGeom>
              <a:avLst/>
              <a:gdLst>
                <a:gd name="T0" fmla="*/ 18 w 32"/>
                <a:gd name="T1" fmla="*/ 34 h 44"/>
                <a:gd name="T2" fmla="*/ 31 w 32"/>
                <a:gd name="T3" fmla="*/ 5 h 44"/>
                <a:gd name="T4" fmla="*/ 16 w 32"/>
                <a:gd name="T5" fmla="*/ 14 h 44"/>
                <a:gd name="T6" fmla="*/ 1 w 32"/>
                <a:gd name="T7" fmla="*/ 39 h 44"/>
                <a:gd name="T8" fmla="*/ 18 w 32"/>
                <a:gd name="T9" fmla="*/ 34 h 44"/>
              </a:gdLst>
              <a:ahLst/>
              <a:cxnLst>
                <a:cxn ang="0">
                  <a:pos x="T0" y="T1"/>
                </a:cxn>
                <a:cxn ang="0">
                  <a:pos x="T2" y="T3"/>
                </a:cxn>
                <a:cxn ang="0">
                  <a:pos x="T4" y="T5"/>
                </a:cxn>
                <a:cxn ang="0">
                  <a:pos x="T6" y="T7"/>
                </a:cxn>
                <a:cxn ang="0">
                  <a:pos x="T8" y="T9"/>
                </a:cxn>
              </a:cxnLst>
              <a:rect l="0" t="0" r="r" b="b"/>
              <a:pathLst>
                <a:path w="32" h="44">
                  <a:moveTo>
                    <a:pt x="18" y="34"/>
                  </a:moveTo>
                  <a:cubicBezTo>
                    <a:pt x="26" y="24"/>
                    <a:pt x="32" y="10"/>
                    <a:pt x="31" y="5"/>
                  </a:cubicBezTo>
                  <a:cubicBezTo>
                    <a:pt x="31" y="0"/>
                    <a:pt x="24" y="5"/>
                    <a:pt x="16" y="14"/>
                  </a:cubicBezTo>
                  <a:cubicBezTo>
                    <a:pt x="7" y="24"/>
                    <a:pt x="0" y="34"/>
                    <a:pt x="1" y="39"/>
                  </a:cubicBezTo>
                  <a:cubicBezTo>
                    <a:pt x="2" y="44"/>
                    <a:pt x="10" y="43"/>
                    <a:pt x="18"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21" name="Freeform 818"/>
            <p:cNvSpPr/>
            <p:nvPr/>
          </p:nvSpPr>
          <p:spPr bwMode="auto">
            <a:xfrm>
              <a:off x="11093754" y="10415366"/>
              <a:ext cx="98425" cy="71438"/>
            </a:xfrm>
            <a:custGeom>
              <a:avLst/>
              <a:gdLst>
                <a:gd name="T0" fmla="*/ 21 w 36"/>
                <a:gd name="T1" fmla="*/ 24 h 26"/>
                <a:gd name="T2" fmla="*/ 34 w 36"/>
                <a:gd name="T3" fmla="*/ 16 h 26"/>
                <a:gd name="T4" fmla="*/ 16 w 36"/>
                <a:gd name="T5" fmla="*/ 1 h 26"/>
                <a:gd name="T6" fmla="*/ 1 w 36"/>
                <a:gd name="T7" fmla="*/ 10 h 26"/>
                <a:gd name="T8" fmla="*/ 21 w 36"/>
                <a:gd name="T9" fmla="*/ 24 h 26"/>
              </a:gdLst>
              <a:ahLst/>
              <a:cxnLst>
                <a:cxn ang="0">
                  <a:pos x="T0" y="T1"/>
                </a:cxn>
                <a:cxn ang="0">
                  <a:pos x="T2" y="T3"/>
                </a:cxn>
                <a:cxn ang="0">
                  <a:pos x="T4" y="T5"/>
                </a:cxn>
                <a:cxn ang="0">
                  <a:pos x="T6" y="T7"/>
                </a:cxn>
                <a:cxn ang="0">
                  <a:pos x="T8" y="T9"/>
                </a:cxn>
              </a:cxnLst>
              <a:rect l="0" t="0" r="r" b="b"/>
              <a:pathLst>
                <a:path w="36" h="26">
                  <a:moveTo>
                    <a:pt x="21" y="24"/>
                  </a:moveTo>
                  <a:cubicBezTo>
                    <a:pt x="30" y="26"/>
                    <a:pt x="36" y="22"/>
                    <a:pt x="34" y="16"/>
                  </a:cubicBezTo>
                  <a:cubicBezTo>
                    <a:pt x="33" y="9"/>
                    <a:pt x="25" y="3"/>
                    <a:pt x="16" y="1"/>
                  </a:cubicBezTo>
                  <a:cubicBezTo>
                    <a:pt x="7" y="0"/>
                    <a:pt x="0" y="4"/>
                    <a:pt x="1" y="10"/>
                  </a:cubicBezTo>
                  <a:cubicBezTo>
                    <a:pt x="2" y="16"/>
                    <a:pt x="11" y="23"/>
                    <a:pt x="21"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22" name="Freeform 819"/>
            <p:cNvSpPr/>
            <p:nvPr/>
          </p:nvSpPr>
          <p:spPr bwMode="auto">
            <a:xfrm>
              <a:off x="10876267" y="10383616"/>
              <a:ext cx="95250" cy="66675"/>
            </a:xfrm>
            <a:custGeom>
              <a:avLst/>
              <a:gdLst>
                <a:gd name="T0" fmla="*/ 20 w 35"/>
                <a:gd name="T1" fmla="*/ 24 h 25"/>
                <a:gd name="T2" fmla="*/ 34 w 35"/>
                <a:gd name="T3" fmla="*/ 15 h 25"/>
                <a:gd name="T4" fmla="*/ 16 w 35"/>
                <a:gd name="T5" fmla="*/ 1 h 25"/>
                <a:gd name="T6" fmla="*/ 1 w 35"/>
                <a:gd name="T7" fmla="*/ 10 h 25"/>
                <a:gd name="T8" fmla="*/ 20 w 35"/>
                <a:gd name="T9" fmla="*/ 24 h 25"/>
              </a:gdLst>
              <a:ahLst/>
              <a:cxnLst>
                <a:cxn ang="0">
                  <a:pos x="T0" y="T1"/>
                </a:cxn>
                <a:cxn ang="0">
                  <a:pos x="T2" y="T3"/>
                </a:cxn>
                <a:cxn ang="0">
                  <a:pos x="T4" y="T5"/>
                </a:cxn>
                <a:cxn ang="0">
                  <a:pos x="T6" y="T7"/>
                </a:cxn>
                <a:cxn ang="0">
                  <a:pos x="T8" y="T9"/>
                </a:cxn>
              </a:cxnLst>
              <a:rect l="0" t="0" r="r" b="b"/>
              <a:pathLst>
                <a:path w="35" h="25">
                  <a:moveTo>
                    <a:pt x="20" y="24"/>
                  </a:moveTo>
                  <a:cubicBezTo>
                    <a:pt x="29" y="25"/>
                    <a:pt x="35" y="21"/>
                    <a:pt x="34" y="15"/>
                  </a:cubicBezTo>
                  <a:cubicBezTo>
                    <a:pt x="33" y="8"/>
                    <a:pt x="25" y="2"/>
                    <a:pt x="16" y="1"/>
                  </a:cubicBezTo>
                  <a:cubicBezTo>
                    <a:pt x="7" y="0"/>
                    <a:pt x="0" y="4"/>
                    <a:pt x="1" y="10"/>
                  </a:cubicBezTo>
                  <a:cubicBezTo>
                    <a:pt x="1" y="17"/>
                    <a:pt x="11" y="23"/>
                    <a:pt x="2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23" name="Freeform 820"/>
            <p:cNvSpPr/>
            <p:nvPr/>
          </p:nvSpPr>
          <p:spPr bwMode="auto">
            <a:xfrm>
              <a:off x="10660367" y="10361391"/>
              <a:ext cx="92075" cy="68263"/>
            </a:xfrm>
            <a:custGeom>
              <a:avLst/>
              <a:gdLst>
                <a:gd name="T0" fmla="*/ 19 w 34"/>
                <a:gd name="T1" fmla="*/ 24 h 25"/>
                <a:gd name="T2" fmla="*/ 33 w 34"/>
                <a:gd name="T3" fmla="*/ 14 h 25"/>
                <a:gd name="T4" fmla="*/ 16 w 34"/>
                <a:gd name="T5" fmla="*/ 1 h 25"/>
                <a:gd name="T6" fmla="*/ 0 w 34"/>
                <a:gd name="T7" fmla="*/ 11 h 25"/>
                <a:gd name="T8" fmla="*/ 19 w 34"/>
                <a:gd name="T9" fmla="*/ 24 h 25"/>
              </a:gdLst>
              <a:ahLst/>
              <a:cxnLst>
                <a:cxn ang="0">
                  <a:pos x="T0" y="T1"/>
                </a:cxn>
                <a:cxn ang="0">
                  <a:pos x="T2" y="T3"/>
                </a:cxn>
                <a:cxn ang="0">
                  <a:pos x="T4" y="T5"/>
                </a:cxn>
                <a:cxn ang="0">
                  <a:pos x="T6" y="T7"/>
                </a:cxn>
                <a:cxn ang="0">
                  <a:pos x="T8" y="T9"/>
                </a:cxn>
              </a:cxnLst>
              <a:rect l="0" t="0" r="r" b="b"/>
              <a:pathLst>
                <a:path w="34" h="25">
                  <a:moveTo>
                    <a:pt x="19" y="24"/>
                  </a:moveTo>
                  <a:cubicBezTo>
                    <a:pt x="28" y="25"/>
                    <a:pt x="34" y="20"/>
                    <a:pt x="33" y="14"/>
                  </a:cubicBezTo>
                  <a:cubicBezTo>
                    <a:pt x="32" y="8"/>
                    <a:pt x="25" y="2"/>
                    <a:pt x="16" y="1"/>
                  </a:cubicBezTo>
                  <a:cubicBezTo>
                    <a:pt x="6" y="0"/>
                    <a:pt x="0" y="5"/>
                    <a:pt x="0" y="11"/>
                  </a:cubicBezTo>
                  <a:cubicBezTo>
                    <a:pt x="0" y="17"/>
                    <a:pt x="9" y="24"/>
                    <a:pt x="19"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24" name="Freeform 821"/>
            <p:cNvSpPr/>
            <p:nvPr/>
          </p:nvSpPr>
          <p:spPr bwMode="auto">
            <a:xfrm>
              <a:off x="10436529" y="10350278"/>
              <a:ext cx="95250" cy="68263"/>
            </a:xfrm>
            <a:custGeom>
              <a:avLst/>
              <a:gdLst>
                <a:gd name="T0" fmla="*/ 34 w 35"/>
                <a:gd name="T1" fmla="*/ 13 h 25"/>
                <a:gd name="T2" fmla="*/ 16 w 35"/>
                <a:gd name="T3" fmla="*/ 1 h 25"/>
                <a:gd name="T4" fmla="*/ 1 w 35"/>
                <a:gd name="T5" fmla="*/ 12 h 25"/>
                <a:gd name="T6" fmla="*/ 20 w 35"/>
                <a:gd name="T7" fmla="*/ 25 h 25"/>
                <a:gd name="T8" fmla="*/ 34 w 35"/>
                <a:gd name="T9" fmla="*/ 13 h 25"/>
              </a:gdLst>
              <a:ahLst/>
              <a:cxnLst>
                <a:cxn ang="0">
                  <a:pos x="T0" y="T1"/>
                </a:cxn>
                <a:cxn ang="0">
                  <a:pos x="T2" y="T3"/>
                </a:cxn>
                <a:cxn ang="0">
                  <a:pos x="T4" y="T5"/>
                </a:cxn>
                <a:cxn ang="0">
                  <a:pos x="T6" y="T7"/>
                </a:cxn>
                <a:cxn ang="0">
                  <a:pos x="T8" y="T9"/>
                </a:cxn>
              </a:cxnLst>
              <a:rect l="0" t="0" r="r" b="b"/>
              <a:pathLst>
                <a:path w="35" h="25">
                  <a:moveTo>
                    <a:pt x="34" y="13"/>
                  </a:moveTo>
                  <a:cubicBezTo>
                    <a:pt x="33" y="7"/>
                    <a:pt x="25" y="1"/>
                    <a:pt x="16" y="1"/>
                  </a:cubicBezTo>
                  <a:cubicBezTo>
                    <a:pt x="7" y="0"/>
                    <a:pt x="0" y="6"/>
                    <a:pt x="1" y="12"/>
                  </a:cubicBezTo>
                  <a:cubicBezTo>
                    <a:pt x="1" y="19"/>
                    <a:pt x="11" y="25"/>
                    <a:pt x="20" y="25"/>
                  </a:cubicBezTo>
                  <a:cubicBezTo>
                    <a:pt x="29" y="25"/>
                    <a:pt x="35" y="20"/>
                    <a:pt x="3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25" name="Freeform 822"/>
            <p:cNvSpPr/>
            <p:nvPr/>
          </p:nvSpPr>
          <p:spPr bwMode="auto">
            <a:xfrm>
              <a:off x="10214279" y="10350278"/>
              <a:ext cx="98425" cy="68263"/>
            </a:xfrm>
            <a:custGeom>
              <a:avLst/>
              <a:gdLst>
                <a:gd name="T0" fmla="*/ 35 w 36"/>
                <a:gd name="T1" fmla="*/ 13 h 25"/>
                <a:gd name="T2" fmla="*/ 18 w 36"/>
                <a:gd name="T3" fmla="*/ 0 h 25"/>
                <a:gd name="T4" fmla="*/ 2 w 36"/>
                <a:gd name="T5" fmla="*/ 13 h 25"/>
                <a:gd name="T6" fmla="*/ 20 w 36"/>
                <a:gd name="T7" fmla="*/ 25 h 25"/>
                <a:gd name="T8" fmla="*/ 35 w 36"/>
                <a:gd name="T9" fmla="*/ 13 h 25"/>
              </a:gdLst>
              <a:ahLst/>
              <a:cxnLst>
                <a:cxn ang="0">
                  <a:pos x="T0" y="T1"/>
                </a:cxn>
                <a:cxn ang="0">
                  <a:pos x="T2" y="T3"/>
                </a:cxn>
                <a:cxn ang="0">
                  <a:pos x="T4" y="T5"/>
                </a:cxn>
                <a:cxn ang="0">
                  <a:pos x="T6" y="T7"/>
                </a:cxn>
                <a:cxn ang="0">
                  <a:pos x="T8" y="T9"/>
                </a:cxn>
              </a:cxnLst>
              <a:rect l="0" t="0" r="r" b="b"/>
              <a:pathLst>
                <a:path w="36" h="25">
                  <a:moveTo>
                    <a:pt x="35" y="13"/>
                  </a:moveTo>
                  <a:cubicBezTo>
                    <a:pt x="34" y="6"/>
                    <a:pt x="27" y="0"/>
                    <a:pt x="18" y="0"/>
                  </a:cubicBezTo>
                  <a:cubicBezTo>
                    <a:pt x="8" y="0"/>
                    <a:pt x="0" y="6"/>
                    <a:pt x="2" y="13"/>
                  </a:cubicBezTo>
                  <a:cubicBezTo>
                    <a:pt x="3" y="19"/>
                    <a:pt x="11" y="25"/>
                    <a:pt x="20" y="25"/>
                  </a:cubicBezTo>
                  <a:cubicBezTo>
                    <a:pt x="29" y="25"/>
                    <a:pt x="36" y="19"/>
                    <a:pt x="3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26" name="Freeform 823"/>
            <p:cNvSpPr/>
            <p:nvPr/>
          </p:nvSpPr>
          <p:spPr bwMode="auto">
            <a:xfrm>
              <a:off x="9995204" y="10356628"/>
              <a:ext cx="96838" cy="73025"/>
            </a:xfrm>
            <a:custGeom>
              <a:avLst/>
              <a:gdLst>
                <a:gd name="T0" fmla="*/ 21 w 36"/>
                <a:gd name="T1" fmla="*/ 26 h 27"/>
                <a:gd name="T2" fmla="*/ 34 w 36"/>
                <a:gd name="T3" fmla="*/ 12 h 27"/>
                <a:gd name="T4" fmla="*/ 16 w 36"/>
                <a:gd name="T5" fmla="*/ 0 h 27"/>
                <a:gd name="T6" fmla="*/ 1 w 36"/>
                <a:gd name="T7" fmla="*/ 14 h 27"/>
                <a:gd name="T8" fmla="*/ 21 w 36"/>
                <a:gd name="T9" fmla="*/ 26 h 27"/>
              </a:gdLst>
              <a:ahLst/>
              <a:cxnLst>
                <a:cxn ang="0">
                  <a:pos x="T0" y="T1"/>
                </a:cxn>
                <a:cxn ang="0">
                  <a:pos x="T2" y="T3"/>
                </a:cxn>
                <a:cxn ang="0">
                  <a:pos x="T4" y="T5"/>
                </a:cxn>
                <a:cxn ang="0">
                  <a:pos x="T6" y="T7"/>
                </a:cxn>
                <a:cxn ang="0">
                  <a:pos x="T8" y="T9"/>
                </a:cxn>
              </a:cxnLst>
              <a:rect l="0" t="0" r="r" b="b"/>
              <a:pathLst>
                <a:path w="36" h="27">
                  <a:moveTo>
                    <a:pt x="21" y="26"/>
                  </a:moveTo>
                  <a:cubicBezTo>
                    <a:pt x="30" y="25"/>
                    <a:pt x="36" y="19"/>
                    <a:pt x="34" y="12"/>
                  </a:cubicBezTo>
                  <a:cubicBezTo>
                    <a:pt x="33" y="5"/>
                    <a:pt x="25" y="0"/>
                    <a:pt x="16" y="0"/>
                  </a:cubicBezTo>
                  <a:cubicBezTo>
                    <a:pt x="7" y="1"/>
                    <a:pt x="0" y="7"/>
                    <a:pt x="1" y="14"/>
                  </a:cubicBezTo>
                  <a:cubicBezTo>
                    <a:pt x="2" y="21"/>
                    <a:pt x="11" y="27"/>
                    <a:pt x="21"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27" name="Freeform 824"/>
            <p:cNvSpPr/>
            <p:nvPr/>
          </p:nvSpPr>
          <p:spPr bwMode="auto">
            <a:xfrm>
              <a:off x="9774542" y="10369328"/>
              <a:ext cx="95250" cy="79375"/>
            </a:xfrm>
            <a:custGeom>
              <a:avLst/>
              <a:gdLst>
                <a:gd name="T0" fmla="*/ 20 w 35"/>
                <a:gd name="T1" fmla="*/ 28 h 29"/>
                <a:gd name="T2" fmla="*/ 34 w 35"/>
                <a:gd name="T3" fmla="*/ 13 h 29"/>
                <a:gd name="T4" fmla="*/ 16 w 35"/>
                <a:gd name="T5" fmla="*/ 1 h 29"/>
                <a:gd name="T6" fmla="*/ 0 w 35"/>
                <a:gd name="T7" fmla="*/ 15 h 29"/>
                <a:gd name="T8" fmla="*/ 20 w 35"/>
                <a:gd name="T9" fmla="*/ 28 h 29"/>
              </a:gdLst>
              <a:ahLst/>
              <a:cxnLst>
                <a:cxn ang="0">
                  <a:pos x="T0" y="T1"/>
                </a:cxn>
                <a:cxn ang="0">
                  <a:pos x="T2" y="T3"/>
                </a:cxn>
                <a:cxn ang="0">
                  <a:pos x="T4" y="T5"/>
                </a:cxn>
                <a:cxn ang="0">
                  <a:pos x="T6" y="T7"/>
                </a:cxn>
                <a:cxn ang="0">
                  <a:pos x="T8" y="T9"/>
                </a:cxn>
              </a:cxnLst>
              <a:rect l="0" t="0" r="r" b="b"/>
              <a:pathLst>
                <a:path w="35" h="29">
                  <a:moveTo>
                    <a:pt x="20" y="28"/>
                  </a:moveTo>
                  <a:cubicBezTo>
                    <a:pt x="29" y="27"/>
                    <a:pt x="35" y="20"/>
                    <a:pt x="34" y="13"/>
                  </a:cubicBezTo>
                  <a:cubicBezTo>
                    <a:pt x="33" y="5"/>
                    <a:pt x="25" y="0"/>
                    <a:pt x="16" y="1"/>
                  </a:cubicBezTo>
                  <a:cubicBezTo>
                    <a:pt x="7" y="1"/>
                    <a:pt x="0" y="7"/>
                    <a:pt x="0" y="15"/>
                  </a:cubicBezTo>
                  <a:cubicBezTo>
                    <a:pt x="1" y="22"/>
                    <a:pt x="10" y="29"/>
                    <a:pt x="2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28" name="Freeform 825"/>
            <p:cNvSpPr/>
            <p:nvPr/>
          </p:nvSpPr>
          <p:spPr bwMode="auto">
            <a:xfrm>
              <a:off x="9552292" y="10388378"/>
              <a:ext cx="98425" cy="84138"/>
            </a:xfrm>
            <a:custGeom>
              <a:avLst/>
              <a:gdLst>
                <a:gd name="T0" fmla="*/ 20 w 36"/>
                <a:gd name="T1" fmla="*/ 29 h 31"/>
                <a:gd name="T2" fmla="*/ 35 w 36"/>
                <a:gd name="T3" fmla="*/ 13 h 31"/>
                <a:gd name="T4" fmla="*/ 16 w 36"/>
                <a:gd name="T5" fmla="*/ 1 h 31"/>
                <a:gd name="T6" fmla="*/ 1 w 36"/>
                <a:gd name="T7" fmla="*/ 17 h 31"/>
                <a:gd name="T8" fmla="*/ 20 w 36"/>
                <a:gd name="T9" fmla="*/ 29 h 31"/>
              </a:gdLst>
              <a:ahLst/>
              <a:cxnLst>
                <a:cxn ang="0">
                  <a:pos x="T0" y="T1"/>
                </a:cxn>
                <a:cxn ang="0">
                  <a:pos x="T2" y="T3"/>
                </a:cxn>
                <a:cxn ang="0">
                  <a:pos x="T4" y="T5"/>
                </a:cxn>
                <a:cxn ang="0">
                  <a:pos x="T6" y="T7"/>
                </a:cxn>
                <a:cxn ang="0">
                  <a:pos x="T8" y="T9"/>
                </a:cxn>
              </a:cxnLst>
              <a:rect l="0" t="0" r="r" b="b"/>
              <a:pathLst>
                <a:path w="36" h="31">
                  <a:moveTo>
                    <a:pt x="20" y="29"/>
                  </a:moveTo>
                  <a:cubicBezTo>
                    <a:pt x="29" y="28"/>
                    <a:pt x="36" y="21"/>
                    <a:pt x="35" y="13"/>
                  </a:cubicBezTo>
                  <a:cubicBezTo>
                    <a:pt x="33" y="5"/>
                    <a:pt x="25" y="0"/>
                    <a:pt x="16" y="1"/>
                  </a:cubicBezTo>
                  <a:cubicBezTo>
                    <a:pt x="7" y="2"/>
                    <a:pt x="0" y="9"/>
                    <a:pt x="1" y="17"/>
                  </a:cubicBezTo>
                  <a:cubicBezTo>
                    <a:pt x="2" y="25"/>
                    <a:pt x="11" y="31"/>
                    <a:pt x="20"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29" name="Freeform 826"/>
            <p:cNvSpPr/>
            <p:nvPr/>
          </p:nvSpPr>
          <p:spPr bwMode="auto">
            <a:xfrm>
              <a:off x="9333217" y="10415366"/>
              <a:ext cx="93663" cy="87313"/>
            </a:xfrm>
            <a:custGeom>
              <a:avLst/>
              <a:gdLst>
                <a:gd name="T0" fmla="*/ 20 w 35"/>
                <a:gd name="T1" fmla="*/ 30 h 32"/>
                <a:gd name="T2" fmla="*/ 34 w 35"/>
                <a:gd name="T3" fmla="*/ 13 h 32"/>
                <a:gd name="T4" fmla="*/ 16 w 35"/>
                <a:gd name="T5" fmla="*/ 1 h 32"/>
                <a:gd name="T6" fmla="*/ 1 w 35"/>
                <a:gd name="T7" fmla="*/ 17 h 32"/>
                <a:gd name="T8" fmla="*/ 20 w 35"/>
                <a:gd name="T9" fmla="*/ 30 h 32"/>
              </a:gdLst>
              <a:ahLst/>
              <a:cxnLst>
                <a:cxn ang="0">
                  <a:pos x="T0" y="T1"/>
                </a:cxn>
                <a:cxn ang="0">
                  <a:pos x="T2" y="T3"/>
                </a:cxn>
                <a:cxn ang="0">
                  <a:pos x="T4" y="T5"/>
                </a:cxn>
                <a:cxn ang="0">
                  <a:pos x="T6" y="T7"/>
                </a:cxn>
                <a:cxn ang="0">
                  <a:pos x="T8" y="T9"/>
                </a:cxn>
              </a:cxnLst>
              <a:rect l="0" t="0" r="r" b="b"/>
              <a:pathLst>
                <a:path w="35" h="32">
                  <a:moveTo>
                    <a:pt x="20" y="30"/>
                  </a:moveTo>
                  <a:cubicBezTo>
                    <a:pt x="29" y="29"/>
                    <a:pt x="35" y="21"/>
                    <a:pt x="34" y="13"/>
                  </a:cubicBezTo>
                  <a:cubicBezTo>
                    <a:pt x="33" y="5"/>
                    <a:pt x="25" y="0"/>
                    <a:pt x="16" y="1"/>
                  </a:cubicBezTo>
                  <a:cubicBezTo>
                    <a:pt x="7" y="2"/>
                    <a:pt x="0" y="9"/>
                    <a:pt x="1" y="17"/>
                  </a:cubicBezTo>
                  <a:cubicBezTo>
                    <a:pt x="1" y="25"/>
                    <a:pt x="10" y="32"/>
                    <a:pt x="2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30" name="Freeform 827"/>
            <p:cNvSpPr/>
            <p:nvPr/>
          </p:nvSpPr>
          <p:spPr bwMode="auto">
            <a:xfrm>
              <a:off x="6332842" y="11148791"/>
              <a:ext cx="93663" cy="92075"/>
            </a:xfrm>
            <a:custGeom>
              <a:avLst/>
              <a:gdLst>
                <a:gd name="T0" fmla="*/ 19 w 34"/>
                <a:gd name="T1" fmla="*/ 30 h 34"/>
                <a:gd name="T2" fmla="*/ 32 w 34"/>
                <a:gd name="T3" fmla="*/ 10 h 34"/>
                <a:gd name="T4" fmla="*/ 15 w 34"/>
                <a:gd name="T5" fmla="*/ 4 h 34"/>
                <a:gd name="T6" fmla="*/ 1 w 34"/>
                <a:gd name="T7" fmla="*/ 23 h 34"/>
                <a:gd name="T8" fmla="*/ 19 w 34"/>
                <a:gd name="T9" fmla="*/ 30 h 34"/>
              </a:gdLst>
              <a:ahLst/>
              <a:cxnLst>
                <a:cxn ang="0">
                  <a:pos x="T0" y="T1"/>
                </a:cxn>
                <a:cxn ang="0">
                  <a:pos x="T2" y="T3"/>
                </a:cxn>
                <a:cxn ang="0">
                  <a:pos x="T4" y="T5"/>
                </a:cxn>
                <a:cxn ang="0">
                  <a:pos x="T6" y="T7"/>
                </a:cxn>
                <a:cxn ang="0">
                  <a:pos x="T8" y="T9"/>
                </a:cxn>
              </a:cxnLst>
              <a:rect l="0" t="0" r="r" b="b"/>
              <a:pathLst>
                <a:path w="34" h="34">
                  <a:moveTo>
                    <a:pt x="19" y="30"/>
                  </a:moveTo>
                  <a:cubicBezTo>
                    <a:pt x="28" y="26"/>
                    <a:pt x="34" y="17"/>
                    <a:pt x="32" y="10"/>
                  </a:cubicBezTo>
                  <a:cubicBezTo>
                    <a:pt x="31" y="2"/>
                    <a:pt x="24" y="0"/>
                    <a:pt x="15" y="4"/>
                  </a:cubicBezTo>
                  <a:cubicBezTo>
                    <a:pt x="6" y="8"/>
                    <a:pt x="0" y="16"/>
                    <a:pt x="1" y="23"/>
                  </a:cubicBezTo>
                  <a:cubicBezTo>
                    <a:pt x="1" y="31"/>
                    <a:pt x="10" y="34"/>
                    <a:pt x="19"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31" name="Freeform 828"/>
            <p:cNvSpPr/>
            <p:nvPr/>
          </p:nvSpPr>
          <p:spPr bwMode="auto">
            <a:xfrm>
              <a:off x="6542392" y="11053541"/>
              <a:ext cx="92075" cy="100013"/>
            </a:xfrm>
            <a:custGeom>
              <a:avLst/>
              <a:gdLst>
                <a:gd name="T0" fmla="*/ 19 w 34"/>
                <a:gd name="T1" fmla="*/ 33 h 37"/>
                <a:gd name="T2" fmla="*/ 33 w 34"/>
                <a:gd name="T3" fmla="*/ 12 h 37"/>
                <a:gd name="T4" fmla="*/ 16 w 34"/>
                <a:gd name="T5" fmla="*/ 4 h 37"/>
                <a:gd name="T6" fmla="*/ 1 w 34"/>
                <a:gd name="T7" fmla="*/ 24 h 37"/>
                <a:gd name="T8" fmla="*/ 19 w 34"/>
                <a:gd name="T9" fmla="*/ 33 h 37"/>
              </a:gdLst>
              <a:ahLst/>
              <a:cxnLst>
                <a:cxn ang="0">
                  <a:pos x="T0" y="T1"/>
                </a:cxn>
                <a:cxn ang="0">
                  <a:pos x="T2" y="T3"/>
                </a:cxn>
                <a:cxn ang="0">
                  <a:pos x="T4" y="T5"/>
                </a:cxn>
                <a:cxn ang="0">
                  <a:pos x="T6" y="T7"/>
                </a:cxn>
                <a:cxn ang="0">
                  <a:pos x="T8" y="T9"/>
                </a:cxn>
              </a:cxnLst>
              <a:rect l="0" t="0" r="r" b="b"/>
              <a:pathLst>
                <a:path w="34" h="37">
                  <a:moveTo>
                    <a:pt x="19" y="33"/>
                  </a:moveTo>
                  <a:cubicBezTo>
                    <a:pt x="28" y="29"/>
                    <a:pt x="34" y="20"/>
                    <a:pt x="33" y="12"/>
                  </a:cubicBezTo>
                  <a:cubicBezTo>
                    <a:pt x="32" y="4"/>
                    <a:pt x="24" y="0"/>
                    <a:pt x="16" y="4"/>
                  </a:cubicBezTo>
                  <a:cubicBezTo>
                    <a:pt x="7" y="8"/>
                    <a:pt x="0" y="17"/>
                    <a:pt x="1" y="24"/>
                  </a:cubicBezTo>
                  <a:cubicBezTo>
                    <a:pt x="1" y="33"/>
                    <a:pt x="10" y="37"/>
                    <a:pt x="19"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32" name="Freeform 829"/>
            <p:cNvSpPr/>
            <p:nvPr/>
          </p:nvSpPr>
          <p:spPr bwMode="auto">
            <a:xfrm>
              <a:off x="6751942" y="10964641"/>
              <a:ext cx="95250" cy="103188"/>
            </a:xfrm>
            <a:custGeom>
              <a:avLst/>
              <a:gdLst>
                <a:gd name="T0" fmla="*/ 19 w 35"/>
                <a:gd name="T1" fmla="*/ 35 h 38"/>
                <a:gd name="T2" fmla="*/ 33 w 35"/>
                <a:gd name="T3" fmla="*/ 12 h 38"/>
                <a:gd name="T4" fmla="*/ 15 w 35"/>
                <a:gd name="T5" fmla="*/ 4 h 38"/>
                <a:gd name="T6" fmla="*/ 1 w 35"/>
                <a:gd name="T7" fmla="*/ 26 h 38"/>
                <a:gd name="T8" fmla="*/ 19 w 35"/>
                <a:gd name="T9" fmla="*/ 35 h 38"/>
              </a:gdLst>
              <a:ahLst/>
              <a:cxnLst>
                <a:cxn ang="0">
                  <a:pos x="T0" y="T1"/>
                </a:cxn>
                <a:cxn ang="0">
                  <a:pos x="T2" y="T3"/>
                </a:cxn>
                <a:cxn ang="0">
                  <a:pos x="T4" y="T5"/>
                </a:cxn>
                <a:cxn ang="0">
                  <a:pos x="T6" y="T7"/>
                </a:cxn>
                <a:cxn ang="0">
                  <a:pos x="T8" y="T9"/>
                </a:cxn>
              </a:cxnLst>
              <a:rect l="0" t="0" r="r" b="b"/>
              <a:pathLst>
                <a:path w="35" h="38">
                  <a:moveTo>
                    <a:pt x="19" y="35"/>
                  </a:moveTo>
                  <a:cubicBezTo>
                    <a:pt x="28" y="31"/>
                    <a:pt x="35" y="20"/>
                    <a:pt x="33" y="12"/>
                  </a:cubicBezTo>
                  <a:cubicBezTo>
                    <a:pt x="31" y="3"/>
                    <a:pt x="23" y="0"/>
                    <a:pt x="15" y="4"/>
                  </a:cubicBezTo>
                  <a:cubicBezTo>
                    <a:pt x="6" y="8"/>
                    <a:pt x="0" y="18"/>
                    <a:pt x="1" y="26"/>
                  </a:cubicBezTo>
                  <a:cubicBezTo>
                    <a:pt x="2" y="34"/>
                    <a:pt x="11" y="38"/>
                    <a:pt x="19"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33" name="Freeform 830"/>
            <p:cNvSpPr/>
            <p:nvPr/>
          </p:nvSpPr>
          <p:spPr bwMode="auto">
            <a:xfrm>
              <a:off x="6959904" y="10880503"/>
              <a:ext cx="95250" cy="104775"/>
            </a:xfrm>
            <a:custGeom>
              <a:avLst/>
              <a:gdLst>
                <a:gd name="T0" fmla="*/ 19 w 35"/>
                <a:gd name="T1" fmla="*/ 36 h 39"/>
                <a:gd name="T2" fmla="*/ 33 w 35"/>
                <a:gd name="T3" fmla="*/ 12 h 39"/>
                <a:gd name="T4" fmla="*/ 15 w 35"/>
                <a:gd name="T5" fmla="*/ 4 h 39"/>
                <a:gd name="T6" fmla="*/ 2 w 35"/>
                <a:gd name="T7" fmla="*/ 26 h 39"/>
                <a:gd name="T8" fmla="*/ 19 w 35"/>
                <a:gd name="T9" fmla="*/ 36 h 39"/>
              </a:gdLst>
              <a:ahLst/>
              <a:cxnLst>
                <a:cxn ang="0">
                  <a:pos x="T0" y="T1"/>
                </a:cxn>
                <a:cxn ang="0">
                  <a:pos x="T2" y="T3"/>
                </a:cxn>
                <a:cxn ang="0">
                  <a:pos x="T4" y="T5"/>
                </a:cxn>
                <a:cxn ang="0">
                  <a:pos x="T6" y="T7"/>
                </a:cxn>
                <a:cxn ang="0">
                  <a:pos x="T8" y="T9"/>
                </a:cxn>
              </a:cxnLst>
              <a:rect l="0" t="0" r="r" b="b"/>
              <a:pathLst>
                <a:path w="35" h="39">
                  <a:moveTo>
                    <a:pt x="19" y="36"/>
                  </a:moveTo>
                  <a:cubicBezTo>
                    <a:pt x="29" y="33"/>
                    <a:pt x="35" y="22"/>
                    <a:pt x="33" y="12"/>
                  </a:cubicBezTo>
                  <a:cubicBezTo>
                    <a:pt x="32" y="4"/>
                    <a:pt x="24" y="0"/>
                    <a:pt x="15" y="4"/>
                  </a:cubicBezTo>
                  <a:cubicBezTo>
                    <a:pt x="7" y="7"/>
                    <a:pt x="0" y="17"/>
                    <a:pt x="2" y="26"/>
                  </a:cubicBezTo>
                  <a:cubicBezTo>
                    <a:pt x="3" y="34"/>
                    <a:pt x="11" y="39"/>
                    <a:pt x="19"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34" name="Freeform 831"/>
            <p:cNvSpPr/>
            <p:nvPr/>
          </p:nvSpPr>
          <p:spPr bwMode="auto">
            <a:xfrm>
              <a:off x="7172629" y="10801128"/>
              <a:ext cx="95250" cy="107950"/>
            </a:xfrm>
            <a:custGeom>
              <a:avLst/>
              <a:gdLst>
                <a:gd name="T0" fmla="*/ 19 w 35"/>
                <a:gd name="T1" fmla="*/ 37 h 40"/>
                <a:gd name="T2" fmla="*/ 33 w 35"/>
                <a:gd name="T3" fmla="*/ 13 h 40"/>
                <a:gd name="T4" fmla="*/ 15 w 35"/>
                <a:gd name="T5" fmla="*/ 3 h 40"/>
                <a:gd name="T6" fmla="*/ 1 w 35"/>
                <a:gd name="T7" fmla="*/ 26 h 40"/>
                <a:gd name="T8" fmla="*/ 19 w 35"/>
                <a:gd name="T9" fmla="*/ 37 h 40"/>
              </a:gdLst>
              <a:ahLst/>
              <a:cxnLst>
                <a:cxn ang="0">
                  <a:pos x="T0" y="T1"/>
                </a:cxn>
                <a:cxn ang="0">
                  <a:pos x="T2" y="T3"/>
                </a:cxn>
                <a:cxn ang="0">
                  <a:pos x="T4" y="T5"/>
                </a:cxn>
                <a:cxn ang="0">
                  <a:pos x="T6" y="T7"/>
                </a:cxn>
                <a:cxn ang="0">
                  <a:pos x="T8" y="T9"/>
                </a:cxn>
              </a:cxnLst>
              <a:rect l="0" t="0" r="r" b="b"/>
              <a:pathLst>
                <a:path w="35" h="40">
                  <a:moveTo>
                    <a:pt x="19" y="37"/>
                  </a:moveTo>
                  <a:cubicBezTo>
                    <a:pt x="28" y="34"/>
                    <a:pt x="35" y="23"/>
                    <a:pt x="33" y="13"/>
                  </a:cubicBezTo>
                  <a:cubicBezTo>
                    <a:pt x="31" y="4"/>
                    <a:pt x="23" y="0"/>
                    <a:pt x="15" y="3"/>
                  </a:cubicBezTo>
                  <a:cubicBezTo>
                    <a:pt x="6" y="7"/>
                    <a:pt x="0" y="17"/>
                    <a:pt x="1" y="26"/>
                  </a:cubicBezTo>
                  <a:cubicBezTo>
                    <a:pt x="2" y="35"/>
                    <a:pt x="11" y="40"/>
                    <a:pt x="1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35" name="Freeform 832"/>
            <p:cNvSpPr/>
            <p:nvPr/>
          </p:nvSpPr>
          <p:spPr bwMode="auto">
            <a:xfrm>
              <a:off x="7383767" y="10731278"/>
              <a:ext cx="92075" cy="107950"/>
            </a:xfrm>
            <a:custGeom>
              <a:avLst/>
              <a:gdLst>
                <a:gd name="T0" fmla="*/ 19 w 34"/>
                <a:gd name="T1" fmla="*/ 37 h 40"/>
                <a:gd name="T2" fmla="*/ 33 w 34"/>
                <a:gd name="T3" fmla="*/ 15 h 40"/>
                <a:gd name="T4" fmla="*/ 16 w 34"/>
                <a:gd name="T5" fmla="*/ 2 h 40"/>
                <a:gd name="T6" fmla="*/ 1 w 34"/>
                <a:gd name="T7" fmla="*/ 24 h 40"/>
                <a:gd name="T8" fmla="*/ 19 w 34"/>
                <a:gd name="T9" fmla="*/ 37 h 40"/>
              </a:gdLst>
              <a:ahLst/>
              <a:cxnLst>
                <a:cxn ang="0">
                  <a:pos x="T0" y="T1"/>
                </a:cxn>
                <a:cxn ang="0">
                  <a:pos x="T2" y="T3"/>
                </a:cxn>
                <a:cxn ang="0">
                  <a:pos x="T4" y="T5"/>
                </a:cxn>
                <a:cxn ang="0">
                  <a:pos x="T6" y="T7"/>
                </a:cxn>
                <a:cxn ang="0">
                  <a:pos x="T8" y="T9"/>
                </a:cxn>
              </a:cxnLst>
              <a:rect l="0" t="0" r="r" b="b"/>
              <a:pathLst>
                <a:path w="34" h="40">
                  <a:moveTo>
                    <a:pt x="19" y="37"/>
                  </a:moveTo>
                  <a:cubicBezTo>
                    <a:pt x="28" y="34"/>
                    <a:pt x="34" y="24"/>
                    <a:pt x="33" y="15"/>
                  </a:cubicBezTo>
                  <a:cubicBezTo>
                    <a:pt x="32" y="5"/>
                    <a:pt x="24" y="0"/>
                    <a:pt x="16" y="2"/>
                  </a:cubicBezTo>
                  <a:cubicBezTo>
                    <a:pt x="7" y="5"/>
                    <a:pt x="0" y="14"/>
                    <a:pt x="1" y="24"/>
                  </a:cubicBezTo>
                  <a:cubicBezTo>
                    <a:pt x="1" y="33"/>
                    <a:pt x="10" y="40"/>
                    <a:pt x="1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36" name="Freeform 833"/>
            <p:cNvSpPr/>
            <p:nvPr/>
          </p:nvSpPr>
          <p:spPr bwMode="auto">
            <a:xfrm>
              <a:off x="7594904" y="10667778"/>
              <a:ext cx="93663" cy="109538"/>
            </a:xfrm>
            <a:custGeom>
              <a:avLst/>
              <a:gdLst>
                <a:gd name="T0" fmla="*/ 20 w 34"/>
                <a:gd name="T1" fmla="*/ 37 h 40"/>
                <a:gd name="T2" fmla="*/ 33 w 34"/>
                <a:gd name="T3" fmla="*/ 15 h 40"/>
                <a:gd name="T4" fmla="*/ 15 w 34"/>
                <a:gd name="T5" fmla="*/ 3 h 40"/>
                <a:gd name="T6" fmla="*/ 1 w 34"/>
                <a:gd name="T7" fmla="*/ 24 h 40"/>
                <a:gd name="T8" fmla="*/ 20 w 34"/>
                <a:gd name="T9" fmla="*/ 37 h 40"/>
              </a:gdLst>
              <a:ahLst/>
              <a:cxnLst>
                <a:cxn ang="0">
                  <a:pos x="T0" y="T1"/>
                </a:cxn>
                <a:cxn ang="0">
                  <a:pos x="T2" y="T3"/>
                </a:cxn>
                <a:cxn ang="0">
                  <a:pos x="T4" y="T5"/>
                </a:cxn>
                <a:cxn ang="0">
                  <a:pos x="T6" y="T7"/>
                </a:cxn>
                <a:cxn ang="0">
                  <a:pos x="T8" y="T9"/>
                </a:cxn>
              </a:cxnLst>
              <a:rect l="0" t="0" r="r" b="b"/>
              <a:pathLst>
                <a:path w="34" h="40">
                  <a:moveTo>
                    <a:pt x="20" y="37"/>
                  </a:moveTo>
                  <a:cubicBezTo>
                    <a:pt x="28" y="34"/>
                    <a:pt x="34" y="24"/>
                    <a:pt x="33" y="15"/>
                  </a:cubicBezTo>
                  <a:cubicBezTo>
                    <a:pt x="31" y="5"/>
                    <a:pt x="24" y="0"/>
                    <a:pt x="15" y="3"/>
                  </a:cubicBezTo>
                  <a:cubicBezTo>
                    <a:pt x="6" y="5"/>
                    <a:pt x="0" y="15"/>
                    <a:pt x="1" y="24"/>
                  </a:cubicBezTo>
                  <a:cubicBezTo>
                    <a:pt x="2" y="34"/>
                    <a:pt x="11" y="40"/>
                    <a:pt x="20"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37" name="Freeform 834"/>
            <p:cNvSpPr/>
            <p:nvPr/>
          </p:nvSpPr>
          <p:spPr bwMode="auto">
            <a:xfrm>
              <a:off x="7807629" y="10618566"/>
              <a:ext cx="95250" cy="103188"/>
            </a:xfrm>
            <a:custGeom>
              <a:avLst/>
              <a:gdLst>
                <a:gd name="T0" fmla="*/ 19 w 35"/>
                <a:gd name="T1" fmla="*/ 36 h 38"/>
                <a:gd name="T2" fmla="*/ 33 w 35"/>
                <a:gd name="T3" fmla="*/ 14 h 38"/>
                <a:gd name="T4" fmla="*/ 15 w 35"/>
                <a:gd name="T5" fmla="*/ 2 h 38"/>
                <a:gd name="T6" fmla="*/ 1 w 35"/>
                <a:gd name="T7" fmla="*/ 22 h 38"/>
                <a:gd name="T8" fmla="*/ 19 w 35"/>
                <a:gd name="T9" fmla="*/ 36 h 38"/>
              </a:gdLst>
              <a:ahLst/>
              <a:cxnLst>
                <a:cxn ang="0">
                  <a:pos x="T0" y="T1"/>
                </a:cxn>
                <a:cxn ang="0">
                  <a:pos x="T2" y="T3"/>
                </a:cxn>
                <a:cxn ang="0">
                  <a:pos x="T4" y="T5"/>
                </a:cxn>
                <a:cxn ang="0">
                  <a:pos x="T6" y="T7"/>
                </a:cxn>
                <a:cxn ang="0">
                  <a:pos x="T8" y="T9"/>
                </a:cxn>
              </a:cxnLst>
              <a:rect l="0" t="0" r="r" b="b"/>
              <a:pathLst>
                <a:path w="35" h="38">
                  <a:moveTo>
                    <a:pt x="19" y="36"/>
                  </a:moveTo>
                  <a:cubicBezTo>
                    <a:pt x="28" y="34"/>
                    <a:pt x="35" y="24"/>
                    <a:pt x="33" y="14"/>
                  </a:cubicBezTo>
                  <a:cubicBezTo>
                    <a:pt x="32" y="5"/>
                    <a:pt x="23" y="0"/>
                    <a:pt x="15" y="2"/>
                  </a:cubicBezTo>
                  <a:cubicBezTo>
                    <a:pt x="6" y="4"/>
                    <a:pt x="0" y="13"/>
                    <a:pt x="1" y="22"/>
                  </a:cubicBezTo>
                  <a:cubicBezTo>
                    <a:pt x="2" y="32"/>
                    <a:pt x="11" y="38"/>
                    <a:pt x="19"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38" name="Freeform 835"/>
            <p:cNvSpPr/>
            <p:nvPr/>
          </p:nvSpPr>
          <p:spPr bwMode="auto">
            <a:xfrm>
              <a:off x="8021942" y="10597928"/>
              <a:ext cx="95250" cy="96838"/>
            </a:xfrm>
            <a:custGeom>
              <a:avLst/>
              <a:gdLst>
                <a:gd name="T0" fmla="*/ 19 w 35"/>
                <a:gd name="T1" fmla="*/ 35 h 36"/>
                <a:gd name="T2" fmla="*/ 33 w 35"/>
                <a:gd name="T3" fmla="*/ 15 h 36"/>
                <a:gd name="T4" fmla="*/ 15 w 35"/>
                <a:gd name="T5" fmla="*/ 1 h 36"/>
                <a:gd name="T6" fmla="*/ 1 w 35"/>
                <a:gd name="T7" fmla="*/ 20 h 36"/>
                <a:gd name="T8" fmla="*/ 19 w 35"/>
                <a:gd name="T9" fmla="*/ 35 h 36"/>
              </a:gdLst>
              <a:ahLst/>
              <a:cxnLst>
                <a:cxn ang="0">
                  <a:pos x="T0" y="T1"/>
                </a:cxn>
                <a:cxn ang="0">
                  <a:pos x="T2" y="T3"/>
                </a:cxn>
                <a:cxn ang="0">
                  <a:pos x="T4" y="T5"/>
                </a:cxn>
                <a:cxn ang="0">
                  <a:pos x="T6" y="T7"/>
                </a:cxn>
                <a:cxn ang="0">
                  <a:pos x="T8" y="T9"/>
                </a:cxn>
              </a:cxnLst>
              <a:rect l="0" t="0" r="r" b="b"/>
              <a:pathLst>
                <a:path w="35" h="36">
                  <a:moveTo>
                    <a:pt x="19" y="35"/>
                  </a:moveTo>
                  <a:cubicBezTo>
                    <a:pt x="28" y="34"/>
                    <a:pt x="35" y="25"/>
                    <a:pt x="33" y="15"/>
                  </a:cubicBezTo>
                  <a:cubicBezTo>
                    <a:pt x="32" y="6"/>
                    <a:pt x="24" y="0"/>
                    <a:pt x="15" y="1"/>
                  </a:cubicBezTo>
                  <a:cubicBezTo>
                    <a:pt x="6" y="2"/>
                    <a:pt x="0" y="11"/>
                    <a:pt x="1" y="20"/>
                  </a:cubicBezTo>
                  <a:cubicBezTo>
                    <a:pt x="2" y="29"/>
                    <a:pt x="10" y="36"/>
                    <a:pt x="19"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39" name="Freeform 836"/>
            <p:cNvSpPr/>
            <p:nvPr/>
          </p:nvSpPr>
          <p:spPr bwMode="auto">
            <a:xfrm>
              <a:off x="8236254" y="10572528"/>
              <a:ext cx="95250" cy="98425"/>
            </a:xfrm>
            <a:custGeom>
              <a:avLst/>
              <a:gdLst>
                <a:gd name="T0" fmla="*/ 20 w 35"/>
                <a:gd name="T1" fmla="*/ 35 h 36"/>
                <a:gd name="T2" fmla="*/ 34 w 35"/>
                <a:gd name="T3" fmla="*/ 16 h 36"/>
                <a:gd name="T4" fmla="*/ 17 w 35"/>
                <a:gd name="T5" fmla="*/ 1 h 36"/>
                <a:gd name="T6" fmla="*/ 1 w 35"/>
                <a:gd name="T7" fmla="*/ 20 h 36"/>
                <a:gd name="T8" fmla="*/ 20 w 35"/>
                <a:gd name="T9" fmla="*/ 35 h 36"/>
              </a:gdLst>
              <a:ahLst/>
              <a:cxnLst>
                <a:cxn ang="0">
                  <a:pos x="T0" y="T1"/>
                </a:cxn>
                <a:cxn ang="0">
                  <a:pos x="T2" y="T3"/>
                </a:cxn>
                <a:cxn ang="0">
                  <a:pos x="T4" y="T5"/>
                </a:cxn>
                <a:cxn ang="0">
                  <a:pos x="T6" y="T7"/>
                </a:cxn>
                <a:cxn ang="0">
                  <a:pos x="T8" y="T9"/>
                </a:cxn>
              </a:cxnLst>
              <a:rect l="0" t="0" r="r" b="b"/>
              <a:pathLst>
                <a:path w="35" h="36">
                  <a:moveTo>
                    <a:pt x="20" y="35"/>
                  </a:moveTo>
                  <a:cubicBezTo>
                    <a:pt x="28" y="34"/>
                    <a:pt x="35" y="25"/>
                    <a:pt x="34" y="16"/>
                  </a:cubicBezTo>
                  <a:cubicBezTo>
                    <a:pt x="34" y="7"/>
                    <a:pt x="26" y="0"/>
                    <a:pt x="17" y="1"/>
                  </a:cubicBezTo>
                  <a:cubicBezTo>
                    <a:pt x="7" y="1"/>
                    <a:pt x="0" y="10"/>
                    <a:pt x="1" y="20"/>
                  </a:cubicBezTo>
                  <a:cubicBezTo>
                    <a:pt x="2" y="29"/>
                    <a:pt x="11" y="36"/>
                    <a:pt x="20"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40" name="Freeform 837"/>
            <p:cNvSpPr/>
            <p:nvPr/>
          </p:nvSpPr>
          <p:spPr bwMode="auto">
            <a:xfrm>
              <a:off x="8455329" y="10540778"/>
              <a:ext cx="93663" cy="100013"/>
            </a:xfrm>
            <a:custGeom>
              <a:avLst/>
              <a:gdLst>
                <a:gd name="T0" fmla="*/ 19 w 34"/>
                <a:gd name="T1" fmla="*/ 35 h 37"/>
                <a:gd name="T2" fmla="*/ 33 w 34"/>
                <a:gd name="T3" fmla="*/ 16 h 37"/>
                <a:gd name="T4" fmla="*/ 15 w 34"/>
                <a:gd name="T5" fmla="*/ 2 h 37"/>
                <a:gd name="T6" fmla="*/ 0 w 34"/>
                <a:gd name="T7" fmla="*/ 20 h 37"/>
                <a:gd name="T8" fmla="*/ 19 w 34"/>
                <a:gd name="T9" fmla="*/ 35 h 37"/>
              </a:gdLst>
              <a:ahLst/>
              <a:cxnLst>
                <a:cxn ang="0">
                  <a:pos x="T0" y="T1"/>
                </a:cxn>
                <a:cxn ang="0">
                  <a:pos x="T2" y="T3"/>
                </a:cxn>
                <a:cxn ang="0">
                  <a:pos x="T4" y="T5"/>
                </a:cxn>
                <a:cxn ang="0">
                  <a:pos x="T6" y="T7"/>
                </a:cxn>
                <a:cxn ang="0">
                  <a:pos x="T8" y="T9"/>
                </a:cxn>
              </a:cxnLst>
              <a:rect l="0" t="0" r="r" b="b"/>
              <a:pathLst>
                <a:path w="34" h="37">
                  <a:moveTo>
                    <a:pt x="19" y="35"/>
                  </a:moveTo>
                  <a:cubicBezTo>
                    <a:pt x="28" y="33"/>
                    <a:pt x="34" y="25"/>
                    <a:pt x="33" y="16"/>
                  </a:cubicBezTo>
                  <a:cubicBezTo>
                    <a:pt x="32" y="6"/>
                    <a:pt x="24" y="0"/>
                    <a:pt x="15" y="2"/>
                  </a:cubicBezTo>
                  <a:cubicBezTo>
                    <a:pt x="6" y="3"/>
                    <a:pt x="0" y="11"/>
                    <a:pt x="0" y="20"/>
                  </a:cubicBezTo>
                  <a:cubicBezTo>
                    <a:pt x="1" y="29"/>
                    <a:pt x="10" y="37"/>
                    <a:pt x="19"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41" name="Freeform 838"/>
            <p:cNvSpPr/>
            <p:nvPr/>
          </p:nvSpPr>
          <p:spPr bwMode="auto">
            <a:xfrm>
              <a:off x="8672817" y="10507441"/>
              <a:ext cx="95250" cy="98425"/>
            </a:xfrm>
            <a:custGeom>
              <a:avLst/>
              <a:gdLst>
                <a:gd name="T0" fmla="*/ 20 w 35"/>
                <a:gd name="T1" fmla="*/ 34 h 36"/>
                <a:gd name="T2" fmla="*/ 34 w 35"/>
                <a:gd name="T3" fmla="*/ 15 h 36"/>
                <a:gd name="T4" fmla="*/ 15 w 35"/>
                <a:gd name="T5" fmla="*/ 2 h 36"/>
                <a:gd name="T6" fmla="*/ 1 w 35"/>
                <a:gd name="T7" fmla="*/ 20 h 36"/>
                <a:gd name="T8" fmla="*/ 20 w 35"/>
                <a:gd name="T9" fmla="*/ 34 h 36"/>
              </a:gdLst>
              <a:ahLst/>
              <a:cxnLst>
                <a:cxn ang="0">
                  <a:pos x="T0" y="T1"/>
                </a:cxn>
                <a:cxn ang="0">
                  <a:pos x="T2" y="T3"/>
                </a:cxn>
                <a:cxn ang="0">
                  <a:pos x="T4" y="T5"/>
                </a:cxn>
                <a:cxn ang="0">
                  <a:pos x="T6" y="T7"/>
                </a:cxn>
                <a:cxn ang="0">
                  <a:pos x="T8" y="T9"/>
                </a:cxn>
              </a:cxnLst>
              <a:rect l="0" t="0" r="r" b="b"/>
              <a:pathLst>
                <a:path w="35" h="36">
                  <a:moveTo>
                    <a:pt x="20" y="34"/>
                  </a:moveTo>
                  <a:cubicBezTo>
                    <a:pt x="29" y="32"/>
                    <a:pt x="35" y="23"/>
                    <a:pt x="34" y="15"/>
                  </a:cubicBezTo>
                  <a:cubicBezTo>
                    <a:pt x="32" y="6"/>
                    <a:pt x="24" y="0"/>
                    <a:pt x="15" y="2"/>
                  </a:cubicBezTo>
                  <a:cubicBezTo>
                    <a:pt x="6" y="3"/>
                    <a:pt x="0" y="11"/>
                    <a:pt x="1" y="20"/>
                  </a:cubicBezTo>
                  <a:cubicBezTo>
                    <a:pt x="2" y="29"/>
                    <a:pt x="11" y="36"/>
                    <a:pt x="20"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42" name="Freeform 839"/>
            <p:cNvSpPr/>
            <p:nvPr/>
          </p:nvSpPr>
          <p:spPr bwMode="auto">
            <a:xfrm>
              <a:off x="8890304" y="10475691"/>
              <a:ext cx="96838" cy="95250"/>
            </a:xfrm>
            <a:custGeom>
              <a:avLst/>
              <a:gdLst>
                <a:gd name="T0" fmla="*/ 20 w 36"/>
                <a:gd name="T1" fmla="*/ 33 h 35"/>
                <a:gd name="T2" fmla="*/ 35 w 36"/>
                <a:gd name="T3" fmla="*/ 14 h 35"/>
                <a:gd name="T4" fmla="*/ 16 w 36"/>
                <a:gd name="T5" fmla="*/ 2 h 35"/>
                <a:gd name="T6" fmla="*/ 1 w 36"/>
                <a:gd name="T7" fmla="*/ 20 h 35"/>
                <a:gd name="T8" fmla="*/ 20 w 36"/>
                <a:gd name="T9" fmla="*/ 33 h 35"/>
              </a:gdLst>
              <a:ahLst/>
              <a:cxnLst>
                <a:cxn ang="0">
                  <a:pos x="T0" y="T1"/>
                </a:cxn>
                <a:cxn ang="0">
                  <a:pos x="T2" y="T3"/>
                </a:cxn>
                <a:cxn ang="0">
                  <a:pos x="T4" y="T5"/>
                </a:cxn>
                <a:cxn ang="0">
                  <a:pos x="T6" y="T7"/>
                </a:cxn>
                <a:cxn ang="0">
                  <a:pos x="T8" y="T9"/>
                </a:cxn>
              </a:cxnLst>
              <a:rect l="0" t="0" r="r" b="b"/>
              <a:pathLst>
                <a:path w="36" h="35">
                  <a:moveTo>
                    <a:pt x="20" y="33"/>
                  </a:moveTo>
                  <a:cubicBezTo>
                    <a:pt x="29" y="32"/>
                    <a:pt x="36" y="23"/>
                    <a:pt x="35" y="14"/>
                  </a:cubicBezTo>
                  <a:cubicBezTo>
                    <a:pt x="33" y="5"/>
                    <a:pt x="25" y="0"/>
                    <a:pt x="16" y="2"/>
                  </a:cubicBezTo>
                  <a:cubicBezTo>
                    <a:pt x="7" y="3"/>
                    <a:pt x="0" y="11"/>
                    <a:pt x="1" y="20"/>
                  </a:cubicBezTo>
                  <a:cubicBezTo>
                    <a:pt x="3" y="28"/>
                    <a:pt x="11" y="35"/>
                    <a:pt x="2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43" name="Freeform 840"/>
            <p:cNvSpPr/>
            <p:nvPr/>
          </p:nvSpPr>
          <p:spPr bwMode="auto">
            <a:xfrm>
              <a:off x="9112554" y="10442353"/>
              <a:ext cx="95250" cy="92075"/>
            </a:xfrm>
            <a:custGeom>
              <a:avLst/>
              <a:gdLst>
                <a:gd name="T0" fmla="*/ 20 w 35"/>
                <a:gd name="T1" fmla="*/ 32 h 34"/>
                <a:gd name="T2" fmla="*/ 34 w 35"/>
                <a:gd name="T3" fmla="*/ 14 h 34"/>
                <a:gd name="T4" fmla="*/ 16 w 35"/>
                <a:gd name="T5" fmla="*/ 2 h 34"/>
                <a:gd name="T6" fmla="*/ 0 w 35"/>
                <a:gd name="T7" fmla="*/ 19 h 34"/>
                <a:gd name="T8" fmla="*/ 20 w 35"/>
                <a:gd name="T9" fmla="*/ 32 h 34"/>
              </a:gdLst>
              <a:ahLst/>
              <a:cxnLst>
                <a:cxn ang="0">
                  <a:pos x="T0" y="T1"/>
                </a:cxn>
                <a:cxn ang="0">
                  <a:pos x="T2" y="T3"/>
                </a:cxn>
                <a:cxn ang="0">
                  <a:pos x="T4" y="T5"/>
                </a:cxn>
                <a:cxn ang="0">
                  <a:pos x="T6" y="T7"/>
                </a:cxn>
                <a:cxn ang="0">
                  <a:pos x="T8" y="T9"/>
                </a:cxn>
              </a:cxnLst>
              <a:rect l="0" t="0" r="r" b="b"/>
              <a:pathLst>
                <a:path w="35" h="34">
                  <a:moveTo>
                    <a:pt x="20" y="32"/>
                  </a:moveTo>
                  <a:cubicBezTo>
                    <a:pt x="29" y="31"/>
                    <a:pt x="35" y="23"/>
                    <a:pt x="34" y="14"/>
                  </a:cubicBezTo>
                  <a:cubicBezTo>
                    <a:pt x="33" y="6"/>
                    <a:pt x="25" y="0"/>
                    <a:pt x="16" y="2"/>
                  </a:cubicBezTo>
                  <a:cubicBezTo>
                    <a:pt x="7" y="3"/>
                    <a:pt x="0" y="10"/>
                    <a:pt x="0" y="19"/>
                  </a:cubicBezTo>
                  <a:cubicBezTo>
                    <a:pt x="1" y="27"/>
                    <a:pt x="10" y="34"/>
                    <a:pt x="20"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44" name="Freeform 841"/>
            <p:cNvSpPr/>
            <p:nvPr/>
          </p:nvSpPr>
          <p:spPr bwMode="auto">
            <a:xfrm>
              <a:off x="9085567" y="10269316"/>
              <a:ext cx="92075" cy="65088"/>
            </a:xfrm>
            <a:custGeom>
              <a:avLst/>
              <a:gdLst>
                <a:gd name="T0" fmla="*/ 16 w 34"/>
                <a:gd name="T1" fmla="*/ 1 h 24"/>
                <a:gd name="T2" fmla="*/ 2 w 34"/>
                <a:gd name="T3" fmla="*/ 12 h 24"/>
                <a:gd name="T4" fmla="*/ 19 w 34"/>
                <a:gd name="T5" fmla="*/ 23 h 24"/>
                <a:gd name="T6" fmla="*/ 33 w 34"/>
                <a:gd name="T7" fmla="*/ 8 h 24"/>
                <a:gd name="T8" fmla="*/ 16 w 34"/>
                <a:gd name="T9" fmla="*/ 1 h 24"/>
              </a:gdLst>
              <a:ahLst/>
              <a:cxnLst>
                <a:cxn ang="0">
                  <a:pos x="T0" y="T1"/>
                </a:cxn>
                <a:cxn ang="0">
                  <a:pos x="T2" y="T3"/>
                </a:cxn>
                <a:cxn ang="0">
                  <a:pos x="T4" y="T5"/>
                </a:cxn>
                <a:cxn ang="0">
                  <a:pos x="T6" y="T7"/>
                </a:cxn>
                <a:cxn ang="0">
                  <a:pos x="T8" y="T9"/>
                </a:cxn>
              </a:cxnLst>
              <a:rect l="0" t="0" r="r" b="b"/>
              <a:pathLst>
                <a:path w="34" h="24">
                  <a:moveTo>
                    <a:pt x="16" y="1"/>
                  </a:moveTo>
                  <a:cubicBezTo>
                    <a:pt x="7" y="2"/>
                    <a:pt x="0" y="7"/>
                    <a:pt x="2" y="12"/>
                  </a:cubicBezTo>
                  <a:cubicBezTo>
                    <a:pt x="3" y="19"/>
                    <a:pt x="11" y="24"/>
                    <a:pt x="19" y="23"/>
                  </a:cubicBezTo>
                  <a:cubicBezTo>
                    <a:pt x="28" y="22"/>
                    <a:pt x="34" y="14"/>
                    <a:pt x="33" y="8"/>
                  </a:cubicBezTo>
                  <a:cubicBezTo>
                    <a:pt x="32" y="3"/>
                    <a:pt x="25" y="0"/>
                    <a:pt x="1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45" name="Freeform 842"/>
            <p:cNvSpPr/>
            <p:nvPr/>
          </p:nvSpPr>
          <p:spPr bwMode="auto">
            <a:xfrm>
              <a:off x="8866492" y="10293128"/>
              <a:ext cx="92075" cy="71438"/>
            </a:xfrm>
            <a:custGeom>
              <a:avLst/>
              <a:gdLst>
                <a:gd name="T0" fmla="*/ 19 w 34"/>
                <a:gd name="T1" fmla="*/ 25 h 26"/>
                <a:gd name="T2" fmla="*/ 33 w 34"/>
                <a:gd name="T3" fmla="*/ 9 h 26"/>
                <a:gd name="T4" fmla="*/ 16 w 34"/>
                <a:gd name="T5" fmla="*/ 1 h 26"/>
                <a:gd name="T6" fmla="*/ 2 w 34"/>
                <a:gd name="T7" fmla="*/ 14 h 26"/>
                <a:gd name="T8" fmla="*/ 19 w 34"/>
                <a:gd name="T9" fmla="*/ 25 h 26"/>
              </a:gdLst>
              <a:ahLst/>
              <a:cxnLst>
                <a:cxn ang="0">
                  <a:pos x="T0" y="T1"/>
                </a:cxn>
                <a:cxn ang="0">
                  <a:pos x="T2" y="T3"/>
                </a:cxn>
                <a:cxn ang="0">
                  <a:pos x="T4" y="T5"/>
                </a:cxn>
                <a:cxn ang="0">
                  <a:pos x="T6" y="T7"/>
                </a:cxn>
                <a:cxn ang="0">
                  <a:pos x="T8" y="T9"/>
                </a:cxn>
              </a:cxnLst>
              <a:rect l="0" t="0" r="r" b="b"/>
              <a:pathLst>
                <a:path w="34" h="26">
                  <a:moveTo>
                    <a:pt x="19" y="25"/>
                  </a:moveTo>
                  <a:cubicBezTo>
                    <a:pt x="28" y="24"/>
                    <a:pt x="34" y="16"/>
                    <a:pt x="33" y="9"/>
                  </a:cubicBezTo>
                  <a:cubicBezTo>
                    <a:pt x="32" y="2"/>
                    <a:pt x="25" y="0"/>
                    <a:pt x="16" y="1"/>
                  </a:cubicBezTo>
                  <a:cubicBezTo>
                    <a:pt x="7" y="2"/>
                    <a:pt x="0" y="6"/>
                    <a:pt x="2" y="14"/>
                  </a:cubicBezTo>
                  <a:cubicBezTo>
                    <a:pt x="3" y="20"/>
                    <a:pt x="11" y="26"/>
                    <a:pt x="19"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46" name="Freeform 843"/>
            <p:cNvSpPr/>
            <p:nvPr/>
          </p:nvSpPr>
          <p:spPr bwMode="auto">
            <a:xfrm>
              <a:off x="8645829" y="10318528"/>
              <a:ext cx="95250" cy="74613"/>
            </a:xfrm>
            <a:custGeom>
              <a:avLst/>
              <a:gdLst>
                <a:gd name="T0" fmla="*/ 19 w 35"/>
                <a:gd name="T1" fmla="*/ 27 h 28"/>
                <a:gd name="T2" fmla="*/ 33 w 35"/>
                <a:gd name="T3" fmla="*/ 11 h 28"/>
                <a:gd name="T4" fmla="*/ 16 w 35"/>
                <a:gd name="T5" fmla="*/ 1 h 28"/>
                <a:gd name="T6" fmla="*/ 2 w 35"/>
                <a:gd name="T7" fmla="*/ 16 h 28"/>
                <a:gd name="T8" fmla="*/ 19 w 35"/>
                <a:gd name="T9" fmla="*/ 27 h 28"/>
              </a:gdLst>
              <a:ahLst/>
              <a:cxnLst>
                <a:cxn ang="0">
                  <a:pos x="T0" y="T1"/>
                </a:cxn>
                <a:cxn ang="0">
                  <a:pos x="T2" y="T3"/>
                </a:cxn>
                <a:cxn ang="0">
                  <a:pos x="T4" y="T5"/>
                </a:cxn>
                <a:cxn ang="0">
                  <a:pos x="T6" y="T7"/>
                </a:cxn>
                <a:cxn ang="0">
                  <a:pos x="T8" y="T9"/>
                </a:cxn>
              </a:cxnLst>
              <a:rect l="0" t="0" r="r" b="b"/>
              <a:pathLst>
                <a:path w="35" h="28">
                  <a:moveTo>
                    <a:pt x="19" y="27"/>
                  </a:moveTo>
                  <a:cubicBezTo>
                    <a:pt x="28" y="26"/>
                    <a:pt x="35" y="19"/>
                    <a:pt x="33" y="11"/>
                  </a:cubicBezTo>
                  <a:cubicBezTo>
                    <a:pt x="32" y="4"/>
                    <a:pt x="25" y="0"/>
                    <a:pt x="16" y="1"/>
                  </a:cubicBezTo>
                  <a:cubicBezTo>
                    <a:pt x="7" y="2"/>
                    <a:pt x="0" y="8"/>
                    <a:pt x="2" y="16"/>
                  </a:cubicBezTo>
                  <a:cubicBezTo>
                    <a:pt x="3" y="23"/>
                    <a:pt x="11" y="28"/>
                    <a:pt x="19"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47" name="Freeform 844"/>
            <p:cNvSpPr/>
            <p:nvPr/>
          </p:nvSpPr>
          <p:spPr bwMode="auto">
            <a:xfrm>
              <a:off x="8428342" y="10345516"/>
              <a:ext cx="92075" cy="80963"/>
            </a:xfrm>
            <a:custGeom>
              <a:avLst/>
              <a:gdLst>
                <a:gd name="T0" fmla="*/ 20 w 34"/>
                <a:gd name="T1" fmla="*/ 28 h 30"/>
                <a:gd name="T2" fmla="*/ 33 w 34"/>
                <a:gd name="T3" fmla="*/ 12 h 30"/>
                <a:gd name="T4" fmla="*/ 16 w 34"/>
                <a:gd name="T5" fmla="*/ 1 h 30"/>
                <a:gd name="T6" fmla="*/ 1 w 34"/>
                <a:gd name="T7" fmla="*/ 17 h 30"/>
                <a:gd name="T8" fmla="*/ 20 w 34"/>
                <a:gd name="T9" fmla="*/ 28 h 30"/>
              </a:gdLst>
              <a:ahLst/>
              <a:cxnLst>
                <a:cxn ang="0">
                  <a:pos x="T0" y="T1"/>
                </a:cxn>
                <a:cxn ang="0">
                  <a:pos x="T2" y="T3"/>
                </a:cxn>
                <a:cxn ang="0">
                  <a:pos x="T4" y="T5"/>
                </a:cxn>
                <a:cxn ang="0">
                  <a:pos x="T6" y="T7"/>
                </a:cxn>
                <a:cxn ang="0">
                  <a:pos x="T8" y="T9"/>
                </a:cxn>
              </a:cxnLst>
              <a:rect l="0" t="0" r="r" b="b"/>
              <a:pathLst>
                <a:path w="34" h="30">
                  <a:moveTo>
                    <a:pt x="20" y="28"/>
                  </a:moveTo>
                  <a:cubicBezTo>
                    <a:pt x="28" y="27"/>
                    <a:pt x="34" y="20"/>
                    <a:pt x="33" y="12"/>
                  </a:cubicBezTo>
                  <a:cubicBezTo>
                    <a:pt x="32" y="5"/>
                    <a:pt x="25" y="0"/>
                    <a:pt x="16" y="1"/>
                  </a:cubicBezTo>
                  <a:cubicBezTo>
                    <a:pt x="7" y="2"/>
                    <a:pt x="0" y="9"/>
                    <a:pt x="1" y="17"/>
                  </a:cubicBezTo>
                  <a:cubicBezTo>
                    <a:pt x="3" y="24"/>
                    <a:pt x="12" y="30"/>
                    <a:pt x="2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48" name="Freeform 845"/>
            <p:cNvSpPr/>
            <p:nvPr/>
          </p:nvSpPr>
          <p:spPr bwMode="auto">
            <a:xfrm>
              <a:off x="8212442" y="10375678"/>
              <a:ext cx="92075" cy="77788"/>
            </a:xfrm>
            <a:custGeom>
              <a:avLst/>
              <a:gdLst>
                <a:gd name="T0" fmla="*/ 19 w 34"/>
                <a:gd name="T1" fmla="*/ 28 h 29"/>
                <a:gd name="T2" fmla="*/ 33 w 34"/>
                <a:gd name="T3" fmla="*/ 12 h 29"/>
                <a:gd name="T4" fmla="*/ 16 w 34"/>
                <a:gd name="T5" fmla="*/ 1 h 29"/>
                <a:gd name="T6" fmla="*/ 2 w 34"/>
                <a:gd name="T7" fmla="*/ 17 h 29"/>
                <a:gd name="T8" fmla="*/ 19 w 34"/>
                <a:gd name="T9" fmla="*/ 28 h 29"/>
              </a:gdLst>
              <a:ahLst/>
              <a:cxnLst>
                <a:cxn ang="0">
                  <a:pos x="T0" y="T1"/>
                </a:cxn>
                <a:cxn ang="0">
                  <a:pos x="T2" y="T3"/>
                </a:cxn>
                <a:cxn ang="0">
                  <a:pos x="T4" y="T5"/>
                </a:cxn>
                <a:cxn ang="0">
                  <a:pos x="T6" y="T7"/>
                </a:cxn>
                <a:cxn ang="0">
                  <a:pos x="T8" y="T9"/>
                </a:cxn>
              </a:cxnLst>
              <a:rect l="0" t="0" r="r" b="b"/>
              <a:pathLst>
                <a:path w="34" h="29">
                  <a:moveTo>
                    <a:pt x="19" y="28"/>
                  </a:moveTo>
                  <a:cubicBezTo>
                    <a:pt x="28" y="27"/>
                    <a:pt x="34" y="19"/>
                    <a:pt x="33" y="12"/>
                  </a:cubicBezTo>
                  <a:cubicBezTo>
                    <a:pt x="31" y="5"/>
                    <a:pt x="24" y="0"/>
                    <a:pt x="16" y="1"/>
                  </a:cubicBezTo>
                  <a:cubicBezTo>
                    <a:pt x="7" y="2"/>
                    <a:pt x="0" y="9"/>
                    <a:pt x="2" y="17"/>
                  </a:cubicBezTo>
                  <a:cubicBezTo>
                    <a:pt x="3" y="24"/>
                    <a:pt x="11" y="29"/>
                    <a:pt x="19"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49" name="Freeform 846"/>
            <p:cNvSpPr/>
            <p:nvPr/>
          </p:nvSpPr>
          <p:spPr bwMode="auto">
            <a:xfrm>
              <a:off x="7996542" y="10402666"/>
              <a:ext cx="93663" cy="77788"/>
            </a:xfrm>
            <a:custGeom>
              <a:avLst/>
              <a:gdLst>
                <a:gd name="T0" fmla="*/ 19 w 34"/>
                <a:gd name="T1" fmla="*/ 28 h 29"/>
                <a:gd name="T2" fmla="*/ 32 w 34"/>
                <a:gd name="T3" fmla="*/ 11 h 29"/>
                <a:gd name="T4" fmla="*/ 15 w 34"/>
                <a:gd name="T5" fmla="*/ 1 h 29"/>
                <a:gd name="T6" fmla="*/ 1 w 34"/>
                <a:gd name="T7" fmla="*/ 17 h 29"/>
                <a:gd name="T8" fmla="*/ 19 w 34"/>
                <a:gd name="T9" fmla="*/ 28 h 29"/>
              </a:gdLst>
              <a:ahLst/>
              <a:cxnLst>
                <a:cxn ang="0">
                  <a:pos x="T0" y="T1"/>
                </a:cxn>
                <a:cxn ang="0">
                  <a:pos x="T2" y="T3"/>
                </a:cxn>
                <a:cxn ang="0">
                  <a:pos x="T4" y="T5"/>
                </a:cxn>
                <a:cxn ang="0">
                  <a:pos x="T6" y="T7"/>
                </a:cxn>
                <a:cxn ang="0">
                  <a:pos x="T8" y="T9"/>
                </a:cxn>
              </a:cxnLst>
              <a:rect l="0" t="0" r="r" b="b"/>
              <a:pathLst>
                <a:path w="34" h="29">
                  <a:moveTo>
                    <a:pt x="19" y="28"/>
                  </a:moveTo>
                  <a:cubicBezTo>
                    <a:pt x="28" y="26"/>
                    <a:pt x="34" y="19"/>
                    <a:pt x="32" y="11"/>
                  </a:cubicBezTo>
                  <a:cubicBezTo>
                    <a:pt x="30" y="4"/>
                    <a:pt x="23" y="0"/>
                    <a:pt x="15" y="1"/>
                  </a:cubicBezTo>
                  <a:cubicBezTo>
                    <a:pt x="6" y="2"/>
                    <a:pt x="0" y="9"/>
                    <a:pt x="1" y="17"/>
                  </a:cubicBezTo>
                  <a:cubicBezTo>
                    <a:pt x="3" y="23"/>
                    <a:pt x="11" y="29"/>
                    <a:pt x="19"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50" name="Freeform 847"/>
            <p:cNvSpPr/>
            <p:nvPr/>
          </p:nvSpPr>
          <p:spPr bwMode="auto">
            <a:xfrm>
              <a:off x="7782229" y="10426478"/>
              <a:ext cx="90488" cy="80963"/>
            </a:xfrm>
            <a:custGeom>
              <a:avLst/>
              <a:gdLst>
                <a:gd name="T0" fmla="*/ 20 w 33"/>
                <a:gd name="T1" fmla="*/ 28 h 30"/>
                <a:gd name="T2" fmla="*/ 32 w 33"/>
                <a:gd name="T3" fmla="*/ 12 h 30"/>
                <a:gd name="T4" fmla="*/ 16 w 33"/>
                <a:gd name="T5" fmla="*/ 1 h 30"/>
                <a:gd name="T6" fmla="*/ 1 w 33"/>
                <a:gd name="T7" fmla="*/ 17 h 30"/>
                <a:gd name="T8" fmla="*/ 20 w 33"/>
                <a:gd name="T9" fmla="*/ 28 h 30"/>
              </a:gdLst>
              <a:ahLst/>
              <a:cxnLst>
                <a:cxn ang="0">
                  <a:pos x="T0" y="T1"/>
                </a:cxn>
                <a:cxn ang="0">
                  <a:pos x="T2" y="T3"/>
                </a:cxn>
                <a:cxn ang="0">
                  <a:pos x="T4" y="T5"/>
                </a:cxn>
                <a:cxn ang="0">
                  <a:pos x="T6" y="T7"/>
                </a:cxn>
                <a:cxn ang="0">
                  <a:pos x="T8" y="T9"/>
                </a:cxn>
              </a:cxnLst>
              <a:rect l="0" t="0" r="r" b="b"/>
              <a:pathLst>
                <a:path w="33" h="30">
                  <a:moveTo>
                    <a:pt x="20" y="28"/>
                  </a:moveTo>
                  <a:cubicBezTo>
                    <a:pt x="28" y="26"/>
                    <a:pt x="33" y="19"/>
                    <a:pt x="32" y="12"/>
                  </a:cubicBezTo>
                  <a:cubicBezTo>
                    <a:pt x="31" y="5"/>
                    <a:pt x="24" y="0"/>
                    <a:pt x="16" y="1"/>
                  </a:cubicBezTo>
                  <a:cubicBezTo>
                    <a:pt x="7" y="3"/>
                    <a:pt x="0" y="10"/>
                    <a:pt x="1" y="17"/>
                  </a:cubicBezTo>
                  <a:cubicBezTo>
                    <a:pt x="2" y="24"/>
                    <a:pt x="11" y="30"/>
                    <a:pt x="2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51" name="Freeform 848"/>
            <p:cNvSpPr/>
            <p:nvPr/>
          </p:nvSpPr>
          <p:spPr bwMode="auto">
            <a:xfrm>
              <a:off x="7571092" y="10467753"/>
              <a:ext cx="88900" cy="85725"/>
            </a:xfrm>
            <a:custGeom>
              <a:avLst/>
              <a:gdLst>
                <a:gd name="T0" fmla="*/ 15 w 33"/>
                <a:gd name="T1" fmla="*/ 2 h 32"/>
                <a:gd name="T2" fmla="*/ 1 w 33"/>
                <a:gd name="T3" fmla="*/ 20 h 32"/>
                <a:gd name="T4" fmla="*/ 18 w 33"/>
                <a:gd name="T5" fmla="*/ 30 h 32"/>
                <a:gd name="T6" fmla="*/ 32 w 33"/>
                <a:gd name="T7" fmla="*/ 11 h 32"/>
                <a:gd name="T8" fmla="*/ 15 w 33"/>
                <a:gd name="T9" fmla="*/ 2 h 32"/>
              </a:gdLst>
              <a:ahLst/>
              <a:cxnLst>
                <a:cxn ang="0">
                  <a:pos x="T0" y="T1"/>
                </a:cxn>
                <a:cxn ang="0">
                  <a:pos x="T2" y="T3"/>
                </a:cxn>
                <a:cxn ang="0">
                  <a:pos x="T4" y="T5"/>
                </a:cxn>
                <a:cxn ang="0">
                  <a:pos x="T6" y="T7"/>
                </a:cxn>
                <a:cxn ang="0">
                  <a:pos x="T8" y="T9"/>
                </a:cxn>
              </a:cxnLst>
              <a:rect l="0" t="0" r="r" b="b"/>
              <a:pathLst>
                <a:path w="33" h="32">
                  <a:moveTo>
                    <a:pt x="15" y="2"/>
                  </a:moveTo>
                  <a:cubicBezTo>
                    <a:pt x="6" y="4"/>
                    <a:pt x="0" y="12"/>
                    <a:pt x="1" y="20"/>
                  </a:cubicBezTo>
                  <a:cubicBezTo>
                    <a:pt x="2" y="27"/>
                    <a:pt x="10" y="32"/>
                    <a:pt x="18" y="30"/>
                  </a:cubicBezTo>
                  <a:cubicBezTo>
                    <a:pt x="27" y="28"/>
                    <a:pt x="33" y="19"/>
                    <a:pt x="32" y="11"/>
                  </a:cubicBezTo>
                  <a:cubicBezTo>
                    <a:pt x="30" y="4"/>
                    <a:pt x="23" y="0"/>
                    <a:pt x="1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52" name="Freeform 849"/>
            <p:cNvSpPr/>
            <p:nvPr/>
          </p:nvSpPr>
          <p:spPr bwMode="auto">
            <a:xfrm>
              <a:off x="7359954" y="10524903"/>
              <a:ext cx="85725" cy="92075"/>
            </a:xfrm>
            <a:custGeom>
              <a:avLst/>
              <a:gdLst>
                <a:gd name="T0" fmla="*/ 19 w 32"/>
                <a:gd name="T1" fmla="*/ 31 h 34"/>
                <a:gd name="T2" fmla="*/ 32 w 32"/>
                <a:gd name="T3" fmla="*/ 12 h 34"/>
                <a:gd name="T4" fmla="*/ 14 w 32"/>
                <a:gd name="T5" fmla="*/ 3 h 34"/>
                <a:gd name="T6" fmla="*/ 1 w 32"/>
                <a:gd name="T7" fmla="*/ 21 h 34"/>
                <a:gd name="T8" fmla="*/ 19 w 32"/>
                <a:gd name="T9" fmla="*/ 31 h 34"/>
              </a:gdLst>
              <a:ahLst/>
              <a:cxnLst>
                <a:cxn ang="0">
                  <a:pos x="T0" y="T1"/>
                </a:cxn>
                <a:cxn ang="0">
                  <a:pos x="T2" y="T3"/>
                </a:cxn>
                <a:cxn ang="0">
                  <a:pos x="T4" y="T5"/>
                </a:cxn>
                <a:cxn ang="0">
                  <a:pos x="T6" y="T7"/>
                </a:cxn>
                <a:cxn ang="0">
                  <a:pos x="T8" y="T9"/>
                </a:cxn>
              </a:cxnLst>
              <a:rect l="0" t="0" r="r" b="b"/>
              <a:pathLst>
                <a:path w="32" h="34">
                  <a:moveTo>
                    <a:pt x="19" y="31"/>
                  </a:moveTo>
                  <a:cubicBezTo>
                    <a:pt x="27" y="28"/>
                    <a:pt x="32" y="20"/>
                    <a:pt x="32" y="12"/>
                  </a:cubicBezTo>
                  <a:cubicBezTo>
                    <a:pt x="31" y="4"/>
                    <a:pt x="23" y="0"/>
                    <a:pt x="14" y="3"/>
                  </a:cubicBezTo>
                  <a:cubicBezTo>
                    <a:pt x="6" y="6"/>
                    <a:pt x="0" y="14"/>
                    <a:pt x="1" y="21"/>
                  </a:cubicBezTo>
                  <a:cubicBezTo>
                    <a:pt x="2" y="29"/>
                    <a:pt x="10" y="34"/>
                    <a:pt x="19"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53" name="Freeform 850"/>
            <p:cNvSpPr/>
            <p:nvPr/>
          </p:nvSpPr>
          <p:spPr bwMode="auto">
            <a:xfrm>
              <a:off x="7150404" y="10594753"/>
              <a:ext cx="87313" cy="98425"/>
            </a:xfrm>
            <a:custGeom>
              <a:avLst/>
              <a:gdLst>
                <a:gd name="T0" fmla="*/ 18 w 32"/>
                <a:gd name="T1" fmla="*/ 32 h 36"/>
                <a:gd name="T2" fmla="*/ 31 w 32"/>
                <a:gd name="T3" fmla="*/ 12 h 36"/>
                <a:gd name="T4" fmla="*/ 13 w 32"/>
                <a:gd name="T5" fmla="*/ 4 h 36"/>
                <a:gd name="T6" fmla="*/ 0 w 32"/>
                <a:gd name="T7" fmla="*/ 23 h 36"/>
                <a:gd name="T8" fmla="*/ 18 w 32"/>
                <a:gd name="T9" fmla="*/ 32 h 36"/>
              </a:gdLst>
              <a:ahLst/>
              <a:cxnLst>
                <a:cxn ang="0">
                  <a:pos x="T0" y="T1"/>
                </a:cxn>
                <a:cxn ang="0">
                  <a:pos x="T2" y="T3"/>
                </a:cxn>
                <a:cxn ang="0">
                  <a:pos x="T4" y="T5"/>
                </a:cxn>
                <a:cxn ang="0">
                  <a:pos x="T6" y="T7"/>
                </a:cxn>
                <a:cxn ang="0">
                  <a:pos x="T8" y="T9"/>
                </a:cxn>
              </a:cxnLst>
              <a:rect l="0" t="0" r="r" b="b"/>
              <a:pathLst>
                <a:path w="32" h="36">
                  <a:moveTo>
                    <a:pt x="18" y="32"/>
                  </a:moveTo>
                  <a:cubicBezTo>
                    <a:pt x="26" y="29"/>
                    <a:pt x="32" y="20"/>
                    <a:pt x="31" y="12"/>
                  </a:cubicBezTo>
                  <a:cubicBezTo>
                    <a:pt x="30" y="4"/>
                    <a:pt x="22" y="0"/>
                    <a:pt x="13" y="4"/>
                  </a:cubicBezTo>
                  <a:cubicBezTo>
                    <a:pt x="5" y="7"/>
                    <a:pt x="0" y="16"/>
                    <a:pt x="0" y="23"/>
                  </a:cubicBezTo>
                  <a:cubicBezTo>
                    <a:pt x="1" y="31"/>
                    <a:pt x="10" y="36"/>
                    <a:pt x="18"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54" name="Freeform 851"/>
            <p:cNvSpPr/>
            <p:nvPr/>
          </p:nvSpPr>
          <p:spPr bwMode="auto">
            <a:xfrm>
              <a:off x="6940854" y="10678891"/>
              <a:ext cx="84138" cy="95250"/>
            </a:xfrm>
            <a:custGeom>
              <a:avLst/>
              <a:gdLst>
                <a:gd name="T0" fmla="*/ 16 w 31"/>
                <a:gd name="T1" fmla="*/ 32 h 35"/>
                <a:gd name="T2" fmla="*/ 30 w 31"/>
                <a:gd name="T3" fmla="*/ 13 h 35"/>
                <a:gd name="T4" fmla="*/ 14 w 31"/>
                <a:gd name="T5" fmla="*/ 4 h 35"/>
                <a:gd name="T6" fmla="*/ 0 w 31"/>
                <a:gd name="T7" fmla="*/ 23 h 35"/>
                <a:gd name="T8" fmla="*/ 16 w 31"/>
                <a:gd name="T9" fmla="*/ 32 h 35"/>
              </a:gdLst>
              <a:ahLst/>
              <a:cxnLst>
                <a:cxn ang="0">
                  <a:pos x="T0" y="T1"/>
                </a:cxn>
                <a:cxn ang="0">
                  <a:pos x="T2" y="T3"/>
                </a:cxn>
                <a:cxn ang="0">
                  <a:pos x="T4" y="T5"/>
                </a:cxn>
                <a:cxn ang="0">
                  <a:pos x="T6" y="T7"/>
                </a:cxn>
                <a:cxn ang="0">
                  <a:pos x="T8" y="T9"/>
                </a:cxn>
              </a:cxnLst>
              <a:rect l="0" t="0" r="r" b="b"/>
              <a:pathLst>
                <a:path w="31" h="35">
                  <a:moveTo>
                    <a:pt x="16" y="32"/>
                  </a:moveTo>
                  <a:cubicBezTo>
                    <a:pt x="24" y="29"/>
                    <a:pt x="31" y="20"/>
                    <a:pt x="30" y="13"/>
                  </a:cubicBezTo>
                  <a:cubicBezTo>
                    <a:pt x="30" y="4"/>
                    <a:pt x="23" y="0"/>
                    <a:pt x="14" y="4"/>
                  </a:cubicBezTo>
                  <a:cubicBezTo>
                    <a:pt x="6" y="7"/>
                    <a:pt x="0" y="15"/>
                    <a:pt x="0" y="23"/>
                  </a:cubicBezTo>
                  <a:cubicBezTo>
                    <a:pt x="0" y="31"/>
                    <a:pt x="8" y="35"/>
                    <a:pt x="16"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55" name="Freeform 852"/>
            <p:cNvSpPr/>
            <p:nvPr/>
          </p:nvSpPr>
          <p:spPr bwMode="auto">
            <a:xfrm>
              <a:off x="6726542" y="10774141"/>
              <a:ext cx="90488" cy="92075"/>
            </a:xfrm>
            <a:custGeom>
              <a:avLst/>
              <a:gdLst>
                <a:gd name="T0" fmla="*/ 18 w 33"/>
                <a:gd name="T1" fmla="*/ 31 h 34"/>
                <a:gd name="T2" fmla="*/ 32 w 33"/>
                <a:gd name="T3" fmla="*/ 10 h 34"/>
                <a:gd name="T4" fmla="*/ 15 w 33"/>
                <a:gd name="T5" fmla="*/ 3 h 34"/>
                <a:gd name="T6" fmla="*/ 2 w 33"/>
                <a:gd name="T7" fmla="*/ 24 h 34"/>
                <a:gd name="T8" fmla="*/ 18 w 33"/>
                <a:gd name="T9" fmla="*/ 31 h 34"/>
              </a:gdLst>
              <a:ahLst/>
              <a:cxnLst>
                <a:cxn ang="0">
                  <a:pos x="T0" y="T1"/>
                </a:cxn>
                <a:cxn ang="0">
                  <a:pos x="T2" y="T3"/>
                </a:cxn>
                <a:cxn ang="0">
                  <a:pos x="T4" y="T5"/>
                </a:cxn>
                <a:cxn ang="0">
                  <a:pos x="T6" y="T7"/>
                </a:cxn>
                <a:cxn ang="0">
                  <a:pos x="T8" y="T9"/>
                </a:cxn>
              </a:cxnLst>
              <a:rect l="0" t="0" r="r" b="b"/>
              <a:pathLst>
                <a:path w="33" h="34">
                  <a:moveTo>
                    <a:pt x="18" y="31"/>
                  </a:moveTo>
                  <a:cubicBezTo>
                    <a:pt x="27" y="27"/>
                    <a:pt x="33" y="17"/>
                    <a:pt x="32" y="10"/>
                  </a:cubicBezTo>
                  <a:cubicBezTo>
                    <a:pt x="31" y="2"/>
                    <a:pt x="24" y="0"/>
                    <a:pt x="15" y="3"/>
                  </a:cubicBezTo>
                  <a:cubicBezTo>
                    <a:pt x="7" y="7"/>
                    <a:pt x="0" y="17"/>
                    <a:pt x="2" y="24"/>
                  </a:cubicBezTo>
                  <a:cubicBezTo>
                    <a:pt x="3" y="31"/>
                    <a:pt x="11" y="34"/>
                    <a:pt x="18"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56" name="Freeform 853"/>
            <p:cNvSpPr/>
            <p:nvPr/>
          </p:nvSpPr>
          <p:spPr bwMode="auto">
            <a:xfrm>
              <a:off x="6520167" y="10870978"/>
              <a:ext cx="87313" cy="93663"/>
            </a:xfrm>
            <a:custGeom>
              <a:avLst/>
              <a:gdLst>
                <a:gd name="T0" fmla="*/ 31 w 32"/>
                <a:gd name="T1" fmla="*/ 10 h 34"/>
                <a:gd name="T2" fmla="*/ 13 w 32"/>
                <a:gd name="T3" fmla="*/ 5 h 34"/>
                <a:gd name="T4" fmla="*/ 1 w 32"/>
                <a:gd name="T5" fmla="*/ 25 h 34"/>
                <a:gd name="T6" fmla="*/ 18 w 32"/>
                <a:gd name="T7" fmla="*/ 30 h 34"/>
                <a:gd name="T8" fmla="*/ 31 w 32"/>
                <a:gd name="T9" fmla="*/ 10 h 34"/>
              </a:gdLst>
              <a:ahLst/>
              <a:cxnLst>
                <a:cxn ang="0">
                  <a:pos x="T0" y="T1"/>
                </a:cxn>
                <a:cxn ang="0">
                  <a:pos x="T2" y="T3"/>
                </a:cxn>
                <a:cxn ang="0">
                  <a:pos x="T4" y="T5"/>
                </a:cxn>
                <a:cxn ang="0">
                  <a:pos x="T6" y="T7"/>
                </a:cxn>
                <a:cxn ang="0">
                  <a:pos x="T8" y="T9"/>
                </a:cxn>
              </a:cxnLst>
              <a:rect l="0" t="0" r="r" b="b"/>
              <a:pathLst>
                <a:path w="32" h="34">
                  <a:moveTo>
                    <a:pt x="31" y="10"/>
                  </a:moveTo>
                  <a:cubicBezTo>
                    <a:pt x="30" y="3"/>
                    <a:pt x="22" y="0"/>
                    <a:pt x="13" y="5"/>
                  </a:cubicBezTo>
                  <a:cubicBezTo>
                    <a:pt x="5" y="9"/>
                    <a:pt x="0" y="18"/>
                    <a:pt x="1" y="25"/>
                  </a:cubicBezTo>
                  <a:cubicBezTo>
                    <a:pt x="1" y="32"/>
                    <a:pt x="10" y="34"/>
                    <a:pt x="18" y="30"/>
                  </a:cubicBezTo>
                  <a:cubicBezTo>
                    <a:pt x="26" y="26"/>
                    <a:pt x="32" y="17"/>
                    <a:pt x="3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57" name="Freeform 854"/>
            <p:cNvSpPr/>
            <p:nvPr/>
          </p:nvSpPr>
          <p:spPr bwMode="auto">
            <a:xfrm>
              <a:off x="6312204" y="10977341"/>
              <a:ext cx="85725" cy="90488"/>
            </a:xfrm>
            <a:custGeom>
              <a:avLst/>
              <a:gdLst>
                <a:gd name="T0" fmla="*/ 18 w 32"/>
                <a:gd name="T1" fmla="*/ 29 h 33"/>
                <a:gd name="T2" fmla="*/ 31 w 32"/>
                <a:gd name="T3" fmla="*/ 9 h 33"/>
                <a:gd name="T4" fmla="*/ 13 w 32"/>
                <a:gd name="T5" fmla="*/ 5 h 33"/>
                <a:gd name="T6" fmla="*/ 1 w 32"/>
                <a:gd name="T7" fmla="*/ 24 h 33"/>
                <a:gd name="T8" fmla="*/ 18 w 32"/>
                <a:gd name="T9" fmla="*/ 29 h 33"/>
              </a:gdLst>
              <a:ahLst/>
              <a:cxnLst>
                <a:cxn ang="0">
                  <a:pos x="T0" y="T1"/>
                </a:cxn>
                <a:cxn ang="0">
                  <a:pos x="T2" y="T3"/>
                </a:cxn>
                <a:cxn ang="0">
                  <a:pos x="T4" y="T5"/>
                </a:cxn>
                <a:cxn ang="0">
                  <a:pos x="T6" y="T7"/>
                </a:cxn>
                <a:cxn ang="0">
                  <a:pos x="T8" y="T9"/>
                </a:cxn>
              </a:cxnLst>
              <a:rect l="0" t="0" r="r" b="b"/>
              <a:pathLst>
                <a:path w="32" h="33">
                  <a:moveTo>
                    <a:pt x="18" y="29"/>
                  </a:moveTo>
                  <a:cubicBezTo>
                    <a:pt x="26" y="24"/>
                    <a:pt x="32" y="16"/>
                    <a:pt x="31" y="9"/>
                  </a:cubicBezTo>
                  <a:cubicBezTo>
                    <a:pt x="30" y="2"/>
                    <a:pt x="22" y="0"/>
                    <a:pt x="13" y="5"/>
                  </a:cubicBezTo>
                  <a:cubicBezTo>
                    <a:pt x="5" y="9"/>
                    <a:pt x="0" y="18"/>
                    <a:pt x="1" y="24"/>
                  </a:cubicBezTo>
                  <a:cubicBezTo>
                    <a:pt x="1" y="31"/>
                    <a:pt x="10" y="33"/>
                    <a:pt x="18"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58" name="Freeform 855"/>
            <p:cNvSpPr/>
            <p:nvPr/>
          </p:nvSpPr>
          <p:spPr bwMode="auto">
            <a:xfrm>
              <a:off x="9307817" y="10247091"/>
              <a:ext cx="92075" cy="61913"/>
            </a:xfrm>
            <a:custGeom>
              <a:avLst/>
              <a:gdLst>
                <a:gd name="T0" fmla="*/ 16 w 34"/>
                <a:gd name="T1" fmla="*/ 1 h 23"/>
                <a:gd name="T2" fmla="*/ 1 w 34"/>
                <a:gd name="T3" fmla="*/ 11 h 23"/>
                <a:gd name="T4" fmla="*/ 20 w 34"/>
                <a:gd name="T5" fmla="*/ 21 h 23"/>
                <a:gd name="T6" fmla="*/ 33 w 34"/>
                <a:gd name="T7" fmla="*/ 9 h 23"/>
                <a:gd name="T8" fmla="*/ 16 w 34"/>
                <a:gd name="T9" fmla="*/ 1 h 23"/>
              </a:gdLst>
              <a:ahLst/>
              <a:cxnLst>
                <a:cxn ang="0">
                  <a:pos x="T0" y="T1"/>
                </a:cxn>
                <a:cxn ang="0">
                  <a:pos x="T2" y="T3"/>
                </a:cxn>
                <a:cxn ang="0">
                  <a:pos x="T4" y="T5"/>
                </a:cxn>
                <a:cxn ang="0">
                  <a:pos x="T6" y="T7"/>
                </a:cxn>
                <a:cxn ang="0">
                  <a:pos x="T8" y="T9"/>
                </a:cxn>
              </a:cxnLst>
              <a:rect l="0" t="0" r="r" b="b"/>
              <a:pathLst>
                <a:path w="34" h="23">
                  <a:moveTo>
                    <a:pt x="16" y="1"/>
                  </a:moveTo>
                  <a:cubicBezTo>
                    <a:pt x="7" y="1"/>
                    <a:pt x="0" y="6"/>
                    <a:pt x="1" y="11"/>
                  </a:cubicBezTo>
                  <a:cubicBezTo>
                    <a:pt x="2" y="17"/>
                    <a:pt x="11" y="23"/>
                    <a:pt x="20" y="21"/>
                  </a:cubicBezTo>
                  <a:cubicBezTo>
                    <a:pt x="28" y="20"/>
                    <a:pt x="34" y="14"/>
                    <a:pt x="33" y="9"/>
                  </a:cubicBezTo>
                  <a:cubicBezTo>
                    <a:pt x="32" y="3"/>
                    <a:pt x="25" y="0"/>
                    <a:pt x="1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59" name="Freeform 856"/>
            <p:cNvSpPr/>
            <p:nvPr/>
          </p:nvSpPr>
          <p:spPr bwMode="auto">
            <a:xfrm>
              <a:off x="9528479" y="10228041"/>
              <a:ext cx="92075" cy="57150"/>
            </a:xfrm>
            <a:custGeom>
              <a:avLst/>
              <a:gdLst>
                <a:gd name="T0" fmla="*/ 1 w 34"/>
                <a:gd name="T1" fmla="*/ 11 h 21"/>
                <a:gd name="T2" fmla="*/ 20 w 34"/>
                <a:gd name="T3" fmla="*/ 20 h 21"/>
                <a:gd name="T4" fmla="*/ 33 w 34"/>
                <a:gd name="T5" fmla="*/ 9 h 21"/>
                <a:gd name="T6" fmla="*/ 17 w 34"/>
                <a:gd name="T7" fmla="*/ 1 h 21"/>
                <a:gd name="T8" fmla="*/ 1 w 34"/>
                <a:gd name="T9" fmla="*/ 11 h 21"/>
              </a:gdLst>
              <a:ahLst/>
              <a:cxnLst>
                <a:cxn ang="0">
                  <a:pos x="T0" y="T1"/>
                </a:cxn>
                <a:cxn ang="0">
                  <a:pos x="T2" y="T3"/>
                </a:cxn>
                <a:cxn ang="0">
                  <a:pos x="T4" y="T5"/>
                </a:cxn>
                <a:cxn ang="0">
                  <a:pos x="T6" y="T7"/>
                </a:cxn>
                <a:cxn ang="0">
                  <a:pos x="T8" y="T9"/>
                </a:cxn>
              </a:cxnLst>
              <a:rect l="0" t="0" r="r" b="b"/>
              <a:pathLst>
                <a:path w="34" h="21">
                  <a:moveTo>
                    <a:pt x="1" y="11"/>
                  </a:moveTo>
                  <a:cubicBezTo>
                    <a:pt x="2" y="16"/>
                    <a:pt x="11" y="21"/>
                    <a:pt x="20" y="20"/>
                  </a:cubicBezTo>
                  <a:cubicBezTo>
                    <a:pt x="28" y="19"/>
                    <a:pt x="34" y="14"/>
                    <a:pt x="33" y="9"/>
                  </a:cubicBezTo>
                  <a:cubicBezTo>
                    <a:pt x="32" y="4"/>
                    <a:pt x="25" y="0"/>
                    <a:pt x="17" y="1"/>
                  </a:cubicBezTo>
                  <a:cubicBezTo>
                    <a:pt x="7" y="1"/>
                    <a:pt x="0" y="6"/>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60" name="Freeform 857"/>
            <p:cNvSpPr/>
            <p:nvPr/>
          </p:nvSpPr>
          <p:spPr bwMode="auto">
            <a:xfrm>
              <a:off x="9750729" y="10215341"/>
              <a:ext cx="92075" cy="53975"/>
            </a:xfrm>
            <a:custGeom>
              <a:avLst/>
              <a:gdLst>
                <a:gd name="T0" fmla="*/ 16 w 34"/>
                <a:gd name="T1" fmla="*/ 1 h 20"/>
                <a:gd name="T2" fmla="*/ 1 w 34"/>
                <a:gd name="T3" fmla="*/ 11 h 20"/>
                <a:gd name="T4" fmla="*/ 18 w 34"/>
                <a:gd name="T5" fmla="*/ 20 h 20"/>
                <a:gd name="T6" fmla="*/ 33 w 34"/>
                <a:gd name="T7" fmla="*/ 9 h 20"/>
                <a:gd name="T8" fmla="*/ 16 w 34"/>
                <a:gd name="T9" fmla="*/ 1 h 20"/>
              </a:gdLst>
              <a:ahLst/>
              <a:cxnLst>
                <a:cxn ang="0">
                  <a:pos x="T0" y="T1"/>
                </a:cxn>
                <a:cxn ang="0">
                  <a:pos x="T2" y="T3"/>
                </a:cxn>
                <a:cxn ang="0">
                  <a:pos x="T4" y="T5"/>
                </a:cxn>
                <a:cxn ang="0">
                  <a:pos x="T6" y="T7"/>
                </a:cxn>
                <a:cxn ang="0">
                  <a:pos x="T8" y="T9"/>
                </a:cxn>
              </a:cxnLst>
              <a:rect l="0" t="0" r="r" b="b"/>
              <a:pathLst>
                <a:path w="34" h="20">
                  <a:moveTo>
                    <a:pt x="16" y="1"/>
                  </a:moveTo>
                  <a:cubicBezTo>
                    <a:pt x="7" y="1"/>
                    <a:pt x="0" y="6"/>
                    <a:pt x="1" y="11"/>
                  </a:cubicBezTo>
                  <a:cubicBezTo>
                    <a:pt x="2" y="16"/>
                    <a:pt x="10" y="20"/>
                    <a:pt x="18" y="20"/>
                  </a:cubicBezTo>
                  <a:cubicBezTo>
                    <a:pt x="27" y="19"/>
                    <a:pt x="34" y="14"/>
                    <a:pt x="33" y="9"/>
                  </a:cubicBezTo>
                  <a:cubicBezTo>
                    <a:pt x="32" y="4"/>
                    <a:pt x="24" y="0"/>
                    <a:pt x="1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61" name="Freeform 858"/>
            <p:cNvSpPr/>
            <p:nvPr/>
          </p:nvSpPr>
          <p:spPr bwMode="auto">
            <a:xfrm>
              <a:off x="9969804" y="10207403"/>
              <a:ext cx="93663" cy="53975"/>
            </a:xfrm>
            <a:custGeom>
              <a:avLst/>
              <a:gdLst>
                <a:gd name="T0" fmla="*/ 16 w 34"/>
                <a:gd name="T1" fmla="*/ 0 h 20"/>
                <a:gd name="T2" fmla="*/ 1 w 34"/>
                <a:gd name="T3" fmla="*/ 10 h 20"/>
                <a:gd name="T4" fmla="*/ 20 w 34"/>
                <a:gd name="T5" fmla="*/ 19 h 20"/>
                <a:gd name="T6" fmla="*/ 33 w 34"/>
                <a:gd name="T7" fmla="*/ 9 h 20"/>
                <a:gd name="T8" fmla="*/ 16 w 34"/>
                <a:gd name="T9" fmla="*/ 0 h 20"/>
              </a:gdLst>
              <a:ahLst/>
              <a:cxnLst>
                <a:cxn ang="0">
                  <a:pos x="T0" y="T1"/>
                </a:cxn>
                <a:cxn ang="0">
                  <a:pos x="T2" y="T3"/>
                </a:cxn>
                <a:cxn ang="0">
                  <a:pos x="T4" y="T5"/>
                </a:cxn>
                <a:cxn ang="0">
                  <a:pos x="T6" y="T7"/>
                </a:cxn>
                <a:cxn ang="0">
                  <a:pos x="T8" y="T9"/>
                </a:cxn>
              </a:cxnLst>
              <a:rect l="0" t="0" r="r" b="b"/>
              <a:pathLst>
                <a:path w="34" h="20">
                  <a:moveTo>
                    <a:pt x="16" y="0"/>
                  </a:moveTo>
                  <a:cubicBezTo>
                    <a:pt x="7" y="0"/>
                    <a:pt x="0" y="5"/>
                    <a:pt x="1" y="10"/>
                  </a:cubicBezTo>
                  <a:cubicBezTo>
                    <a:pt x="2" y="15"/>
                    <a:pt x="11" y="20"/>
                    <a:pt x="20" y="19"/>
                  </a:cubicBezTo>
                  <a:cubicBezTo>
                    <a:pt x="29" y="19"/>
                    <a:pt x="34" y="14"/>
                    <a:pt x="33" y="9"/>
                  </a:cubicBezTo>
                  <a:cubicBezTo>
                    <a:pt x="32" y="4"/>
                    <a:pt x="25" y="0"/>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62" name="Freeform 859"/>
            <p:cNvSpPr/>
            <p:nvPr/>
          </p:nvSpPr>
          <p:spPr bwMode="auto">
            <a:xfrm>
              <a:off x="10193642" y="10201053"/>
              <a:ext cx="92075" cy="57150"/>
            </a:xfrm>
            <a:custGeom>
              <a:avLst/>
              <a:gdLst>
                <a:gd name="T0" fmla="*/ 1 w 34"/>
                <a:gd name="T1" fmla="*/ 10 h 21"/>
                <a:gd name="T2" fmla="*/ 19 w 34"/>
                <a:gd name="T3" fmla="*/ 20 h 21"/>
                <a:gd name="T4" fmla="*/ 33 w 34"/>
                <a:gd name="T5" fmla="*/ 11 h 21"/>
                <a:gd name="T6" fmla="*/ 14 w 34"/>
                <a:gd name="T7" fmla="*/ 1 h 21"/>
                <a:gd name="T8" fmla="*/ 1 w 34"/>
                <a:gd name="T9" fmla="*/ 10 h 21"/>
              </a:gdLst>
              <a:ahLst/>
              <a:cxnLst>
                <a:cxn ang="0">
                  <a:pos x="T0" y="T1"/>
                </a:cxn>
                <a:cxn ang="0">
                  <a:pos x="T2" y="T3"/>
                </a:cxn>
                <a:cxn ang="0">
                  <a:pos x="T4" y="T5"/>
                </a:cxn>
                <a:cxn ang="0">
                  <a:pos x="T6" y="T7"/>
                </a:cxn>
                <a:cxn ang="0">
                  <a:pos x="T8" y="T9"/>
                </a:cxn>
              </a:cxnLst>
              <a:rect l="0" t="0" r="r" b="b"/>
              <a:pathLst>
                <a:path w="34" h="21">
                  <a:moveTo>
                    <a:pt x="1" y="10"/>
                  </a:moveTo>
                  <a:cubicBezTo>
                    <a:pt x="2" y="16"/>
                    <a:pt x="11" y="21"/>
                    <a:pt x="19" y="20"/>
                  </a:cubicBezTo>
                  <a:cubicBezTo>
                    <a:pt x="28" y="20"/>
                    <a:pt x="34" y="16"/>
                    <a:pt x="33" y="11"/>
                  </a:cubicBezTo>
                  <a:cubicBezTo>
                    <a:pt x="32" y="5"/>
                    <a:pt x="24" y="0"/>
                    <a:pt x="14" y="1"/>
                  </a:cubicBezTo>
                  <a:cubicBezTo>
                    <a:pt x="6" y="1"/>
                    <a:pt x="0" y="5"/>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63" name="Freeform 860"/>
            <p:cNvSpPr/>
            <p:nvPr/>
          </p:nvSpPr>
          <p:spPr bwMode="auto">
            <a:xfrm>
              <a:off x="10412717" y="10207403"/>
              <a:ext cx="92075" cy="53975"/>
            </a:xfrm>
            <a:custGeom>
              <a:avLst/>
              <a:gdLst>
                <a:gd name="T0" fmla="*/ 1 w 34"/>
                <a:gd name="T1" fmla="*/ 9 h 20"/>
                <a:gd name="T2" fmla="*/ 19 w 34"/>
                <a:gd name="T3" fmla="*/ 20 h 20"/>
                <a:gd name="T4" fmla="*/ 33 w 34"/>
                <a:gd name="T5" fmla="*/ 11 h 20"/>
                <a:gd name="T6" fmla="*/ 15 w 34"/>
                <a:gd name="T7" fmla="*/ 0 h 20"/>
                <a:gd name="T8" fmla="*/ 1 w 34"/>
                <a:gd name="T9" fmla="*/ 9 h 20"/>
              </a:gdLst>
              <a:ahLst/>
              <a:cxnLst>
                <a:cxn ang="0">
                  <a:pos x="T0" y="T1"/>
                </a:cxn>
                <a:cxn ang="0">
                  <a:pos x="T2" y="T3"/>
                </a:cxn>
                <a:cxn ang="0">
                  <a:pos x="T4" y="T5"/>
                </a:cxn>
                <a:cxn ang="0">
                  <a:pos x="T6" y="T7"/>
                </a:cxn>
                <a:cxn ang="0">
                  <a:pos x="T8" y="T9"/>
                </a:cxn>
              </a:cxnLst>
              <a:rect l="0" t="0" r="r" b="b"/>
              <a:pathLst>
                <a:path w="34" h="20">
                  <a:moveTo>
                    <a:pt x="1" y="9"/>
                  </a:moveTo>
                  <a:cubicBezTo>
                    <a:pt x="2" y="14"/>
                    <a:pt x="11" y="20"/>
                    <a:pt x="19" y="20"/>
                  </a:cubicBezTo>
                  <a:cubicBezTo>
                    <a:pt x="28" y="20"/>
                    <a:pt x="34" y="16"/>
                    <a:pt x="33" y="11"/>
                  </a:cubicBezTo>
                  <a:cubicBezTo>
                    <a:pt x="32" y="5"/>
                    <a:pt x="24" y="0"/>
                    <a:pt x="15" y="0"/>
                  </a:cubicBezTo>
                  <a:cubicBezTo>
                    <a:pt x="7" y="0"/>
                    <a:pt x="0" y="4"/>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64" name="Freeform 861"/>
            <p:cNvSpPr/>
            <p:nvPr/>
          </p:nvSpPr>
          <p:spPr bwMode="auto">
            <a:xfrm>
              <a:off x="10634967" y="10215341"/>
              <a:ext cx="90488" cy="58738"/>
            </a:xfrm>
            <a:custGeom>
              <a:avLst/>
              <a:gdLst>
                <a:gd name="T0" fmla="*/ 32 w 33"/>
                <a:gd name="T1" fmla="*/ 13 h 22"/>
                <a:gd name="T2" fmla="*/ 14 w 33"/>
                <a:gd name="T3" fmla="*/ 1 h 22"/>
                <a:gd name="T4" fmla="*/ 0 w 33"/>
                <a:gd name="T5" fmla="*/ 9 h 22"/>
                <a:gd name="T6" fmla="*/ 18 w 33"/>
                <a:gd name="T7" fmla="*/ 22 h 22"/>
                <a:gd name="T8" fmla="*/ 32 w 33"/>
                <a:gd name="T9" fmla="*/ 13 h 22"/>
              </a:gdLst>
              <a:ahLst/>
              <a:cxnLst>
                <a:cxn ang="0">
                  <a:pos x="T0" y="T1"/>
                </a:cxn>
                <a:cxn ang="0">
                  <a:pos x="T2" y="T3"/>
                </a:cxn>
                <a:cxn ang="0">
                  <a:pos x="T4" y="T5"/>
                </a:cxn>
                <a:cxn ang="0">
                  <a:pos x="T6" y="T7"/>
                </a:cxn>
                <a:cxn ang="0">
                  <a:pos x="T8" y="T9"/>
                </a:cxn>
              </a:cxnLst>
              <a:rect l="0" t="0" r="r" b="b"/>
              <a:pathLst>
                <a:path w="33" h="22">
                  <a:moveTo>
                    <a:pt x="32" y="13"/>
                  </a:moveTo>
                  <a:cubicBezTo>
                    <a:pt x="31" y="6"/>
                    <a:pt x="23" y="1"/>
                    <a:pt x="14" y="1"/>
                  </a:cubicBezTo>
                  <a:cubicBezTo>
                    <a:pt x="6" y="0"/>
                    <a:pt x="0" y="4"/>
                    <a:pt x="0" y="9"/>
                  </a:cubicBezTo>
                  <a:cubicBezTo>
                    <a:pt x="1" y="15"/>
                    <a:pt x="10" y="21"/>
                    <a:pt x="18" y="22"/>
                  </a:cubicBezTo>
                  <a:cubicBezTo>
                    <a:pt x="27" y="22"/>
                    <a:pt x="33" y="18"/>
                    <a:pt x="32"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65" name="Freeform 862"/>
            <p:cNvSpPr/>
            <p:nvPr/>
          </p:nvSpPr>
          <p:spPr bwMode="auto">
            <a:xfrm>
              <a:off x="10852454" y="10234391"/>
              <a:ext cx="92075" cy="61913"/>
            </a:xfrm>
            <a:custGeom>
              <a:avLst/>
              <a:gdLst>
                <a:gd name="T0" fmla="*/ 33 w 34"/>
                <a:gd name="T1" fmla="*/ 13 h 23"/>
                <a:gd name="T2" fmla="*/ 14 w 34"/>
                <a:gd name="T3" fmla="*/ 1 h 23"/>
                <a:gd name="T4" fmla="*/ 1 w 34"/>
                <a:gd name="T5" fmla="*/ 10 h 23"/>
                <a:gd name="T6" fmla="*/ 20 w 34"/>
                <a:gd name="T7" fmla="*/ 23 h 23"/>
                <a:gd name="T8" fmla="*/ 33 w 34"/>
                <a:gd name="T9" fmla="*/ 13 h 23"/>
              </a:gdLst>
              <a:ahLst/>
              <a:cxnLst>
                <a:cxn ang="0">
                  <a:pos x="T0" y="T1"/>
                </a:cxn>
                <a:cxn ang="0">
                  <a:pos x="T2" y="T3"/>
                </a:cxn>
                <a:cxn ang="0">
                  <a:pos x="T4" y="T5"/>
                </a:cxn>
                <a:cxn ang="0">
                  <a:pos x="T6" y="T7"/>
                </a:cxn>
                <a:cxn ang="0">
                  <a:pos x="T8" y="T9"/>
                </a:cxn>
              </a:cxnLst>
              <a:rect l="0" t="0" r="r" b="b"/>
              <a:pathLst>
                <a:path w="34" h="23">
                  <a:moveTo>
                    <a:pt x="33" y="13"/>
                  </a:moveTo>
                  <a:cubicBezTo>
                    <a:pt x="32" y="7"/>
                    <a:pt x="24" y="1"/>
                    <a:pt x="14" y="1"/>
                  </a:cubicBezTo>
                  <a:cubicBezTo>
                    <a:pt x="6" y="0"/>
                    <a:pt x="0" y="4"/>
                    <a:pt x="1" y="10"/>
                  </a:cubicBezTo>
                  <a:cubicBezTo>
                    <a:pt x="2" y="15"/>
                    <a:pt x="11" y="22"/>
                    <a:pt x="20" y="23"/>
                  </a:cubicBezTo>
                  <a:cubicBezTo>
                    <a:pt x="28" y="23"/>
                    <a:pt x="34" y="19"/>
                    <a:pt x="33"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66" name="Freeform 863"/>
            <p:cNvSpPr/>
            <p:nvPr/>
          </p:nvSpPr>
          <p:spPr bwMode="auto">
            <a:xfrm>
              <a:off x="11073117" y="10261378"/>
              <a:ext cx="88900" cy="66675"/>
            </a:xfrm>
            <a:custGeom>
              <a:avLst/>
              <a:gdLst>
                <a:gd name="T0" fmla="*/ 32 w 33"/>
                <a:gd name="T1" fmla="*/ 15 h 25"/>
                <a:gd name="T2" fmla="*/ 14 w 33"/>
                <a:gd name="T3" fmla="*/ 1 h 25"/>
                <a:gd name="T4" fmla="*/ 1 w 33"/>
                <a:gd name="T5" fmla="*/ 10 h 25"/>
                <a:gd name="T6" fmla="*/ 19 w 33"/>
                <a:gd name="T7" fmla="*/ 24 h 25"/>
                <a:gd name="T8" fmla="*/ 32 w 33"/>
                <a:gd name="T9" fmla="*/ 15 h 25"/>
              </a:gdLst>
              <a:ahLst/>
              <a:cxnLst>
                <a:cxn ang="0">
                  <a:pos x="T0" y="T1"/>
                </a:cxn>
                <a:cxn ang="0">
                  <a:pos x="T2" y="T3"/>
                </a:cxn>
                <a:cxn ang="0">
                  <a:pos x="T4" y="T5"/>
                </a:cxn>
                <a:cxn ang="0">
                  <a:pos x="T6" y="T7"/>
                </a:cxn>
                <a:cxn ang="0">
                  <a:pos x="T8" y="T9"/>
                </a:cxn>
              </a:cxnLst>
              <a:rect l="0" t="0" r="r" b="b"/>
              <a:pathLst>
                <a:path w="33" h="25">
                  <a:moveTo>
                    <a:pt x="32" y="15"/>
                  </a:moveTo>
                  <a:cubicBezTo>
                    <a:pt x="31" y="9"/>
                    <a:pt x="23" y="3"/>
                    <a:pt x="14" y="1"/>
                  </a:cubicBezTo>
                  <a:cubicBezTo>
                    <a:pt x="6" y="0"/>
                    <a:pt x="0" y="4"/>
                    <a:pt x="1" y="10"/>
                  </a:cubicBezTo>
                  <a:cubicBezTo>
                    <a:pt x="1" y="16"/>
                    <a:pt x="10" y="23"/>
                    <a:pt x="19" y="24"/>
                  </a:cubicBezTo>
                  <a:cubicBezTo>
                    <a:pt x="27" y="25"/>
                    <a:pt x="33" y="21"/>
                    <a:pt x="32"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67" name="Freeform 864"/>
            <p:cNvSpPr/>
            <p:nvPr/>
          </p:nvSpPr>
          <p:spPr bwMode="auto">
            <a:xfrm>
              <a:off x="11287429" y="10196291"/>
              <a:ext cx="80963" cy="111125"/>
            </a:xfrm>
            <a:custGeom>
              <a:avLst/>
              <a:gdLst>
                <a:gd name="T0" fmla="*/ 18 w 30"/>
                <a:gd name="T1" fmla="*/ 33 h 41"/>
                <a:gd name="T2" fmla="*/ 29 w 30"/>
                <a:gd name="T3" fmla="*/ 5 h 41"/>
                <a:gd name="T4" fmla="*/ 14 w 30"/>
                <a:gd name="T5" fmla="*/ 11 h 41"/>
                <a:gd name="T6" fmla="*/ 1 w 30"/>
                <a:gd name="T7" fmla="*/ 35 h 41"/>
                <a:gd name="T8" fmla="*/ 18 w 30"/>
                <a:gd name="T9" fmla="*/ 33 h 41"/>
              </a:gdLst>
              <a:ahLst/>
              <a:cxnLst>
                <a:cxn ang="0">
                  <a:pos x="T0" y="T1"/>
                </a:cxn>
                <a:cxn ang="0">
                  <a:pos x="T2" y="T3"/>
                </a:cxn>
                <a:cxn ang="0">
                  <a:pos x="T4" y="T5"/>
                </a:cxn>
                <a:cxn ang="0">
                  <a:pos x="T6" y="T7"/>
                </a:cxn>
                <a:cxn ang="0">
                  <a:pos x="T8" y="T9"/>
                </a:cxn>
              </a:cxnLst>
              <a:rect l="0" t="0" r="r" b="b"/>
              <a:pathLst>
                <a:path w="30" h="41">
                  <a:moveTo>
                    <a:pt x="18" y="33"/>
                  </a:moveTo>
                  <a:cubicBezTo>
                    <a:pt x="26" y="24"/>
                    <a:pt x="30" y="11"/>
                    <a:pt x="29" y="5"/>
                  </a:cubicBezTo>
                  <a:cubicBezTo>
                    <a:pt x="28" y="0"/>
                    <a:pt x="22" y="3"/>
                    <a:pt x="14" y="11"/>
                  </a:cubicBezTo>
                  <a:cubicBezTo>
                    <a:pt x="6" y="19"/>
                    <a:pt x="0" y="29"/>
                    <a:pt x="1" y="35"/>
                  </a:cubicBezTo>
                  <a:cubicBezTo>
                    <a:pt x="2" y="41"/>
                    <a:pt x="10" y="41"/>
                    <a:pt x="18"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68" name="Freeform 865"/>
            <p:cNvSpPr/>
            <p:nvPr/>
          </p:nvSpPr>
          <p:spPr bwMode="auto">
            <a:xfrm>
              <a:off x="11479517" y="9813703"/>
              <a:ext cx="76200" cy="196850"/>
            </a:xfrm>
            <a:custGeom>
              <a:avLst/>
              <a:gdLst>
                <a:gd name="T0" fmla="*/ 16 w 28"/>
                <a:gd name="T1" fmla="*/ 47 h 73"/>
                <a:gd name="T2" fmla="*/ 27 w 28"/>
                <a:gd name="T3" fmla="*/ 4 h 73"/>
                <a:gd name="T4" fmla="*/ 13 w 28"/>
                <a:gd name="T5" fmla="*/ 28 h 73"/>
                <a:gd name="T6" fmla="*/ 1 w 28"/>
                <a:gd name="T7" fmla="*/ 69 h 73"/>
                <a:gd name="T8" fmla="*/ 16 w 28"/>
                <a:gd name="T9" fmla="*/ 47 h 73"/>
              </a:gdLst>
              <a:ahLst/>
              <a:cxnLst>
                <a:cxn ang="0">
                  <a:pos x="T0" y="T1"/>
                </a:cxn>
                <a:cxn ang="0">
                  <a:pos x="T2" y="T3"/>
                </a:cxn>
                <a:cxn ang="0">
                  <a:pos x="T4" y="T5"/>
                </a:cxn>
                <a:cxn ang="0">
                  <a:pos x="T6" y="T7"/>
                </a:cxn>
                <a:cxn ang="0">
                  <a:pos x="T8" y="T9"/>
                </a:cxn>
              </a:cxnLst>
              <a:rect l="0" t="0" r="r" b="b"/>
              <a:pathLst>
                <a:path w="28" h="73">
                  <a:moveTo>
                    <a:pt x="16" y="47"/>
                  </a:moveTo>
                  <a:cubicBezTo>
                    <a:pt x="23" y="28"/>
                    <a:pt x="28" y="9"/>
                    <a:pt x="27" y="4"/>
                  </a:cubicBezTo>
                  <a:cubicBezTo>
                    <a:pt x="26" y="0"/>
                    <a:pt x="20" y="11"/>
                    <a:pt x="13" y="28"/>
                  </a:cubicBezTo>
                  <a:cubicBezTo>
                    <a:pt x="5" y="45"/>
                    <a:pt x="0" y="64"/>
                    <a:pt x="1" y="69"/>
                  </a:cubicBezTo>
                  <a:cubicBezTo>
                    <a:pt x="2" y="73"/>
                    <a:pt x="9" y="63"/>
                    <a:pt x="16"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69" name="Freeform 866"/>
            <p:cNvSpPr/>
            <p:nvPr/>
          </p:nvSpPr>
          <p:spPr bwMode="auto">
            <a:xfrm>
              <a:off x="11662079" y="9335866"/>
              <a:ext cx="73025" cy="206375"/>
            </a:xfrm>
            <a:custGeom>
              <a:avLst/>
              <a:gdLst>
                <a:gd name="T0" fmla="*/ 12 w 27"/>
                <a:gd name="T1" fmla="*/ 32 h 76"/>
                <a:gd name="T2" fmla="*/ 1 w 27"/>
                <a:gd name="T3" fmla="*/ 72 h 76"/>
                <a:gd name="T4" fmla="*/ 16 w 27"/>
                <a:gd name="T5" fmla="*/ 43 h 76"/>
                <a:gd name="T6" fmla="*/ 27 w 27"/>
                <a:gd name="T7" fmla="*/ 4 h 76"/>
                <a:gd name="T8" fmla="*/ 12 w 27"/>
                <a:gd name="T9" fmla="*/ 32 h 76"/>
              </a:gdLst>
              <a:ahLst/>
              <a:cxnLst>
                <a:cxn ang="0">
                  <a:pos x="T0" y="T1"/>
                </a:cxn>
                <a:cxn ang="0">
                  <a:pos x="T2" y="T3"/>
                </a:cxn>
                <a:cxn ang="0">
                  <a:pos x="T4" y="T5"/>
                </a:cxn>
                <a:cxn ang="0">
                  <a:pos x="T6" y="T7"/>
                </a:cxn>
                <a:cxn ang="0">
                  <a:pos x="T8" y="T9"/>
                </a:cxn>
              </a:cxnLst>
              <a:rect l="0" t="0" r="r" b="b"/>
              <a:pathLst>
                <a:path w="27" h="76">
                  <a:moveTo>
                    <a:pt x="12" y="32"/>
                  </a:moveTo>
                  <a:cubicBezTo>
                    <a:pt x="5" y="50"/>
                    <a:pt x="0" y="68"/>
                    <a:pt x="1" y="72"/>
                  </a:cubicBezTo>
                  <a:cubicBezTo>
                    <a:pt x="1" y="76"/>
                    <a:pt x="9" y="62"/>
                    <a:pt x="16" y="43"/>
                  </a:cubicBezTo>
                  <a:cubicBezTo>
                    <a:pt x="22" y="25"/>
                    <a:pt x="27" y="8"/>
                    <a:pt x="27" y="4"/>
                  </a:cubicBezTo>
                  <a:cubicBezTo>
                    <a:pt x="26" y="0"/>
                    <a:pt x="19" y="12"/>
                    <a:pt x="12"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70" name="Freeform 867"/>
            <p:cNvSpPr/>
            <p:nvPr/>
          </p:nvSpPr>
          <p:spPr bwMode="auto">
            <a:xfrm>
              <a:off x="63804" y="12548966"/>
              <a:ext cx="88900" cy="63500"/>
            </a:xfrm>
            <a:custGeom>
              <a:avLst/>
              <a:gdLst>
                <a:gd name="T0" fmla="*/ 18 w 33"/>
                <a:gd name="T1" fmla="*/ 19 h 23"/>
                <a:gd name="T2" fmla="*/ 32 w 33"/>
                <a:gd name="T3" fmla="*/ 5 h 23"/>
                <a:gd name="T4" fmla="*/ 15 w 33"/>
                <a:gd name="T5" fmla="*/ 3 h 23"/>
                <a:gd name="T6" fmla="*/ 1 w 33"/>
                <a:gd name="T7" fmla="*/ 18 h 23"/>
                <a:gd name="T8" fmla="*/ 18 w 33"/>
                <a:gd name="T9" fmla="*/ 19 h 23"/>
              </a:gdLst>
              <a:ahLst/>
              <a:cxnLst>
                <a:cxn ang="0">
                  <a:pos x="T0" y="T1"/>
                </a:cxn>
                <a:cxn ang="0">
                  <a:pos x="T2" y="T3"/>
                </a:cxn>
                <a:cxn ang="0">
                  <a:pos x="T4" y="T5"/>
                </a:cxn>
                <a:cxn ang="0">
                  <a:pos x="T6" y="T7"/>
                </a:cxn>
                <a:cxn ang="0">
                  <a:pos x="T8" y="T9"/>
                </a:cxn>
              </a:cxnLst>
              <a:rect l="0" t="0" r="r" b="b"/>
              <a:pathLst>
                <a:path w="33" h="23">
                  <a:moveTo>
                    <a:pt x="18" y="19"/>
                  </a:moveTo>
                  <a:cubicBezTo>
                    <a:pt x="26" y="16"/>
                    <a:pt x="33" y="9"/>
                    <a:pt x="32" y="5"/>
                  </a:cubicBezTo>
                  <a:cubicBezTo>
                    <a:pt x="31" y="1"/>
                    <a:pt x="23" y="0"/>
                    <a:pt x="15" y="3"/>
                  </a:cubicBezTo>
                  <a:cubicBezTo>
                    <a:pt x="6" y="7"/>
                    <a:pt x="0" y="13"/>
                    <a:pt x="1" y="18"/>
                  </a:cubicBezTo>
                  <a:cubicBezTo>
                    <a:pt x="2" y="22"/>
                    <a:pt x="9" y="23"/>
                    <a:pt x="18"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71" name="Freeform 868"/>
            <p:cNvSpPr/>
            <p:nvPr/>
          </p:nvSpPr>
          <p:spPr bwMode="auto">
            <a:xfrm>
              <a:off x="273354" y="12464828"/>
              <a:ext cx="88900" cy="52388"/>
            </a:xfrm>
            <a:custGeom>
              <a:avLst/>
              <a:gdLst>
                <a:gd name="T0" fmla="*/ 18 w 33"/>
                <a:gd name="T1" fmla="*/ 15 h 19"/>
                <a:gd name="T2" fmla="*/ 33 w 33"/>
                <a:gd name="T3" fmla="*/ 3 h 19"/>
                <a:gd name="T4" fmla="*/ 15 w 33"/>
                <a:gd name="T5" fmla="*/ 3 h 19"/>
                <a:gd name="T6" fmla="*/ 2 w 33"/>
                <a:gd name="T7" fmla="*/ 16 h 19"/>
                <a:gd name="T8" fmla="*/ 18 w 33"/>
                <a:gd name="T9" fmla="*/ 15 h 19"/>
              </a:gdLst>
              <a:ahLst/>
              <a:cxnLst>
                <a:cxn ang="0">
                  <a:pos x="T0" y="T1"/>
                </a:cxn>
                <a:cxn ang="0">
                  <a:pos x="T2" y="T3"/>
                </a:cxn>
                <a:cxn ang="0">
                  <a:pos x="T4" y="T5"/>
                </a:cxn>
                <a:cxn ang="0">
                  <a:pos x="T6" y="T7"/>
                </a:cxn>
                <a:cxn ang="0">
                  <a:pos x="T8" y="T9"/>
                </a:cxn>
              </a:cxnLst>
              <a:rect l="0" t="0" r="r" b="b"/>
              <a:pathLst>
                <a:path w="33" h="19">
                  <a:moveTo>
                    <a:pt x="18" y="15"/>
                  </a:moveTo>
                  <a:cubicBezTo>
                    <a:pt x="27" y="11"/>
                    <a:pt x="33" y="6"/>
                    <a:pt x="33" y="3"/>
                  </a:cubicBezTo>
                  <a:cubicBezTo>
                    <a:pt x="32" y="0"/>
                    <a:pt x="24" y="0"/>
                    <a:pt x="15" y="3"/>
                  </a:cubicBezTo>
                  <a:cubicBezTo>
                    <a:pt x="7" y="7"/>
                    <a:pt x="0" y="13"/>
                    <a:pt x="2" y="16"/>
                  </a:cubicBezTo>
                  <a:cubicBezTo>
                    <a:pt x="3" y="19"/>
                    <a:pt x="10" y="19"/>
                    <a:pt x="18"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72" name="Freeform 869"/>
            <p:cNvSpPr/>
            <p:nvPr/>
          </p:nvSpPr>
          <p:spPr bwMode="auto">
            <a:xfrm>
              <a:off x="579742" y="12323541"/>
              <a:ext cx="88900" cy="36513"/>
            </a:xfrm>
            <a:custGeom>
              <a:avLst/>
              <a:gdLst>
                <a:gd name="T0" fmla="*/ 18 w 33"/>
                <a:gd name="T1" fmla="*/ 10 h 13"/>
                <a:gd name="T2" fmla="*/ 32 w 33"/>
                <a:gd name="T3" fmla="*/ 2 h 13"/>
                <a:gd name="T4" fmla="*/ 16 w 33"/>
                <a:gd name="T5" fmla="*/ 3 h 13"/>
                <a:gd name="T6" fmla="*/ 1 w 33"/>
                <a:gd name="T7" fmla="*/ 11 h 13"/>
                <a:gd name="T8" fmla="*/ 18 w 33"/>
                <a:gd name="T9" fmla="*/ 10 h 13"/>
              </a:gdLst>
              <a:ahLst/>
              <a:cxnLst>
                <a:cxn ang="0">
                  <a:pos x="T0" y="T1"/>
                </a:cxn>
                <a:cxn ang="0">
                  <a:pos x="T2" y="T3"/>
                </a:cxn>
                <a:cxn ang="0">
                  <a:pos x="T4" y="T5"/>
                </a:cxn>
                <a:cxn ang="0">
                  <a:pos x="T6" y="T7"/>
                </a:cxn>
                <a:cxn ang="0">
                  <a:pos x="T8" y="T9"/>
                </a:cxn>
              </a:cxnLst>
              <a:rect l="0" t="0" r="r" b="b"/>
              <a:pathLst>
                <a:path w="33" h="13">
                  <a:moveTo>
                    <a:pt x="18" y="10"/>
                  </a:moveTo>
                  <a:cubicBezTo>
                    <a:pt x="26" y="8"/>
                    <a:pt x="33" y="4"/>
                    <a:pt x="32" y="2"/>
                  </a:cubicBezTo>
                  <a:cubicBezTo>
                    <a:pt x="31" y="0"/>
                    <a:pt x="24" y="0"/>
                    <a:pt x="16" y="3"/>
                  </a:cubicBezTo>
                  <a:cubicBezTo>
                    <a:pt x="7" y="5"/>
                    <a:pt x="0" y="9"/>
                    <a:pt x="1" y="11"/>
                  </a:cubicBezTo>
                  <a:cubicBezTo>
                    <a:pt x="2" y="13"/>
                    <a:pt x="10" y="13"/>
                    <a:pt x="18"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73" name="Freeform 870"/>
            <p:cNvSpPr/>
            <p:nvPr/>
          </p:nvSpPr>
          <p:spPr bwMode="auto">
            <a:xfrm>
              <a:off x="370192" y="12388628"/>
              <a:ext cx="87313" cy="47625"/>
            </a:xfrm>
            <a:custGeom>
              <a:avLst/>
              <a:gdLst>
                <a:gd name="T0" fmla="*/ 18 w 32"/>
                <a:gd name="T1" fmla="*/ 13 h 17"/>
                <a:gd name="T2" fmla="*/ 31 w 32"/>
                <a:gd name="T3" fmla="*/ 3 h 17"/>
                <a:gd name="T4" fmla="*/ 14 w 32"/>
                <a:gd name="T5" fmla="*/ 3 h 17"/>
                <a:gd name="T6" fmla="*/ 1 w 32"/>
                <a:gd name="T7" fmla="*/ 13 h 17"/>
                <a:gd name="T8" fmla="*/ 18 w 32"/>
                <a:gd name="T9" fmla="*/ 13 h 17"/>
              </a:gdLst>
              <a:ahLst/>
              <a:cxnLst>
                <a:cxn ang="0">
                  <a:pos x="T0" y="T1"/>
                </a:cxn>
                <a:cxn ang="0">
                  <a:pos x="T2" y="T3"/>
                </a:cxn>
                <a:cxn ang="0">
                  <a:pos x="T4" y="T5"/>
                </a:cxn>
                <a:cxn ang="0">
                  <a:pos x="T6" y="T7"/>
                </a:cxn>
                <a:cxn ang="0">
                  <a:pos x="T8" y="T9"/>
                </a:cxn>
              </a:cxnLst>
              <a:rect l="0" t="0" r="r" b="b"/>
              <a:pathLst>
                <a:path w="32" h="17">
                  <a:moveTo>
                    <a:pt x="18" y="13"/>
                  </a:moveTo>
                  <a:cubicBezTo>
                    <a:pt x="26" y="10"/>
                    <a:pt x="32" y="6"/>
                    <a:pt x="31" y="3"/>
                  </a:cubicBezTo>
                  <a:cubicBezTo>
                    <a:pt x="30" y="0"/>
                    <a:pt x="23" y="0"/>
                    <a:pt x="14" y="3"/>
                  </a:cubicBezTo>
                  <a:cubicBezTo>
                    <a:pt x="6" y="5"/>
                    <a:pt x="0" y="10"/>
                    <a:pt x="1" y="13"/>
                  </a:cubicBezTo>
                  <a:cubicBezTo>
                    <a:pt x="1" y="17"/>
                    <a:pt x="10" y="16"/>
                    <a:pt x="18"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74" name="Freeform 871"/>
            <p:cNvSpPr/>
            <p:nvPr/>
          </p:nvSpPr>
          <p:spPr bwMode="auto">
            <a:xfrm>
              <a:off x="159054" y="12460066"/>
              <a:ext cx="87313" cy="57150"/>
            </a:xfrm>
            <a:custGeom>
              <a:avLst/>
              <a:gdLst>
                <a:gd name="T0" fmla="*/ 17 w 32"/>
                <a:gd name="T1" fmla="*/ 18 h 21"/>
                <a:gd name="T2" fmla="*/ 31 w 32"/>
                <a:gd name="T3" fmla="*/ 5 h 21"/>
                <a:gd name="T4" fmla="*/ 15 w 32"/>
                <a:gd name="T5" fmla="*/ 3 h 21"/>
                <a:gd name="T6" fmla="*/ 1 w 32"/>
                <a:gd name="T7" fmla="*/ 16 h 21"/>
                <a:gd name="T8" fmla="*/ 17 w 32"/>
                <a:gd name="T9" fmla="*/ 18 h 21"/>
              </a:gdLst>
              <a:ahLst/>
              <a:cxnLst>
                <a:cxn ang="0">
                  <a:pos x="T0" y="T1"/>
                </a:cxn>
                <a:cxn ang="0">
                  <a:pos x="T2" y="T3"/>
                </a:cxn>
                <a:cxn ang="0">
                  <a:pos x="T4" y="T5"/>
                </a:cxn>
                <a:cxn ang="0">
                  <a:pos x="T6" y="T7"/>
                </a:cxn>
                <a:cxn ang="0">
                  <a:pos x="T8" y="T9"/>
                </a:cxn>
              </a:cxnLst>
              <a:rect l="0" t="0" r="r" b="b"/>
              <a:pathLst>
                <a:path w="32" h="21">
                  <a:moveTo>
                    <a:pt x="17" y="18"/>
                  </a:moveTo>
                  <a:cubicBezTo>
                    <a:pt x="26" y="14"/>
                    <a:pt x="32" y="9"/>
                    <a:pt x="31" y="5"/>
                  </a:cubicBezTo>
                  <a:cubicBezTo>
                    <a:pt x="30" y="1"/>
                    <a:pt x="23" y="0"/>
                    <a:pt x="15" y="3"/>
                  </a:cubicBezTo>
                  <a:cubicBezTo>
                    <a:pt x="6" y="6"/>
                    <a:pt x="0" y="12"/>
                    <a:pt x="1" y="16"/>
                  </a:cubicBezTo>
                  <a:cubicBezTo>
                    <a:pt x="2" y="20"/>
                    <a:pt x="10" y="21"/>
                    <a:pt x="17"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75" name="Freeform 872"/>
            <p:cNvSpPr/>
            <p:nvPr/>
          </p:nvSpPr>
          <p:spPr bwMode="auto">
            <a:xfrm>
              <a:off x="790879" y="12280678"/>
              <a:ext cx="90488" cy="22225"/>
            </a:xfrm>
            <a:custGeom>
              <a:avLst/>
              <a:gdLst>
                <a:gd name="T0" fmla="*/ 18 w 33"/>
                <a:gd name="T1" fmla="*/ 6 h 8"/>
                <a:gd name="T2" fmla="*/ 32 w 33"/>
                <a:gd name="T3" fmla="*/ 1 h 8"/>
                <a:gd name="T4" fmla="*/ 16 w 33"/>
                <a:gd name="T5" fmla="*/ 1 h 8"/>
                <a:gd name="T6" fmla="*/ 1 w 33"/>
                <a:gd name="T7" fmla="*/ 7 h 8"/>
                <a:gd name="T8" fmla="*/ 18 w 33"/>
                <a:gd name="T9" fmla="*/ 6 h 8"/>
              </a:gdLst>
              <a:ahLst/>
              <a:cxnLst>
                <a:cxn ang="0">
                  <a:pos x="T0" y="T1"/>
                </a:cxn>
                <a:cxn ang="0">
                  <a:pos x="T2" y="T3"/>
                </a:cxn>
                <a:cxn ang="0">
                  <a:pos x="T4" y="T5"/>
                </a:cxn>
                <a:cxn ang="0">
                  <a:pos x="T6" y="T7"/>
                </a:cxn>
                <a:cxn ang="0">
                  <a:pos x="T8" y="T9"/>
                </a:cxn>
              </a:cxnLst>
              <a:rect l="0" t="0" r="r" b="b"/>
              <a:pathLst>
                <a:path w="33" h="8">
                  <a:moveTo>
                    <a:pt x="18" y="6"/>
                  </a:moveTo>
                  <a:cubicBezTo>
                    <a:pt x="26" y="5"/>
                    <a:pt x="33" y="3"/>
                    <a:pt x="32" y="1"/>
                  </a:cubicBezTo>
                  <a:cubicBezTo>
                    <a:pt x="31" y="0"/>
                    <a:pt x="24" y="0"/>
                    <a:pt x="16" y="1"/>
                  </a:cubicBezTo>
                  <a:cubicBezTo>
                    <a:pt x="7" y="3"/>
                    <a:pt x="0" y="5"/>
                    <a:pt x="1" y="7"/>
                  </a:cubicBezTo>
                  <a:cubicBezTo>
                    <a:pt x="2" y="8"/>
                    <a:pt x="10" y="8"/>
                    <a:pt x="18"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76" name="Freeform 873"/>
            <p:cNvSpPr/>
            <p:nvPr/>
          </p:nvSpPr>
          <p:spPr bwMode="auto">
            <a:xfrm>
              <a:off x="1005192" y="12250516"/>
              <a:ext cx="87313" cy="19050"/>
            </a:xfrm>
            <a:custGeom>
              <a:avLst/>
              <a:gdLst>
                <a:gd name="T0" fmla="*/ 18 w 32"/>
                <a:gd name="T1" fmla="*/ 5 h 7"/>
                <a:gd name="T2" fmla="*/ 32 w 32"/>
                <a:gd name="T3" fmla="*/ 1 h 7"/>
                <a:gd name="T4" fmla="*/ 15 w 32"/>
                <a:gd name="T5" fmla="*/ 1 h 7"/>
                <a:gd name="T6" fmla="*/ 1 w 32"/>
                <a:gd name="T7" fmla="*/ 6 h 7"/>
                <a:gd name="T8" fmla="*/ 18 w 32"/>
                <a:gd name="T9" fmla="*/ 5 h 7"/>
              </a:gdLst>
              <a:ahLst/>
              <a:cxnLst>
                <a:cxn ang="0">
                  <a:pos x="T0" y="T1"/>
                </a:cxn>
                <a:cxn ang="0">
                  <a:pos x="T2" y="T3"/>
                </a:cxn>
                <a:cxn ang="0">
                  <a:pos x="T4" y="T5"/>
                </a:cxn>
                <a:cxn ang="0">
                  <a:pos x="T6" y="T7"/>
                </a:cxn>
                <a:cxn ang="0">
                  <a:pos x="T8" y="T9"/>
                </a:cxn>
              </a:cxnLst>
              <a:rect l="0" t="0" r="r" b="b"/>
              <a:pathLst>
                <a:path w="32" h="7">
                  <a:moveTo>
                    <a:pt x="18" y="5"/>
                  </a:moveTo>
                  <a:cubicBezTo>
                    <a:pt x="26" y="4"/>
                    <a:pt x="32" y="2"/>
                    <a:pt x="32" y="1"/>
                  </a:cubicBezTo>
                  <a:cubicBezTo>
                    <a:pt x="31" y="0"/>
                    <a:pt x="24" y="0"/>
                    <a:pt x="15" y="1"/>
                  </a:cubicBezTo>
                  <a:cubicBezTo>
                    <a:pt x="7" y="2"/>
                    <a:pt x="0" y="5"/>
                    <a:pt x="1" y="6"/>
                  </a:cubicBezTo>
                  <a:cubicBezTo>
                    <a:pt x="1" y="7"/>
                    <a:pt x="10" y="6"/>
                    <a:pt x="18"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77" name="Freeform 874"/>
            <p:cNvSpPr/>
            <p:nvPr/>
          </p:nvSpPr>
          <p:spPr bwMode="auto">
            <a:xfrm>
              <a:off x="1219504" y="12223528"/>
              <a:ext cx="87313" cy="15875"/>
            </a:xfrm>
            <a:custGeom>
              <a:avLst/>
              <a:gdLst>
                <a:gd name="T0" fmla="*/ 18 w 32"/>
                <a:gd name="T1" fmla="*/ 5 h 6"/>
                <a:gd name="T2" fmla="*/ 31 w 32"/>
                <a:gd name="T3" fmla="*/ 1 h 6"/>
                <a:gd name="T4" fmla="*/ 15 w 32"/>
                <a:gd name="T5" fmla="*/ 1 h 6"/>
                <a:gd name="T6" fmla="*/ 0 w 32"/>
                <a:gd name="T7" fmla="*/ 5 h 6"/>
                <a:gd name="T8" fmla="*/ 18 w 32"/>
                <a:gd name="T9" fmla="*/ 5 h 6"/>
              </a:gdLst>
              <a:ahLst/>
              <a:cxnLst>
                <a:cxn ang="0">
                  <a:pos x="T0" y="T1"/>
                </a:cxn>
                <a:cxn ang="0">
                  <a:pos x="T2" y="T3"/>
                </a:cxn>
                <a:cxn ang="0">
                  <a:pos x="T4" y="T5"/>
                </a:cxn>
                <a:cxn ang="0">
                  <a:pos x="T6" y="T7"/>
                </a:cxn>
                <a:cxn ang="0">
                  <a:pos x="T8" y="T9"/>
                </a:cxn>
              </a:cxnLst>
              <a:rect l="0" t="0" r="r" b="b"/>
              <a:pathLst>
                <a:path w="32" h="6">
                  <a:moveTo>
                    <a:pt x="18" y="5"/>
                  </a:moveTo>
                  <a:cubicBezTo>
                    <a:pt x="26" y="4"/>
                    <a:pt x="32" y="2"/>
                    <a:pt x="31" y="1"/>
                  </a:cubicBezTo>
                  <a:cubicBezTo>
                    <a:pt x="30" y="0"/>
                    <a:pt x="24" y="0"/>
                    <a:pt x="15" y="1"/>
                  </a:cubicBezTo>
                  <a:cubicBezTo>
                    <a:pt x="7" y="2"/>
                    <a:pt x="0" y="4"/>
                    <a:pt x="0" y="5"/>
                  </a:cubicBezTo>
                  <a:cubicBezTo>
                    <a:pt x="1" y="6"/>
                    <a:pt x="10" y="6"/>
                    <a:pt x="18"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78" name="Freeform 875"/>
            <p:cNvSpPr/>
            <p:nvPr/>
          </p:nvSpPr>
          <p:spPr bwMode="auto">
            <a:xfrm>
              <a:off x="1433817" y="12201303"/>
              <a:ext cx="84138" cy="17463"/>
            </a:xfrm>
            <a:custGeom>
              <a:avLst/>
              <a:gdLst>
                <a:gd name="T0" fmla="*/ 16 w 31"/>
                <a:gd name="T1" fmla="*/ 5 h 6"/>
                <a:gd name="T2" fmla="*/ 31 w 31"/>
                <a:gd name="T3" fmla="*/ 2 h 6"/>
                <a:gd name="T4" fmla="*/ 15 w 31"/>
                <a:gd name="T5" fmla="*/ 1 h 6"/>
                <a:gd name="T6" fmla="*/ 0 w 31"/>
                <a:gd name="T7" fmla="*/ 4 h 6"/>
                <a:gd name="T8" fmla="*/ 16 w 31"/>
                <a:gd name="T9" fmla="*/ 5 h 6"/>
              </a:gdLst>
              <a:ahLst/>
              <a:cxnLst>
                <a:cxn ang="0">
                  <a:pos x="T0" y="T1"/>
                </a:cxn>
                <a:cxn ang="0">
                  <a:pos x="T2" y="T3"/>
                </a:cxn>
                <a:cxn ang="0">
                  <a:pos x="T4" y="T5"/>
                </a:cxn>
                <a:cxn ang="0">
                  <a:pos x="T6" y="T7"/>
                </a:cxn>
                <a:cxn ang="0">
                  <a:pos x="T8" y="T9"/>
                </a:cxn>
              </a:cxnLst>
              <a:rect l="0" t="0" r="r" b="b"/>
              <a:pathLst>
                <a:path w="31" h="6">
                  <a:moveTo>
                    <a:pt x="16" y="5"/>
                  </a:moveTo>
                  <a:cubicBezTo>
                    <a:pt x="24" y="4"/>
                    <a:pt x="31" y="3"/>
                    <a:pt x="31" y="2"/>
                  </a:cubicBezTo>
                  <a:cubicBezTo>
                    <a:pt x="31" y="1"/>
                    <a:pt x="24" y="0"/>
                    <a:pt x="15" y="1"/>
                  </a:cubicBezTo>
                  <a:cubicBezTo>
                    <a:pt x="7" y="1"/>
                    <a:pt x="0" y="3"/>
                    <a:pt x="0" y="4"/>
                  </a:cubicBezTo>
                  <a:cubicBezTo>
                    <a:pt x="0" y="6"/>
                    <a:pt x="8" y="6"/>
                    <a:pt x="1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79" name="Freeform 876"/>
            <p:cNvSpPr/>
            <p:nvPr/>
          </p:nvSpPr>
          <p:spPr bwMode="auto">
            <a:xfrm>
              <a:off x="1648129" y="12185428"/>
              <a:ext cx="84138" cy="14288"/>
            </a:xfrm>
            <a:custGeom>
              <a:avLst/>
              <a:gdLst>
                <a:gd name="T0" fmla="*/ 17 w 31"/>
                <a:gd name="T1" fmla="*/ 5 h 5"/>
                <a:gd name="T2" fmla="*/ 31 w 31"/>
                <a:gd name="T3" fmla="*/ 2 h 5"/>
                <a:gd name="T4" fmla="*/ 14 w 31"/>
                <a:gd name="T5" fmla="*/ 0 h 5"/>
                <a:gd name="T6" fmla="*/ 0 w 31"/>
                <a:gd name="T7" fmla="*/ 4 h 5"/>
                <a:gd name="T8" fmla="*/ 17 w 31"/>
                <a:gd name="T9" fmla="*/ 5 h 5"/>
              </a:gdLst>
              <a:ahLst/>
              <a:cxnLst>
                <a:cxn ang="0">
                  <a:pos x="T0" y="T1"/>
                </a:cxn>
                <a:cxn ang="0">
                  <a:pos x="T2" y="T3"/>
                </a:cxn>
                <a:cxn ang="0">
                  <a:pos x="T4" y="T5"/>
                </a:cxn>
                <a:cxn ang="0">
                  <a:pos x="T6" y="T7"/>
                </a:cxn>
                <a:cxn ang="0">
                  <a:pos x="T8" y="T9"/>
                </a:cxn>
              </a:cxnLst>
              <a:rect l="0" t="0" r="r" b="b"/>
              <a:pathLst>
                <a:path w="31" h="5">
                  <a:moveTo>
                    <a:pt x="17" y="5"/>
                  </a:moveTo>
                  <a:cubicBezTo>
                    <a:pt x="25" y="4"/>
                    <a:pt x="31" y="3"/>
                    <a:pt x="31" y="2"/>
                  </a:cubicBezTo>
                  <a:cubicBezTo>
                    <a:pt x="30" y="0"/>
                    <a:pt x="23" y="0"/>
                    <a:pt x="14" y="0"/>
                  </a:cubicBezTo>
                  <a:cubicBezTo>
                    <a:pt x="6" y="1"/>
                    <a:pt x="0" y="3"/>
                    <a:pt x="0" y="4"/>
                  </a:cubicBezTo>
                  <a:cubicBezTo>
                    <a:pt x="0" y="5"/>
                    <a:pt x="9" y="5"/>
                    <a:pt x="1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80" name="Freeform 877"/>
            <p:cNvSpPr/>
            <p:nvPr/>
          </p:nvSpPr>
          <p:spPr bwMode="auto">
            <a:xfrm>
              <a:off x="1860854" y="12169553"/>
              <a:ext cx="87313" cy="15875"/>
            </a:xfrm>
            <a:custGeom>
              <a:avLst/>
              <a:gdLst>
                <a:gd name="T0" fmla="*/ 18 w 32"/>
                <a:gd name="T1" fmla="*/ 6 h 6"/>
                <a:gd name="T2" fmla="*/ 32 w 32"/>
                <a:gd name="T3" fmla="*/ 3 h 6"/>
                <a:gd name="T4" fmla="*/ 15 w 32"/>
                <a:gd name="T5" fmla="*/ 1 h 6"/>
                <a:gd name="T6" fmla="*/ 1 w 32"/>
                <a:gd name="T7" fmla="*/ 4 h 6"/>
                <a:gd name="T8" fmla="*/ 18 w 32"/>
                <a:gd name="T9" fmla="*/ 6 h 6"/>
              </a:gdLst>
              <a:ahLst/>
              <a:cxnLst>
                <a:cxn ang="0">
                  <a:pos x="T0" y="T1"/>
                </a:cxn>
                <a:cxn ang="0">
                  <a:pos x="T2" y="T3"/>
                </a:cxn>
                <a:cxn ang="0">
                  <a:pos x="T4" y="T5"/>
                </a:cxn>
                <a:cxn ang="0">
                  <a:pos x="T6" y="T7"/>
                </a:cxn>
                <a:cxn ang="0">
                  <a:pos x="T8" y="T9"/>
                </a:cxn>
              </a:cxnLst>
              <a:rect l="0" t="0" r="r" b="b"/>
              <a:pathLst>
                <a:path w="32" h="6">
                  <a:moveTo>
                    <a:pt x="18" y="6"/>
                  </a:moveTo>
                  <a:cubicBezTo>
                    <a:pt x="26" y="5"/>
                    <a:pt x="32" y="4"/>
                    <a:pt x="32" y="3"/>
                  </a:cubicBezTo>
                  <a:cubicBezTo>
                    <a:pt x="31" y="1"/>
                    <a:pt x="24" y="0"/>
                    <a:pt x="15" y="1"/>
                  </a:cubicBezTo>
                  <a:cubicBezTo>
                    <a:pt x="6" y="1"/>
                    <a:pt x="0" y="3"/>
                    <a:pt x="1" y="4"/>
                  </a:cubicBezTo>
                  <a:cubicBezTo>
                    <a:pt x="1" y="6"/>
                    <a:pt x="10" y="6"/>
                    <a:pt x="18"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81" name="Freeform 878"/>
            <p:cNvSpPr/>
            <p:nvPr/>
          </p:nvSpPr>
          <p:spPr bwMode="auto">
            <a:xfrm>
              <a:off x="2075167" y="12158441"/>
              <a:ext cx="88900" cy="15875"/>
            </a:xfrm>
            <a:custGeom>
              <a:avLst/>
              <a:gdLst>
                <a:gd name="T0" fmla="*/ 17 w 33"/>
                <a:gd name="T1" fmla="*/ 6 h 6"/>
                <a:gd name="T2" fmla="*/ 32 w 33"/>
                <a:gd name="T3" fmla="*/ 3 h 6"/>
                <a:gd name="T4" fmla="*/ 16 w 33"/>
                <a:gd name="T5" fmla="*/ 0 h 6"/>
                <a:gd name="T6" fmla="*/ 1 w 33"/>
                <a:gd name="T7" fmla="*/ 4 h 6"/>
                <a:gd name="T8" fmla="*/ 17 w 33"/>
                <a:gd name="T9" fmla="*/ 6 h 6"/>
              </a:gdLst>
              <a:ahLst/>
              <a:cxnLst>
                <a:cxn ang="0">
                  <a:pos x="T0" y="T1"/>
                </a:cxn>
                <a:cxn ang="0">
                  <a:pos x="T2" y="T3"/>
                </a:cxn>
                <a:cxn ang="0">
                  <a:pos x="T4" y="T5"/>
                </a:cxn>
                <a:cxn ang="0">
                  <a:pos x="T6" y="T7"/>
                </a:cxn>
                <a:cxn ang="0">
                  <a:pos x="T8" y="T9"/>
                </a:cxn>
              </a:cxnLst>
              <a:rect l="0" t="0" r="r" b="b"/>
              <a:pathLst>
                <a:path w="33" h="6">
                  <a:moveTo>
                    <a:pt x="17" y="6"/>
                  </a:moveTo>
                  <a:cubicBezTo>
                    <a:pt x="26" y="6"/>
                    <a:pt x="33" y="4"/>
                    <a:pt x="32" y="3"/>
                  </a:cubicBezTo>
                  <a:cubicBezTo>
                    <a:pt x="31" y="1"/>
                    <a:pt x="24" y="0"/>
                    <a:pt x="16" y="0"/>
                  </a:cubicBezTo>
                  <a:cubicBezTo>
                    <a:pt x="7" y="1"/>
                    <a:pt x="0" y="3"/>
                    <a:pt x="1" y="4"/>
                  </a:cubicBezTo>
                  <a:cubicBezTo>
                    <a:pt x="2" y="6"/>
                    <a:pt x="9" y="6"/>
                    <a:pt x="1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82" name="Freeform 879"/>
            <p:cNvSpPr/>
            <p:nvPr/>
          </p:nvSpPr>
          <p:spPr bwMode="auto">
            <a:xfrm>
              <a:off x="2289479" y="12147328"/>
              <a:ext cx="88900" cy="19050"/>
            </a:xfrm>
            <a:custGeom>
              <a:avLst/>
              <a:gdLst>
                <a:gd name="T0" fmla="*/ 17 w 33"/>
                <a:gd name="T1" fmla="*/ 7 h 7"/>
                <a:gd name="T2" fmla="*/ 32 w 33"/>
                <a:gd name="T3" fmla="*/ 3 h 7"/>
                <a:gd name="T4" fmla="*/ 15 w 33"/>
                <a:gd name="T5" fmla="*/ 0 h 7"/>
                <a:gd name="T6" fmla="*/ 1 w 33"/>
                <a:gd name="T7" fmla="*/ 5 h 7"/>
                <a:gd name="T8" fmla="*/ 17 w 33"/>
                <a:gd name="T9" fmla="*/ 7 h 7"/>
              </a:gdLst>
              <a:ahLst/>
              <a:cxnLst>
                <a:cxn ang="0">
                  <a:pos x="T0" y="T1"/>
                </a:cxn>
                <a:cxn ang="0">
                  <a:pos x="T2" y="T3"/>
                </a:cxn>
                <a:cxn ang="0">
                  <a:pos x="T4" y="T5"/>
                </a:cxn>
                <a:cxn ang="0">
                  <a:pos x="T6" y="T7"/>
                </a:cxn>
                <a:cxn ang="0">
                  <a:pos x="T8" y="T9"/>
                </a:cxn>
              </a:cxnLst>
              <a:rect l="0" t="0" r="r" b="b"/>
              <a:pathLst>
                <a:path w="33" h="7">
                  <a:moveTo>
                    <a:pt x="17" y="7"/>
                  </a:moveTo>
                  <a:cubicBezTo>
                    <a:pt x="26" y="7"/>
                    <a:pt x="33" y="5"/>
                    <a:pt x="32" y="3"/>
                  </a:cubicBezTo>
                  <a:cubicBezTo>
                    <a:pt x="31" y="1"/>
                    <a:pt x="24" y="0"/>
                    <a:pt x="15" y="0"/>
                  </a:cubicBezTo>
                  <a:cubicBezTo>
                    <a:pt x="7" y="1"/>
                    <a:pt x="0" y="3"/>
                    <a:pt x="1" y="5"/>
                  </a:cubicBezTo>
                  <a:cubicBezTo>
                    <a:pt x="2" y="6"/>
                    <a:pt x="9" y="7"/>
                    <a:pt x="17"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83" name="Freeform 880"/>
            <p:cNvSpPr/>
            <p:nvPr/>
          </p:nvSpPr>
          <p:spPr bwMode="auto">
            <a:xfrm>
              <a:off x="2503792" y="12136216"/>
              <a:ext cx="87313" cy="22225"/>
            </a:xfrm>
            <a:custGeom>
              <a:avLst/>
              <a:gdLst>
                <a:gd name="T0" fmla="*/ 18 w 32"/>
                <a:gd name="T1" fmla="*/ 8 h 8"/>
                <a:gd name="T2" fmla="*/ 32 w 32"/>
                <a:gd name="T3" fmla="*/ 4 h 8"/>
                <a:gd name="T4" fmla="*/ 15 w 32"/>
                <a:gd name="T5" fmla="*/ 0 h 8"/>
                <a:gd name="T6" fmla="*/ 1 w 32"/>
                <a:gd name="T7" fmla="*/ 5 h 8"/>
                <a:gd name="T8" fmla="*/ 18 w 32"/>
                <a:gd name="T9" fmla="*/ 8 h 8"/>
              </a:gdLst>
              <a:ahLst/>
              <a:cxnLst>
                <a:cxn ang="0">
                  <a:pos x="T0" y="T1"/>
                </a:cxn>
                <a:cxn ang="0">
                  <a:pos x="T2" y="T3"/>
                </a:cxn>
                <a:cxn ang="0">
                  <a:pos x="T4" y="T5"/>
                </a:cxn>
                <a:cxn ang="0">
                  <a:pos x="T6" y="T7"/>
                </a:cxn>
                <a:cxn ang="0">
                  <a:pos x="T8" y="T9"/>
                </a:cxn>
              </a:cxnLst>
              <a:rect l="0" t="0" r="r" b="b"/>
              <a:pathLst>
                <a:path w="32" h="8">
                  <a:moveTo>
                    <a:pt x="18" y="8"/>
                  </a:moveTo>
                  <a:cubicBezTo>
                    <a:pt x="26" y="8"/>
                    <a:pt x="32" y="6"/>
                    <a:pt x="32" y="4"/>
                  </a:cubicBezTo>
                  <a:cubicBezTo>
                    <a:pt x="31" y="2"/>
                    <a:pt x="24" y="0"/>
                    <a:pt x="15" y="0"/>
                  </a:cubicBezTo>
                  <a:cubicBezTo>
                    <a:pt x="7" y="1"/>
                    <a:pt x="0" y="3"/>
                    <a:pt x="1" y="5"/>
                  </a:cubicBezTo>
                  <a:cubicBezTo>
                    <a:pt x="1" y="7"/>
                    <a:pt x="9" y="8"/>
                    <a:pt x="1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84" name="Freeform 881"/>
            <p:cNvSpPr/>
            <p:nvPr/>
          </p:nvSpPr>
          <p:spPr bwMode="auto">
            <a:xfrm>
              <a:off x="2718104" y="12126691"/>
              <a:ext cx="87313" cy="26988"/>
            </a:xfrm>
            <a:custGeom>
              <a:avLst/>
              <a:gdLst>
                <a:gd name="T0" fmla="*/ 19 w 32"/>
                <a:gd name="T1" fmla="*/ 9 h 10"/>
                <a:gd name="T2" fmla="*/ 32 w 32"/>
                <a:gd name="T3" fmla="*/ 4 h 10"/>
                <a:gd name="T4" fmla="*/ 16 w 32"/>
                <a:gd name="T5" fmla="*/ 1 h 10"/>
                <a:gd name="T6" fmla="*/ 1 w 32"/>
                <a:gd name="T7" fmla="*/ 6 h 10"/>
                <a:gd name="T8" fmla="*/ 19 w 32"/>
                <a:gd name="T9" fmla="*/ 9 h 10"/>
              </a:gdLst>
              <a:ahLst/>
              <a:cxnLst>
                <a:cxn ang="0">
                  <a:pos x="T0" y="T1"/>
                </a:cxn>
                <a:cxn ang="0">
                  <a:pos x="T2" y="T3"/>
                </a:cxn>
                <a:cxn ang="0">
                  <a:pos x="T4" y="T5"/>
                </a:cxn>
                <a:cxn ang="0">
                  <a:pos x="T6" y="T7"/>
                </a:cxn>
                <a:cxn ang="0">
                  <a:pos x="T8" y="T9"/>
                </a:cxn>
              </a:cxnLst>
              <a:rect l="0" t="0" r="r" b="b"/>
              <a:pathLst>
                <a:path w="32" h="10">
                  <a:moveTo>
                    <a:pt x="19" y="9"/>
                  </a:moveTo>
                  <a:cubicBezTo>
                    <a:pt x="27" y="9"/>
                    <a:pt x="32" y="7"/>
                    <a:pt x="32" y="4"/>
                  </a:cubicBezTo>
                  <a:cubicBezTo>
                    <a:pt x="31" y="2"/>
                    <a:pt x="24" y="0"/>
                    <a:pt x="16" y="1"/>
                  </a:cubicBezTo>
                  <a:cubicBezTo>
                    <a:pt x="7" y="1"/>
                    <a:pt x="0" y="3"/>
                    <a:pt x="1" y="6"/>
                  </a:cubicBezTo>
                  <a:cubicBezTo>
                    <a:pt x="2" y="8"/>
                    <a:pt x="10" y="10"/>
                    <a:pt x="19"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85" name="Freeform 882"/>
            <p:cNvSpPr/>
            <p:nvPr/>
          </p:nvSpPr>
          <p:spPr bwMode="auto">
            <a:xfrm>
              <a:off x="2932417" y="12115578"/>
              <a:ext cx="90488" cy="30163"/>
            </a:xfrm>
            <a:custGeom>
              <a:avLst/>
              <a:gdLst>
                <a:gd name="T0" fmla="*/ 17 w 33"/>
                <a:gd name="T1" fmla="*/ 10 h 11"/>
                <a:gd name="T2" fmla="*/ 32 w 33"/>
                <a:gd name="T3" fmla="*/ 5 h 11"/>
                <a:gd name="T4" fmla="*/ 15 w 33"/>
                <a:gd name="T5" fmla="*/ 0 h 11"/>
                <a:gd name="T6" fmla="*/ 1 w 33"/>
                <a:gd name="T7" fmla="*/ 6 h 11"/>
                <a:gd name="T8" fmla="*/ 17 w 33"/>
                <a:gd name="T9" fmla="*/ 10 h 11"/>
              </a:gdLst>
              <a:ahLst/>
              <a:cxnLst>
                <a:cxn ang="0">
                  <a:pos x="T0" y="T1"/>
                </a:cxn>
                <a:cxn ang="0">
                  <a:pos x="T2" y="T3"/>
                </a:cxn>
                <a:cxn ang="0">
                  <a:pos x="T4" y="T5"/>
                </a:cxn>
                <a:cxn ang="0">
                  <a:pos x="T6" y="T7"/>
                </a:cxn>
                <a:cxn ang="0">
                  <a:pos x="T8" y="T9"/>
                </a:cxn>
              </a:cxnLst>
              <a:rect l="0" t="0" r="r" b="b"/>
              <a:pathLst>
                <a:path w="33" h="11">
                  <a:moveTo>
                    <a:pt x="17" y="10"/>
                  </a:moveTo>
                  <a:cubicBezTo>
                    <a:pt x="26" y="10"/>
                    <a:pt x="33" y="8"/>
                    <a:pt x="32" y="5"/>
                  </a:cubicBezTo>
                  <a:cubicBezTo>
                    <a:pt x="31" y="2"/>
                    <a:pt x="24" y="0"/>
                    <a:pt x="15" y="0"/>
                  </a:cubicBezTo>
                  <a:cubicBezTo>
                    <a:pt x="6" y="1"/>
                    <a:pt x="0" y="4"/>
                    <a:pt x="1" y="6"/>
                  </a:cubicBezTo>
                  <a:cubicBezTo>
                    <a:pt x="2" y="9"/>
                    <a:pt x="9" y="11"/>
                    <a:pt x="1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86" name="Freeform 883"/>
            <p:cNvSpPr/>
            <p:nvPr/>
          </p:nvSpPr>
          <p:spPr bwMode="auto">
            <a:xfrm>
              <a:off x="3146729" y="12101291"/>
              <a:ext cx="87313" cy="33338"/>
            </a:xfrm>
            <a:custGeom>
              <a:avLst/>
              <a:gdLst>
                <a:gd name="T0" fmla="*/ 18 w 32"/>
                <a:gd name="T1" fmla="*/ 12 h 12"/>
                <a:gd name="T2" fmla="*/ 32 w 32"/>
                <a:gd name="T3" fmla="*/ 6 h 12"/>
                <a:gd name="T4" fmla="*/ 14 w 32"/>
                <a:gd name="T5" fmla="*/ 1 h 12"/>
                <a:gd name="T6" fmla="*/ 1 w 32"/>
                <a:gd name="T7" fmla="*/ 7 h 12"/>
                <a:gd name="T8" fmla="*/ 18 w 32"/>
                <a:gd name="T9" fmla="*/ 12 h 12"/>
              </a:gdLst>
              <a:ahLst/>
              <a:cxnLst>
                <a:cxn ang="0">
                  <a:pos x="T0" y="T1"/>
                </a:cxn>
                <a:cxn ang="0">
                  <a:pos x="T2" y="T3"/>
                </a:cxn>
                <a:cxn ang="0">
                  <a:pos x="T4" y="T5"/>
                </a:cxn>
                <a:cxn ang="0">
                  <a:pos x="T6" y="T7"/>
                </a:cxn>
                <a:cxn ang="0">
                  <a:pos x="T8" y="T9"/>
                </a:cxn>
              </a:cxnLst>
              <a:rect l="0" t="0" r="r" b="b"/>
              <a:pathLst>
                <a:path w="32" h="12">
                  <a:moveTo>
                    <a:pt x="18" y="12"/>
                  </a:moveTo>
                  <a:cubicBezTo>
                    <a:pt x="26" y="11"/>
                    <a:pt x="32" y="9"/>
                    <a:pt x="32" y="6"/>
                  </a:cubicBezTo>
                  <a:cubicBezTo>
                    <a:pt x="31" y="3"/>
                    <a:pt x="23" y="0"/>
                    <a:pt x="14" y="1"/>
                  </a:cubicBezTo>
                  <a:cubicBezTo>
                    <a:pt x="6" y="2"/>
                    <a:pt x="0" y="5"/>
                    <a:pt x="1" y="7"/>
                  </a:cubicBezTo>
                  <a:cubicBezTo>
                    <a:pt x="1" y="10"/>
                    <a:pt x="10" y="12"/>
                    <a:pt x="1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87" name="Freeform 884"/>
            <p:cNvSpPr/>
            <p:nvPr/>
          </p:nvSpPr>
          <p:spPr bwMode="auto">
            <a:xfrm>
              <a:off x="3361042" y="12088591"/>
              <a:ext cx="90488" cy="34925"/>
            </a:xfrm>
            <a:custGeom>
              <a:avLst/>
              <a:gdLst>
                <a:gd name="T0" fmla="*/ 17 w 33"/>
                <a:gd name="T1" fmla="*/ 13 h 13"/>
                <a:gd name="T2" fmla="*/ 31 w 33"/>
                <a:gd name="T3" fmla="*/ 6 h 13"/>
                <a:gd name="T4" fmla="*/ 15 w 33"/>
                <a:gd name="T5" fmla="*/ 1 h 13"/>
                <a:gd name="T6" fmla="*/ 1 w 33"/>
                <a:gd name="T7" fmla="*/ 8 h 13"/>
                <a:gd name="T8" fmla="*/ 17 w 33"/>
                <a:gd name="T9" fmla="*/ 13 h 13"/>
              </a:gdLst>
              <a:ahLst/>
              <a:cxnLst>
                <a:cxn ang="0">
                  <a:pos x="T0" y="T1"/>
                </a:cxn>
                <a:cxn ang="0">
                  <a:pos x="T2" y="T3"/>
                </a:cxn>
                <a:cxn ang="0">
                  <a:pos x="T4" y="T5"/>
                </a:cxn>
                <a:cxn ang="0">
                  <a:pos x="T6" y="T7"/>
                </a:cxn>
                <a:cxn ang="0">
                  <a:pos x="T8" y="T9"/>
                </a:cxn>
              </a:cxnLst>
              <a:rect l="0" t="0" r="r" b="b"/>
              <a:pathLst>
                <a:path w="33" h="13">
                  <a:moveTo>
                    <a:pt x="17" y="13"/>
                  </a:moveTo>
                  <a:cubicBezTo>
                    <a:pt x="26" y="12"/>
                    <a:pt x="33" y="9"/>
                    <a:pt x="31" y="6"/>
                  </a:cubicBezTo>
                  <a:cubicBezTo>
                    <a:pt x="30" y="3"/>
                    <a:pt x="23" y="0"/>
                    <a:pt x="15" y="1"/>
                  </a:cubicBezTo>
                  <a:cubicBezTo>
                    <a:pt x="6" y="1"/>
                    <a:pt x="0" y="5"/>
                    <a:pt x="1" y="8"/>
                  </a:cubicBezTo>
                  <a:cubicBezTo>
                    <a:pt x="2" y="11"/>
                    <a:pt x="9" y="13"/>
                    <a:pt x="17"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88" name="Freeform 885"/>
            <p:cNvSpPr/>
            <p:nvPr/>
          </p:nvSpPr>
          <p:spPr bwMode="auto">
            <a:xfrm>
              <a:off x="3573767" y="12074303"/>
              <a:ext cx="92075" cy="34925"/>
            </a:xfrm>
            <a:custGeom>
              <a:avLst/>
              <a:gdLst>
                <a:gd name="T0" fmla="*/ 19 w 34"/>
                <a:gd name="T1" fmla="*/ 12 h 13"/>
                <a:gd name="T2" fmla="*/ 32 w 34"/>
                <a:gd name="T3" fmla="*/ 5 h 13"/>
                <a:gd name="T4" fmla="*/ 16 w 34"/>
                <a:gd name="T5" fmla="*/ 0 h 13"/>
                <a:gd name="T6" fmla="*/ 2 w 34"/>
                <a:gd name="T7" fmla="*/ 8 h 13"/>
                <a:gd name="T8" fmla="*/ 19 w 34"/>
                <a:gd name="T9" fmla="*/ 12 h 13"/>
              </a:gdLst>
              <a:ahLst/>
              <a:cxnLst>
                <a:cxn ang="0">
                  <a:pos x="T0" y="T1"/>
                </a:cxn>
                <a:cxn ang="0">
                  <a:pos x="T2" y="T3"/>
                </a:cxn>
                <a:cxn ang="0">
                  <a:pos x="T4" y="T5"/>
                </a:cxn>
                <a:cxn ang="0">
                  <a:pos x="T6" y="T7"/>
                </a:cxn>
                <a:cxn ang="0">
                  <a:pos x="T8" y="T9"/>
                </a:cxn>
              </a:cxnLst>
              <a:rect l="0" t="0" r="r" b="b"/>
              <a:pathLst>
                <a:path w="34" h="13">
                  <a:moveTo>
                    <a:pt x="19" y="12"/>
                  </a:moveTo>
                  <a:cubicBezTo>
                    <a:pt x="27" y="12"/>
                    <a:pt x="34" y="9"/>
                    <a:pt x="32" y="5"/>
                  </a:cubicBezTo>
                  <a:cubicBezTo>
                    <a:pt x="31" y="2"/>
                    <a:pt x="24" y="0"/>
                    <a:pt x="16" y="0"/>
                  </a:cubicBezTo>
                  <a:cubicBezTo>
                    <a:pt x="7" y="1"/>
                    <a:pt x="0" y="5"/>
                    <a:pt x="2" y="8"/>
                  </a:cubicBezTo>
                  <a:cubicBezTo>
                    <a:pt x="3" y="11"/>
                    <a:pt x="11" y="13"/>
                    <a:pt x="1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89" name="Freeform 886"/>
            <p:cNvSpPr/>
            <p:nvPr/>
          </p:nvSpPr>
          <p:spPr bwMode="auto">
            <a:xfrm>
              <a:off x="3788079" y="12052078"/>
              <a:ext cx="88900" cy="38100"/>
            </a:xfrm>
            <a:custGeom>
              <a:avLst/>
              <a:gdLst>
                <a:gd name="T0" fmla="*/ 18 w 33"/>
                <a:gd name="T1" fmla="*/ 13 h 14"/>
                <a:gd name="T2" fmla="*/ 32 w 33"/>
                <a:gd name="T3" fmla="*/ 5 h 14"/>
                <a:gd name="T4" fmla="*/ 16 w 33"/>
                <a:gd name="T5" fmla="*/ 1 h 14"/>
                <a:gd name="T6" fmla="*/ 1 w 33"/>
                <a:gd name="T7" fmla="*/ 9 h 14"/>
                <a:gd name="T8" fmla="*/ 18 w 33"/>
                <a:gd name="T9" fmla="*/ 13 h 14"/>
              </a:gdLst>
              <a:ahLst/>
              <a:cxnLst>
                <a:cxn ang="0">
                  <a:pos x="T0" y="T1"/>
                </a:cxn>
                <a:cxn ang="0">
                  <a:pos x="T2" y="T3"/>
                </a:cxn>
                <a:cxn ang="0">
                  <a:pos x="T4" y="T5"/>
                </a:cxn>
                <a:cxn ang="0">
                  <a:pos x="T6" y="T7"/>
                </a:cxn>
                <a:cxn ang="0">
                  <a:pos x="T8" y="T9"/>
                </a:cxn>
              </a:cxnLst>
              <a:rect l="0" t="0" r="r" b="b"/>
              <a:pathLst>
                <a:path w="33" h="14">
                  <a:moveTo>
                    <a:pt x="18" y="13"/>
                  </a:moveTo>
                  <a:cubicBezTo>
                    <a:pt x="27" y="12"/>
                    <a:pt x="33" y="8"/>
                    <a:pt x="32" y="5"/>
                  </a:cubicBezTo>
                  <a:cubicBezTo>
                    <a:pt x="31" y="1"/>
                    <a:pt x="24" y="0"/>
                    <a:pt x="16" y="1"/>
                  </a:cubicBezTo>
                  <a:cubicBezTo>
                    <a:pt x="7" y="2"/>
                    <a:pt x="0" y="6"/>
                    <a:pt x="1" y="9"/>
                  </a:cubicBezTo>
                  <a:cubicBezTo>
                    <a:pt x="2" y="13"/>
                    <a:pt x="10" y="14"/>
                    <a:pt x="18"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90" name="Freeform 887"/>
            <p:cNvSpPr/>
            <p:nvPr/>
          </p:nvSpPr>
          <p:spPr bwMode="auto">
            <a:xfrm>
              <a:off x="4002392" y="12012391"/>
              <a:ext cx="85725" cy="42863"/>
            </a:xfrm>
            <a:custGeom>
              <a:avLst/>
              <a:gdLst>
                <a:gd name="T0" fmla="*/ 18 w 32"/>
                <a:gd name="T1" fmla="*/ 14 h 16"/>
                <a:gd name="T2" fmla="*/ 31 w 32"/>
                <a:gd name="T3" fmla="*/ 5 h 16"/>
                <a:gd name="T4" fmla="*/ 15 w 32"/>
                <a:gd name="T5" fmla="*/ 2 h 16"/>
                <a:gd name="T6" fmla="*/ 1 w 32"/>
                <a:gd name="T7" fmla="*/ 11 h 16"/>
                <a:gd name="T8" fmla="*/ 18 w 32"/>
                <a:gd name="T9" fmla="*/ 14 h 16"/>
              </a:gdLst>
              <a:ahLst/>
              <a:cxnLst>
                <a:cxn ang="0">
                  <a:pos x="T0" y="T1"/>
                </a:cxn>
                <a:cxn ang="0">
                  <a:pos x="T2" y="T3"/>
                </a:cxn>
                <a:cxn ang="0">
                  <a:pos x="T4" y="T5"/>
                </a:cxn>
                <a:cxn ang="0">
                  <a:pos x="T6" y="T7"/>
                </a:cxn>
                <a:cxn ang="0">
                  <a:pos x="T8" y="T9"/>
                </a:cxn>
              </a:cxnLst>
              <a:rect l="0" t="0" r="r" b="b"/>
              <a:pathLst>
                <a:path w="32" h="16">
                  <a:moveTo>
                    <a:pt x="18" y="14"/>
                  </a:moveTo>
                  <a:cubicBezTo>
                    <a:pt x="26" y="12"/>
                    <a:pt x="32" y="8"/>
                    <a:pt x="31" y="5"/>
                  </a:cubicBezTo>
                  <a:cubicBezTo>
                    <a:pt x="31" y="1"/>
                    <a:pt x="23" y="0"/>
                    <a:pt x="15" y="2"/>
                  </a:cubicBezTo>
                  <a:cubicBezTo>
                    <a:pt x="7" y="3"/>
                    <a:pt x="0" y="8"/>
                    <a:pt x="1" y="11"/>
                  </a:cubicBezTo>
                  <a:cubicBezTo>
                    <a:pt x="1" y="14"/>
                    <a:pt x="9" y="16"/>
                    <a:pt x="18"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91" name="Freeform 888"/>
            <p:cNvSpPr/>
            <p:nvPr/>
          </p:nvSpPr>
          <p:spPr bwMode="auto">
            <a:xfrm>
              <a:off x="4213529" y="11958416"/>
              <a:ext cx="87313" cy="46038"/>
            </a:xfrm>
            <a:custGeom>
              <a:avLst/>
              <a:gdLst>
                <a:gd name="T0" fmla="*/ 18 w 32"/>
                <a:gd name="T1" fmla="*/ 15 h 17"/>
                <a:gd name="T2" fmla="*/ 32 w 32"/>
                <a:gd name="T3" fmla="*/ 4 h 17"/>
                <a:gd name="T4" fmla="*/ 14 w 32"/>
                <a:gd name="T5" fmla="*/ 2 h 17"/>
                <a:gd name="T6" fmla="*/ 1 w 32"/>
                <a:gd name="T7" fmla="*/ 13 h 17"/>
                <a:gd name="T8" fmla="*/ 18 w 32"/>
                <a:gd name="T9" fmla="*/ 15 h 17"/>
              </a:gdLst>
              <a:ahLst/>
              <a:cxnLst>
                <a:cxn ang="0">
                  <a:pos x="T0" y="T1"/>
                </a:cxn>
                <a:cxn ang="0">
                  <a:pos x="T2" y="T3"/>
                </a:cxn>
                <a:cxn ang="0">
                  <a:pos x="T4" y="T5"/>
                </a:cxn>
                <a:cxn ang="0">
                  <a:pos x="T6" y="T7"/>
                </a:cxn>
                <a:cxn ang="0">
                  <a:pos x="T8" y="T9"/>
                </a:cxn>
              </a:cxnLst>
              <a:rect l="0" t="0" r="r" b="b"/>
              <a:pathLst>
                <a:path w="32" h="17">
                  <a:moveTo>
                    <a:pt x="18" y="15"/>
                  </a:moveTo>
                  <a:cubicBezTo>
                    <a:pt x="26" y="12"/>
                    <a:pt x="32" y="8"/>
                    <a:pt x="32" y="4"/>
                  </a:cubicBezTo>
                  <a:cubicBezTo>
                    <a:pt x="31" y="1"/>
                    <a:pt x="23" y="0"/>
                    <a:pt x="14" y="2"/>
                  </a:cubicBezTo>
                  <a:cubicBezTo>
                    <a:pt x="6" y="4"/>
                    <a:pt x="0" y="9"/>
                    <a:pt x="1" y="13"/>
                  </a:cubicBezTo>
                  <a:cubicBezTo>
                    <a:pt x="2" y="16"/>
                    <a:pt x="10" y="17"/>
                    <a:pt x="18"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92" name="Freeform 889"/>
            <p:cNvSpPr/>
            <p:nvPr/>
          </p:nvSpPr>
          <p:spPr bwMode="auto">
            <a:xfrm>
              <a:off x="4426254" y="11890153"/>
              <a:ext cx="85725" cy="50800"/>
            </a:xfrm>
            <a:custGeom>
              <a:avLst/>
              <a:gdLst>
                <a:gd name="T0" fmla="*/ 18 w 32"/>
                <a:gd name="T1" fmla="*/ 16 h 19"/>
                <a:gd name="T2" fmla="*/ 31 w 32"/>
                <a:gd name="T3" fmla="*/ 4 h 19"/>
                <a:gd name="T4" fmla="*/ 14 w 32"/>
                <a:gd name="T5" fmla="*/ 3 h 19"/>
                <a:gd name="T6" fmla="*/ 1 w 32"/>
                <a:gd name="T7" fmla="*/ 14 h 19"/>
                <a:gd name="T8" fmla="*/ 18 w 32"/>
                <a:gd name="T9" fmla="*/ 16 h 19"/>
              </a:gdLst>
              <a:ahLst/>
              <a:cxnLst>
                <a:cxn ang="0">
                  <a:pos x="T0" y="T1"/>
                </a:cxn>
                <a:cxn ang="0">
                  <a:pos x="T2" y="T3"/>
                </a:cxn>
                <a:cxn ang="0">
                  <a:pos x="T4" y="T5"/>
                </a:cxn>
                <a:cxn ang="0">
                  <a:pos x="T6" y="T7"/>
                </a:cxn>
                <a:cxn ang="0">
                  <a:pos x="T8" y="T9"/>
                </a:cxn>
              </a:cxnLst>
              <a:rect l="0" t="0" r="r" b="b"/>
              <a:pathLst>
                <a:path w="32" h="19">
                  <a:moveTo>
                    <a:pt x="18" y="16"/>
                  </a:moveTo>
                  <a:cubicBezTo>
                    <a:pt x="26" y="13"/>
                    <a:pt x="32" y="8"/>
                    <a:pt x="31" y="4"/>
                  </a:cubicBezTo>
                  <a:cubicBezTo>
                    <a:pt x="31" y="1"/>
                    <a:pt x="23" y="0"/>
                    <a:pt x="14" y="3"/>
                  </a:cubicBezTo>
                  <a:cubicBezTo>
                    <a:pt x="6" y="6"/>
                    <a:pt x="0" y="11"/>
                    <a:pt x="1" y="14"/>
                  </a:cubicBezTo>
                  <a:cubicBezTo>
                    <a:pt x="1" y="18"/>
                    <a:pt x="10" y="19"/>
                    <a:pt x="18"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93" name="Freeform 890"/>
            <p:cNvSpPr/>
            <p:nvPr/>
          </p:nvSpPr>
          <p:spPr bwMode="auto">
            <a:xfrm>
              <a:off x="4634217" y="11810778"/>
              <a:ext cx="90488" cy="53975"/>
            </a:xfrm>
            <a:custGeom>
              <a:avLst/>
              <a:gdLst>
                <a:gd name="T0" fmla="*/ 18 w 33"/>
                <a:gd name="T1" fmla="*/ 17 h 20"/>
                <a:gd name="T2" fmla="*/ 32 w 33"/>
                <a:gd name="T3" fmla="*/ 4 h 20"/>
                <a:gd name="T4" fmla="*/ 16 w 33"/>
                <a:gd name="T5" fmla="*/ 3 h 20"/>
                <a:gd name="T6" fmla="*/ 2 w 33"/>
                <a:gd name="T7" fmla="*/ 17 h 20"/>
                <a:gd name="T8" fmla="*/ 18 w 33"/>
                <a:gd name="T9" fmla="*/ 17 h 20"/>
              </a:gdLst>
              <a:ahLst/>
              <a:cxnLst>
                <a:cxn ang="0">
                  <a:pos x="T0" y="T1"/>
                </a:cxn>
                <a:cxn ang="0">
                  <a:pos x="T2" y="T3"/>
                </a:cxn>
                <a:cxn ang="0">
                  <a:pos x="T4" y="T5"/>
                </a:cxn>
                <a:cxn ang="0">
                  <a:pos x="T6" y="T7"/>
                </a:cxn>
                <a:cxn ang="0">
                  <a:pos x="T8" y="T9"/>
                </a:cxn>
              </a:cxnLst>
              <a:rect l="0" t="0" r="r" b="b"/>
              <a:pathLst>
                <a:path w="33" h="20">
                  <a:moveTo>
                    <a:pt x="18" y="17"/>
                  </a:moveTo>
                  <a:cubicBezTo>
                    <a:pt x="27" y="14"/>
                    <a:pt x="33" y="8"/>
                    <a:pt x="32" y="4"/>
                  </a:cubicBezTo>
                  <a:cubicBezTo>
                    <a:pt x="31" y="1"/>
                    <a:pt x="24" y="0"/>
                    <a:pt x="16" y="3"/>
                  </a:cubicBezTo>
                  <a:cubicBezTo>
                    <a:pt x="7" y="7"/>
                    <a:pt x="0" y="13"/>
                    <a:pt x="2" y="17"/>
                  </a:cubicBezTo>
                  <a:cubicBezTo>
                    <a:pt x="3" y="20"/>
                    <a:pt x="10" y="20"/>
                    <a:pt x="1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94" name="Freeform 891"/>
            <p:cNvSpPr/>
            <p:nvPr/>
          </p:nvSpPr>
          <p:spPr bwMode="auto">
            <a:xfrm>
              <a:off x="4846942" y="11723466"/>
              <a:ext cx="85725" cy="60325"/>
            </a:xfrm>
            <a:custGeom>
              <a:avLst/>
              <a:gdLst>
                <a:gd name="T0" fmla="*/ 18 w 32"/>
                <a:gd name="T1" fmla="*/ 18 h 22"/>
                <a:gd name="T2" fmla="*/ 31 w 32"/>
                <a:gd name="T3" fmla="*/ 5 h 22"/>
                <a:gd name="T4" fmla="*/ 14 w 32"/>
                <a:gd name="T5" fmla="*/ 4 h 22"/>
                <a:gd name="T6" fmla="*/ 1 w 32"/>
                <a:gd name="T7" fmla="*/ 18 h 22"/>
                <a:gd name="T8" fmla="*/ 18 w 32"/>
                <a:gd name="T9" fmla="*/ 18 h 22"/>
              </a:gdLst>
              <a:ahLst/>
              <a:cxnLst>
                <a:cxn ang="0">
                  <a:pos x="T0" y="T1"/>
                </a:cxn>
                <a:cxn ang="0">
                  <a:pos x="T2" y="T3"/>
                </a:cxn>
                <a:cxn ang="0">
                  <a:pos x="T4" y="T5"/>
                </a:cxn>
                <a:cxn ang="0">
                  <a:pos x="T6" y="T7"/>
                </a:cxn>
                <a:cxn ang="0">
                  <a:pos x="T8" y="T9"/>
                </a:cxn>
              </a:cxnLst>
              <a:rect l="0" t="0" r="r" b="b"/>
              <a:pathLst>
                <a:path w="32" h="22">
                  <a:moveTo>
                    <a:pt x="18" y="18"/>
                  </a:moveTo>
                  <a:cubicBezTo>
                    <a:pt x="26" y="15"/>
                    <a:pt x="32" y="9"/>
                    <a:pt x="31" y="5"/>
                  </a:cubicBezTo>
                  <a:cubicBezTo>
                    <a:pt x="30" y="1"/>
                    <a:pt x="23" y="0"/>
                    <a:pt x="14" y="4"/>
                  </a:cubicBezTo>
                  <a:cubicBezTo>
                    <a:pt x="6" y="8"/>
                    <a:pt x="0" y="14"/>
                    <a:pt x="1" y="18"/>
                  </a:cubicBezTo>
                  <a:cubicBezTo>
                    <a:pt x="2" y="21"/>
                    <a:pt x="10" y="22"/>
                    <a:pt x="18"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95" name="Freeform 892"/>
            <p:cNvSpPr/>
            <p:nvPr/>
          </p:nvSpPr>
          <p:spPr bwMode="auto">
            <a:xfrm>
              <a:off x="5054904" y="11631391"/>
              <a:ext cx="90488" cy="60325"/>
            </a:xfrm>
            <a:custGeom>
              <a:avLst/>
              <a:gdLst>
                <a:gd name="T0" fmla="*/ 1 w 33"/>
                <a:gd name="T1" fmla="*/ 18 h 22"/>
                <a:gd name="T2" fmla="*/ 18 w 33"/>
                <a:gd name="T3" fmla="*/ 19 h 22"/>
                <a:gd name="T4" fmla="*/ 32 w 33"/>
                <a:gd name="T5" fmla="*/ 4 h 22"/>
                <a:gd name="T6" fmla="*/ 15 w 33"/>
                <a:gd name="T7" fmla="*/ 3 h 22"/>
                <a:gd name="T8" fmla="*/ 1 w 33"/>
                <a:gd name="T9" fmla="*/ 18 h 22"/>
              </a:gdLst>
              <a:ahLst/>
              <a:cxnLst>
                <a:cxn ang="0">
                  <a:pos x="T0" y="T1"/>
                </a:cxn>
                <a:cxn ang="0">
                  <a:pos x="T2" y="T3"/>
                </a:cxn>
                <a:cxn ang="0">
                  <a:pos x="T4" y="T5"/>
                </a:cxn>
                <a:cxn ang="0">
                  <a:pos x="T6" y="T7"/>
                </a:cxn>
                <a:cxn ang="0">
                  <a:pos x="T8" y="T9"/>
                </a:cxn>
              </a:cxnLst>
              <a:rect l="0" t="0" r="r" b="b"/>
              <a:pathLst>
                <a:path w="33" h="22">
                  <a:moveTo>
                    <a:pt x="1" y="18"/>
                  </a:moveTo>
                  <a:cubicBezTo>
                    <a:pt x="2" y="22"/>
                    <a:pt x="10" y="22"/>
                    <a:pt x="18" y="19"/>
                  </a:cubicBezTo>
                  <a:cubicBezTo>
                    <a:pt x="26" y="15"/>
                    <a:pt x="33" y="9"/>
                    <a:pt x="32" y="4"/>
                  </a:cubicBezTo>
                  <a:cubicBezTo>
                    <a:pt x="31" y="0"/>
                    <a:pt x="24" y="0"/>
                    <a:pt x="15" y="3"/>
                  </a:cubicBezTo>
                  <a:cubicBezTo>
                    <a:pt x="7" y="7"/>
                    <a:pt x="0" y="14"/>
                    <a:pt x="1"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96" name="Freeform 893"/>
            <p:cNvSpPr/>
            <p:nvPr/>
          </p:nvSpPr>
          <p:spPr bwMode="auto">
            <a:xfrm>
              <a:off x="5267629" y="11531378"/>
              <a:ext cx="85725" cy="65088"/>
            </a:xfrm>
            <a:custGeom>
              <a:avLst/>
              <a:gdLst>
                <a:gd name="T0" fmla="*/ 1 w 32"/>
                <a:gd name="T1" fmla="*/ 19 h 24"/>
                <a:gd name="T2" fmla="*/ 18 w 32"/>
                <a:gd name="T3" fmla="*/ 20 h 24"/>
                <a:gd name="T4" fmla="*/ 31 w 32"/>
                <a:gd name="T5" fmla="*/ 5 h 24"/>
                <a:gd name="T6" fmla="*/ 14 w 32"/>
                <a:gd name="T7" fmla="*/ 4 h 24"/>
                <a:gd name="T8" fmla="*/ 1 w 32"/>
                <a:gd name="T9" fmla="*/ 19 h 24"/>
              </a:gdLst>
              <a:ahLst/>
              <a:cxnLst>
                <a:cxn ang="0">
                  <a:pos x="T0" y="T1"/>
                </a:cxn>
                <a:cxn ang="0">
                  <a:pos x="T2" y="T3"/>
                </a:cxn>
                <a:cxn ang="0">
                  <a:pos x="T4" y="T5"/>
                </a:cxn>
                <a:cxn ang="0">
                  <a:pos x="T6" y="T7"/>
                </a:cxn>
                <a:cxn ang="0">
                  <a:pos x="T8" y="T9"/>
                </a:cxn>
              </a:cxnLst>
              <a:rect l="0" t="0" r="r" b="b"/>
              <a:pathLst>
                <a:path w="32" h="24">
                  <a:moveTo>
                    <a:pt x="1" y="19"/>
                  </a:moveTo>
                  <a:cubicBezTo>
                    <a:pt x="1" y="24"/>
                    <a:pt x="10" y="24"/>
                    <a:pt x="18" y="20"/>
                  </a:cubicBezTo>
                  <a:cubicBezTo>
                    <a:pt x="26" y="16"/>
                    <a:pt x="32" y="10"/>
                    <a:pt x="31" y="5"/>
                  </a:cubicBezTo>
                  <a:cubicBezTo>
                    <a:pt x="30" y="0"/>
                    <a:pt x="22" y="0"/>
                    <a:pt x="14" y="4"/>
                  </a:cubicBezTo>
                  <a:cubicBezTo>
                    <a:pt x="6" y="8"/>
                    <a:pt x="0" y="15"/>
                    <a:pt x="1"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97" name="Freeform 894"/>
            <p:cNvSpPr/>
            <p:nvPr/>
          </p:nvSpPr>
          <p:spPr bwMode="auto">
            <a:xfrm>
              <a:off x="5475592" y="11423428"/>
              <a:ext cx="87313" cy="69850"/>
            </a:xfrm>
            <a:custGeom>
              <a:avLst/>
              <a:gdLst>
                <a:gd name="T0" fmla="*/ 1 w 32"/>
                <a:gd name="T1" fmla="*/ 21 h 26"/>
                <a:gd name="T2" fmla="*/ 17 w 32"/>
                <a:gd name="T3" fmla="*/ 22 h 26"/>
                <a:gd name="T4" fmla="*/ 31 w 32"/>
                <a:gd name="T5" fmla="*/ 5 h 26"/>
                <a:gd name="T6" fmla="*/ 14 w 32"/>
                <a:gd name="T7" fmla="*/ 4 h 26"/>
                <a:gd name="T8" fmla="*/ 1 w 32"/>
                <a:gd name="T9" fmla="*/ 21 h 26"/>
              </a:gdLst>
              <a:ahLst/>
              <a:cxnLst>
                <a:cxn ang="0">
                  <a:pos x="T0" y="T1"/>
                </a:cxn>
                <a:cxn ang="0">
                  <a:pos x="T2" y="T3"/>
                </a:cxn>
                <a:cxn ang="0">
                  <a:pos x="T4" y="T5"/>
                </a:cxn>
                <a:cxn ang="0">
                  <a:pos x="T6" y="T7"/>
                </a:cxn>
                <a:cxn ang="0">
                  <a:pos x="T8" y="T9"/>
                </a:cxn>
              </a:cxnLst>
              <a:rect l="0" t="0" r="r" b="b"/>
              <a:pathLst>
                <a:path w="32" h="26">
                  <a:moveTo>
                    <a:pt x="1" y="21"/>
                  </a:moveTo>
                  <a:cubicBezTo>
                    <a:pt x="2" y="26"/>
                    <a:pt x="9" y="26"/>
                    <a:pt x="17" y="22"/>
                  </a:cubicBezTo>
                  <a:cubicBezTo>
                    <a:pt x="26" y="18"/>
                    <a:pt x="32" y="10"/>
                    <a:pt x="31" y="5"/>
                  </a:cubicBezTo>
                  <a:cubicBezTo>
                    <a:pt x="30" y="0"/>
                    <a:pt x="23" y="0"/>
                    <a:pt x="14" y="4"/>
                  </a:cubicBezTo>
                  <a:cubicBezTo>
                    <a:pt x="6" y="8"/>
                    <a:pt x="0" y="17"/>
                    <a:pt x="1"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98" name="Freeform 895"/>
            <p:cNvSpPr/>
            <p:nvPr/>
          </p:nvSpPr>
          <p:spPr bwMode="auto">
            <a:xfrm>
              <a:off x="5685142" y="11309128"/>
              <a:ext cx="87313" cy="77788"/>
            </a:xfrm>
            <a:custGeom>
              <a:avLst/>
              <a:gdLst>
                <a:gd name="T0" fmla="*/ 1 w 32"/>
                <a:gd name="T1" fmla="*/ 22 h 29"/>
                <a:gd name="T2" fmla="*/ 18 w 32"/>
                <a:gd name="T3" fmla="*/ 24 h 29"/>
                <a:gd name="T4" fmla="*/ 31 w 32"/>
                <a:gd name="T5" fmla="*/ 7 h 29"/>
                <a:gd name="T6" fmla="*/ 14 w 32"/>
                <a:gd name="T7" fmla="*/ 5 h 29"/>
                <a:gd name="T8" fmla="*/ 1 w 32"/>
                <a:gd name="T9" fmla="*/ 22 h 29"/>
              </a:gdLst>
              <a:ahLst/>
              <a:cxnLst>
                <a:cxn ang="0">
                  <a:pos x="T0" y="T1"/>
                </a:cxn>
                <a:cxn ang="0">
                  <a:pos x="T2" y="T3"/>
                </a:cxn>
                <a:cxn ang="0">
                  <a:pos x="T4" y="T5"/>
                </a:cxn>
                <a:cxn ang="0">
                  <a:pos x="T6" y="T7"/>
                </a:cxn>
                <a:cxn ang="0">
                  <a:pos x="T8" y="T9"/>
                </a:cxn>
              </a:cxnLst>
              <a:rect l="0" t="0" r="r" b="b"/>
              <a:pathLst>
                <a:path w="32" h="29">
                  <a:moveTo>
                    <a:pt x="1" y="22"/>
                  </a:moveTo>
                  <a:cubicBezTo>
                    <a:pt x="1" y="28"/>
                    <a:pt x="10" y="29"/>
                    <a:pt x="18" y="24"/>
                  </a:cubicBezTo>
                  <a:cubicBezTo>
                    <a:pt x="26" y="20"/>
                    <a:pt x="32" y="12"/>
                    <a:pt x="31" y="7"/>
                  </a:cubicBezTo>
                  <a:cubicBezTo>
                    <a:pt x="30" y="1"/>
                    <a:pt x="23" y="0"/>
                    <a:pt x="14" y="5"/>
                  </a:cubicBezTo>
                  <a:cubicBezTo>
                    <a:pt x="6" y="10"/>
                    <a:pt x="0" y="17"/>
                    <a:pt x="1"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899" name="Freeform 896"/>
            <p:cNvSpPr/>
            <p:nvPr/>
          </p:nvSpPr>
          <p:spPr bwMode="auto">
            <a:xfrm>
              <a:off x="5891517" y="11198003"/>
              <a:ext cx="88900" cy="80963"/>
            </a:xfrm>
            <a:custGeom>
              <a:avLst/>
              <a:gdLst>
                <a:gd name="T0" fmla="*/ 18 w 33"/>
                <a:gd name="T1" fmla="*/ 26 h 30"/>
                <a:gd name="T2" fmla="*/ 32 w 33"/>
                <a:gd name="T3" fmla="*/ 7 h 30"/>
                <a:gd name="T4" fmla="*/ 15 w 33"/>
                <a:gd name="T5" fmla="*/ 5 h 30"/>
                <a:gd name="T6" fmla="*/ 2 w 33"/>
                <a:gd name="T7" fmla="*/ 24 h 30"/>
                <a:gd name="T8" fmla="*/ 18 w 33"/>
                <a:gd name="T9" fmla="*/ 26 h 30"/>
              </a:gdLst>
              <a:ahLst/>
              <a:cxnLst>
                <a:cxn ang="0">
                  <a:pos x="T0" y="T1"/>
                </a:cxn>
                <a:cxn ang="0">
                  <a:pos x="T2" y="T3"/>
                </a:cxn>
                <a:cxn ang="0">
                  <a:pos x="T4" y="T5"/>
                </a:cxn>
                <a:cxn ang="0">
                  <a:pos x="T6" y="T7"/>
                </a:cxn>
                <a:cxn ang="0">
                  <a:pos x="T8" y="T9"/>
                </a:cxn>
              </a:cxnLst>
              <a:rect l="0" t="0" r="r" b="b"/>
              <a:pathLst>
                <a:path w="33" h="30">
                  <a:moveTo>
                    <a:pt x="18" y="26"/>
                  </a:moveTo>
                  <a:cubicBezTo>
                    <a:pt x="27" y="22"/>
                    <a:pt x="33" y="13"/>
                    <a:pt x="32" y="7"/>
                  </a:cubicBezTo>
                  <a:cubicBezTo>
                    <a:pt x="30" y="1"/>
                    <a:pt x="23" y="0"/>
                    <a:pt x="15" y="5"/>
                  </a:cubicBezTo>
                  <a:cubicBezTo>
                    <a:pt x="7" y="9"/>
                    <a:pt x="0" y="18"/>
                    <a:pt x="2" y="24"/>
                  </a:cubicBezTo>
                  <a:cubicBezTo>
                    <a:pt x="3" y="29"/>
                    <a:pt x="11" y="30"/>
                    <a:pt x="18"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00" name="Freeform 897"/>
            <p:cNvSpPr/>
            <p:nvPr/>
          </p:nvSpPr>
          <p:spPr bwMode="auto">
            <a:xfrm>
              <a:off x="6099479" y="11086878"/>
              <a:ext cx="90488" cy="84138"/>
            </a:xfrm>
            <a:custGeom>
              <a:avLst/>
              <a:gdLst>
                <a:gd name="T0" fmla="*/ 18 w 33"/>
                <a:gd name="T1" fmla="*/ 28 h 31"/>
                <a:gd name="T2" fmla="*/ 32 w 33"/>
                <a:gd name="T3" fmla="*/ 8 h 31"/>
                <a:gd name="T4" fmla="*/ 15 w 33"/>
                <a:gd name="T5" fmla="*/ 5 h 31"/>
                <a:gd name="T6" fmla="*/ 2 w 33"/>
                <a:gd name="T7" fmla="*/ 24 h 31"/>
                <a:gd name="T8" fmla="*/ 18 w 33"/>
                <a:gd name="T9" fmla="*/ 28 h 31"/>
              </a:gdLst>
              <a:ahLst/>
              <a:cxnLst>
                <a:cxn ang="0">
                  <a:pos x="T0" y="T1"/>
                </a:cxn>
                <a:cxn ang="0">
                  <a:pos x="T2" y="T3"/>
                </a:cxn>
                <a:cxn ang="0">
                  <a:pos x="T4" y="T5"/>
                </a:cxn>
                <a:cxn ang="0">
                  <a:pos x="T6" y="T7"/>
                </a:cxn>
                <a:cxn ang="0">
                  <a:pos x="T8" y="T9"/>
                </a:cxn>
              </a:cxnLst>
              <a:rect l="0" t="0" r="r" b="b"/>
              <a:pathLst>
                <a:path w="33" h="31">
                  <a:moveTo>
                    <a:pt x="18" y="28"/>
                  </a:moveTo>
                  <a:cubicBezTo>
                    <a:pt x="27" y="24"/>
                    <a:pt x="33" y="15"/>
                    <a:pt x="32" y="8"/>
                  </a:cubicBezTo>
                  <a:cubicBezTo>
                    <a:pt x="31" y="2"/>
                    <a:pt x="24" y="0"/>
                    <a:pt x="15" y="5"/>
                  </a:cubicBezTo>
                  <a:cubicBezTo>
                    <a:pt x="7" y="9"/>
                    <a:pt x="0" y="18"/>
                    <a:pt x="2" y="24"/>
                  </a:cubicBezTo>
                  <a:cubicBezTo>
                    <a:pt x="3" y="30"/>
                    <a:pt x="10" y="31"/>
                    <a:pt x="18"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01" name="Freeform 898"/>
            <p:cNvSpPr/>
            <p:nvPr/>
          </p:nvSpPr>
          <p:spPr bwMode="auto">
            <a:xfrm>
              <a:off x="6216954" y="11113866"/>
              <a:ext cx="88900" cy="85725"/>
            </a:xfrm>
            <a:custGeom>
              <a:avLst/>
              <a:gdLst>
                <a:gd name="T0" fmla="*/ 18 w 33"/>
                <a:gd name="T1" fmla="*/ 28 h 32"/>
                <a:gd name="T2" fmla="*/ 32 w 33"/>
                <a:gd name="T3" fmla="*/ 8 h 32"/>
                <a:gd name="T4" fmla="*/ 14 w 33"/>
                <a:gd name="T5" fmla="*/ 4 h 32"/>
                <a:gd name="T6" fmla="*/ 2 w 33"/>
                <a:gd name="T7" fmla="*/ 24 h 32"/>
                <a:gd name="T8" fmla="*/ 18 w 33"/>
                <a:gd name="T9" fmla="*/ 28 h 32"/>
              </a:gdLst>
              <a:ahLst/>
              <a:cxnLst>
                <a:cxn ang="0">
                  <a:pos x="T0" y="T1"/>
                </a:cxn>
                <a:cxn ang="0">
                  <a:pos x="T2" y="T3"/>
                </a:cxn>
                <a:cxn ang="0">
                  <a:pos x="T4" y="T5"/>
                </a:cxn>
                <a:cxn ang="0">
                  <a:pos x="T6" y="T7"/>
                </a:cxn>
                <a:cxn ang="0">
                  <a:pos x="T8" y="T9"/>
                </a:cxn>
              </a:cxnLst>
              <a:rect l="0" t="0" r="r" b="b"/>
              <a:pathLst>
                <a:path w="33" h="32">
                  <a:moveTo>
                    <a:pt x="18" y="28"/>
                  </a:moveTo>
                  <a:cubicBezTo>
                    <a:pt x="27" y="24"/>
                    <a:pt x="33" y="15"/>
                    <a:pt x="32" y="8"/>
                  </a:cubicBezTo>
                  <a:cubicBezTo>
                    <a:pt x="31" y="2"/>
                    <a:pt x="22" y="0"/>
                    <a:pt x="14" y="4"/>
                  </a:cubicBezTo>
                  <a:cubicBezTo>
                    <a:pt x="6" y="9"/>
                    <a:pt x="0" y="18"/>
                    <a:pt x="2" y="24"/>
                  </a:cubicBezTo>
                  <a:cubicBezTo>
                    <a:pt x="3" y="30"/>
                    <a:pt x="10" y="32"/>
                    <a:pt x="18"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02" name="Freeform 899"/>
            <p:cNvSpPr/>
            <p:nvPr/>
          </p:nvSpPr>
          <p:spPr bwMode="auto">
            <a:xfrm>
              <a:off x="6428092" y="11010678"/>
              <a:ext cx="87313" cy="95250"/>
            </a:xfrm>
            <a:custGeom>
              <a:avLst/>
              <a:gdLst>
                <a:gd name="T0" fmla="*/ 17 w 32"/>
                <a:gd name="T1" fmla="*/ 31 h 35"/>
                <a:gd name="T2" fmla="*/ 31 w 32"/>
                <a:gd name="T3" fmla="*/ 11 h 35"/>
                <a:gd name="T4" fmla="*/ 14 w 32"/>
                <a:gd name="T5" fmla="*/ 4 h 35"/>
                <a:gd name="T6" fmla="*/ 0 w 32"/>
                <a:gd name="T7" fmla="*/ 24 h 35"/>
                <a:gd name="T8" fmla="*/ 17 w 32"/>
                <a:gd name="T9" fmla="*/ 31 h 35"/>
              </a:gdLst>
              <a:ahLst/>
              <a:cxnLst>
                <a:cxn ang="0">
                  <a:pos x="T0" y="T1"/>
                </a:cxn>
                <a:cxn ang="0">
                  <a:pos x="T2" y="T3"/>
                </a:cxn>
                <a:cxn ang="0">
                  <a:pos x="T4" y="T5"/>
                </a:cxn>
                <a:cxn ang="0">
                  <a:pos x="T6" y="T7"/>
                </a:cxn>
                <a:cxn ang="0">
                  <a:pos x="T8" y="T9"/>
                </a:cxn>
              </a:cxnLst>
              <a:rect l="0" t="0" r="r" b="b"/>
              <a:pathLst>
                <a:path w="32" h="35">
                  <a:moveTo>
                    <a:pt x="17" y="31"/>
                  </a:moveTo>
                  <a:cubicBezTo>
                    <a:pt x="26" y="27"/>
                    <a:pt x="32" y="18"/>
                    <a:pt x="31" y="11"/>
                  </a:cubicBezTo>
                  <a:cubicBezTo>
                    <a:pt x="31" y="3"/>
                    <a:pt x="22" y="0"/>
                    <a:pt x="14" y="4"/>
                  </a:cubicBezTo>
                  <a:cubicBezTo>
                    <a:pt x="6" y="8"/>
                    <a:pt x="0" y="17"/>
                    <a:pt x="0" y="24"/>
                  </a:cubicBezTo>
                  <a:cubicBezTo>
                    <a:pt x="1" y="31"/>
                    <a:pt x="8" y="35"/>
                    <a:pt x="17"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03" name="Freeform 900"/>
            <p:cNvSpPr/>
            <p:nvPr/>
          </p:nvSpPr>
          <p:spPr bwMode="auto">
            <a:xfrm>
              <a:off x="6634467" y="10912253"/>
              <a:ext cx="92075" cy="98425"/>
            </a:xfrm>
            <a:custGeom>
              <a:avLst/>
              <a:gdLst>
                <a:gd name="T0" fmla="*/ 19 w 34"/>
                <a:gd name="T1" fmla="*/ 32 h 36"/>
                <a:gd name="T2" fmla="*/ 32 w 34"/>
                <a:gd name="T3" fmla="*/ 11 h 36"/>
                <a:gd name="T4" fmla="*/ 14 w 34"/>
                <a:gd name="T5" fmla="*/ 5 h 36"/>
                <a:gd name="T6" fmla="*/ 2 w 34"/>
                <a:gd name="T7" fmla="*/ 26 h 36"/>
                <a:gd name="T8" fmla="*/ 19 w 34"/>
                <a:gd name="T9" fmla="*/ 32 h 36"/>
              </a:gdLst>
              <a:ahLst/>
              <a:cxnLst>
                <a:cxn ang="0">
                  <a:pos x="T0" y="T1"/>
                </a:cxn>
                <a:cxn ang="0">
                  <a:pos x="T2" y="T3"/>
                </a:cxn>
                <a:cxn ang="0">
                  <a:pos x="T4" y="T5"/>
                </a:cxn>
                <a:cxn ang="0">
                  <a:pos x="T6" y="T7"/>
                </a:cxn>
                <a:cxn ang="0">
                  <a:pos x="T8" y="T9"/>
                </a:cxn>
              </a:cxnLst>
              <a:rect l="0" t="0" r="r" b="b"/>
              <a:pathLst>
                <a:path w="34" h="36">
                  <a:moveTo>
                    <a:pt x="19" y="32"/>
                  </a:moveTo>
                  <a:cubicBezTo>
                    <a:pt x="28" y="28"/>
                    <a:pt x="34" y="18"/>
                    <a:pt x="32" y="11"/>
                  </a:cubicBezTo>
                  <a:cubicBezTo>
                    <a:pt x="31" y="3"/>
                    <a:pt x="22" y="0"/>
                    <a:pt x="14" y="5"/>
                  </a:cubicBezTo>
                  <a:cubicBezTo>
                    <a:pt x="6" y="9"/>
                    <a:pt x="0" y="19"/>
                    <a:pt x="2" y="26"/>
                  </a:cubicBezTo>
                  <a:cubicBezTo>
                    <a:pt x="3" y="33"/>
                    <a:pt x="11" y="36"/>
                    <a:pt x="19"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04" name="Freeform 901"/>
            <p:cNvSpPr/>
            <p:nvPr/>
          </p:nvSpPr>
          <p:spPr bwMode="auto">
            <a:xfrm>
              <a:off x="6847192" y="10820178"/>
              <a:ext cx="88900" cy="100013"/>
            </a:xfrm>
            <a:custGeom>
              <a:avLst/>
              <a:gdLst>
                <a:gd name="T0" fmla="*/ 19 w 33"/>
                <a:gd name="T1" fmla="*/ 33 h 37"/>
                <a:gd name="T2" fmla="*/ 32 w 33"/>
                <a:gd name="T3" fmla="*/ 12 h 37"/>
                <a:gd name="T4" fmla="*/ 14 w 33"/>
                <a:gd name="T5" fmla="*/ 4 h 37"/>
                <a:gd name="T6" fmla="*/ 1 w 33"/>
                <a:gd name="T7" fmla="*/ 26 h 37"/>
                <a:gd name="T8" fmla="*/ 19 w 33"/>
                <a:gd name="T9" fmla="*/ 33 h 37"/>
              </a:gdLst>
              <a:ahLst/>
              <a:cxnLst>
                <a:cxn ang="0">
                  <a:pos x="T0" y="T1"/>
                </a:cxn>
                <a:cxn ang="0">
                  <a:pos x="T2" y="T3"/>
                </a:cxn>
                <a:cxn ang="0">
                  <a:pos x="T4" y="T5"/>
                </a:cxn>
                <a:cxn ang="0">
                  <a:pos x="T6" y="T7"/>
                </a:cxn>
                <a:cxn ang="0">
                  <a:pos x="T8" y="T9"/>
                </a:cxn>
              </a:cxnLst>
              <a:rect l="0" t="0" r="r" b="b"/>
              <a:pathLst>
                <a:path w="33" h="37">
                  <a:moveTo>
                    <a:pt x="19" y="33"/>
                  </a:moveTo>
                  <a:cubicBezTo>
                    <a:pt x="27" y="29"/>
                    <a:pt x="33" y="20"/>
                    <a:pt x="32" y="12"/>
                  </a:cubicBezTo>
                  <a:cubicBezTo>
                    <a:pt x="31" y="4"/>
                    <a:pt x="22" y="0"/>
                    <a:pt x="14" y="4"/>
                  </a:cubicBezTo>
                  <a:cubicBezTo>
                    <a:pt x="6" y="8"/>
                    <a:pt x="0" y="17"/>
                    <a:pt x="1" y="26"/>
                  </a:cubicBezTo>
                  <a:cubicBezTo>
                    <a:pt x="2" y="34"/>
                    <a:pt x="10" y="37"/>
                    <a:pt x="19"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05" name="Freeform 902"/>
            <p:cNvSpPr/>
            <p:nvPr/>
          </p:nvSpPr>
          <p:spPr bwMode="auto">
            <a:xfrm>
              <a:off x="7055154" y="10732866"/>
              <a:ext cx="90488" cy="101600"/>
            </a:xfrm>
            <a:custGeom>
              <a:avLst/>
              <a:gdLst>
                <a:gd name="T0" fmla="*/ 18 w 33"/>
                <a:gd name="T1" fmla="*/ 35 h 37"/>
                <a:gd name="T2" fmla="*/ 32 w 33"/>
                <a:gd name="T3" fmla="*/ 13 h 37"/>
                <a:gd name="T4" fmla="*/ 15 w 33"/>
                <a:gd name="T5" fmla="*/ 4 h 37"/>
                <a:gd name="T6" fmla="*/ 1 w 33"/>
                <a:gd name="T7" fmla="*/ 26 h 37"/>
                <a:gd name="T8" fmla="*/ 18 w 33"/>
                <a:gd name="T9" fmla="*/ 35 h 37"/>
              </a:gdLst>
              <a:ahLst/>
              <a:cxnLst>
                <a:cxn ang="0">
                  <a:pos x="T0" y="T1"/>
                </a:cxn>
                <a:cxn ang="0">
                  <a:pos x="T2" y="T3"/>
                </a:cxn>
                <a:cxn ang="0">
                  <a:pos x="T4" y="T5"/>
                </a:cxn>
                <a:cxn ang="0">
                  <a:pos x="T6" y="T7"/>
                </a:cxn>
                <a:cxn ang="0">
                  <a:pos x="T8" y="T9"/>
                </a:cxn>
              </a:cxnLst>
              <a:rect l="0" t="0" r="r" b="b"/>
              <a:pathLst>
                <a:path w="33" h="37">
                  <a:moveTo>
                    <a:pt x="18" y="35"/>
                  </a:moveTo>
                  <a:cubicBezTo>
                    <a:pt x="27" y="31"/>
                    <a:pt x="33" y="22"/>
                    <a:pt x="32" y="13"/>
                  </a:cubicBezTo>
                  <a:cubicBezTo>
                    <a:pt x="31" y="5"/>
                    <a:pt x="23" y="0"/>
                    <a:pt x="15" y="4"/>
                  </a:cubicBezTo>
                  <a:cubicBezTo>
                    <a:pt x="6" y="7"/>
                    <a:pt x="0" y="17"/>
                    <a:pt x="1" y="26"/>
                  </a:cubicBezTo>
                  <a:cubicBezTo>
                    <a:pt x="3" y="34"/>
                    <a:pt x="10" y="37"/>
                    <a:pt x="18"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06" name="Freeform 903"/>
            <p:cNvSpPr/>
            <p:nvPr/>
          </p:nvSpPr>
          <p:spPr bwMode="auto">
            <a:xfrm>
              <a:off x="7269467" y="10656666"/>
              <a:ext cx="87313" cy="101600"/>
            </a:xfrm>
            <a:custGeom>
              <a:avLst/>
              <a:gdLst>
                <a:gd name="T0" fmla="*/ 16 w 32"/>
                <a:gd name="T1" fmla="*/ 35 h 37"/>
                <a:gd name="T2" fmla="*/ 31 w 32"/>
                <a:gd name="T3" fmla="*/ 14 h 37"/>
                <a:gd name="T4" fmla="*/ 14 w 32"/>
                <a:gd name="T5" fmla="*/ 3 h 37"/>
                <a:gd name="T6" fmla="*/ 0 w 32"/>
                <a:gd name="T7" fmla="*/ 22 h 37"/>
                <a:gd name="T8" fmla="*/ 16 w 32"/>
                <a:gd name="T9" fmla="*/ 35 h 37"/>
              </a:gdLst>
              <a:ahLst/>
              <a:cxnLst>
                <a:cxn ang="0">
                  <a:pos x="T0" y="T1"/>
                </a:cxn>
                <a:cxn ang="0">
                  <a:pos x="T2" y="T3"/>
                </a:cxn>
                <a:cxn ang="0">
                  <a:pos x="T4" y="T5"/>
                </a:cxn>
                <a:cxn ang="0">
                  <a:pos x="T6" y="T7"/>
                </a:cxn>
                <a:cxn ang="0">
                  <a:pos x="T8" y="T9"/>
                </a:cxn>
              </a:cxnLst>
              <a:rect l="0" t="0" r="r" b="b"/>
              <a:pathLst>
                <a:path w="32" h="37">
                  <a:moveTo>
                    <a:pt x="16" y="35"/>
                  </a:moveTo>
                  <a:cubicBezTo>
                    <a:pt x="25" y="32"/>
                    <a:pt x="32" y="23"/>
                    <a:pt x="31" y="14"/>
                  </a:cubicBezTo>
                  <a:cubicBezTo>
                    <a:pt x="30" y="5"/>
                    <a:pt x="22" y="0"/>
                    <a:pt x="14" y="3"/>
                  </a:cubicBezTo>
                  <a:cubicBezTo>
                    <a:pt x="6" y="5"/>
                    <a:pt x="0" y="14"/>
                    <a:pt x="0" y="22"/>
                  </a:cubicBezTo>
                  <a:cubicBezTo>
                    <a:pt x="0" y="31"/>
                    <a:pt x="7" y="37"/>
                    <a:pt x="1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07" name="Freeform 904"/>
            <p:cNvSpPr/>
            <p:nvPr/>
          </p:nvSpPr>
          <p:spPr bwMode="auto">
            <a:xfrm>
              <a:off x="7479017" y="10589991"/>
              <a:ext cx="88900" cy="100013"/>
            </a:xfrm>
            <a:custGeom>
              <a:avLst/>
              <a:gdLst>
                <a:gd name="T0" fmla="*/ 14 w 33"/>
                <a:gd name="T1" fmla="*/ 3 h 37"/>
                <a:gd name="T2" fmla="*/ 1 w 33"/>
                <a:gd name="T3" fmla="*/ 22 h 37"/>
                <a:gd name="T4" fmla="*/ 18 w 33"/>
                <a:gd name="T5" fmla="*/ 34 h 37"/>
                <a:gd name="T6" fmla="*/ 32 w 33"/>
                <a:gd name="T7" fmla="*/ 14 h 37"/>
                <a:gd name="T8" fmla="*/ 14 w 33"/>
                <a:gd name="T9" fmla="*/ 3 h 37"/>
              </a:gdLst>
              <a:ahLst/>
              <a:cxnLst>
                <a:cxn ang="0">
                  <a:pos x="T0" y="T1"/>
                </a:cxn>
                <a:cxn ang="0">
                  <a:pos x="T2" y="T3"/>
                </a:cxn>
                <a:cxn ang="0">
                  <a:pos x="T4" y="T5"/>
                </a:cxn>
                <a:cxn ang="0">
                  <a:pos x="T6" y="T7"/>
                </a:cxn>
                <a:cxn ang="0">
                  <a:pos x="T8" y="T9"/>
                </a:cxn>
              </a:cxnLst>
              <a:rect l="0" t="0" r="r" b="b"/>
              <a:pathLst>
                <a:path w="33" h="37">
                  <a:moveTo>
                    <a:pt x="14" y="3"/>
                  </a:moveTo>
                  <a:cubicBezTo>
                    <a:pt x="6" y="6"/>
                    <a:pt x="0" y="14"/>
                    <a:pt x="1" y="22"/>
                  </a:cubicBezTo>
                  <a:cubicBezTo>
                    <a:pt x="1" y="32"/>
                    <a:pt x="9" y="37"/>
                    <a:pt x="18" y="34"/>
                  </a:cubicBezTo>
                  <a:cubicBezTo>
                    <a:pt x="27" y="32"/>
                    <a:pt x="33" y="23"/>
                    <a:pt x="32" y="14"/>
                  </a:cubicBezTo>
                  <a:cubicBezTo>
                    <a:pt x="31" y="5"/>
                    <a:pt x="22" y="0"/>
                    <a:pt x="1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08" name="Freeform 905"/>
            <p:cNvSpPr/>
            <p:nvPr/>
          </p:nvSpPr>
          <p:spPr bwMode="auto">
            <a:xfrm>
              <a:off x="7690154" y="10537603"/>
              <a:ext cx="92075" cy="95250"/>
            </a:xfrm>
            <a:custGeom>
              <a:avLst/>
              <a:gdLst>
                <a:gd name="T0" fmla="*/ 19 w 34"/>
                <a:gd name="T1" fmla="*/ 32 h 35"/>
                <a:gd name="T2" fmla="*/ 32 w 34"/>
                <a:gd name="T3" fmla="*/ 13 h 35"/>
                <a:gd name="T4" fmla="*/ 15 w 34"/>
                <a:gd name="T5" fmla="*/ 2 h 35"/>
                <a:gd name="T6" fmla="*/ 1 w 34"/>
                <a:gd name="T7" fmla="*/ 21 h 35"/>
                <a:gd name="T8" fmla="*/ 19 w 34"/>
                <a:gd name="T9" fmla="*/ 32 h 35"/>
              </a:gdLst>
              <a:ahLst/>
              <a:cxnLst>
                <a:cxn ang="0">
                  <a:pos x="T0" y="T1"/>
                </a:cxn>
                <a:cxn ang="0">
                  <a:pos x="T2" y="T3"/>
                </a:cxn>
                <a:cxn ang="0">
                  <a:pos x="T4" y="T5"/>
                </a:cxn>
                <a:cxn ang="0">
                  <a:pos x="T6" y="T7"/>
                </a:cxn>
                <a:cxn ang="0">
                  <a:pos x="T8" y="T9"/>
                </a:cxn>
              </a:cxnLst>
              <a:rect l="0" t="0" r="r" b="b"/>
              <a:pathLst>
                <a:path w="34" h="35">
                  <a:moveTo>
                    <a:pt x="19" y="32"/>
                  </a:moveTo>
                  <a:cubicBezTo>
                    <a:pt x="27" y="30"/>
                    <a:pt x="34" y="21"/>
                    <a:pt x="32" y="13"/>
                  </a:cubicBezTo>
                  <a:cubicBezTo>
                    <a:pt x="31" y="5"/>
                    <a:pt x="23" y="0"/>
                    <a:pt x="15" y="2"/>
                  </a:cubicBezTo>
                  <a:cubicBezTo>
                    <a:pt x="6" y="3"/>
                    <a:pt x="0" y="12"/>
                    <a:pt x="1" y="21"/>
                  </a:cubicBezTo>
                  <a:cubicBezTo>
                    <a:pt x="2" y="30"/>
                    <a:pt x="10" y="35"/>
                    <a:pt x="19"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09" name="Freeform 906"/>
            <p:cNvSpPr/>
            <p:nvPr/>
          </p:nvSpPr>
          <p:spPr bwMode="auto">
            <a:xfrm>
              <a:off x="7902879" y="10505853"/>
              <a:ext cx="92075" cy="85725"/>
            </a:xfrm>
            <a:custGeom>
              <a:avLst/>
              <a:gdLst>
                <a:gd name="T0" fmla="*/ 19 w 34"/>
                <a:gd name="T1" fmla="*/ 31 h 32"/>
                <a:gd name="T2" fmla="*/ 33 w 34"/>
                <a:gd name="T3" fmla="*/ 13 h 32"/>
                <a:gd name="T4" fmla="*/ 15 w 34"/>
                <a:gd name="T5" fmla="*/ 1 h 32"/>
                <a:gd name="T6" fmla="*/ 1 w 34"/>
                <a:gd name="T7" fmla="*/ 17 h 32"/>
                <a:gd name="T8" fmla="*/ 19 w 34"/>
                <a:gd name="T9" fmla="*/ 31 h 32"/>
              </a:gdLst>
              <a:ahLst/>
              <a:cxnLst>
                <a:cxn ang="0">
                  <a:pos x="T0" y="T1"/>
                </a:cxn>
                <a:cxn ang="0">
                  <a:pos x="T2" y="T3"/>
                </a:cxn>
                <a:cxn ang="0">
                  <a:pos x="T4" y="T5"/>
                </a:cxn>
                <a:cxn ang="0">
                  <a:pos x="T6" y="T7"/>
                </a:cxn>
                <a:cxn ang="0">
                  <a:pos x="T8" y="T9"/>
                </a:cxn>
              </a:cxnLst>
              <a:rect l="0" t="0" r="r" b="b"/>
              <a:pathLst>
                <a:path w="34" h="32">
                  <a:moveTo>
                    <a:pt x="19" y="31"/>
                  </a:moveTo>
                  <a:cubicBezTo>
                    <a:pt x="28" y="30"/>
                    <a:pt x="34" y="21"/>
                    <a:pt x="33" y="13"/>
                  </a:cubicBezTo>
                  <a:cubicBezTo>
                    <a:pt x="31" y="6"/>
                    <a:pt x="23" y="0"/>
                    <a:pt x="15" y="1"/>
                  </a:cubicBezTo>
                  <a:cubicBezTo>
                    <a:pt x="7" y="1"/>
                    <a:pt x="0" y="9"/>
                    <a:pt x="1" y="17"/>
                  </a:cubicBezTo>
                  <a:cubicBezTo>
                    <a:pt x="2" y="26"/>
                    <a:pt x="10" y="32"/>
                    <a:pt x="19"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10" name="Freeform 907"/>
            <p:cNvSpPr/>
            <p:nvPr/>
          </p:nvSpPr>
          <p:spPr bwMode="auto">
            <a:xfrm>
              <a:off x="8117192" y="10480453"/>
              <a:ext cx="95250" cy="90488"/>
            </a:xfrm>
            <a:custGeom>
              <a:avLst/>
              <a:gdLst>
                <a:gd name="T0" fmla="*/ 19 w 35"/>
                <a:gd name="T1" fmla="*/ 32 h 33"/>
                <a:gd name="T2" fmla="*/ 33 w 35"/>
                <a:gd name="T3" fmla="*/ 14 h 33"/>
                <a:gd name="T4" fmla="*/ 14 w 35"/>
                <a:gd name="T5" fmla="*/ 1 h 33"/>
                <a:gd name="T6" fmla="*/ 2 w 35"/>
                <a:gd name="T7" fmla="*/ 19 h 33"/>
                <a:gd name="T8" fmla="*/ 19 w 35"/>
                <a:gd name="T9" fmla="*/ 32 h 33"/>
              </a:gdLst>
              <a:ahLst/>
              <a:cxnLst>
                <a:cxn ang="0">
                  <a:pos x="T0" y="T1"/>
                </a:cxn>
                <a:cxn ang="0">
                  <a:pos x="T2" y="T3"/>
                </a:cxn>
                <a:cxn ang="0">
                  <a:pos x="T4" y="T5"/>
                </a:cxn>
                <a:cxn ang="0">
                  <a:pos x="T6" y="T7"/>
                </a:cxn>
                <a:cxn ang="0">
                  <a:pos x="T8" y="T9"/>
                </a:cxn>
              </a:cxnLst>
              <a:rect l="0" t="0" r="r" b="b"/>
              <a:pathLst>
                <a:path w="35" h="33">
                  <a:moveTo>
                    <a:pt x="19" y="32"/>
                  </a:moveTo>
                  <a:cubicBezTo>
                    <a:pt x="28" y="30"/>
                    <a:pt x="35" y="22"/>
                    <a:pt x="33" y="14"/>
                  </a:cubicBezTo>
                  <a:cubicBezTo>
                    <a:pt x="32" y="5"/>
                    <a:pt x="23" y="0"/>
                    <a:pt x="14" y="1"/>
                  </a:cubicBezTo>
                  <a:cubicBezTo>
                    <a:pt x="6" y="3"/>
                    <a:pt x="0" y="11"/>
                    <a:pt x="2" y="19"/>
                  </a:cubicBezTo>
                  <a:cubicBezTo>
                    <a:pt x="3" y="27"/>
                    <a:pt x="11" y="33"/>
                    <a:pt x="19"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11" name="Freeform 908"/>
            <p:cNvSpPr/>
            <p:nvPr/>
          </p:nvSpPr>
          <p:spPr bwMode="auto">
            <a:xfrm>
              <a:off x="8336267" y="10453466"/>
              <a:ext cx="90488" cy="87313"/>
            </a:xfrm>
            <a:custGeom>
              <a:avLst/>
              <a:gdLst>
                <a:gd name="T0" fmla="*/ 17 w 33"/>
                <a:gd name="T1" fmla="*/ 31 h 32"/>
                <a:gd name="T2" fmla="*/ 32 w 33"/>
                <a:gd name="T3" fmla="*/ 14 h 32"/>
                <a:gd name="T4" fmla="*/ 14 w 33"/>
                <a:gd name="T5" fmla="*/ 1 h 32"/>
                <a:gd name="T6" fmla="*/ 0 w 33"/>
                <a:gd name="T7" fmla="*/ 17 h 32"/>
                <a:gd name="T8" fmla="*/ 17 w 33"/>
                <a:gd name="T9" fmla="*/ 31 h 32"/>
              </a:gdLst>
              <a:ahLst/>
              <a:cxnLst>
                <a:cxn ang="0">
                  <a:pos x="T0" y="T1"/>
                </a:cxn>
                <a:cxn ang="0">
                  <a:pos x="T2" y="T3"/>
                </a:cxn>
                <a:cxn ang="0">
                  <a:pos x="T4" y="T5"/>
                </a:cxn>
                <a:cxn ang="0">
                  <a:pos x="T6" y="T7"/>
                </a:cxn>
                <a:cxn ang="0">
                  <a:pos x="T8" y="T9"/>
                </a:cxn>
              </a:cxnLst>
              <a:rect l="0" t="0" r="r" b="b"/>
              <a:pathLst>
                <a:path w="33" h="32">
                  <a:moveTo>
                    <a:pt x="17" y="31"/>
                  </a:moveTo>
                  <a:cubicBezTo>
                    <a:pt x="26" y="30"/>
                    <a:pt x="33" y="22"/>
                    <a:pt x="32" y="14"/>
                  </a:cubicBezTo>
                  <a:cubicBezTo>
                    <a:pt x="31" y="6"/>
                    <a:pt x="23" y="0"/>
                    <a:pt x="14" y="1"/>
                  </a:cubicBezTo>
                  <a:cubicBezTo>
                    <a:pt x="6" y="2"/>
                    <a:pt x="0" y="9"/>
                    <a:pt x="0" y="17"/>
                  </a:cubicBezTo>
                  <a:cubicBezTo>
                    <a:pt x="1" y="26"/>
                    <a:pt x="8" y="32"/>
                    <a:pt x="17"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12" name="Freeform 909"/>
            <p:cNvSpPr/>
            <p:nvPr/>
          </p:nvSpPr>
          <p:spPr bwMode="auto">
            <a:xfrm>
              <a:off x="8550579" y="10423303"/>
              <a:ext cx="92075" cy="87313"/>
            </a:xfrm>
            <a:custGeom>
              <a:avLst/>
              <a:gdLst>
                <a:gd name="T0" fmla="*/ 19 w 34"/>
                <a:gd name="T1" fmla="*/ 31 h 32"/>
                <a:gd name="T2" fmla="*/ 34 w 34"/>
                <a:gd name="T3" fmla="*/ 14 h 32"/>
                <a:gd name="T4" fmla="*/ 15 w 34"/>
                <a:gd name="T5" fmla="*/ 1 h 32"/>
                <a:gd name="T6" fmla="*/ 1 w 34"/>
                <a:gd name="T7" fmla="*/ 19 h 32"/>
                <a:gd name="T8" fmla="*/ 19 w 34"/>
                <a:gd name="T9" fmla="*/ 31 h 32"/>
              </a:gdLst>
              <a:ahLst/>
              <a:cxnLst>
                <a:cxn ang="0">
                  <a:pos x="T0" y="T1"/>
                </a:cxn>
                <a:cxn ang="0">
                  <a:pos x="T2" y="T3"/>
                </a:cxn>
                <a:cxn ang="0">
                  <a:pos x="T4" y="T5"/>
                </a:cxn>
                <a:cxn ang="0">
                  <a:pos x="T6" y="T7"/>
                </a:cxn>
                <a:cxn ang="0">
                  <a:pos x="T8" y="T9"/>
                </a:cxn>
              </a:cxnLst>
              <a:rect l="0" t="0" r="r" b="b"/>
              <a:pathLst>
                <a:path w="34" h="32">
                  <a:moveTo>
                    <a:pt x="19" y="31"/>
                  </a:moveTo>
                  <a:cubicBezTo>
                    <a:pt x="28" y="30"/>
                    <a:pt x="34" y="22"/>
                    <a:pt x="34" y="14"/>
                  </a:cubicBezTo>
                  <a:cubicBezTo>
                    <a:pt x="33" y="5"/>
                    <a:pt x="24" y="0"/>
                    <a:pt x="15" y="1"/>
                  </a:cubicBezTo>
                  <a:cubicBezTo>
                    <a:pt x="6" y="2"/>
                    <a:pt x="0" y="10"/>
                    <a:pt x="1" y="19"/>
                  </a:cubicBezTo>
                  <a:cubicBezTo>
                    <a:pt x="3" y="27"/>
                    <a:pt x="10" y="32"/>
                    <a:pt x="19"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13" name="Freeform 910"/>
            <p:cNvSpPr/>
            <p:nvPr/>
          </p:nvSpPr>
          <p:spPr bwMode="auto">
            <a:xfrm>
              <a:off x="8771242" y="10391553"/>
              <a:ext cx="92075" cy="87313"/>
            </a:xfrm>
            <a:custGeom>
              <a:avLst/>
              <a:gdLst>
                <a:gd name="T0" fmla="*/ 19 w 34"/>
                <a:gd name="T1" fmla="*/ 31 h 32"/>
                <a:gd name="T2" fmla="*/ 33 w 34"/>
                <a:gd name="T3" fmla="*/ 13 h 32"/>
                <a:gd name="T4" fmla="*/ 14 w 34"/>
                <a:gd name="T5" fmla="*/ 2 h 32"/>
                <a:gd name="T6" fmla="*/ 1 w 34"/>
                <a:gd name="T7" fmla="*/ 18 h 32"/>
                <a:gd name="T8" fmla="*/ 19 w 34"/>
                <a:gd name="T9" fmla="*/ 31 h 32"/>
              </a:gdLst>
              <a:ahLst/>
              <a:cxnLst>
                <a:cxn ang="0">
                  <a:pos x="T0" y="T1"/>
                </a:cxn>
                <a:cxn ang="0">
                  <a:pos x="T2" y="T3"/>
                </a:cxn>
                <a:cxn ang="0">
                  <a:pos x="T4" y="T5"/>
                </a:cxn>
                <a:cxn ang="0">
                  <a:pos x="T6" y="T7"/>
                </a:cxn>
                <a:cxn ang="0">
                  <a:pos x="T8" y="T9"/>
                </a:cxn>
              </a:cxnLst>
              <a:rect l="0" t="0" r="r" b="b"/>
              <a:pathLst>
                <a:path w="34" h="32">
                  <a:moveTo>
                    <a:pt x="19" y="31"/>
                  </a:moveTo>
                  <a:cubicBezTo>
                    <a:pt x="28" y="30"/>
                    <a:pt x="34" y="21"/>
                    <a:pt x="33" y="13"/>
                  </a:cubicBezTo>
                  <a:cubicBezTo>
                    <a:pt x="32" y="5"/>
                    <a:pt x="23" y="0"/>
                    <a:pt x="14" y="2"/>
                  </a:cubicBezTo>
                  <a:cubicBezTo>
                    <a:pt x="6" y="3"/>
                    <a:pt x="0" y="10"/>
                    <a:pt x="1" y="18"/>
                  </a:cubicBezTo>
                  <a:cubicBezTo>
                    <a:pt x="2" y="27"/>
                    <a:pt x="9" y="32"/>
                    <a:pt x="19"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14" name="Freeform 911"/>
            <p:cNvSpPr/>
            <p:nvPr/>
          </p:nvSpPr>
          <p:spPr bwMode="auto">
            <a:xfrm>
              <a:off x="8987142" y="10361391"/>
              <a:ext cx="98425" cy="84138"/>
            </a:xfrm>
            <a:custGeom>
              <a:avLst/>
              <a:gdLst>
                <a:gd name="T0" fmla="*/ 20 w 36"/>
                <a:gd name="T1" fmla="*/ 30 h 31"/>
                <a:gd name="T2" fmla="*/ 34 w 36"/>
                <a:gd name="T3" fmla="*/ 13 h 31"/>
                <a:gd name="T4" fmla="*/ 15 w 36"/>
                <a:gd name="T5" fmla="*/ 1 h 31"/>
                <a:gd name="T6" fmla="*/ 2 w 36"/>
                <a:gd name="T7" fmla="*/ 19 h 31"/>
                <a:gd name="T8" fmla="*/ 20 w 36"/>
                <a:gd name="T9" fmla="*/ 30 h 31"/>
              </a:gdLst>
              <a:ahLst/>
              <a:cxnLst>
                <a:cxn ang="0">
                  <a:pos x="T0" y="T1"/>
                </a:cxn>
                <a:cxn ang="0">
                  <a:pos x="T2" y="T3"/>
                </a:cxn>
                <a:cxn ang="0">
                  <a:pos x="T4" y="T5"/>
                </a:cxn>
                <a:cxn ang="0">
                  <a:pos x="T6" y="T7"/>
                </a:cxn>
                <a:cxn ang="0">
                  <a:pos x="T8" y="T9"/>
                </a:cxn>
              </a:cxnLst>
              <a:rect l="0" t="0" r="r" b="b"/>
              <a:pathLst>
                <a:path w="36" h="31">
                  <a:moveTo>
                    <a:pt x="20" y="30"/>
                  </a:moveTo>
                  <a:cubicBezTo>
                    <a:pt x="29" y="29"/>
                    <a:pt x="36" y="21"/>
                    <a:pt x="34" y="13"/>
                  </a:cubicBezTo>
                  <a:cubicBezTo>
                    <a:pt x="33" y="5"/>
                    <a:pt x="24" y="0"/>
                    <a:pt x="15" y="1"/>
                  </a:cubicBezTo>
                  <a:cubicBezTo>
                    <a:pt x="6" y="3"/>
                    <a:pt x="0" y="11"/>
                    <a:pt x="2" y="19"/>
                  </a:cubicBezTo>
                  <a:cubicBezTo>
                    <a:pt x="4" y="27"/>
                    <a:pt x="11" y="31"/>
                    <a:pt x="2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15" name="Freeform 912"/>
            <p:cNvSpPr/>
            <p:nvPr/>
          </p:nvSpPr>
          <p:spPr bwMode="auto">
            <a:xfrm>
              <a:off x="9207804" y="10331228"/>
              <a:ext cx="98425" cy="84138"/>
            </a:xfrm>
            <a:custGeom>
              <a:avLst/>
              <a:gdLst>
                <a:gd name="T0" fmla="*/ 20 w 36"/>
                <a:gd name="T1" fmla="*/ 30 h 31"/>
                <a:gd name="T2" fmla="*/ 34 w 36"/>
                <a:gd name="T3" fmla="*/ 13 h 31"/>
                <a:gd name="T4" fmla="*/ 15 w 36"/>
                <a:gd name="T5" fmla="*/ 2 h 31"/>
                <a:gd name="T6" fmla="*/ 2 w 36"/>
                <a:gd name="T7" fmla="*/ 19 h 31"/>
                <a:gd name="T8" fmla="*/ 20 w 36"/>
                <a:gd name="T9" fmla="*/ 30 h 31"/>
              </a:gdLst>
              <a:ahLst/>
              <a:cxnLst>
                <a:cxn ang="0">
                  <a:pos x="T0" y="T1"/>
                </a:cxn>
                <a:cxn ang="0">
                  <a:pos x="T2" y="T3"/>
                </a:cxn>
                <a:cxn ang="0">
                  <a:pos x="T4" y="T5"/>
                </a:cxn>
                <a:cxn ang="0">
                  <a:pos x="T6" y="T7"/>
                </a:cxn>
                <a:cxn ang="0">
                  <a:pos x="T8" y="T9"/>
                </a:cxn>
              </a:cxnLst>
              <a:rect l="0" t="0" r="r" b="b"/>
              <a:pathLst>
                <a:path w="36" h="31">
                  <a:moveTo>
                    <a:pt x="20" y="30"/>
                  </a:moveTo>
                  <a:cubicBezTo>
                    <a:pt x="29" y="28"/>
                    <a:pt x="36" y="21"/>
                    <a:pt x="34" y="13"/>
                  </a:cubicBezTo>
                  <a:cubicBezTo>
                    <a:pt x="33" y="6"/>
                    <a:pt x="24" y="0"/>
                    <a:pt x="15" y="2"/>
                  </a:cubicBezTo>
                  <a:cubicBezTo>
                    <a:pt x="6" y="4"/>
                    <a:pt x="0" y="11"/>
                    <a:pt x="2" y="19"/>
                  </a:cubicBezTo>
                  <a:cubicBezTo>
                    <a:pt x="4" y="26"/>
                    <a:pt x="11" y="31"/>
                    <a:pt x="2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16" name="Freeform 913"/>
            <p:cNvSpPr/>
            <p:nvPr/>
          </p:nvSpPr>
          <p:spPr bwMode="auto">
            <a:xfrm>
              <a:off x="9430054" y="10309003"/>
              <a:ext cx="95250" cy="76200"/>
            </a:xfrm>
            <a:custGeom>
              <a:avLst/>
              <a:gdLst>
                <a:gd name="T0" fmla="*/ 34 w 35"/>
                <a:gd name="T1" fmla="*/ 13 h 28"/>
                <a:gd name="T2" fmla="*/ 16 w 35"/>
                <a:gd name="T3" fmla="*/ 1 h 28"/>
                <a:gd name="T4" fmla="*/ 1 w 35"/>
                <a:gd name="T5" fmla="*/ 16 h 28"/>
                <a:gd name="T6" fmla="*/ 18 w 35"/>
                <a:gd name="T7" fmla="*/ 28 h 28"/>
                <a:gd name="T8" fmla="*/ 34 w 35"/>
                <a:gd name="T9" fmla="*/ 13 h 28"/>
              </a:gdLst>
              <a:ahLst/>
              <a:cxnLst>
                <a:cxn ang="0">
                  <a:pos x="T0" y="T1"/>
                </a:cxn>
                <a:cxn ang="0">
                  <a:pos x="T2" y="T3"/>
                </a:cxn>
                <a:cxn ang="0">
                  <a:pos x="T4" y="T5"/>
                </a:cxn>
                <a:cxn ang="0">
                  <a:pos x="T6" y="T7"/>
                </a:cxn>
                <a:cxn ang="0">
                  <a:pos x="T8" y="T9"/>
                </a:cxn>
              </a:cxnLst>
              <a:rect l="0" t="0" r="r" b="b"/>
              <a:pathLst>
                <a:path w="35" h="28">
                  <a:moveTo>
                    <a:pt x="34" y="13"/>
                  </a:moveTo>
                  <a:cubicBezTo>
                    <a:pt x="33" y="6"/>
                    <a:pt x="25" y="0"/>
                    <a:pt x="16" y="1"/>
                  </a:cubicBezTo>
                  <a:cubicBezTo>
                    <a:pt x="7" y="1"/>
                    <a:pt x="0" y="8"/>
                    <a:pt x="1" y="16"/>
                  </a:cubicBezTo>
                  <a:cubicBezTo>
                    <a:pt x="2" y="23"/>
                    <a:pt x="10" y="28"/>
                    <a:pt x="18" y="28"/>
                  </a:cubicBezTo>
                  <a:cubicBezTo>
                    <a:pt x="28" y="27"/>
                    <a:pt x="35" y="21"/>
                    <a:pt x="3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17" name="Freeform 914"/>
            <p:cNvSpPr/>
            <p:nvPr/>
          </p:nvSpPr>
          <p:spPr bwMode="auto">
            <a:xfrm>
              <a:off x="9652304" y="10288366"/>
              <a:ext cx="92075" cy="76200"/>
            </a:xfrm>
            <a:custGeom>
              <a:avLst/>
              <a:gdLst>
                <a:gd name="T0" fmla="*/ 18 w 34"/>
                <a:gd name="T1" fmla="*/ 27 h 28"/>
                <a:gd name="T2" fmla="*/ 33 w 34"/>
                <a:gd name="T3" fmla="*/ 13 h 28"/>
                <a:gd name="T4" fmla="*/ 15 w 34"/>
                <a:gd name="T5" fmla="*/ 1 h 28"/>
                <a:gd name="T6" fmla="*/ 1 w 34"/>
                <a:gd name="T7" fmla="*/ 15 h 28"/>
                <a:gd name="T8" fmla="*/ 18 w 34"/>
                <a:gd name="T9" fmla="*/ 27 h 28"/>
              </a:gdLst>
              <a:ahLst/>
              <a:cxnLst>
                <a:cxn ang="0">
                  <a:pos x="T0" y="T1"/>
                </a:cxn>
                <a:cxn ang="0">
                  <a:pos x="T2" y="T3"/>
                </a:cxn>
                <a:cxn ang="0">
                  <a:pos x="T4" y="T5"/>
                </a:cxn>
                <a:cxn ang="0">
                  <a:pos x="T6" y="T7"/>
                </a:cxn>
                <a:cxn ang="0">
                  <a:pos x="T8" y="T9"/>
                </a:cxn>
              </a:cxnLst>
              <a:rect l="0" t="0" r="r" b="b"/>
              <a:pathLst>
                <a:path w="34" h="28">
                  <a:moveTo>
                    <a:pt x="18" y="27"/>
                  </a:moveTo>
                  <a:cubicBezTo>
                    <a:pt x="28" y="27"/>
                    <a:pt x="34" y="20"/>
                    <a:pt x="33" y="13"/>
                  </a:cubicBezTo>
                  <a:cubicBezTo>
                    <a:pt x="32" y="6"/>
                    <a:pt x="23" y="0"/>
                    <a:pt x="15" y="1"/>
                  </a:cubicBezTo>
                  <a:cubicBezTo>
                    <a:pt x="6" y="2"/>
                    <a:pt x="0" y="8"/>
                    <a:pt x="1" y="15"/>
                  </a:cubicBezTo>
                  <a:cubicBezTo>
                    <a:pt x="1" y="23"/>
                    <a:pt x="9" y="28"/>
                    <a:pt x="18"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18" name="Freeform 915"/>
            <p:cNvSpPr/>
            <p:nvPr/>
          </p:nvSpPr>
          <p:spPr bwMode="auto">
            <a:xfrm>
              <a:off x="9872967" y="10274078"/>
              <a:ext cx="95250" cy="73025"/>
            </a:xfrm>
            <a:custGeom>
              <a:avLst/>
              <a:gdLst>
                <a:gd name="T0" fmla="*/ 20 w 35"/>
                <a:gd name="T1" fmla="*/ 26 h 27"/>
                <a:gd name="T2" fmla="*/ 34 w 35"/>
                <a:gd name="T3" fmla="*/ 12 h 27"/>
                <a:gd name="T4" fmla="*/ 14 w 35"/>
                <a:gd name="T5" fmla="*/ 1 h 27"/>
                <a:gd name="T6" fmla="*/ 1 w 35"/>
                <a:gd name="T7" fmla="*/ 16 h 27"/>
                <a:gd name="T8" fmla="*/ 20 w 35"/>
                <a:gd name="T9" fmla="*/ 26 h 27"/>
              </a:gdLst>
              <a:ahLst/>
              <a:cxnLst>
                <a:cxn ang="0">
                  <a:pos x="T0" y="T1"/>
                </a:cxn>
                <a:cxn ang="0">
                  <a:pos x="T2" y="T3"/>
                </a:cxn>
                <a:cxn ang="0">
                  <a:pos x="T4" y="T5"/>
                </a:cxn>
                <a:cxn ang="0">
                  <a:pos x="T6" y="T7"/>
                </a:cxn>
                <a:cxn ang="0">
                  <a:pos x="T8" y="T9"/>
                </a:cxn>
              </a:cxnLst>
              <a:rect l="0" t="0" r="r" b="b"/>
              <a:pathLst>
                <a:path w="35" h="27">
                  <a:moveTo>
                    <a:pt x="20" y="26"/>
                  </a:moveTo>
                  <a:cubicBezTo>
                    <a:pt x="29" y="26"/>
                    <a:pt x="35" y="19"/>
                    <a:pt x="34" y="12"/>
                  </a:cubicBezTo>
                  <a:cubicBezTo>
                    <a:pt x="32" y="5"/>
                    <a:pt x="23" y="0"/>
                    <a:pt x="14" y="1"/>
                  </a:cubicBezTo>
                  <a:cubicBezTo>
                    <a:pt x="6" y="2"/>
                    <a:pt x="0" y="8"/>
                    <a:pt x="1" y="16"/>
                  </a:cubicBezTo>
                  <a:cubicBezTo>
                    <a:pt x="3" y="22"/>
                    <a:pt x="11" y="27"/>
                    <a:pt x="20"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19" name="Freeform 916"/>
            <p:cNvSpPr/>
            <p:nvPr/>
          </p:nvSpPr>
          <p:spPr bwMode="auto">
            <a:xfrm>
              <a:off x="10092042" y="10269316"/>
              <a:ext cx="95250" cy="68263"/>
            </a:xfrm>
            <a:custGeom>
              <a:avLst/>
              <a:gdLst>
                <a:gd name="T0" fmla="*/ 19 w 35"/>
                <a:gd name="T1" fmla="*/ 25 h 25"/>
                <a:gd name="T2" fmla="*/ 34 w 35"/>
                <a:gd name="T3" fmla="*/ 12 h 25"/>
                <a:gd name="T4" fmla="*/ 16 w 35"/>
                <a:gd name="T5" fmla="*/ 1 h 25"/>
                <a:gd name="T6" fmla="*/ 2 w 35"/>
                <a:gd name="T7" fmla="*/ 13 h 25"/>
                <a:gd name="T8" fmla="*/ 19 w 35"/>
                <a:gd name="T9" fmla="*/ 25 h 25"/>
              </a:gdLst>
              <a:ahLst/>
              <a:cxnLst>
                <a:cxn ang="0">
                  <a:pos x="T0" y="T1"/>
                </a:cxn>
                <a:cxn ang="0">
                  <a:pos x="T2" y="T3"/>
                </a:cxn>
                <a:cxn ang="0">
                  <a:pos x="T4" y="T5"/>
                </a:cxn>
                <a:cxn ang="0">
                  <a:pos x="T6" y="T7"/>
                </a:cxn>
                <a:cxn ang="0">
                  <a:pos x="T8" y="T9"/>
                </a:cxn>
              </a:cxnLst>
              <a:rect l="0" t="0" r="r" b="b"/>
              <a:pathLst>
                <a:path w="35" h="25">
                  <a:moveTo>
                    <a:pt x="19" y="25"/>
                  </a:moveTo>
                  <a:cubicBezTo>
                    <a:pt x="28" y="25"/>
                    <a:pt x="35" y="19"/>
                    <a:pt x="34" y="12"/>
                  </a:cubicBezTo>
                  <a:cubicBezTo>
                    <a:pt x="33" y="5"/>
                    <a:pt x="25" y="0"/>
                    <a:pt x="16" y="1"/>
                  </a:cubicBezTo>
                  <a:cubicBezTo>
                    <a:pt x="7" y="1"/>
                    <a:pt x="0" y="6"/>
                    <a:pt x="2" y="13"/>
                  </a:cubicBezTo>
                  <a:cubicBezTo>
                    <a:pt x="3" y="20"/>
                    <a:pt x="11" y="25"/>
                    <a:pt x="19"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20" name="Freeform 917"/>
            <p:cNvSpPr/>
            <p:nvPr/>
          </p:nvSpPr>
          <p:spPr bwMode="auto">
            <a:xfrm>
              <a:off x="10315879" y="10272491"/>
              <a:ext cx="93663" cy="61913"/>
            </a:xfrm>
            <a:custGeom>
              <a:avLst/>
              <a:gdLst>
                <a:gd name="T0" fmla="*/ 19 w 35"/>
                <a:gd name="T1" fmla="*/ 23 h 23"/>
                <a:gd name="T2" fmla="*/ 34 w 35"/>
                <a:gd name="T3" fmla="*/ 12 h 23"/>
                <a:gd name="T4" fmla="*/ 15 w 35"/>
                <a:gd name="T5" fmla="*/ 0 h 23"/>
                <a:gd name="T6" fmla="*/ 1 w 35"/>
                <a:gd name="T7" fmla="*/ 11 h 23"/>
                <a:gd name="T8" fmla="*/ 19 w 35"/>
                <a:gd name="T9" fmla="*/ 23 h 23"/>
              </a:gdLst>
              <a:ahLst/>
              <a:cxnLst>
                <a:cxn ang="0">
                  <a:pos x="T0" y="T1"/>
                </a:cxn>
                <a:cxn ang="0">
                  <a:pos x="T2" y="T3"/>
                </a:cxn>
                <a:cxn ang="0">
                  <a:pos x="T4" y="T5"/>
                </a:cxn>
                <a:cxn ang="0">
                  <a:pos x="T6" y="T7"/>
                </a:cxn>
                <a:cxn ang="0">
                  <a:pos x="T8" y="T9"/>
                </a:cxn>
              </a:cxnLst>
              <a:rect l="0" t="0" r="r" b="b"/>
              <a:pathLst>
                <a:path w="35" h="23">
                  <a:moveTo>
                    <a:pt x="19" y="23"/>
                  </a:moveTo>
                  <a:cubicBezTo>
                    <a:pt x="28" y="23"/>
                    <a:pt x="35" y="18"/>
                    <a:pt x="34" y="12"/>
                  </a:cubicBezTo>
                  <a:cubicBezTo>
                    <a:pt x="33" y="5"/>
                    <a:pt x="24" y="0"/>
                    <a:pt x="15" y="0"/>
                  </a:cubicBezTo>
                  <a:cubicBezTo>
                    <a:pt x="6" y="0"/>
                    <a:pt x="0" y="4"/>
                    <a:pt x="1" y="11"/>
                  </a:cubicBezTo>
                  <a:cubicBezTo>
                    <a:pt x="2" y="18"/>
                    <a:pt x="10" y="23"/>
                    <a:pt x="19"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21" name="Freeform 918"/>
            <p:cNvSpPr/>
            <p:nvPr/>
          </p:nvSpPr>
          <p:spPr bwMode="auto">
            <a:xfrm>
              <a:off x="10538129" y="10277253"/>
              <a:ext cx="88900" cy="68263"/>
            </a:xfrm>
            <a:custGeom>
              <a:avLst/>
              <a:gdLst>
                <a:gd name="T0" fmla="*/ 17 w 33"/>
                <a:gd name="T1" fmla="*/ 23 h 25"/>
                <a:gd name="T2" fmla="*/ 33 w 33"/>
                <a:gd name="T3" fmla="*/ 14 h 25"/>
                <a:gd name="T4" fmla="*/ 15 w 33"/>
                <a:gd name="T5" fmla="*/ 1 h 25"/>
                <a:gd name="T6" fmla="*/ 0 w 33"/>
                <a:gd name="T7" fmla="*/ 11 h 25"/>
                <a:gd name="T8" fmla="*/ 17 w 33"/>
                <a:gd name="T9" fmla="*/ 23 h 25"/>
              </a:gdLst>
              <a:ahLst/>
              <a:cxnLst>
                <a:cxn ang="0">
                  <a:pos x="T0" y="T1"/>
                </a:cxn>
                <a:cxn ang="0">
                  <a:pos x="T2" y="T3"/>
                </a:cxn>
                <a:cxn ang="0">
                  <a:pos x="T4" y="T5"/>
                </a:cxn>
                <a:cxn ang="0">
                  <a:pos x="T6" y="T7"/>
                </a:cxn>
                <a:cxn ang="0">
                  <a:pos x="T8" y="T9"/>
                </a:cxn>
              </a:cxnLst>
              <a:rect l="0" t="0" r="r" b="b"/>
              <a:pathLst>
                <a:path w="33" h="25">
                  <a:moveTo>
                    <a:pt x="17" y="23"/>
                  </a:moveTo>
                  <a:cubicBezTo>
                    <a:pt x="26" y="25"/>
                    <a:pt x="33" y="20"/>
                    <a:pt x="33" y="14"/>
                  </a:cubicBezTo>
                  <a:cubicBezTo>
                    <a:pt x="33" y="8"/>
                    <a:pt x="24" y="2"/>
                    <a:pt x="15" y="1"/>
                  </a:cubicBezTo>
                  <a:cubicBezTo>
                    <a:pt x="6" y="0"/>
                    <a:pt x="0" y="5"/>
                    <a:pt x="0" y="11"/>
                  </a:cubicBezTo>
                  <a:cubicBezTo>
                    <a:pt x="1" y="17"/>
                    <a:pt x="8" y="22"/>
                    <a:pt x="17"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22" name="Freeform 919"/>
            <p:cNvSpPr/>
            <p:nvPr/>
          </p:nvSpPr>
          <p:spPr bwMode="auto">
            <a:xfrm>
              <a:off x="10757204" y="10293128"/>
              <a:ext cx="90488" cy="68263"/>
            </a:xfrm>
            <a:custGeom>
              <a:avLst/>
              <a:gdLst>
                <a:gd name="T0" fmla="*/ 17 w 33"/>
                <a:gd name="T1" fmla="*/ 24 h 25"/>
                <a:gd name="T2" fmla="*/ 33 w 33"/>
                <a:gd name="T3" fmla="*/ 15 h 25"/>
                <a:gd name="T4" fmla="*/ 15 w 33"/>
                <a:gd name="T5" fmla="*/ 2 h 25"/>
                <a:gd name="T6" fmla="*/ 0 w 33"/>
                <a:gd name="T7" fmla="*/ 11 h 25"/>
                <a:gd name="T8" fmla="*/ 17 w 33"/>
                <a:gd name="T9" fmla="*/ 24 h 25"/>
              </a:gdLst>
              <a:ahLst/>
              <a:cxnLst>
                <a:cxn ang="0">
                  <a:pos x="T0" y="T1"/>
                </a:cxn>
                <a:cxn ang="0">
                  <a:pos x="T2" y="T3"/>
                </a:cxn>
                <a:cxn ang="0">
                  <a:pos x="T4" y="T5"/>
                </a:cxn>
                <a:cxn ang="0">
                  <a:pos x="T6" y="T7"/>
                </a:cxn>
                <a:cxn ang="0">
                  <a:pos x="T8" y="T9"/>
                </a:cxn>
              </a:cxnLst>
              <a:rect l="0" t="0" r="r" b="b"/>
              <a:pathLst>
                <a:path w="33" h="25">
                  <a:moveTo>
                    <a:pt x="17" y="24"/>
                  </a:moveTo>
                  <a:cubicBezTo>
                    <a:pt x="26" y="25"/>
                    <a:pt x="33" y="21"/>
                    <a:pt x="33" y="15"/>
                  </a:cubicBezTo>
                  <a:cubicBezTo>
                    <a:pt x="32" y="9"/>
                    <a:pt x="24" y="3"/>
                    <a:pt x="15" y="2"/>
                  </a:cubicBezTo>
                  <a:cubicBezTo>
                    <a:pt x="6" y="0"/>
                    <a:pt x="0" y="5"/>
                    <a:pt x="0" y="11"/>
                  </a:cubicBezTo>
                  <a:cubicBezTo>
                    <a:pt x="1" y="17"/>
                    <a:pt x="8" y="22"/>
                    <a:pt x="17"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23" name="Freeform 920"/>
            <p:cNvSpPr/>
            <p:nvPr/>
          </p:nvSpPr>
          <p:spPr bwMode="auto">
            <a:xfrm>
              <a:off x="10974692" y="10320116"/>
              <a:ext cx="95250" cy="68263"/>
            </a:xfrm>
            <a:custGeom>
              <a:avLst/>
              <a:gdLst>
                <a:gd name="T0" fmla="*/ 19 w 35"/>
                <a:gd name="T1" fmla="*/ 24 h 25"/>
                <a:gd name="T2" fmla="*/ 33 w 35"/>
                <a:gd name="T3" fmla="*/ 15 h 25"/>
                <a:gd name="T4" fmla="*/ 15 w 35"/>
                <a:gd name="T5" fmla="*/ 1 h 25"/>
                <a:gd name="T6" fmla="*/ 1 w 35"/>
                <a:gd name="T7" fmla="*/ 10 h 25"/>
                <a:gd name="T8" fmla="*/ 19 w 35"/>
                <a:gd name="T9" fmla="*/ 24 h 25"/>
              </a:gdLst>
              <a:ahLst/>
              <a:cxnLst>
                <a:cxn ang="0">
                  <a:pos x="T0" y="T1"/>
                </a:cxn>
                <a:cxn ang="0">
                  <a:pos x="T2" y="T3"/>
                </a:cxn>
                <a:cxn ang="0">
                  <a:pos x="T4" y="T5"/>
                </a:cxn>
                <a:cxn ang="0">
                  <a:pos x="T6" y="T7"/>
                </a:cxn>
                <a:cxn ang="0">
                  <a:pos x="T8" y="T9"/>
                </a:cxn>
              </a:cxnLst>
              <a:rect l="0" t="0" r="r" b="b"/>
              <a:pathLst>
                <a:path w="35" h="25">
                  <a:moveTo>
                    <a:pt x="19" y="24"/>
                  </a:moveTo>
                  <a:cubicBezTo>
                    <a:pt x="28" y="25"/>
                    <a:pt x="35" y="21"/>
                    <a:pt x="33" y="15"/>
                  </a:cubicBezTo>
                  <a:cubicBezTo>
                    <a:pt x="32" y="9"/>
                    <a:pt x="23" y="2"/>
                    <a:pt x="15" y="1"/>
                  </a:cubicBezTo>
                  <a:cubicBezTo>
                    <a:pt x="6" y="0"/>
                    <a:pt x="0" y="4"/>
                    <a:pt x="1" y="10"/>
                  </a:cubicBezTo>
                  <a:cubicBezTo>
                    <a:pt x="2" y="17"/>
                    <a:pt x="10" y="23"/>
                    <a:pt x="19"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24" name="Freeform 921"/>
            <p:cNvSpPr/>
            <p:nvPr/>
          </p:nvSpPr>
          <p:spPr bwMode="auto">
            <a:xfrm>
              <a:off x="11192179" y="10358216"/>
              <a:ext cx="92075" cy="65088"/>
            </a:xfrm>
            <a:custGeom>
              <a:avLst/>
              <a:gdLst>
                <a:gd name="T0" fmla="*/ 19 w 34"/>
                <a:gd name="T1" fmla="*/ 23 h 24"/>
                <a:gd name="T2" fmla="*/ 33 w 34"/>
                <a:gd name="T3" fmla="*/ 7 h 24"/>
                <a:gd name="T4" fmla="*/ 15 w 34"/>
                <a:gd name="T5" fmla="*/ 0 h 24"/>
                <a:gd name="T6" fmla="*/ 2 w 34"/>
                <a:gd name="T7" fmla="*/ 11 h 24"/>
                <a:gd name="T8" fmla="*/ 19 w 34"/>
                <a:gd name="T9" fmla="*/ 23 h 24"/>
              </a:gdLst>
              <a:ahLst/>
              <a:cxnLst>
                <a:cxn ang="0">
                  <a:pos x="T0" y="T1"/>
                </a:cxn>
                <a:cxn ang="0">
                  <a:pos x="T2" y="T3"/>
                </a:cxn>
                <a:cxn ang="0">
                  <a:pos x="T4" y="T5"/>
                </a:cxn>
                <a:cxn ang="0">
                  <a:pos x="T6" y="T7"/>
                </a:cxn>
                <a:cxn ang="0">
                  <a:pos x="T8" y="T9"/>
                </a:cxn>
              </a:cxnLst>
              <a:rect l="0" t="0" r="r" b="b"/>
              <a:pathLst>
                <a:path w="34" h="24">
                  <a:moveTo>
                    <a:pt x="19" y="23"/>
                  </a:moveTo>
                  <a:cubicBezTo>
                    <a:pt x="28" y="23"/>
                    <a:pt x="34" y="13"/>
                    <a:pt x="33" y="7"/>
                  </a:cubicBezTo>
                  <a:cubicBezTo>
                    <a:pt x="31" y="1"/>
                    <a:pt x="23" y="0"/>
                    <a:pt x="15" y="0"/>
                  </a:cubicBezTo>
                  <a:cubicBezTo>
                    <a:pt x="6" y="1"/>
                    <a:pt x="0" y="4"/>
                    <a:pt x="2" y="11"/>
                  </a:cubicBezTo>
                  <a:cubicBezTo>
                    <a:pt x="3" y="17"/>
                    <a:pt x="11" y="24"/>
                    <a:pt x="19"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25" name="Freeform 922"/>
            <p:cNvSpPr/>
            <p:nvPr/>
          </p:nvSpPr>
          <p:spPr bwMode="auto">
            <a:xfrm>
              <a:off x="11398554" y="10089928"/>
              <a:ext cx="80963" cy="176213"/>
            </a:xfrm>
            <a:custGeom>
              <a:avLst/>
              <a:gdLst>
                <a:gd name="T0" fmla="*/ 16 w 30"/>
                <a:gd name="T1" fmla="*/ 46 h 65"/>
                <a:gd name="T2" fmla="*/ 29 w 30"/>
                <a:gd name="T3" fmla="*/ 6 h 65"/>
                <a:gd name="T4" fmla="*/ 13 w 30"/>
                <a:gd name="T5" fmla="*/ 24 h 65"/>
                <a:gd name="T6" fmla="*/ 1 w 30"/>
                <a:gd name="T7" fmla="*/ 60 h 65"/>
                <a:gd name="T8" fmla="*/ 16 w 30"/>
                <a:gd name="T9" fmla="*/ 46 h 65"/>
              </a:gdLst>
              <a:ahLst/>
              <a:cxnLst>
                <a:cxn ang="0">
                  <a:pos x="T0" y="T1"/>
                </a:cxn>
                <a:cxn ang="0">
                  <a:pos x="T2" y="T3"/>
                </a:cxn>
                <a:cxn ang="0">
                  <a:pos x="T4" y="T5"/>
                </a:cxn>
                <a:cxn ang="0">
                  <a:pos x="T6" y="T7"/>
                </a:cxn>
                <a:cxn ang="0">
                  <a:pos x="T8" y="T9"/>
                </a:cxn>
              </a:cxnLst>
              <a:rect l="0" t="0" r="r" b="b"/>
              <a:pathLst>
                <a:path w="30" h="65">
                  <a:moveTo>
                    <a:pt x="16" y="46"/>
                  </a:moveTo>
                  <a:cubicBezTo>
                    <a:pt x="24" y="30"/>
                    <a:pt x="30" y="11"/>
                    <a:pt x="29" y="6"/>
                  </a:cubicBezTo>
                  <a:cubicBezTo>
                    <a:pt x="28" y="0"/>
                    <a:pt x="20" y="10"/>
                    <a:pt x="13" y="24"/>
                  </a:cubicBezTo>
                  <a:cubicBezTo>
                    <a:pt x="5" y="39"/>
                    <a:pt x="0" y="54"/>
                    <a:pt x="1" y="60"/>
                  </a:cubicBezTo>
                  <a:cubicBezTo>
                    <a:pt x="2" y="65"/>
                    <a:pt x="9" y="60"/>
                    <a:pt x="16"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26" name="Freeform 923"/>
            <p:cNvSpPr/>
            <p:nvPr/>
          </p:nvSpPr>
          <p:spPr bwMode="auto">
            <a:xfrm>
              <a:off x="11582704" y="9616853"/>
              <a:ext cx="76200" cy="225425"/>
            </a:xfrm>
            <a:custGeom>
              <a:avLst/>
              <a:gdLst>
                <a:gd name="T0" fmla="*/ 13 w 28"/>
                <a:gd name="T1" fmla="*/ 32 h 83"/>
                <a:gd name="T2" fmla="*/ 1 w 28"/>
                <a:gd name="T3" fmla="*/ 78 h 83"/>
                <a:gd name="T4" fmla="*/ 14 w 28"/>
                <a:gd name="T5" fmla="*/ 54 h 83"/>
                <a:gd name="T6" fmla="*/ 27 w 28"/>
                <a:gd name="T7" fmla="*/ 5 h 83"/>
                <a:gd name="T8" fmla="*/ 13 w 28"/>
                <a:gd name="T9" fmla="*/ 32 h 83"/>
              </a:gdLst>
              <a:ahLst/>
              <a:cxnLst>
                <a:cxn ang="0">
                  <a:pos x="T0" y="T1"/>
                </a:cxn>
                <a:cxn ang="0">
                  <a:pos x="T2" y="T3"/>
                </a:cxn>
                <a:cxn ang="0">
                  <a:pos x="T4" y="T5"/>
                </a:cxn>
                <a:cxn ang="0">
                  <a:pos x="T6" y="T7"/>
                </a:cxn>
                <a:cxn ang="0">
                  <a:pos x="T8" y="T9"/>
                </a:cxn>
              </a:cxnLst>
              <a:rect l="0" t="0" r="r" b="b"/>
              <a:pathLst>
                <a:path w="28" h="83">
                  <a:moveTo>
                    <a:pt x="13" y="32"/>
                  </a:moveTo>
                  <a:cubicBezTo>
                    <a:pt x="5" y="52"/>
                    <a:pt x="0" y="73"/>
                    <a:pt x="1" y="78"/>
                  </a:cubicBezTo>
                  <a:cubicBezTo>
                    <a:pt x="2" y="83"/>
                    <a:pt x="7" y="73"/>
                    <a:pt x="14" y="54"/>
                  </a:cubicBezTo>
                  <a:cubicBezTo>
                    <a:pt x="22" y="33"/>
                    <a:pt x="28" y="11"/>
                    <a:pt x="27" y="5"/>
                  </a:cubicBezTo>
                  <a:cubicBezTo>
                    <a:pt x="27" y="0"/>
                    <a:pt x="20" y="12"/>
                    <a:pt x="13"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27" name="Freeform 924"/>
            <p:cNvSpPr/>
            <p:nvPr/>
          </p:nvSpPr>
          <p:spPr bwMode="auto">
            <a:xfrm>
              <a:off x="11762092" y="9164416"/>
              <a:ext cx="77788" cy="187325"/>
            </a:xfrm>
            <a:custGeom>
              <a:avLst/>
              <a:gdLst>
                <a:gd name="T0" fmla="*/ 12 w 29"/>
                <a:gd name="T1" fmla="*/ 27 h 69"/>
                <a:gd name="T2" fmla="*/ 1 w 29"/>
                <a:gd name="T3" fmla="*/ 65 h 69"/>
                <a:gd name="T4" fmla="*/ 17 w 29"/>
                <a:gd name="T5" fmla="*/ 38 h 69"/>
                <a:gd name="T6" fmla="*/ 28 w 29"/>
                <a:gd name="T7" fmla="*/ 4 h 69"/>
                <a:gd name="T8" fmla="*/ 12 w 29"/>
                <a:gd name="T9" fmla="*/ 27 h 69"/>
              </a:gdLst>
              <a:ahLst/>
              <a:cxnLst>
                <a:cxn ang="0">
                  <a:pos x="T0" y="T1"/>
                </a:cxn>
                <a:cxn ang="0">
                  <a:pos x="T2" y="T3"/>
                </a:cxn>
                <a:cxn ang="0">
                  <a:pos x="T4" y="T5"/>
                </a:cxn>
                <a:cxn ang="0">
                  <a:pos x="T6" y="T7"/>
                </a:cxn>
                <a:cxn ang="0">
                  <a:pos x="T8" y="T9"/>
                </a:cxn>
              </a:cxnLst>
              <a:rect l="0" t="0" r="r" b="b"/>
              <a:pathLst>
                <a:path w="29" h="69">
                  <a:moveTo>
                    <a:pt x="12" y="27"/>
                  </a:moveTo>
                  <a:cubicBezTo>
                    <a:pt x="5" y="44"/>
                    <a:pt x="0" y="62"/>
                    <a:pt x="1" y="65"/>
                  </a:cubicBezTo>
                  <a:cubicBezTo>
                    <a:pt x="2" y="69"/>
                    <a:pt x="9" y="56"/>
                    <a:pt x="17" y="38"/>
                  </a:cubicBezTo>
                  <a:cubicBezTo>
                    <a:pt x="24" y="22"/>
                    <a:pt x="29" y="7"/>
                    <a:pt x="28" y="4"/>
                  </a:cubicBezTo>
                  <a:cubicBezTo>
                    <a:pt x="27" y="0"/>
                    <a:pt x="20" y="11"/>
                    <a:pt x="12"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28" name="Freeform 925"/>
            <p:cNvSpPr/>
            <p:nvPr/>
          </p:nvSpPr>
          <p:spPr bwMode="auto">
            <a:xfrm>
              <a:off x="11885917" y="9196166"/>
              <a:ext cx="79375" cy="120650"/>
            </a:xfrm>
            <a:custGeom>
              <a:avLst/>
              <a:gdLst>
                <a:gd name="T0" fmla="*/ 3 w 29"/>
                <a:gd name="T1" fmla="*/ 41 h 44"/>
                <a:gd name="T2" fmla="*/ 23 w 29"/>
                <a:gd name="T3" fmla="*/ 21 h 44"/>
                <a:gd name="T4" fmla="*/ 29 w 29"/>
                <a:gd name="T5" fmla="*/ 11 h 44"/>
                <a:gd name="T6" fmla="*/ 24 w 29"/>
                <a:gd name="T7" fmla="*/ 0 h 44"/>
                <a:gd name="T8" fmla="*/ 17 w 29"/>
                <a:gd name="T9" fmla="*/ 7 h 44"/>
                <a:gd name="T10" fmla="*/ 3 w 29"/>
                <a:gd name="T11" fmla="*/ 41 h 44"/>
              </a:gdLst>
              <a:ahLst/>
              <a:cxnLst>
                <a:cxn ang="0">
                  <a:pos x="T0" y="T1"/>
                </a:cxn>
                <a:cxn ang="0">
                  <a:pos x="T2" y="T3"/>
                </a:cxn>
                <a:cxn ang="0">
                  <a:pos x="T4" y="T5"/>
                </a:cxn>
                <a:cxn ang="0">
                  <a:pos x="T6" y="T7"/>
                </a:cxn>
                <a:cxn ang="0">
                  <a:pos x="T8" y="T9"/>
                </a:cxn>
                <a:cxn ang="0">
                  <a:pos x="T10" y="T11"/>
                </a:cxn>
              </a:cxnLst>
              <a:rect l="0" t="0" r="r" b="b"/>
              <a:pathLst>
                <a:path w="29" h="44">
                  <a:moveTo>
                    <a:pt x="3" y="41"/>
                  </a:moveTo>
                  <a:cubicBezTo>
                    <a:pt x="5" y="44"/>
                    <a:pt x="14" y="34"/>
                    <a:pt x="23" y="21"/>
                  </a:cubicBezTo>
                  <a:cubicBezTo>
                    <a:pt x="27" y="17"/>
                    <a:pt x="29" y="13"/>
                    <a:pt x="29" y="11"/>
                  </a:cubicBezTo>
                  <a:cubicBezTo>
                    <a:pt x="28" y="7"/>
                    <a:pt x="27" y="2"/>
                    <a:pt x="24" y="0"/>
                  </a:cubicBezTo>
                  <a:cubicBezTo>
                    <a:pt x="21" y="3"/>
                    <a:pt x="19" y="5"/>
                    <a:pt x="17" y="7"/>
                  </a:cubicBezTo>
                  <a:cubicBezTo>
                    <a:pt x="6" y="21"/>
                    <a:pt x="0" y="38"/>
                    <a:pt x="3"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29" name="Freeform 926"/>
            <p:cNvSpPr/>
            <p:nvPr/>
          </p:nvSpPr>
          <p:spPr bwMode="auto">
            <a:xfrm>
              <a:off x="484492" y="12380691"/>
              <a:ext cx="88900" cy="46038"/>
            </a:xfrm>
            <a:custGeom>
              <a:avLst/>
              <a:gdLst>
                <a:gd name="T0" fmla="*/ 17 w 33"/>
                <a:gd name="T1" fmla="*/ 12 h 17"/>
                <a:gd name="T2" fmla="*/ 32 w 33"/>
                <a:gd name="T3" fmla="*/ 2 h 17"/>
                <a:gd name="T4" fmla="*/ 15 w 33"/>
                <a:gd name="T5" fmla="*/ 4 h 17"/>
                <a:gd name="T6" fmla="*/ 1 w 33"/>
                <a:gd name="T7" fmla="*/ 14 h 17"/>
                <a:gd name="T8" fmla="*/ 17 w 33"/>
                <a:gd name="T9" fmla="*/ 12 h 17"/>
              </a:gdLst>
              <a:ahLst/>
              <a:cxnLst>
                <a:cxn ang="0">
                  <a:pos x="T0" y="T1"/>
                </a:cxn>
                <a:cxn ang="0">
                  <a:pos x="T2" y="T3"/>
                </a:cxn>
                <a:cxn ang="0">
                  <a:pos x="T4" y="T5"/>
                </a:cxn>
                <a:cxn ang="0">
                  <a:pos x="T6" y="T7"/>
                </a:cxn>
                <a:cxn ang="0">
                  <a:pos x="T8" y="T9"/>
                </a:cxn>
              </a:cxnLst>
              <a:rect l="0" t="0" r="r" b="b"/>
              <a:pathLst>
                <a:path w="33" h="17">
                  <a:moveTo>
                    <a:pt x="17" y="12"/>
                  </a:moveTo>
                  <a:cubicBezTo>
                    <a:pt x="26" y="9"/>
                    <a:pt x="33" y="4"/>
                    <a:pt x="32" y="2"/>
                  </a:cubicBezTo>
                  <a:cubicBezTo>
                    <a:pt x="31" y="0"/>
                    <a:pt x="23" y="1"/>
                    <a:pt x="15" y="4"/>
                  </a:cubicBezTo>
                  <a:cubicBezTo>
                    <a:pt x="6" y="7"/>
                    <a:pt x="0" y="12"/>
                    <a:pt x="1" y="14"/>
                  </a:cubicBezTo>
                  <a:cubicBezTo>
                    <a:pt x="2" y="17"/>
                    <a:pt x="9" y="15"/>
                    <a:pt x="17"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30" name="Freeform 927"/>
            <p:cNvSpPr/>
            <p:nvPr/>
          </p:nvSpPr>
          <p:spPr bwMode="auto">
            <a:xfrm>
              <a:off x="695629" y="12315603"/>
              <a:ext cx="87313" cy="33338"/>
            </a:xfrm>
            <a:custGeom>
              <a:avLst/>
              <a:gdLst>
                <a:gd name="T0" fmla="*/ 17 w 32"/>
                <a:gd name="T1" fmla="*/ 8 h 12"/>
                <a:gd name="T2" fmla="*/ 32 w 32"/>
                <a:gd name="T3" fmla="*/ 2 h 12"/>
                <a:gd name="T4" fmla="*/ 15 w 32"/>
                <a:gd name="T5" fmla="*/ 3 h 12"/>
                <a:gd name="T6" fmla="*/ 1 w 32"/>
                <a:gd name="T7" fmla="*/ 10 h 12"/>
                <a:gd name="T8" fmla="*/ 17 w 32"/>
                <a:gd name="T9" fmla="*/ 8 h 12"/>
              </a:gdLst>
              <a:ahLst/>
              <a:cxnLst>
                <a:cxn ang="0">
                  <a:pos x="T0" y="T1"/>
                </a:cxn>
                <a:cxn ang="0">
                  <a:pos x="T2" y="T3"/>
                </a:cxn>
                <a:cxn ang="0">
                  <a:pos x="T4" y="T5"/>
                </a:cxn>
                <a:cxn ang="0">
                  <a:pos x="T6" y="T7"/>
                </a:cxn>
                <a:cxn ang="0">
                  <a:pos x="T8" y="T9"/>
                </a:cxn>
              </a:cxnLst>
              <a:rect l="0" t="0" r="r" b="b"/>
              <a:pathLst>
                <a:path w="32" h="12">
                  <a:moveTo>
                    <a:pt x="17" y="8"/>
                  </a:moveTo>
                  <a:cubicBezTo>
                    <a:pt x="26" y="5"/>
                    <a:pt x="32" y="3"/>
                    <a:pt x="32" y="2"/>
                  </a:cubicBezTo>
                  <a:cubicBezTo>
                    <a:pt x="31" y="0"/>
                    <a:pt x="23" y="1"/>
                    <a:pt x="15" y="3"/>
                  </a:cubicBezTo>
                  <a:cubicBezTo>
                    <a:pt x="6" y="6"/>
                    <a:pt x="0" y="9"/>
                    <a:pt x="1" y="10"/>
                  </a:cubicBezTo>
                  <a:cubicBezTo>
                    <a:pt x="2" y="12"/>
                    <a:pt x="9" y="11"/>
                    <a:pt x="17"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31" name="Freeform 928"/>
            <p:cNvSpPr/>
            <p:nvPr/>
          </p:nvSpPr>
          <p:spPr bwMode="auto">
            <a:xfrm>
              <a:off x="909942" y="12277503"/>
              <a:ext cx="87313" cy="19050"/>
            </a:xfrm>
            <a:custGeom>
              <a:avLst/>
              <a:gdLst>
                <a:gd name="T0" fmla="*/ 16 w 32"/>
                <a:gd name="T1" fmla="*/ 5 h 7"/>
                <a:gd name="T2" fmla="*/ 31 w 32"/>
                <a:gd name="T3" fmla="*/ 1 h 7"/>
                <a:gd name="T4" fmla="*/ 14 w 32"/>
                <a:gd name="T5" fmla="*/ 2 h 7"/>
                <a:gd name="T6" fmla="*/ 0 w 32"/>
                <a:gd name="T7" fmla="*/ 6 h 7"/>
                <a:gd name="T8" fmla="*/ 16 w 32"/>
                <a:gd name="T9" fmla="*/ 5 h 7"/>
              </a:gdLst>
              <a:ahLst/>
              <a:cxnLst>
                <a:cxn ang="0">
                  <a:pos x="T0" y="T1"/>
                </a:cxn>
                <a:cxn ang="0">
                  <a:pos x="T2" y="T3"/>
                </a:cxn>
                <a:cxn ang="0">
                  <a:pos x="T4" y="T5"/>
                </a:cxn>
                <a:cxn ang="0">
                  <a:pos x="T6" y="T7"/>
                </a:cxn>
                <a:cxn ang="0">
                  <a:pos x="T8" y="T9"/>
                </a:cxn>
              </a:cxnLst>
              <a:rect l="0" t="0" r="r" b="b"/>
              <a:pathLst>
                <a:path w="32" h="7">
                  <a:moveTo>
                    <a:pt x="16" y="5"/>
                  </a:moveTo>
                  <a:cubicBezTo>
                    <a:pt x="25" y="3"/>
                    <a:pt x="32" y="2"/>
                    <a:pt x="31" y="1"/>
                  </a:cubicBezTo>
                  <a:cubicBezTo>
                    <a:pt x="31" y="0"/>
                    <a:pt x="23" y="1"/>
                    <a:pt x="14" y="2"/>
                  </a:cubicBezTo>
                  <a:cubicBezTo>
                    <a:pt x="6" y="3"/>
                    <a:pt x="0" y="5"/>
                    <a:pt x="0" y="6"/>
                  </a:cubicBezTo>
                  <a:cubicBezTo>
                    <a:pt x="0" y="7"/>
                    <a:pt x="7" y="6"/>
                    <a:pt x="1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32" name="Freeform 929"/>
            <p:cNvSpPr/>
            <p:nvPr/>
          </p:nvSpPr>
          <p:spPr bwMode="auto">
            <a:xfrm>
              <a:off x="1122667" y="12248928"/>
              <a:ext cx="87313" cy="15875"/>
            </a:xfrm>
            <a:custGeom>
              <a:avLst/>
              <a:gdLst>
                <a:gd name="T0" fmla="*/ 16 w 32"/>
                <a:gd name="T1" fmla="*/ 4 h 6"/>
                <a:gd name="T2" fmla="*/ 32 w 32"/>
                <a:gd name="T3" fmla="*/ 1 h 6"/>
                <a:gd name="T4" fmla="*/ 15 w 32"/>
                <a:gd name="T5" fmla="*/ 1 h 6"/>
                <a:gd name="T6" fmla="*/ 0 w 32"/>
                <a:gd name="T7" fmla="*/ 5 h 6"/>
                <a:gd name="T8" fmla="*/ 16 w 32"/>
                <a:gd name="T9" fmla="*/ 4 h 6"/>
              </a:gdLst>
              <a:ahLst/>
              <a:cxnLst>
                <a:cxn ang="0">
                  <a:pos x="T0" y="T1"/>
                </a:cxn>
                <a:cxn ang="0">
                  <a:pos x="T2" y="T3"/>
                </a:cxn>
                <a:cxn ang="0">
                  <a:pos x="T4" y="T5"/>
                </a:cxn>
                <a:cxn ang="0">
                  <a:pos x="T6" y="T7"/>
                </a:cxn>
                <a:cxn ang="0">
                  <a:pos x="T8" y="T9"/>
                </a:cxn>
              </a:cxnLst>
              <a:rect l="0" t="0" r="r" b="b"/>
              <a:pathLst>
                <a:path w="32" h="6">
                  <a:moveTo>
                    <a:pt x="16" y="4"/>
                  </a:moveTo>
                  <a:cubicBezTo>
                    <a:pt x="25" y="3"/>
                    <a:pt x="32" y="2"/>
                    <a:pt x="32" y="1"/>
                  </a:cubicBezTo>
                  <a:cubicBezTo>
                    <a:pt x="32" y="0"/>
                    <a:pt x="24" y="0"/>
                    <a:pt x="15" y="1"/>
                  </a:cubicBezTo>
                  <a:cubicBezTo>
                    <a:pt x="7" y="3"/>
                    <a:pt x="0" y="4"/>
                    <a:pt x="0" y="5"/>
                  </a:cubicBezTo>
                  <a:cubicBezTo>
                    <a:pt x="1" y="6"/>
                    <a:pt x="8" y="5"/>
                    <a:pt x="1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33" name="Freeform 930"/>
            <p:cNvSpPr/>
            <p:nvPr/>
          </p:nvSpPr>
          <p:spPr bwMode="auto">
            <a:xfrm>
              <a:off x="1333804" y="12226703"/>
              <a:ext cx="90488" cy="11113"/>
            </a:xfrm>
            <a:custGeom>
              <a:avLst/>
              <a:gdLst>
                <a:gd name="T0" fmla="*/ 17 w 33"/>
                <a:gd name="T1" fmla="*/ 3 h 4"/>
                <a:gd name="T2" fmla="*/ 32 w 33"/>
                <a:gd name="T3" fmla="*/ 0 h 4"/>
                <a:gd name="T4" fmla="*/ 15 w 33"/>
                <a:gd name="T5" fmla="*/ 0 h 4"/>
                <a:gd name="T6" fmla="*/ 1 w 33"/>
                <a:gd name="T7" fmla="*/ 3 h 4"/>
                <a:gd name="T8" fmla="*/ 17 w 33"/>
                <a:gd name="T9" fmla="*/ 3 h 4"/>
              </a:gdLst>
              <a:ahLst/>
              <a:cxnLst>
                <a:cxn ang="0">
                  <a:pos x="T0" y="T1"/>
                </a:cxn>
                <a:cxn ang="0">
                  <a:pos x="T2" y="T3"/>
                </a:cxn>
                <a:cxn ang="0">
                  <a:pos x="T4" y="T5"/>
                </a:cxn>
                <a:cxn ang="0">
                  <a:pos x="T6" y="T7"/>
                </a:cxn>
                <a:cxn ang="0">
                  <a:pos x="T8" y="T9"/>
                </a:cxn>
              </a:cxnLst>
              <a:rect l="0" t="0" r="r" b="b"/>
              <a:pathLst>
                <a:path w="33" h="4">
                  <a:moveTo>
                    <a:pt x="17" y="3"/>
                  </a:moveTo>
                  <a:cubicBezTo>
                    <a:pt x="26" y="2"/>
                    <a:pt x="33" y="1"/>
                    <a:pt x="32" y="0"/>
                  </a:cubicBezTo>
                  <a:cubicBezTo>
                    <a:pt x="32" y="0"/>
                    <a:pt x="24" y="0"/>
                    <a:pt x="15" y="0"/>
                  </a:cubicBezTo>
                  <a:cubicBezTo>
                    <a:pt x="6" y="1"/>
                    <a:pt x="0" y="3"/>
                    <a:pt x="1" y="3"/>
                  </a:cubicBezTo>
                  <a:cubicBezTo>
                    <a:pt x="2" y="4"/>
                    <a:pt x="9" y="4"/>
                    <a:pt x="1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34" name="Freeform 931"/>
            <p:cNvSpPr/>
            <p:nvPr/>
          </p:nvSpPr>
          <p:spPr bwMode="auto">
            <a:xfrm>
              <a:off x="1548117" y="12207653"/>
              <a:ext cx="90488" cy="11113"/>
            </a:xfrm>
            <a:custGeom>
              <a:avLst/>
              <a:gdLst>
                <a:gd name="T0" fmla="*/ 17 w 33"/>
                <a:gd name="T1" fmla="*/ 3 h 4"/>
                <a:gd name="T2" fmla="*/ 32 w 33"/>
                <a:gd name="T3" fmla="*/ 1 h 4"/>
                <a:gd name="T4" fmla="*/ 15 w 33"/>
                <a:gd name="T5" fmla="*/ 0 h 4"/>
                <a:gd name="T6" fmla="*/ 1 w 33"/>
                <a:gd name="T7" fmla="*/ 3 h 4"/>
                <a:gd name="T8" fmla="*/ 17 w 33"/>
                <a:gd name="T9" fmla="*/ 3 h 4"/>
              </a:gdLst>
              <a:ahLst/>
              <a:cxnLst>
                <a:cxn ang="0">
                  <a:pos x="T0" y="T1"/>
                </a:cxn>
                <a:cxn ang="0">
                  <a:pos x="T2" y="T3"/>
                </a:cxn>
                <a:cxn ang="0">
                  <a:pos x="T4" y="T5"/>
                </a:cxn>
                <a:cxn ang="0">
                  <a:pos x="T6" y="T7"/>
                </a:cxn>
                <a:cxn ang="0">
                  <a:pos x="T8" y="T9"/>
                </a:cxn>
              </a:cxnLst>
              <a:rect l="0" t="0" r="r" b="b"/>
              <a:pathLst>
                <a:path w="33" h="4">
                  <a:moveTo>
                    <a:pt x="17" y="3"/>
                  </a:moveTo>
                  <a:cubicBezTo>
                    <a:pt x="26" y="2"/>
                    <a:pt x="33" y="2"/>
                    <a:pt x="32" y="1"/>
                  </a:cubicBezTo>
                  <a:cubicBezTo>
                    <a:pt x="32" y="0"/>
                    <a:pt x="23" y="0"/>
                    <a:pt x="15" y="0"/>
                  </a:cubicBezTo>
                  <a:cubicBezTo>
                    <a:pt x="6" y="1"/>
                    <a:pt x="0" y="3"/>
                    <a:pt x="1" y="3"/>
                  </a:cubicBezTo>
                  <a:cubicBezTo>
                    <a:pt x="2" y="4"/>
                    <a:pt x="9" y="4"/>
                    <a:pt x="1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35" name="Freeform 932"/>
            <p:cNvSpPr/>
            <p:nvPr/>
          </p:nvSpPr>
          <p:spPr bwMode="auto">
            <a:xfrm>
              <a:off x="1762429" y="12193366"/>
              <a:ext cx="90488" cy="11113"/>
            </a:xfrm>
            <a:custGeom>
              <a:avLst/>
              <a:gdLst>
                <a:gd name="T0" fmla="*/ 17 w 33"/>
                <a:gd name="T1" fmla="*/ 3 h 4"/>
                <a:gd name="T2" fmla="*/ 32 w 33"/>
                <a:gd name="T3" fmla="*/ 1 h 4"/>
                <a:gd name="T4" fmla="*/ 15 w 33"/>
                <a:gd name="T5" fmla="*/ 0 h 4"/>
                <a:gd name="T6" fmla="*/ 1 w 33"/>
                <a:gd name="T7" fmla="*/ 3 h 4"/>
                <a:gd name="T8" fmla="*/ 17 w 33"/>
                <a:gd name="T9" fmla="*/ 3 h 4"/>
              </a:gdLst>
              <a:ahLst/>
              <a:cxnLst>
                <a:cxn ang="0">
                  <a:pos x="T0" y="T1"/>
                </a:cxn>
                <a:cxn ang="0">
                  <a:pos x="T2" y="T3"/>
                </a:cxn>
                <a:cxn ang="0">
                  <a:pos x="T4" y="T5"/>
                </a:cxn>
                <a:cxn ang="0">
                  <a:pos x="T6" y="T7"/>
                </a:cxn>
                <a:cxn ang="0">
                  <a:pos x="T8" y="T9"/>
                </a:cxn>
              </a:cxnLst>
              <a:rect l="0" t="0" r="r" b="b"/>
              <a:pathLst>
                <a:path w="33" h="4">
                  <a:moveTo>
                    <a:pt x="17" y="3"/>
                  </a:moveTo>
                  <a:cubicBezTo>
                    <a:pt x="26" y="3"/>
                    <a:pt x="33" y="2"/>
                    <a:pt x="32" y="1"/>
                  </a:cubicBezTo>
                  <a:cubicBezTo>
                    <a:pt x="32" y="0"/>
                    <a:pt x="24" y="0"/>
                    <a:pt x="15" y="0"/>
                  </a:cubicBezTo>
                  <a:cubicBezTo>
                    <a:pt x="7" y="1"/>
                    <a:pt x="0" y="2"/>
                    <a:pt x="1" y="3"/>
                  </a:cubicBezTo>
                  <a:cubicBezTo>
                    <a:pt x="1" y="4"/>
                    <a:pt x="8" y="4"/>
                    <a:pt x="1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36" name="Freeform 933"/>
            <p:cNvSpPr/>
            <p:nvPr/>
          </p:nvSpPr>
          <p:spPr bwMode="auto">
            <a:xfrm>
              <a:off x="1976742" y="12182253"/>
              <a:ext cx="90488" cy="11113"/>
            </a:xfrm>
            <a:custGeom>
              <a:avLst/>
              <a:gdLst>
                <a:gd name="T0" fmla="*/ 17 w 33"/>
                <a:gd name="T1" fmla="*/ 4 h 4"/>
                <a:gd name="T2" fmla="*/ 32 w 33"/>
                <a:gd name="T3" fmla="*/ 2 h 4"/>
                <a:gd name="T4" fmla="*/ 15 w 33"/>
                <a:gd name="T5" fmla="*/ 0 h 4"/>
                <a:gd name="T6" fmla="*/ 1 w 33"/>
                <a:gd name="T7" fmla="*/ 3 h 4"/>
                <a:gd name="T8" fmla="*/ 17 w 33"/>
                <a:gd name="T9" fmla="*/ 4 h 4"/>
              </a:gdLst>
              <a:ahLst/>
              <a:cxnLst>
                <a:cxn ang="0">
                  <a:pos x="T0" y="T1"/>
                </a:cxn>
                <a:cxn ang="0">
                  <a:pos x="T2" y="T3"/>
                </a:cxn>
                <a:cxn ang="0">
                  <a:pos x="T4" y="T5"/>
                </a:cxn>
                <a:cxn ang="0">
                  <a:pos x="T6" y="T7"/>
                </a:cxn>
                <a:cxn ang="0">
                  <a:pos x="T8" y="T9"/>
                </a:cxn>
              </a:cxnLst>
              <a:rect l="0" t="0" r="r" b="b"/>
              <a:pathLst>
                <a:path w="33" h="4">
                  <a:moveTo>
                    <a:pt x="17" y="4"/>
                  </a:moveTo>
                  <a:cubicBezTo>
                    <a:pt x="26" y="4"/>
                    <a:pt x="33" y="3"/>
                    <a:pt x="32" y="2"/>
                  </a:cubicBezTo>
                  <a:cubicBezTo>
                    <a:pt x="32" y="1"/>
                    <a:pt x="23" y="0"/>
                    <a:pt x="15" y="0"/>
                  </a:cubicBezTo>
                  <a:cubicBezTo>
                    <a:pt x="6" y="1"/>
                    <a:pt x="0" y="2"/>
                    <a:pt x="1" y="3"/>
                  </a:cubicBezTo>
                  <a:cubicBezTo>
                    <a:pt x="2" y="4"/>
                    <a:pt x="9" y="4"/>
                    <a:pt x="17"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37" name="Freeform 934"/>
            <p:cNvSpPr/>
            <p:nvPr/>
          </p:nvSpPr>
          <p:spPr bwMode="auto">
            <a:xfrm>
              <a:off x="2194229" y="12174316"/>
              <a:ext cx="87313" cy="14288"/>
            </a:xfrm>
            <a:custGeom>
              <a:avLst/>
              <a:gdLst>
                <a:gd name="T0" fmla="*/ 16 w 32"/>
                <a:gd name="T1" fmla="*/ 5 h 5"/>
                <a:gd name="T2" fmla="*/ 31 w 32"/>
                <a:gd name="T3" fmla="*/ 2 h 5"/>
                <a:gd name="T4" fmla="*/ 14 w 32"/>
                <a:gd name="T5" fmla="*/ 0 h 5"/>
                <a:gd name="T6" fmla="*/ 0 w 32"/>
                <a:gd name="T7" fmla="*/ 3 h 5"/>
                <a:gd name="T8" fmla="*/ 16 w 32"/>
                <a:gd name="T9" fmla="*/ 5 h 5"/>
              </a:gdLst>
              <a:ahLst/>
              <a:cxnLst>
                <a:cxn ang="0">
                  <a:pos x="T0" y="T1"/>
                </a:cxn>
                <a:cxn ang="0">
                  <a:pos x="T2" y="T3"/>
                </a:cxn>
                <a:cxn ang="0">
                  <a:pos x="T4" y="T5"/>
                </a:cxn>
                <a:cxn ang="0">
                  <a:pos x="T6" y="T7"/>
                </a:cxn>
                <a:cxn ang="0">
                  <a:pos x="T8" y="T9"/>
                </a:cxn>
              </a:cxnLst>
              <a:rect l="0" t="0" r="r" b="b"/>
              <a:pathLst>
                <a:path w="32" h="5">
                  <a:moveTo>
                    <a:pt x="16" y="5"/>
                  </a:moveTo>
                  <a:cubicBezTo>
                    <a:pt x="25" y="4"/>
                    <a:pt x="32" y="3"/>
                    <a:pt x="31" y="2"/>
                  </a:cubicBezTo>
                  <a:cubicBezTo>
                    <a:pt x="31" y="1"/>
                    <a:pt x="23" y="0"/>
                    <a:pt x="14" y="0"/>
                  </a:cubicBezTo>
                  <a:cubicBezTo>
                    <a:pt x="6" y="0"/>
                    <a:pt x="0" y="2"/>
                    <a:pt x="0" y="3"/>
                  </a:cubicBezTo>
                  <a:cubicBezTo>
                    <a:pt x="0" y="4"/>
                    <a:pt x="7" y="5"/>
                    <a:pt x="1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38" name="Freeform 935"/>
            <p:cNvSpPr/>
            <p:nvPr/>
          </p:nvSpPr>
          <p:spPr bwMode="auto">
            <a:xfrm>
              <a:off x="2408542" y="12166378"/>
              <a:ext cx="87313" cy="15875"/>
            </a:xfrm>
            <a:custGeom>
              <a:avLst/>
              <a:gdLst>
                <a:gd name="T0" fmla="*/ 16 w 32"/>
                <a:gd name="T1" fmla="*/ 6 h 6"/>
                <a:gd name="T2" fmla="*/ 31 w 32"/>
                <a:gd name="T3" fmla="*/ 3 h 6"/>
                <a:gd name="T4" fmla="*/ 14 w 32"/>
                <a:gd name="T5" fmla="*/ 0 h 6"/>
                <a:gd name="T6" fmla="*/ 0 w 32"/>
                <a:gd name="T7" fmla="*/ 3 h 6"/>
                <a:gd name="T8" fmla="*/ 16 w 32"/>
                <a:gd name="T9" fmla="*/ 6 h 6"/>
              </a:gdLst>
              <a:ahLst/>
              <a:cxnLst>
                <a:cxn ang="0">
                  <a:pos x="T0" y="T1"/>
                </a:cxn>
                <a:cxn ang="0">
                  <a:pos x="T2" y="T3"/>
                </a:cxn>
                <a:cxn ang="0">
                  <a:pos x="T4" y="T5"/>
                </a:cxn>
                <a:cxn ang="0">
                  <a:pos x="T6" y="T7"/>
                </a:cxn>
                <a:cxn ang="0">
                  <a:pos x="T8" y="T9"/>
                </a:cxn>
              </a:cxnLst>
              <a:rect l="0" t="0" r="r" b="b"/>
              <a:pathLst>
                <a:path w="32" h="6">
                  <a:moveTo>
                    <a:pt x="16" y="6"/>
                  </a:moveTo>
                  <a:cubicBezTo>
                    <a:pt x="25" y="6"/>
                    <a:pt x="32" y="4"/>
                    <a:pt x="31" y="3"/>
                  </a:cubicBezTo>
                  <a:cubicBezTo>
                    <a:pt x="31" y="1"/>
                    <a:pt x="23" y="0"/>
                    <a:pt x="14" y="0"/>
                  </a:cubicBezTo>
                  <a:cubicBezTo>
                    <a:pt x="6" y="0"/>
                    <a:pt x="0" y="2"/>
                    <a:pt x="0" y="3"/>
                  </a:cubicBezTo>
                  <a:cubicBezTo>
                    <a:pt x="0" y="5"/>
                    <a:pt x="7" y="6"/>
                    <a:pt x="1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39" name="Freeform 936"/>
            <p:cNvSpPr/>
            <p:nvPr/>
          </p:nvSpPr>
          <p:spPr bwMode="auto">
            <a:xfrm>
              <a:off x="2621267" y="12158441"/>
              <a:ext cx="88900" cy="19050"/>
            </a:xfrm>
            <a:custGeom>
              <a:avLst/>
              <a:gdLst>
                <a:gd name="T0" fmla="*/ 17 w 33"/>
                <a:gd name="T1" fmla="*/ 7 h 7"/>
                <a:gd name="T2" fmla="*/ 32 w 33"/>
                <a:gd name="T3" fmla="*/ 4 h 7"/>
                <a:gd name="T4" fmla="*/ 15 w 33"/>
                <a:gd name="T5" fmla="*/ 1 h 7"/>
                <a:gd name="T6" fmla="*/ 1 w 33"/>
                <a:gd name="T7" fmla="*/ 4 h 7"/>
                <a:gd name="T8" fmla="*/ 17 w 33"/>
                <a:gd name="T9" fmla="*/ 7 h 7"/>
              </a:gdLst>
              <a:ahLst/>
              <a:cxnLst>
                <a:cxn ang="0">
                  <a:pos x="T0" y="T1"/>
                </a:cxn>
                <a:cxn ang="0">
                  <a:pos x="T2" y="T3"/>
                </a:cxn>
                <a:cxn ang="0">
                  <a:pos x="T4" y="T5"/>
                </a:cxn>
                <a:cxn ang="0">
                  <a:pos x="T6" y="T7"/>
                </a:cxn>
                <a:cxn ang="0">
                  <a:pos x="T8" y="T9"/>
                </a:cxn>
              </a:cxnLst>
              <a:rect l="0" t="0" r="r" b="b"/>
              <a:pathLst>
                <a:path w="33" h="7">
                  <a:moveTo>
                    <a:pt x="17" y="7"/>
                  </a:moveTo>
                  <a:cubicBezTo>
                    <a:pt x="26" y="7"/>
                    <a:pt x="33" y="6"/>
                    <a:pt x="32" y="4"/>
                  </a:cubicBezTo>
                  <a:cubicBezTo>
                    <a:pt x="32" y="2"/>
                    <a:pt x="23" y="0"/>
                    <a:pt x="15" y="1"/>
                  </a:cubicBezTo>
                  <a:cubicBezTo>
                    <a:pt x="7" y="1"/>
                    <a:pt x="0" y="3"/>
                    <a:pt x="1" y="4"/>
                  </a:cubicBezTo>
                  <a:cubicBezTo>
                    <a:pt x="1" y="6"/>
                    <a:pt x="8" y="7"/>
                    <a:pt x="17"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40" name="Freeform 937"/>
            <p:cNvSpPr/>
            <p:nvPr/>
          </p:nvSpPr>
          <p:spPr bwMode="auto">
            <a:xfrm>
              <a:off x="2835579" y="12153678"/>
              <a:ext cx="88900" cy="20638"/>
            </a:xfrm>
            <a:custGeom>
              <a:avLst/>
              <a:gdLst>
                <a:gd name="T0" fmla="*/ 18 w 33"/>
                <a:gd name="T1" fmla="*/ 7 h 8"/>
                <a:gd name="T2" fmla="*/ 32 w 33"/>
                <a:gd name="T3" fmla="*/ 3 h 8"/>
                <a:gd name="T4" fmla="*/ 14 w 33"/>
                <a:gd name="T5" fmla="*/ 0 h 8"/>
                <a:gd name="T6" fmla="*/ 1 w 33"/>
                <a:gd name="T7" fmla="*/ 5 h 8"/>
                <a:gd name="T8" fmla="*/ 18 w 33"/>
                <a:gd name="T9" fmla="*/ 7 h 8"/>
              </a:gdLst>
              <a:ahLst/>
              <a:cxnLst>
                <a:cxn ang="0">
                  <a:pos x="T0" y="T1"/>
                </a:cxn>
                <a:cxn ang="0">
                  <a:pos x="T2" y="T3"/>
                </a:cxn>
                <a:cxn ang="0">
                  <a:pos x="T4" y="T5"/>
                </a:cxn>
                <a:cxn ang="0">
                  <a:pos x="T6" y="T7"/>
                </a:cxn>
                <a:cxn ang="0">
                  <a:pos x="T8" y="T9"/>
                </a:cxn>
              </a:cxnLst>
              <a:rect l="0" t="0" r="r" b="b"/>
              <a:pathLst>
                <a:path w="33" h="8">
                  <a:moveTo>
                    <a:pt x="18" y="7"/>
                  </a:moveTo>
                  <a:cubicBezTo>
                    <a:pt x="27" y="7"/>
                    <a:pt x="33" y="5"/>
                    <a:pt x="32" y="3"/>
                  </a:cubicBezTo>
                  <a:cubicBezTo>
                    <a:pt x="31" y="1"/>
                    <a:pt x="23" y="0"/>
                    <a:pt x="14" y="0"/>
                  </a:cubicBezTo>
                  <a:cubicBezTo>
                    <a:pt x="5" y="0"/>
                    <a:pt x="0" y="3"/>
                    <a:pt x="1" y="5"/>
                  </a:cubicBezTo>
                  <a:cubicBezTo>
                    <a:pt x="2" y="7"/>
                    <a:pt x="10" y="8"/>
                    <a:pt x="18"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41" name="Freeform 938"/>
            <p:cNvSpPr/>
            <p:nvPr/>
          </p:nvSpPr>
          <p:spPr bwMode="auto">
            <a:xfrm>
              <a:off x="3049892" y="12145741"/>
              <a:ext cx="92075" cy="23813"/>
            </a:xfrm>
            <a:custGeom>
              <a:avLst/>
              <a:gdLst>
                <a:gd name="T0" fmla="*/ 18 w 34"/>
                <a:gd name="T1" fmla="*/ 8 h 9"/>
                <a:gd name="T2" fmla="*/ 32 w 34"/>
                <a:gd name="T3" fmla="*/ 4 h 9"/>
                <a:gd name="T4" fmla="*/ 16 w 34"/>
                <a:gd name="T5" fmla="*/ 0 h 9"/>
                <a:gd name="T6" fmla="*/ 1 w 34"/>
                <a:gd name="T7" fmla="*/ 5 h 9"/>
                <a:gd name="T8" fmla="*/ 18 w 34"/>
                <a:gd name="T9" fmla="*/ 8 h 9"/>
              </a:gdLst>
              <a:ahLst/>
              <a:cxnLst>
                <a:cxn ang="0">
                  <a:pos x="T0" y="T1"/>
                </a:cxn>
                <a:cxn ang="0">
                  <a:pos x="T2" y="T3"/>
                </a:cxn>
                <a:cxn ang="0">
                  <a:pos x="T4" y="T5"/>
                </a:cxn>
                <a:cxn ang="0">
                  <a:pos x="T6" y="T7"/>
                </a:cxn>
                <a:cxn ang="0">
                  <a:pos x="T8" y="T9"/>
                </a:cxn>
              </a:cxnLst>
              <a:rect l="0" t="0" r="r" b="b"/>
              <a:pathLst>
                <a:path w="34" h="9">
                  <a:moveTo>
                    <a:pt x="18" y="8"/>
                  </a:moveTo>
                  <a:cubicBezTo>
                    <a:pt x="27" y="8"/>
                    <a:pt x="34" y="6"/>
                    <a:pt x="32" y="4"/>
                  </a:cubicBezTo>
                  <a:cubicBezTo>
                    <a:pt x="31" y="1"/>
                    <a:pt x="24" y="0"/>
                    <a:pt x="16" y="0"/>
                  </a:cubicBezTo>
                  <a:cubicBezTo>
                    <a:pt x="7" y="0"/>
                    <a:pt x="0" y="3"/>
                    <a:pt x="1" y="5"/>
                  </a:cubicBezTo>
                  <a:cubicBezTo>
                    <a:pt x="2" y="7"/>
                    <a:pt x="9" y="9"/>
                    <a:pt x="1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42" name="Freeform 939"/>
            <p:cNvSpPr/>
            <p:nvPr/>
          </p:nvSpPr>
          <p:spPr bwMode="auto">
            <a:xfrm>
              <a:off x="3264204" y="12134628"/>
              <a:ext cx="92075" cy="26988"/>
            </a:xfrm>
            <a:custGeom>
              <a:avLst/>
              <a:gdLst>
                <a:gd name="T0" fmla="*/ 19 w 34"/>
                <a:gd name="T1" fmla="*/ 10 h 10"/>
                <a:gd name="T2" fmla="*/ 32 w 34"/>
                <a:gd name="T3" fmla="*/ 4 h 10"/>
                <a:gd name="T4" fmla="*/ 15 w 34"/>
                <a:gd name="T5" fmla="*/ 0 h 10"/>
                <a:gd name="T6" fmla="*/ 1 w 34"/>
                <a:gd name="T7" fmla="*/ 6 h 10"/>
                <a:gd name="T8" fmla="*/ 19 w 34"/>
                <a:gd name="T9" fmla="*/ 10 h 10"/>
              </a:gdLst>
              <a:ahLst/>
              <a:cxnLst>
                <a:cxn ang="0">
                  <a:pos x="T0" y="T1"/>
                </a:cxn>
                <a:cxn ang="0">
                  <a:pos x="T2" y="T3"/>
                </a:cxn>
                <a:cxn ang="0">
                  <a:pos x="T4" y="T5"/>
                </a:cxn>
                <a:cxn ang="0">
                  <a:pos x="T6" y="T7"/>
                </a:cxn>
                <a:cxn ang="0">
                  <a:pos x="T8" y="T9"/>
                </a:cxn>
              </a:cxnLst>
              <a:rect l="0" t="0" r="r" b="b"/>
              <a:pathLst>
                <a:path w="34" h="10">
                  <a:moveTo>
                    <a:pt x="19" y="10"/>
                  </a:moveTo>
                  <a:cubicBezTo>
                    <a:pt x="27" y="9"/>
                    <a:pt x="34" y="7"/>
                    <a:pt x="32" y="4"/>
                  </a:cubicBezTo>
                  <a:cubicBezTo>
                    <a:pt x="31" y="2"/>
                    <a:pt x="23" y="0"/>
                    <a:pt x="15" y="0"/>
                  </a:cubicBezTo>
                  <a:cubicBezTo>
                    <a:pt x="7" y="1"/>
                    <a:pt x="0" y="3"/>
                    <a:pt x="1" y="6"/>
                  </a:cubicBezTo>
                  <a:cubicBezTo>
                    <a:pt x="2" y="9"/>
                    <a:pt x="9" y="10"/>
                    <a:pt x="19"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43" name="Freeform 940"/>
            <p:cNvSpPr/>
            <p:nvPr/>
          </p:nvSpPr>
          <p:spPr bwMode="auto">
            <a:xfrm>
              <a:off x="3478517" y="12123516"/>
              <a:ext cx="88900" cy="26988"/>
            </a:xfrm>
            <a:custGeom>
              <a:avLst/>
              <a:gdLst>
                <a:gd name="T0" fmla="*/ 18 w 33"/>
                <a:gd name="T1" fmla="*/ 10 h 10"/>
                <a:gd name="T2" fmla="*/ 32 w 33"/>
                <a:gd name="T3" fmla="*/ 4 h 10"/>
                <a:gd name="T4" fmla="*/ 16 w 33"/>
                <a:gd name="T5" fmla="*/ 0 h 10"/>
                <a:gd name="T6" fmla="*/ 1 w 33"/>
                <a:gd name="T7" fmla="*/ 6 h 10"/>
                <a:gd name="T8" fmla="*/ 18 w 33"/>
                <a:gd name="T9" fmla="*/ 10 h 10"/>
              </a:gdLst>
              <a:ahLst/>
              <a:cxnLst>
                <a:cxn ang="0">
                  <a:pos x="T0" y="T1"/>
                </a:cxn>
                <a:cxn ang="0">
                  <a:pos x="T2" y="T3"/>
                </a:cxn>
                <a:cxn ang="0">
                  <a:pos x="T4" y="T5"/>
                </a:cxn>
                <a:cxn ang="0">
                  <a:pos x="T6" y="T7"/>
                </a:cxn>
                <a:cxn ang="0">
                  <a:pos x="T8" y="T9"/>
                </a:cxn>
              </a:cxnLst>
              <a:rect l="0" t="0" r="r" b="b"/>
              <a:pathLst>
                <a:path w="33" h="10">
                  <a:moveTo>
                    <a:pt x="18" y="10"/>
                  </a:moveTo>
                  <a:cubicBezTo>
                    <a:pt x="27" y="10"/>
                    <a:pt x="33" y="7"/>
                    <a:pt x="32" y="4"/>
                  </a:cubicBezTo>
                  <a:cubicBezTo>
                    <a:pt x="31" y="2"/>
                    <a:pt x="24" y="0"/>
                    <a:pt x="16" y="0"/>
                  </a:cubicBezTo>
                  <a:cubicBezTo>
                    <a:pt x="7" y="0"/>
                    <a:pt x="0" y="3"/>
                    <a:pt x="1" y="6"/>
                  </a:cubicBezTo>
                  <a:cubicBezTo>
                    <a:pt x="1" y="9"/>
                    <a:pt x="9" y="10"/>
                    <a:pt x="18"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44" name="Freeform 941"/>
            <p:cNvSpPr/>
            <p:nvPr/>
          </p:nvSpPr>
          <p:spPr bwMode="auto">
            <a:xfrm>
              <a:off x="3689654" y="12107641"/>
              <a:ext cx="92075" cy="31750"/>
            </a:xfrm>
            <a:custGeom>
              <a:avLst/>
              <a:gdLst>
                <a:gd name="T0" fmla="*/ 19 w 34"/>
                <a:gd name="T1" fmla="*/ 11 h 12"/>
                <a:gd name="T2" fmla="*/ 33 w 34"/>
                <a:gd name="T3" fmla="*/ 5 h 12"/>
                <a:gd name="T4" fmla="*/ 15 w 34"/>
                <a:gd name="T5" fmla="*/ 1 h 12"/>
                <a:gd name="T6" fmla="*/ 2 w 34"/>
                <a:gd name="T7" fmla="*/ 8 h 12"/>
                <a:gd name="T8" fmla="*/ 19 w 34"/>
                <a:gd name="T9" fmla="*/ 11 h 12"/>
              </a:gdLst>
              <a:ahLst/>
              <a:cxnLst>
                <a:cxn ang="0">
                  <a:pos x="T0" y="T1"/>
                </a:cxn>
                <a:cxn ang="0">
                  <a:pos x="T2" y="T3"/>
                </a:cxn>
                <a:cxn ang="0">
                  <a:pos x="T4" y="T5"/>
                </a:cxn>
                <a:cxn ang="0">
                  <a:pos x="T6" y="T7"/>
                </a:cxn>
                <a:cxn ang="0">
                  <a:pos x="T8" y="T9"/>
                </a:cxn>
              </a:cxnLst>
              <a:rect l="0" t="0" r="r" b="b"/>
              <a:pathLst>
                <a:path w="34" h="12">
                  <a:moveTo>
                    <a:pt x="19" y="11"/>
                  </a:moveTo>
                  <a:cubicBezTo>
                    <a:pt x="28" y="11"/>
                    <a:pt x="34" y="8"/>
                    <a:pt x="33" y="5"/>
                  </a:cubicBezTo>
                  <a:cubicBezTo>
                    <a:pt x="32" y="2"/>
                    <a:pt x="23" y="0"/>
                    <a:pt x="15" y="1"/>
                  </a:cubicBezTo>
                  <a:cubicBezTo>
                    <a:pt x="6" y="1"/>
                    <a:pt x="0" y="5"/>
                    <a:pt x="2" y="8"/>
                  </a:cubicBezTo>
                  <a:cubicBezTo>
                    <a:pt x="3" y="10"/>
                    <a:pt x="10" y="12"/>
                    <a:pt x="19"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45" name="Freeform 942"/>
            <p:cNvSpPr/>
            <p:nvPr/>
          </p:nvSpPr>
          <p:spPr bwMode="auto">
            <a:xfrm>
              <a:off x="3903967" y="12074303"/>
              <a:ext cx="90488" cy="38100"/>
            </a:xfrm>
            <a:custGeom>
              <a:avLst/>
              <a:gdLst>
                <a:gd name="T0" fmla="*/ 18 w 33"/>
                <a:gd name="T1" fmla="*/ 12 h 14"/>
                <a:gd name="T2" fmla="*/ 33 w 33"/>
                <a:gd name="T3" fmla="*/ 4 h 14"/>
                <a:gd name="T4" fmla="*/ 15 w 33"/>
                <a:gd name="T5" fmla="*/ 2 h 14"/>
                <a:gd name="T6" fmla="*/ 1 w 33"/>
                <a:gd name="T7" fmla="*/ 10 h 14"/>
                <a:gd name="T8" fmla="*/ 18 w 33"/>
                <a:gd name="T9" fmla="*/ 12 h 14"/>
              </a:gdLst>
              <a:ahLst/>
              <a:cxnLst>
                <a:cxn ang="0">
                  <a:pos x="T0" y="T1"/>
                </a:cxn>
                <a:cxn ang="0">
                  <a:pos x="T2" y="T3"/>
                </a:cxn>
                <a:cxn ang="0">
                  <a:pos x="T4" y="T5"/>
                </a:cxn>
                <a:cxn ang="0">
                  <a:pos x="T6" y="T7"/>
                </a:cxn>
                <a:cxn ang="0">
                  <a:pos x="T8" y="T9"/>
                </a:cxn>
              </a:cxnLst>
              <a:rect l="0" t="0" r="r" b="b"/>
              <a:pathLst>
                <a:path w="33" h="14">
                  <a:moveTo>
                    <a:pt x="18" y="12"/>
                  </a:moveTo>
                  <a:cubicBezTo>
                    <a:pt x="27" y="11"/>
                    <a:pt x="33" y="7"/>
                    <a:pt x="33" y="4"/>
                  </a:cubicBezTo>
                  <a:cubicBezTo>
                    <a:pt x="32" y="1"/>
                    <a:pt x="24" y="0"/>
                    <a:pt x="15" y="2"/>
                  </a:cubicBezTo>
                  <a:cubicBezTo>
                    <a:pt x="7" y="3"/>
                    <a:pt x="0" y="7"/>
                    <a:pt x="1" y="10"/>
                  </a:cubicBezTo>
                  <a:cubicBezTo>
                    <a:pt x="2" y="13"/>
                    <a:pt x="9" y="14"/>
                    <a:pt x="1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46" name="Freeform 943"/>
            <p:cNvSpPr/>
            <p:nvPr/>
          </p:nvSpPr>
          <p:spPr bwMode="auto">
            <a:xfrm>
              <a:off x="4118279" y="12028266"/>
              <a:ext cx="90488" cy="41275"/>
            </a:xfrm>
            <a:custGeom>
              <a:avLst/>
              <a:gdLst>
                <a:gd name="T0" fmla="*/ 17 w 33"/>
                <a:gd name="T1" fmla="*/ 13 h 15"/>
                <a:gd name="T2" fmla="*/ 32 w 33"/>
                <a:gd name="T3" fmla="*/ 3 h 15"/>
                <a:gd name="T4" fmla="*/ 14 w 33"/>
                <a:gd name="T5" fmla="*/ 2 h 15"/>
                <a:gd name="T6" fmla="*/ 1 w 33"/>
                <a:gd name="T7" fmla="*/ 11 h 15"/>
                <a:gd name="T8" fmla="*/ 17 w 33"/>
                <a:gd name="T9" fmla="*/ 13 h 15"/>
              </a:gdLst>
              <a:ahLst/>
              <a:cxnLst>
                <a:cxn ang="0">
                  <a:pos x="T0" y="T1"/>
                </a:cxn>
                <a:cxn ang="0">
                  <a:pos x="T2" y="T3"/>
                </a:cxn>
                <a:cxn ang="0">
                  <a:pos x="T4" y="T5"/>
                </a:cxn>
                <a:cxn ang="0">
                  <a:pos x="T6" y="T7"/>
                </a:cxn>
                <a:cxn ang="0">
                  <a:pos x="T8" y="T9"/>
                </a:cxn>
              </a:cxnLst>
              <a:rect l="0" t="0" r="r" b="b"/>
              <a:pathLst>
                <a:path w="33" h="15">
                  <a:moveTo>
                    <a:pt x="17" y="13"/>
                  </a:moveTo>
                  <a:cubicBezTo>
                    <a:pt x="26" y="11"/>
                    <a:pt x="33" y="6"/>
                    <a:pt x="32" y="3"/>
                  </a:cubicBezTo>
                  <a:cubicBezTo>
                    <a:pt x="31" y="0"/>
                    <a:pt x="23" y="0"/>
                    <a:pt x="14" y="2"/>
                  </a:cubicBezTo>
                  <a:cubicBezTo>
                    <a:pt x="6" y="4"/>
                    <a:pt x="0" y="8"/>
                    <a:pt x="1" y="11"/>
                  </a:cubicBezTo>
                  <a:cubicBezTo>
                    <a:pt x="2" y="14"/>
                    <a:pt x="9" y="15"/>
                    <a:pt x="17"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47" name="Freeform 944"/>
            <p:cNvSpPr/>
            <p:nvPr/>
          </p:nvSpPr>
          <p:spPr bwMode="auto">
            <a:xfrm>
              <a:off x="4331004" y="11967941"/>
              <a:ext cx="88900" cy="44450"/>
            </a:xfrm>
            <a:custGeom>
              <a:avLst/>
              <a:gdLst>
                <a:gd name="T0" fmla="*/ 17 w 33"/>
                <a:gd name="T1" fmla="*/ 14 h 16"/>
                <a:gd name="T2" fmla="*/ 32 w 33"/>
                <a:gd name="T3" fmla="*/ 3 h 16"/>
                <a:gd name="T4" fmla="*/ 15 w 33"/>
                <a:gd name="T5" fmla="*/ 2 h 16"/>
                <a:gd name="T6" fmla="*/ 1 w 33"/>
                <a:gd name="T7" fmla="*/ 12 h 16"/>
                <a:gd name="T8" fmla="*/ 17 w 33"/>
                <a:gd name="T9" fmla="*/ 14 h 16"/>
              </a:gdLst>
              <a:ahLst/>
              <a:cxnLst>
                <a:cxn ang="0">
                  <a:pos x="T0" y="T1"/>
                </a:cxn>
                <a:cxn ang="0">
                  <a:pos x="T2" y="T3"/>
                </a:cxn>
                <a:cxn ang="0">
                  <a:pos x="T4" y="T5"/>
                </a:cxn>
                <a:cxn ang="0">
                  <a:pos x="T6" y="T7"/>
                </a:cxn>
                <a:cxn ang="0">
                  <a:pos x="T8" y="T9"/>
                </a:cxn>
              </a:cxnLst>
              <a:rect l="0" t="0" r="r" b="b"/>
              <a:pathLst>
                <a:path w="33" h="16">
                  <a:moveTo>
                    <a:pt x="17" y="14"/>
                  </a:moveTo>
                  <a:cubicBezTo>
                    <a:pt x="26" y="11"/>
                    <a:pt x="33" y="6"/>
                    <a:pt x="32" y="3"/>
                  </a:cubicBezTo>
                  <a:cubicBezTo>
                    <a:pt x="31" y="0"/>
                    <a:pt x="23" y="0"/>
                    <a:pt x="15" y="2"/>
                  </a:cubicBezTo>
                  <a:cubicBezTo>
                    <a:pt x="7" y="5"/>
                    <a:pt x="0" y="9"/>
                    <a:pt x="1" y="12"/>
                  </a:cubicBezTo>
                  <a:cubicBezTo>
                    <a:pt x="1" y="15"/>
                    <a:pt x="8" y="16"/>
                    <a:pt x="17"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48" name="Freeform 945"/>
            <p:cNvSpPr/>
            <p:nvPr/>
          </p:nvSpPr>
          <p:spPr bwMode="auto">
            <a:xfrm>
              <a:off x="4542142" y="11894916"/>
              <a:ext cx="87313" cy="49213"/>
            </a:xfrm>
            <a:custGeom>
              <a:avLst/>
              <a:gdLst>
                <a:gd name="T0" fmla="*/ 16 w 32"/>
                <a:gd name="T1" fmla="*/ 16 h 18"/>
                <a:gd name="T2" fmla="*/ 32 w 32"/>
                <a:gd name="T3" fmla="*/ 4 h 18"/>
                <a:gd name="T4" fmla="*/ 15 w 32"/>
                <a:gd name="T5" fmla="*/ 3 h 18"/>
                <a:gd name="T6" fmla="*/ 1 w 32"/>
                <a:gd name="T7" fmla="*/ 15 h 18"/>
                <a:gd name="T8" fmla="*/ 16 w 32"/>
                <a:gd name="T9" fmla="*/ 16 h 18"/>
              </a:gdLst>
              <a:ahLst/>
              <a:cxnLst>
                <a:cxn ang="0">
                  <a:pos x="T0" y="T1"/>
                </a:cxn>
                <a:cxn ang="0">
                  <a:pos x="T2" y="T3"/>
                </a:cxn>
                <a:cxn ang="0">
                  <a:pos x="T4" y="T5"/>
                </a:cxn>
                <a:cxn ang="0">
                  <a:pos x="T6" y="T7"/>
                </a:cxn>
                <a:cxn ang="0">
                  <a:pos x="T8" y="T9"/>
                </a:cxn>
              </a:cxnLst>
              <a:rect l="0" t="0" r="r" b="b"/>
              <a:pathLst>
                <a:path w="32" h="18">
                  <a:moveTo>
                    <a:pt x="16" y="16"/>
                  </a:moveTo>
                  <a:cubicBezTo>
                    <a:pt x="25" y="13"/>
                    <a:pt x="32" y="8"/>
                    <a:pt x="32" y="4"/>
                  </a:cubicBezTo>
                  <a:cubicBezTo>
                    <a:pt x="31" y="1"/>
                    <a:pt x="24" y="0"/>
                    <a:pt x="15" y="3"/>
                  </a:cubicBezTo>
                  <a:cubicBezTo>
                    <a:pt x="6" y="6"/>
                    <a:pt x="0" y="12"/>
                    <a:pt x="1" y="15"/>
                  </a:cubicBezTo>
                  <a:cubicBezTo>
                    <a:pt x="1" y="18"/>
                    <a:pt x="8" y="18"/>
                    <a:pt x="16"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49" name="Freeform 946"/>
            <p:cNvSpPr/>
            <p:nvPr/>
          </p:nvSpPr>
          <p:spPr bwMode="auto">
            <a:xfrm>
              <a:off x="4753279" y="11817128"/>
              <a:ext cx="87313" cy="50800"/>
            </a:xfrm>
            <a:custGeom>
              <a:avLst/>
              <a:gdLst>
                <a:gd name="T0" fmla="*/ 16 w 32"/>
                <a:gd name="T1" fmla="*/ 16 h 19"/>
                <a:gd name="T2" fmla="*/ 31 w 32"/>
                <a:gd name="T3" fmla="*/ 4 h 19"/>
                <a:gd name="T4" fmla="*/ 14 w 32"/>
                <a:gd name="T5" fmla="*/ 3 h 19"/>
                <a:gd name="T6" fmla="*/ 0 w 32"/>
                <a:gd name="T7" fmla="*/ 15 h 19"/>
                <a:gd name="T8" fmla="*/ 16 w 32"/>
                <a:gd name="T9" fmla="*/ 16 h 19"/>
              </a:gdLst>
              <a:ahLst/>
              <a:cxnLst>
                <a:cxn ang="0">
                  <a:pos x="T0" y="T1"/>
                </a:cxn>
                <a:cxn ang="0">
                  <a:pos x="T2" y="T3"/>
                </a:cxn>
                <a:cxn ang="0">
                  <a:pos x="T4" y="T5"/>
                </a:cxn>
                <a:cxn ang="0">
                  <a:pos x="T6" y="T7"/>
                </a:cxn>
                <a:cxn ang="0">
                  <a:pos x="T8" y="T9"/>
                </a:cxn>
              </a:cxnLst>
              <a:rect l="0" t="0" r="r" b="b"/>
              <a:pathLst>
                <a:path w="32" h="19">
                  <a:moveTo>
                    <a:pt x="16" y="16"/>
                  </a:moveTo>
                  <a:cubicBezTo>
                    <a:pt x="25" y="13"/>
                    <a:pt x="32" y="7"/>
                    <a:pt x="31" y="4"/>
                  </a:cubicBezTo>
                  <a:cubicBezTo>
                    <a:pt x="31" y="0"/>
                    <a:pt x="22" y="0"/>
                    <a:pt x="14" y="3"/>
                  </a:cubicBezTo>
                  <a:cubicBezTo>
                    <a:pt x="6" y="7"/>
                    <a:pt x="0" y="12"/>
                    <a:pt x="0" y="15"/>
                  </a:cubicBezTo>
                  <a:cubicBezTo>
                    <a:pt x="0" y="19"/>
                    <a:pt x="8" y="19"/>
                    <a:pt x="16"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50" name="Freeform 947"/>
            <p:cNvSpPr/>
            <p:nvPr/>
          </p:nvSpPr>
          <p:spPr bwMode="auto">
            <a:xfrm>
              <a:off x="4962829" y="11729816"/>
              <a:ext cx="87313" cy="57150"/>
            </a:xfrm>
            <a:custGeom>
              <a:avLst/>
              <a:gdLst>
                <a:gd name="T0" fmla="*/ 17 w 32"/>
                <a:gd name="T1" fmla="*/ 17 h 21"/>
                <a:gd name="T2" fmla="*/ 32 w 32"/>
                <a:gd name="T3" fmla="*/ 4 h 21"/>
                <a:gd name="T4" fmla="*/ 14 w 32"/>
                <a:gd name="T5" fmla="*/ 3 h 21"/>
                <a:gd name="T6" fmla="*/ 1 w 32"/>
                <a:gd name="T7" fmla="*/ 16 h 21"/>
                <a:gd name="T8" fmla="*/ 17 w 32"/>
                <a:gd name="T9" fmla="*/ 17 h 21"/>
              </a:gdLst>
              <a:ahLst/>
              <a:cxnLst>
                <a:cxn ang="0">
                  <a:pos x="T0" y="T1"/>
                </a:cxn>
                <a:cxn ang="0">
                  <a:pos x="T2" y="T3"/>
                </a:cxn>
                <a:cxn ang="0">
                  <a:pos x="T4" y="T5"/>
                </a:cxn>
                <a:cxn ang="0">
                  <a:pos x="T6" y="T7"/>
                </a:cxn>
                <a:cxn ang="0">
                  <a:pos x="T8" y="T9"/>
                </a:cxn>
              </a:cxnLst>
              <a:rect l="0" t="0" r="r" b="b"/>
              <a:pathLst>
                <a:path w="32" h="21">
                  <a:moveTo>
                    <a:pt x="17" y="17"/>
                  </a:moveTo>
                  <a:cubicBezTo>
                    <a:pt x="26" y="14"/>
                    <a:pt x="32" y="8"/>
                    <a:pt x="32" y="4"/>
                  </a:cubicBezTo>
                  <a:cubicBezTo>
                    <a:pt x="31" y="0"/>
                    <a:pt x="23" y="0"/>
                    <a:pt x="14" y="3"/>
                  </a:cubicBezTo>
                  <a:cubicBezTo>
                    <a:pt x="6" y="7"/>
                    <a:pt x="0" y="13"/>
                    <a:pt x="1" y="16"/>
                  </a:cubicBezTo>
                  <a:cubicBezTo>
                    <a:pt x="1" y="20"/>
                    <a:pt x="8" y="21"/>
                    <a:pt x="17"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51" name="Freeform 948"/>
            <p:cNvSpPr/>
            <p:nvPr/>
          </p:nvSpPr>
          <p:spPr bwMode="auto">
            <a:xfrm>
              <a:off x="5172379" y="11637741"/>
              <a:ext cx="88900" cy="58738"/>
            </a:xfrm>
            <a:custGeom>
              <a:avLst/>
              <a:gdLst>
                <a:gd name="T0" fmla="*/ 18 w 33"/>
                <a:gd name="T1" fmla="*/ 18 h 22"/>
                <a:gd name="T2" fmla="*/ 32 w 33"/>
                <a:gd name="T3" fmla="*/ 4 h 22"/>
                <a:gd name="T4" fmla="*/ 15 w 33"/>
                <a:gd name="T5" fmla="*/ 3 h 22"/>
                <a:gd name="T6" fmla="*/ 1 w 33"/>
                <a:gd name="T7" fmla="*/ 18 h 22"/>
                <a:gd name="T8" fmla="*/ 18 w 33"/>
                <a:gd name="T9" fmla="*/ 18 h 22"/>
              </a:gdLst>
              <a:ahLst/>
              <a:cxnLst>
                <a:cxn ang="0">
                  <a:pos x="T0" y="T1"/>
                </a:cxn>
                <a:cxn ang="0">
                  <a:pos x="T2" y="T3"/>
                </a:cxn>
                <a:cxn ang="0">
                  <a:pos x="T4" y="T5"/>
                </a:cxn>
                <a:cxn ang="0">
                  <a:pos x="T6" y="T7"/>
                </a:cxn>
                <a:cxn ang="0">
                  <a:pos x="T8" y="T9"/>
                </a:cxn>
              </a:cxnLst>
              <a:rect l="0" t="0" r="r" b="b"/>
              <a:pathLst>
                <a:path w="33" h="22">
                  <a:moveTo>
                    <a:pt x="18" y="18"/>
                  </a:moveTo>
                  <a:cubicBezTo>
                    <a:pt x="27" y="14"/>
                    <a:pt x="33" y="7"/>
                    <a:pt x="32" y="4"/>
                  </a:cubicBezTo>
                  <a:cubicBezTo>
                    <a:pt x="30" y="0"/>
                    <a:pt x="23" y="0"/>
                    <a:pt x="15" y="3"/>
                  </a:cubicBezTo>
                  <a:cubicBezTo>
                    <a:pt x="6" y="7"/>
                    <a:pt x="0" y="14"/>
                    <a:pt x="1" y="18"/>
                  </a:cubicBezTo>
                  <a:cubicBezTo>
                    <a:pt x="2" y="22"/>
                    <a:pt x="10" y="22"/>
                    <a:pt x="18"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52" name="Freeform 949"/>
            <p:cNvSpPr/>
            <p:nvPr/>
          </p:nvSpPr>
          <p:spPr bwMode="auto">
            <a:xfrm>
              <a:off x="5380342" y="11536141"/>
              <a:ext cx="90488" cy="66675"/>
            </a:xfrm>
            <a:custGeom>
              <a:avLst/>
              <a:gdLst>
                <a:gd name="T0" fmla="*/ 17 w 33"/>
                <a:gd name="T1" fmla="*/ 21 h 24"/>
                <a:gd name="T2" fmla="*/ 32 w 33"/>
                <a:gd name="T3" fmla="*/ 5 h 24"/>
                <a:gd name="T4" fmla="*/ 15 w 33"/>
                <a:gd name="T5" fmla="*/ 4 h 24"/>
                <a:gd name="T6" fmla="*/ 1 w 33"/>
                <a:gd name="T7" fmla="*/ 20 h 24"/>
                <a:gd name="T8" fmla="*/ 17 w 33"/>
                <a:gd name="T9" fmla="*/ 21 h 24"/>
              </a:gdLst>
              <a:ahLst/>
              <a:cxnLst>
                <a:cxn ang="0">
                  <a:pos x="T0" y="T1"/>
                </a:cxn>
                <a:cxn ang="0">
                  <a:pos x="T2" y="T3"/>
                </a:cxn>
                <a:cxn ang="0">
                  <a:pos x="T4" y="T5"/>
                </a:cxn>
                <a:cxn ang="0">
                  <a:pos x="T6" y="T7"/>
                </a:cxn>
                <a:cxn ang="0">
                  <a:pos x="T8" y="T9"/>
                </a:cxn>
              </a:cxnLst>
              <a:rect l="0" t="0" r="r" b="b"/>
              <a:pathLst>
                <a:path w="33" h="24">
                  <a:moveTo>
                    <a:pt x="17" y="21"/>
                  </a:moveTo>
                  <a:cubicBezTo>
                    <a:pt x="26" y="17"/>
                    <a:pt x="33" y="10"/>
                    <a:pt x="32" y="5"/>
                  </a:cubicBezTo>
                  <a:cubicBezTo>
                    <a:pt x="32" y="0"/>
                    <a:pt x="24" y="0"/>
                    <a:pt x="15" y="4"/>
                  </a:cubicBezTo>
                  <a:cubicBezTo>
                    <a:pt x="7" y="8"/>
                    <a:pt x="0" y="16"/>
                    <a:pt x="1" y="20"/>
                  </a:cubicBezTo>
                  <a:cubicBezTo>
                    <a:pt x="2" y="24"/>
                    <a:pt x="9" y="24"/>
                    <a:pt x="17"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53" name="Freeform 950"/>
            <p:cNvSpPr/>
            <p:nvPr/>
          </p:nvSpPr>
          <p:spPr bwMode="auto">
            <a:xfrm>
              <a:off x="5589892" y="11431366"/>
              <a:ext cx="88900" cy="69850"/>
            </a:xfrm>
            <a:custGeom>
              <a:avLst/>
              <a:gdLst>
                <a:gd name="T0" fmla="*/ 19 w 33"/>
                <a:gd name="T1" fmla="*/ 22 h 26"/>
                <a:gd name="T2" fmla="*/ 32 w 33"/>
                <a:gd name="T3" fmla="*/ 5 h 26"/>
                <a:gd name="T4" fmla="*/ 14 w 33"/>
                <a:gd name="T5" fmla="*/ 4 h 26"/>
                <a:gd name="T6" fmla="*/ 2 w 33"/>
                <a:gd name="T7" fmla="*/ 21 h 26"/>
                <a:gd name="T8" fmla="*/ 19 w 33"/>
                <a:gd name="T9" fmla="*/ 22 h 26"/>
              </a:gdLst>
              <a:ahLst/>
              <a:cxnLst>
                <a:cxn ang="0">
                  <a:pos x="T0" y="T1"/>
                </a:cxn>
                <a:cxn ang="0">
                  <a:pos x="T2" y="T3"/>
                </a:cxn>
                <a:cxn ang="0">
                  <a:pos x="T4" y="T5"/>
                </a:cxn>
                <a:cxn ang="0">
                  <a:pos x="T6" y="T7"/>
                </a:cxn>
                <a:cxn ang="0">
                  <a:pos x="T8" y="T9"/>
                </a:cxn>
              </a:cxnLst>
              <a:rect l="0" t="0" r="r" b="b"/>
              <a:pathLst>
                <a:path w="33" h="26">
                  <a:moveTo>
                    <a:pt x="19" y="22"/>
                  </a:moveTo>
                  <a:cubicBezTo>
                    <a:pt x="27" y="17"/>
                    <a:pt x="33" y="10"/>
                    <a:pt x="32" y="5"/>
                  </a:cubicBezTo>
                  <a:cubicBezTo>
                    <a:pt x="31" y="0"/>
                    <a:pt x="22" y="0"/>
                    <a:pt x="14" y="4"/>
                  </a:cubicBezTo>
                  <a:cubicBezTo>
                    <a:pt x="6" y="9"/>
                    <a:pt x="0" y="17"/>
                    <a:pt x="2" y="21"/>
                  </a:cubicBezTo>
                  <a:cubicBezTo>
                    <a:pt x="3" y="26"/>
                    <a:pt x="10" y="26"/>
                    <a:pt x="19"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54" name="Freeform 951"/>
            <p:cNvSpPr/>
            <p:nvPr/>
          </p:nvSpPr>
          <p:spPr bwMode="auto">
            <a:xfrm>
              <a:off x="5799442" y="11321828"/>
              <a:ext cx="88900" cy="76200"/>
            </a:xfrm>
            <a:custGeom>
              <a:avLst/>
              <a:gdLst>
                <a:gd name="T0" fmla="*/ 19 w 33"/>
                <a:gd name="T1" fmla="*/ 24 h 28"/>
                <a:gd name="T2" fmla="*/ 32 w 33"/>
                <a:gd name="T3" fmla="*/ 7 h 28"/>
                <a:gd name="T4" fmla="*/ 14 w 33"/>
                <a:gd name="T5" fmla="*/ 5 h 28"/>
                <a:gd name="T6" fmla="*/ 2 w 33"/>
                <a:gd name="T7" fmla="*/ 23 h 28"/>
                <a:gd name="T8" fmla="*/ 19 w 33"/>
                <a:gd name="T9" fmla="*/ 24 h 28"/>
              </a:gdLst>
              <a:ahLst/>
              <a:cxnLst>
                <a:cxn ang="0">
                  <a:pos x="T0" y="T1"/>
                </a:cxn>
                <a:cxn ang="0">
                  <a:pos x="T2" y="T3"/>
                </a:cxn>
                <a:cxn ang="0">
                  <a:pos x="T4" y="T5"/>
                </a:cxn>
                <a:cxn ang="0">
                  <a:pos x="T6" y="T7"/>
                </a:cxn>
                <a:cxn ang="0">
                  <a:pos x="T8" y="T9"/>
                </a:cxn>
              </a:cxnLst>
              <a:rect l="0" t="0" r="r" b="b"/>
              <a:pathLst>
                <a:path w="33" h="28">
                  <a:moveTo>
                    <a:pt x="19" y="24"/>
                  </a:moveTo>
                  <a:cubicBezTo>
                    <a:pt x="27" y="20"/>
                    <a:pt x="33" y="12"/>
                    <a:pt x="32" y="7"/>
                  </a:cubicBezTo>
                  <a:cubicBezTo>
                    <a:pt x="31" y="1"/>
                    <a:pt x="22" y="0"/>
                    <a:pt x="14" y="5"/>
                  </a:cubicBezTo>
                  <a:cubicBezTo>
                    <a:pt x="6" y="10"/>
                    <a:pt x="0" y="18"/>
                    <a:pt x="2" y="23"/>
                  </a:cubicBezTo>
                  <a:cubicBezTo>
                    <a:pt x="3" y="28"/>
                    <a:pt x="10" y="28"/>
                    <a:pt x="19"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55" name="Freeform 952"/>
            <p:cNvSpPr/>
            <p:nvPr/>
          </p:nvSpPr>
          <p:spPr bwMode="auto">
            <a:xfrm>
              <a:off x="6007404" y="11218641"/>
              <a:ext cx="92075" cy="82550"/>
            </a:xfrm>
            <a:custGeom>
              <a:avLst/>
              <a:gdLst>
                <a:gd name="T0" fmla="*/ 19 w 34"/>
                <a:gd name="T1" fmla="*/ 25 h 30"/>
                <a:gd name="T2" fmla="*/ 32 w 34"/>
                <a:gd name="T3" fmla="*/ 6 h 30"/>
                <a:gd name="T4" fmla="*/ 15 w 34"/>
                <a:gd name="T5" fmla="*/ 3 h 30"/>
                <a:gd name="T6" fmla="*/ 1 w 34"/>
                <a:gd name="T7" fmla="*/ 22 h 30"/>
                <a:gd name="T8" fmla="*/ 19 w 34"/>
                <a:gd name="T9" fmla="*/ 25 h 30"/>
              </a:gdLst>
              <a:ahLst/>
              <a:cxnLst>
                <a:cxn ang="0">
                  <a:pos x="T0" y="T1"/>
                </a:cxn>
                <a:cxn ang="0">
                  <a:pos x="T2" y="T3"/>
                </a:cxn>
                <a:cxn ang="0">
                  <a:pos x="T4" y="T5"/>
                </a:cxn>
                <a:cxn ang="0">
                  <a:pos x="T6" y="T7"/>
                </a:cxn>
                <a:cxn ang="0">
                  <a:pos x="T8" y="T9"/>
                </a:cxn>
              </a:cxnLst>
              <a:rect l="0" t="0" r="r" b="b"/>
              <a:pathLst>
                <a:path w="34" h="30">
                  <a:moveTo>
                    <a:pt x="19" y="25"/>
                  </a:moveTo>
                  <a:cubicBezTo>
                    <a:pt x="28" y="21"/>
                    <a:pt x="34" y="12"/>
                    <a:pt x="32" y="6"/>
                  </a:cubicBezTo>
                  <a:cubicBezTo>
                    <a:pt x="31" y="1"/>
                    <a:pt x="23" y="0"/>
                    <a:pt x="15" y="3"/>
                  </a:cubicBezTo>
                  <a:cubicBezTo>
                    <a:pt x="7" y="8"/>
                    <a:pt x="0" y="16"/>
                    <a:pt x="1" y="22"/>
                  </a:cubicBezTo>
                  <a:cubicBezTo>
                    <a:pt x="2" y="28"/>
                    <a:pt x="10" y="30"/>
                    <a:pt x="19"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56" name="Freeform 953"/>
            <p:cNvSpPr/>
            <p:nvPr/>
          </p:nvSpPr>
          <p:spPr bwMode="auto">
            <a:xfrm>
              <a:off x="3479" y="12755341"/>
              <a:ext cx="82550" cy="71438"/>
            </a:xfrm>
            <a:custGeom>
              <a:avLst/>
              <a:gdLst>
                <a:gd name="T0" fmla="*/ 29 w 30"/>
                <a:gd name="T1" fmla="*/ 7 h 26"/>
                <a:gd name="T2" fmla="*/ 16 w 30"/>
                <a:gd name="T3" fmla="*/ 3 h 26"/>
                <a:gd name="T4" fmla="*/ 3 w 30"/>
                <a:gd name="T5" fmla="*/ 11 h 26"/>
                <a:gd name="T6" fmla="*/ 4 w 30"/>
                <a:gd name="T7" fmla="*/ 25 h 26"/>
                <a:gd name="T8" fmla="*/ 8 w 30"/>
                <a:gd name="T9" fmla="*/ 25 h 26"/>
                <a:gd name="T10" fmla="*/ 29 w 30"/>
                <a:gd name="T11" fmla="*/ 7 h 26"/>
              </a:gdLst>
              <a:ahLst/>
              <a:cxnLst>
                <a:cxn ang="0">
                  <a:pos x="T0" y="T1"/>
                </a:cxn>
                <a:cxn ang="0">
                  <a:pos x="T2" y="T3"/>
                </a:cxn>
                <a:cxn ang="0">
                  <a:pos x="T4" y="T5"/>
                </a:cxn>
                <a:cxn ang="0">
                  <a:pos x="T6" y="T7"/>
                </a:cxn>
                <a:cxn ang="0">
                  <a:pos x="T8" y="T9"/>
                </a:cxn>
                <a:cxn ang="0">
                  <a:pos x="T10" y="T11"/>
                </a:cxn>
              </a:cxnLst>
              <a:rect l="0" t="0" r="r" b="b"/>
              <a:pathLst>
                <a:path w="30" h="26">
                  <a:moveTo>
                    <a:pt x="29" y="7"/>
                  </a:moveTo>
                  <a:cubicBezTo>
                    <a:pt x="30" y="1"/>
                    <a:pt x="24" y="0"/>
                    <a:pt x="16" y="3"/>
                  </a:cubicBezTo>
                  <a:cubicBezTo>
                    <a:pt x="12" y="4"/>
                    <a:pt x="7" y="7"/>
                    <a:pt x="3" y="11"/>
                  </a:cubicBezTo>
                  <a:cubicBezTo>
                    <a:pt x="0" y="17"/>
                    <a:pt x="3" y="21"/>
                    <a:pt x="4" y="25"/>
                  </a:cubicBezTo>
                  <a:cubicBezTo>
                    <a:pt x="4" y="26"/>
                    <a:pt x="7" y="26"/>
                    <a:pt x="8" y="25"/>
                  </a:cubicBezTo>
                  <a:cubicBezTo>
                    <a:pt x="18" y="22"/>
                    <a:pt x="27" y="13"/>
                    <a:pt x="2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57" name="Freeform 954"/>
            <p:cNvSpPr/>
            <p:nvPr/>
          </p:nvSpPr>
          <p:spPr bwMode="auto">
            <a:xfrm>
              <a:off x="11862104" y="9077103"/>
              <a:ext cx="73025" cy="119063"/>
            </a:xfrm>
            <a:custGeom>
              <a:avLst/>
              <a:gdLst>
                <a:gd name="T0" fmla="*/ 3 w 27"/>
                <a:gd name="T1" fmla="*/ 44 h 44"/>
                <a:gd name="T2" fmla="*/ 16 w 27"/>
                <a:gd name="T3" fmla="*/ 31 h 44"/>
                <a:gd name="T4" fmla="*/ 26 w 27"/>
                <a:gd name="T5" fmla="*/ 9 h 44"/>
                <a:gd name="T6" fmla="*/ 26 w 27"/>
                <a:gd name="T7" fmla="*/ 4 h 44"/>
                <a:gd name="T8" fmla="*/ 24 w 27"/>
                <a:gd name="T9" fmla="*/ 0 h 44"/>
                <a:gd name="T10" fmla="*/ 20 w 27"/>
                <a:gd name="T11" fmla="*/ 3 h 44"/>
                <a:gd name="T12" fmla="*/ 6 w 27"/>
                <a:gd name="T13" fmla="*/ 26 h 44"/>
                <a:gd name="T14" fmla="*/ 3 w 27"/>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44">
                  <a:moveTo>
                    <a:pt x="3" y="44"/>
                  </a:moveTo>
                  <a:cubicBezTo>
                    <a:pt x="5" y="44"/>
                    <a:pt x="10" y="40"/>
                    <a:pt x="16" y="31"/>
                  </a:cubicBezTo>
                  <a:cubicBezTo>
                    <a:pt x="24" y="21"/>
                    <a:pt x="27" y="14"/>
                    <a:pt x="26" y="9"/>
                  </a:cubicBezTo>
                  <a:cubicBezTo>
                    <a:pt x="26" y="8"/>
                    <a:pt x="26" y="7"/>
                    <a:pt x="26" y="4"/>
                  </a:cubicBezTo>
                  <a:cubicBezTo>
                    <a:pt x="25" y="4"/>
                    <a:pt x="25" y="1"/>
                    <a:pt x="24" y="0"/>
                  </a:cubicBezTo>
                  <a:cubicBezTo>
                    <a:pt x="24" y="0"/>
                    <a:pt x="22" y="1"/>
                    <a:pt x="20" y="3"/>
                  </a:cubicBezTo>
                  <a:cubicBezTo>
                    <a:pt x="15" y="9"/>
                    <a:pt x="10" y="17"/>
                    <a:pt x="6" y="26"/>
                  </a:cubicBezTo>
                  <a:cubicBezTo>
                    <a:pt x="2" y="37"/>
                    <a:pt x="0" y="44"/>
                    <a:pt x="3"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58" name="Freeform 955"/>
            <p:cNvSpPr/>
            <p:nvPr/>
          </p:nvSpPr>
          <p:spPr bwMode="auto">
            <a:xfrm>
              <a:off x="5777217" y="11183716"/>
              <a:ext cx="87313" cy="79375"/>
            </a:xfrm>
            <a:custGeom>
              <a:avLst/>
              <a:gdLst>
                <a:gd name="T0" fmla="*/ 18 w 32"/>
                <a:gd name="T1" fmla="*/ 24 h 29"/>
                <a:gd name="T2" fmla="*/ 31 w 32"/>
                <a:gd name="T3" fmla="*/ 7 h 29"/>
                <a:gd name="T4" fmla="*/ 14 w 32"/>
                <a:gd name="T5" fmla="*/ 5 h 29"/>
                <a:gd name="T6" fmla="*/ 1 w 32"/>
                <a:gd name="T7" fmla="*/ 23 h 29"/>
                <a:gd name="T8" fmla="*/ 18 w 32"/>
                <a:gd name="T9" fmla="*/ 24 h 29"/>
              </a:gdLst>
              <a:ahLst/>
              <a:cxnLst>
                <a:cxn ang="0">
                  <a:pos x="T0" y="T1"/>
                </a:cxn>
                <a:cxn ang="0">
                  <a:pos x="T2" y="T3"/>
                </a:cxn>
                <a:cxn ang="0">
                  <a:pos x="T4" y="T5"/>
                </a:cxn>
                <a:cxn ang="0">
                  <a:pos x="T6" y="T7"/>
                </a:cxn>
                <a:cxn ang="0">
                  <a:pos x="T8" y="T9"/>
                </a:cxn>
              </a:cxnLst>
              <a:rect l="0" t="0" r="r" b="b"/>
              <a:pathLst>
                <a:path w="32" h="29">
                  <a:moveTo>
                    <a:pt x="18" y="24"/>
                  </a:moveTo>
                  <a:cubicBezTo>
                    <a:pt x="26" y="20"/>
                    <a:pt x="32" y="12"/>
                    <a:pt x="31" y="7"/>
                  </a:cubicBezTo>
                  <a:cubicBezTo>
                    <a:pt x="30" y="1"/>
                    <a:pt x="22" y="0"/>
                    <a:pt x="14" y="5"/>
                  </a:cubicBezTo>
                  <a:cubicBezTo>
                    <a:pt x="6" y="10"/>
                    <a:pt x="0" y="18"/>
                    <a:pt x="1" y="23"/>
                  </a:cubicBezTo>
                  <a:cubicBezTo>
                    <a:pt x="2" y="28"/>
                    <a:pt x="9" y="29"/>
                    <a:pt x="18"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59" name="Freeform 956"/>
            <p:cNvSpPr/>
            <p:nvPr/>
          </p:nvSpPr>
          <p:spPr bwMode="auto">
            <a:xfrm>
              <a:off x="5986767" y="11067828"/>
              <a:ext cx="84138" cy="80963"/>
            </a:xfrm>
            <a:custGeom>
              <a:avLst/>
              <a:gdLst>
                <a:gd name="T0" fmla="*/ 17 w 31"/>
                <a:gd name="T1" fmla="*/ 26 h 30"/>
                <a:gd name="T2" fmla="*/ 31 w 31"/>
                <a:gd name="T3" fmla="*/ 8 h 30"/>
                <a:gd name="T4" fmla="*/ 14 w 31"/>
                <a:gd name="T5" fmla="*/ 5 h 30"/>
                <a:gd name="T6" fmla="*/ 1 w 31"/>
                <a:gd name="T7" fmla="*/ 24 h 30"/>
                <a:gd name="T8" fmla="*/ 17 w 31"/>
                <a:gd name="T9" fmla="*/ 26 h 30"/>
              </a:gdLst>
              <a:ahLst/>
              <a:cxnLst>
                <a:cxn ang="0">
                  <a:pos x="T0" y="T1"/>
                </a:cxn>
                <a:cxn ang="0">
                  <a:pos x="T2" y="T3"/>
                </a:cxn>
                <a:cxn ang="0">
                  <a:pos x="T4" y="T5"/>
                </a:cxn>
                <a:cxn ang="0">
                  <a:pos x="T6" y="T7"/>
                </a:cxn>
                <a:cxn ang="0">
                  <a:pos x="T8" y="T9"/>
                </a:cxn>
              </a:cxnLst>
              <a:rect l="0" t="0" r="r" b="b"/>
              <a:pathLst>
                <a:path w="31" h="30">
                  <a:moveTo>
                    <a:pt x="17" y="26"/>
                  </a:moveTo>
                  <a:cubicBezTo>
                    <a:pt x="25" y="22"/>
                    <a:pt x="31" y="14"/>
                    <a:pt x="31" y="8"/>
                  </a:cubicBezTo>
                  <a:cubicBezTo>
                    <a:pt x="30" y="1"/>
                    <a:pt x="22" y="0"/>
                    <a:pt x="14" y="5"/>
                  </a:cubicBezTo>
                  <a:cubicBezTo>
                    <a:pt x="6" y="10"/>
                    <a:pt x="0" y="18"/>
                    <a:pt x="1" y="24"/>
                  </a:cubicBezTo>
                  <a:cubicBezTo>
                    <a:pt x="2" y="29"/>
                    <a:pt x="9" y="30"/>
                    <a:pt x="17"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60" name="Freeform 957"/>
            <p:cNvSpPr/>
            <p:nvPr/>
          </p:nvSpPr>
          <p:spPr bwMode="auto">
            <a:xfrm>
              <a:off x="5567667" y="11301191"/>
              <a:ext cx="87313" cy="73025"/>
            </a:xfrm>
            <a:custGeom>
              <a:avLst/>
              <a:gdLst>
                <a:gd name="T0" fmla="*/ 18 w 32"/>
                <a:gd name="T1" fmla="*/ 23 h 27"/>
                <a:gd name="T2" fmla="*/ 31 w 32"/>
                <a:gd name="T3" fmla="*/ 6 h 27"/>
                <a:gd name="T4" fmla="*/ 14 w 32"/>
                <a:gd name="T5" fmla="*/ 5 h 27"/>
                <a:gd name="T6" fmla="*/ 1 w 32"/>
                <a:gd name="T7" fmla="*/ 22 h 27"/>
                <a:gd name="T8" fmla="*/ 18 w 32"/>
                <a:gd name="T9" fmla="*/ 23 h 27"/>
              </a:gdLst>
              <a:ahLst/>
              <a:cxnLst>
                <a:cxn ang="0">
                  <a:pos x="T0" y="T1"/>
                </a:cxn>
                <a:cxn ang="0">
                  <a:pos x="T2" y="T3"/>
                </a:cxn>
                <a:cxn ang="0">
                  <a:pos x="T4" y="T5"/>
                </a:cxn>
                <a:cxn ang="0">
                  <a:pos x="T6" y="T7"/>
                </a:cxn>
                <a:cxn ang="0">
                  <a:pos x="T8" y="T9"/>
                </a:cxn>
              </a:cxnLst>
              <a:rect l="0" t="0" r="r" b="b"/>
              <a:pathLst>
                <a:path w="32" h="27">
                  <a:moveTo>
                    <a:pt x="18" y="23"/>
                  </a:moveTo>
                  <a:cubicBezTo>
                    <a:pt x="26" y="19"/>
                    <a:pt x="32" y="11"/>
                    <a:pt x="31" y="6"/>
                  </a:cubicBezTo>
                  <a:cubicBezTo>
                    <a:pt x="30" y="0"/>
                    <a:pt x="22" y="0"/>
                    <a:pt x="14" y="5"/>
                  </a:cubicBezTo>
                  <a:cubicBezTo>
                    <a:pt x="6" y="9"/>
                    <a:pt x="0" y="17"/>
                    <a:pt x="1" y="22"/>
                  </a:cubicBezTo>
                  <a:cubicBezTo>
                    <a:pt x="2" y="27"/>
                    <a:pt x="10" y="27"/>
                    <a:pt x="18"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61" name="Freeform 958"/>
            <p:cNvSpPr/>
            <p:nvPr/>
          </p:nvSpPr>
          <p:spPr bwMode="auto">
            <a:xfrm>
              <a:off x="5359704" y="11415491"/>
              <a:ext cx="85725" cy="73025"/>
            </a:xfrm>
            <a:custGeom>
              <a:avLst/>
              <a:gdLst>
                <a:gd name="T0" fmla="*/ 18 w 32"/>
                <a:gd name="T1" fmla="*/ 22 h 27"/>
                <a:gd name="T2" fmla="*/ 31 w 32"/>
                <a:gd name="T3" fmla="*/ 5 h 27"/>
                <a:gd name="T4" fmla="*/ 14 w 32"/>
                <a:gd name="T5" fmla="*/ 5 h 27"/>
                <a:gd name="T6" fmla="*/ 1 w 32"/>
                <a:gd name="T7" fmla="*/ 22 h 27"/>
                <a:gd name="T8" fmla="*/ 18 w 32"/>
                <a:gd name="T9" fmla="*/ 22 h 27"/>
              </a:gdLst>
              <a:ahLst/>
              <a:cxnLst>
                <a:cxn ang="0">
                  <a:pos x="T0" y="T1"/>
                </a:cxn>
                <a:cxn ang="0">
                  <a:pos x="T2" y="T3"/>
                </a:cxn>
                <a:cxn ang="0">
                  <a:pos x="T4" y="T5"/>
                </a:cxn>
                <a:cxn ang="0">
                  <a:pos x="T6" y="T7"/>
                </a:cxn>
                <a:cxn ang="0">
                  <a:pos x="T8" y="T9"/>
                </a:cxn>
              </a:cxnLst>
              <a:rect l="0" t="0" r="r" b="b"/>
              <a:pathLst>
                <a:path w="32" h="27">
                  <a:moveTo>
                    <a:pt x="18" y="22"/>
                  </a:moveTo>
                  <a:cubicBezTo>
                    <a:pt x="26" y="18"/>
                    <a:pt x="32" y="10"/>
                    <a:pt x="31" y="5"/>
                  </a:cubicBezTo>
                  <a:cubicBezTo>
                    <a:pt x="30" y="0"/>
                    <a:pt x="22" y="0"/>
                    <a:pt x="14" y="5"/>
                  </a:cubicBezTo>
                  <a:cubicBezTo>
                    <a:pt x="6" y="10"/>
                    <a:pt x="0" y="17"/>
                    <a:pt x="1" y="22"/>
                  </a:cubicBezTo>
                  <a:cubicBezTo>
                    <a:pt x="3" y="26"/>
                    <a:pt x="10" y="27"/>
                    <a:pt x="18"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62" name="Freeform 959"/>
            <p:cNvSpPr/>
            <p:nvPr/>
          </p:nvSpPr>
          <p:spPr bwMode="auto">
            <a:xfrm>
              <a:off x="5150154" y="11523441"/>
              <a:ext cx="84138" cy="65088"/>
            </a:xfrm>
            <a:custGeom>
              <a:avLst/>
              <a:gdLst>
                <a:gd name="T0" fmla="*/ 17 w 31"/>
                <a:gd name="T1" fmla="*/ 21 h 24"/>
                <a:gd name="T2" fmla="*/ 31 w 31"/>
                <a:gd name="T3" fmla="*/ 5 h 24"/>
                <a:gd name="T4" fmla="*/ 14 w 31"/>
                <a:gd name="T5" fmla="*/ 4 h 24"/>
                <a:gd name="T6" fmla="*/ 1 w 31"/>
                <a:gd name="T7" fmla="*/ 19 h 24"/>
                <a:gd name="T8" fmla="*/ 17 w 31"/>
                <a:gd name="T9" fmla="*/ 21 h 24"/>
              </a:gdLst>
              <a:ahLst/>
              <a:cxnLst>
                <a:cxn ang="0">
                  <a:pos x="T0" y="T1"/>
                </a:cxn>
                <a:cxn ang="0">
                  <a:pos x="T2" y="T3"/>
                </a:cxn>
                <a:cxn ang="0">
                  <a:pos x="T4" y="T5"/>
                </a:cxn>
                <a:cxn ang="0">
                  <a:pos x="T6" y="T7"/>
                </a:cxn>
                <a:cxn ang="0">
                  <a:pos x="T8" y="T9"/>
                </a:cxn>
              </a:cxnLst>
              <a:rect l="0" t="0" r="r" b="b"/>
              <a:pathLst>
                <a:path w="31" h="24">
                  <a:moveTo>
                    <a:pt x="17" y="21"/>
                  </a:moveTo>
                  <a:cubicBezTo>
                    <a:pt x="25" y="17"/>
                    <a:pt x="31" y="10"/>
                    <a:pt x="31" y="5"/>
                  </a:cubicBezTo>
                  <a:cubicBezTo>
                    <a:pt x="31" y="0"/>
                    <a:pt x="23" y="0"/>
                    <a:pt x="14" y="4"/>
                  </a:cubicBezTo>
                  <a:cubicBezTo>
                    <a:pt x="6" y="8"/>
                    <a:pt x="0" y="15"/>
                    <a:pt x="1" y="19"/>
                  </a:cubicBezTo>
                  <a:cubicBezTo>
                    <a:pt x="2" y="24"/>
                    <a:pt x="9" y="24"/>
                    <a:pt x="17"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63" name="Freeform 960"/>
            <p:cNvSpPr/>
            <p:nvPr/>
          </p:nvSpPr>
          <p:spPr bwMode="auto">
            <a:xfrm>
              <a:off x="4940604" y="11623453"/>
              <a:ext cx="84138" cy="63500"/>
            </a:xfrm>
            <a:custGeom>
              <a:avLst/>
              <a:gdLst>
                <a:gd name="T0" fmla="*/ 17 w 31"/>
                <a:gd name="T1" fmla="*/ 20 h 23"/>
                <a:gd name="T2" fmla="*/ 31 w 31"/>
                <a:gd name="T3" fmla="*/ 5 h 23"/>
                <a:gd name="T4" fmla="*/ 14 w 31"/>
                <a:gd name="T5" fmla="*/ 4 h 23"/>
                <a:gd name="T6" fmla="*/ 1 w 31"/>
                <a:gd name="T7" fmla="*/ 18 h 23"/>
                <a:gd name="T8" fmla="*/ 17 w 31"/>
                <a:gd name="T9" fmla="*/ 20 h 23"/>
              </a:gdLst>
              <a:ahLst/>
              <a:cxnLst>
                <a:cxn ang="0">
                  <a:pos x="T0" y="T1"/>
                </a:cxn>
                <a:cxn ang="0">
                  <a:pos x="T2" y="T3"/>
                </a:cxn>
                <a:cxn ang="0">
                  <a:pos x="T4" y="T5"/>
                </a:cxn>
                <a:cxn ang="0">
                  <a:pos x="T6" y="T7"/>
                </a:cxn>
                <a:cxn ang="0">
                  <a:pos x="T8" y="T9"/>
                </a:cxn>
              </a:cxnLst>
              <a:rect l="0" t="0" r="r" b="b"/>
              <a:pathLst>
                <a:path w="31" h="23">
                  <a:moveTo>
                    <a:pt x="17" y="20"/>
                  </a:moveTo>
                  <a:cubicBezTo>
                    <a:pt x="25" y="16"/>
                    <a:pt x="31" y="10"/>
                    <a:pt x="31" y="5"/>
                  </a:cubicBezTo>
                  <a:cubicBezTo>
                    <a:pt x="31" y="1"/>
                    <a:pt x="23" y="0"/>
                    <a:pt x="14" y="4"/>
                  </a:cubicBezTo>
                  <a:cubicBezTo>
                    <a:pt x="6" y="8"/>
                    <a:pt x="0" y="14"/>
                    <a:pt x="1" y="18"/>
                  </a:cubicBezTo>
                  <a:cubicBezTo>
                    <a:pt x="2" y="23"/>
                    <a:pt x="9" y="23"/>
                    <a:pt x="17"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64" name="Freeform 961"/>
            <p:cNvSpPr/>
            <p:nvPr/>
          </p:nvSpPr>
          <p:spPr bwMode="auto">
            <a:xfrm>
              <a:off x="4732642" y="11715528"/>
              <a:ext cx="84138" cy="60325"/>
            </a:xfrm>
            <a:custGeom>
              <a:avLst/>
              <a:gdLst>
                <a:gd name="T0" fmla="*/ 17 w 31"/>
                <a:gd name="T1" fmla="*/ 19 h 22"/>
                <a:gd name="T2" fmla="*/ 31 w 31"/>
                <a:gd name="T3" fmla="*/ 6 h 22"/>
                <a:gd name="T4" fmla="*/ 14 w 31"/>
                <a:gd name="T5" fmla="*/ 4 h 22"/>
                <a:gd name="T6" fmla="*/ 1 w 31"/>
                <a:gd name="T7" fmla="*/ 18 h 22"/>
                <a:gd name="T8" fmla="*/ 17 w 31"/>
                <a:gd name="T9" fmla="*/ 19 h 22"/>
              </a:gdLst>
              <a:ahLst/>
              <a:cxnLst>
                <a:cxn ang="0">
                  <a:pos x="T0" y="T1"/>
                </a:cxn>
                <a:cxn ang="0">
                  <a:pos x="T2" y="T3"/>
                </a:cxn>
                <a:cxn ang="0">
                  <a:pos x="T4" y="T5"/>
                </a:cxn>
                <a:cxn ang="0">
                  <a:pos x="T6" y="T7"/>
                </a:cxn>
                <a:cxn ang="0">
                  <a:pos x="T8" y="T9"/>
                </a:cxn>
              </a:cxnLst>
              <a:rect l="0" t="0" r="r" b="b"/>
              <a:pathLst>
                <a:path w="31" h="22">
                  <a:moveTo>
                    <a:pt x="17" y="19"/>
                  </a:moveTo>
                  <a:cubicBezTo>
                    <a:pt x="25" y="16"/>
                    <a:pt x="31" y="10"/>
                    <a:pt x="31" y="6"/>
                  </a:cubicBezTo>
                  <a:cubicBezTo>
                    <a:pt x="30" y="1"/>
                    <a:pt x="22" y="0"/>
                    <a:pt x="14" y="4"/>
                  </a:cubicBezTo>
                  <a:cubicBezTo>
                    <a:pt x="6" y="8"/>
                    <a:pt x="0" y="14"/>
                    <a:pt x="1" y="18"/>
                  </a:cubicBezTo>
                  <a:cubicBezTo>
                    <a:pt x="2" y="22"/>
                    <a:pt x="9" y="22"/>
                    <a:pt x="17"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65" name="Freeform 962"/>
            <p:cNvSpPr/>
            <p:nvPr/>
          </p:nvSpPr>
          <p:spPr bwMode="auto">
            <a:xfrm>
              <a:off x="4519917" y="11802841"/>
              <a:ext cx="87313" cy="53975"/>
            </a:xfrm>
            <a:custGeom>
              <a:avLst/>
              <a:gdLst>
                <a:gd name="T0" fmla="*/ 18 w 32"/>
                <a:gd name="T1" fmla="*/ 17 h 20"/>
                <a:gd name="T2" fmla="*/ 31 w 32"/>
                <a:gd name="T3" fmla="*/ 5 h 20"/>
                <a:gd name="T4" fmla="*/ 14 w 32"/>
                <a:gd name="T5" fmla="*/ 3 h 20"/>
                <a:gd name="T6" fmla="*/ 1 w 32"/>
                <a:gd name="T7" fmla="*/ 16 h 20"/>
                <a:gd name="T8" fmla="*/ 18 w 32"/>
                <a:gd name="T9" fmla="*/ 17 h 20"/>
              </a:gdLst>
              <a:ahLst/>
              <a:cxnLst>
                <a:cxn ang="0">
                  <a:pos x="T0" y="T1"/>
                </a:cxn>
                <a:cxn ang="0">
                  <a:pos x="T2" y="T3"/>
                </a:cxn>
                <a:cxn ang="0">
                  <a:pos x="T4" y="T5"/>
                </a:cxn>
                <a:cxn ang="0">
                  <a:pos x="T6" y="T7"/>
                </a:cxn>
                <a:cxn ang="0">
                  <a:pos x="T8" y="T9"/>
                </a:cxn>
              </a:cxnLst>
              <a:rect l="0" t="0" r="r" b="b"/>
              <a:pathLst>
                <a:path w="32" h="20">
                  <a:moveTo>
                    <a:pt x="18" y="17"/>
                  </a:moveTo>
                  <a:cubicBezTo>
                    <a:pt x="26" y="14"/>
                    <a:pt x="32" y="8"/>
                    <a:pt x="31" y="5"/>
                  </a:cubicBezTo>
                  <a:cubicBezTo>
                    <a:pt x="30" y="0"/>
                    <a:pt x="22" y="0"/>
                    <a:pt x="14" y="3"/>
                  </a:cubicBezTo>
                  <a:cubicBezTo>
                    <a:pt x="6" y="6"/>
                    <a:pt x="0" y="12"/>
                    <a:pt x="1" y="16"/>
                  </a:cubicBezTo>
                  <a:cubicBezTo>
                    <a:pt x="2" y="20"/>
                    <a:pt x="10" y="20"/>
                    <a:pt x="1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66" name="Freeform 963"/>
            <p:cNvSpPr/>
            <p:nvPr/>
          </p:nvSpPr>
          <p:spPr bwMode="auto">
            <a:xfrm>
              <a:off x="4308779" y="11875866"/>
              <a:ext cx="87313" cy="52388"/>
            </a:xfrm>
            <a:custGeom>
              <a:avLst/>
              <a:gdLst>
                <a:gd name="T0" fmla="*/ 18 w 32"/>
                <a:gd name="T1" fmla="*/ 17 h 19"/>
                <a:gd name="T2" fmla="*/ 32 w 32"/>
                <a:gd name="T3" fmla="*/ 5 h 19"/>
                <a:gd name="T4" fmla="*/ 14 w 32"/>
                <a:gd name="T5" fmla="*/ 3 h 19"/>
                <a:gd name="T6" fmla="*/ 1 w 32"/>
                <a:gd name="T7" fmla="*/ 15 h 19"/>
                <a:gd name="T8" fmla="*/ 18 w 32"/>
                <a:gd name="T9" fmla="*/ 17 h 19"/>
              </a:gdLst>
              <a:ahLst/>
              <a:cxnLst>
                <a:cxn ang="0">
                  <a:pos x="T0" y="T1"/>
                </a:cxn>
                <a:cxn ang="0">
                  <a:pos x="T2" y="T3"/>
                </a:cxn>
                <a:cxn ang="0">
                  <a:pos x="T4" y="T5"/>
                </a:cxn>
                <a:cxn ang="0">
                  <a:pos x="T6" y="T7"/>
                </a:cxn>
                <a:cxn ang="0">
                  <a:pos x="T8" y="T9"/>
                </a:cxn>
              </a:cxnLst>
              <a:rect l="0" t="0" r="r" b="b"/>
              <a:pathLst>
                <a:path w="32" h="19">
                  <a:moveTo>
                    <a:pt x="18" y="17"/>
                  </a:moveTo>
                  <a:cubicBezTo>
                    <a:pt x="26" y="14"/>
                    <a:pt x="32" y="9"/>
                    <a:pt x="32" y="5"/>
                  </a:cubicBezTo>
                  <a:cubicBezTo>
                    <a:pt x="31" y="1"/>
                    <a:pt x="23" y="0"/>
                    <a:pt x="14" y="3"/>
                  </a:cubicBezTo>
                  <a:cubicBezTo>
                    <a:pt x="6" y="5"/>
                    <a:pt x="0" y="11"/>
                    <a:pt x="1" y="15"/>
                  </a:cubicBezTo>
                  <a:cubicBezTo>
                    <a:pt x="2" y="18"/>
                    <a:pt x="10" y="19"/>
                    <a:pt x="1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67" name="Freeform 964"/>
            <p:cNvSpPr/>
            <p:nvPr/>
          </p:nvSpPr>
          <p:spPr bwMode="auto">
            <a:xfrm>
              <a:off x="4097642" y="11936191"/>
              <a:ext cx="85725" cy="50800"/>
            </a:xfrm>
            <a:custGeom>
              <a:avLst/>
              <a:gdLst>
                <a:gd name="T0" fmla="*/ 18 w 32"/>
                <a:gd name="T1" fmla="*/ 16 h 19"/>
                <a:gd name="T2" fmla="*/ 32 w 32"/>
                <a:gd name="T3" fmla="*/ 6 h 19"/>
                <a:gd name="T4" fmla="*/ 14 w 32"/>
                <a:gd name="T5" fmla="*/ 3 h 19"/>
                <a:gd name="T6" fmla="*/ 1 w 32"/>
                <a:gd name="T7" fmla="*/ 14 h 19"/>
                <a:gd name="T8" fmla="*/ 18 w 32"/>
                <a:gd name="T9" fmla="*/ 16 h 19"/>
              </a:gdLst>
              <a:ahLst/>
              <a:cxnLst>
                <a:cxn ang="0">
                  <a:pos x="T0" y="T1"/>
                </a:cxn>
                <a:cxn ang="0">
                  <a:pos x="T2" y="T3"/>
                </a:cxn>
                <a:cxn ang="0">
                  <a:pos x="T4" y="T5"/>
                </a:cxn>
                <a:cxn ang="0">
                  <a:pos x="T6" y="T7"/>
                </a:cxn>
                <a:cxn ang="0">
                  <a:pos x="T8" y="T9"/>
                </a:cxn>
              </a:cxnLst>
              <a:rect l="0" t="0" r="r" b="b"/>
              <a:pathLst>
                <a:path w="32" h="19">
                  <a:moveTo>
                    <a:pt x="18" y="16"/>
                  </a:moveTo>
                  <a:cubicBezTo>
                    <a:pt x="26" y="14"/>
                    <a:pt x="32" y="10"/>
                    <a:pt x="32" y="6"/>
                  </a:cubicBezTo>
                  <a:cubicBezTo>
                    <a:pt x="31" y="2"/>
                    <a:pt x="23" y="0"/>
                    <a:pt x="14" y="3"/>
                  </a:cubicBezTo>
                  <a:cubicBezTo>
                    <a:pt x="6" y="5"/>
                    <a:pt x="0" y="10"/>
                    <a:pt x="1" y="14"/>
                  </a:cubicBezTo>
                  <a:cubicBezTo>
                    <a:pt x="2" y="17"/>
                    <a:pt x="10" y="19"/>
                    <a:pt x="18"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68" name="Freeform 965"/>
            <p:cNvSpPr/>
            <p:nvPr/>
          </p:nvSpPr>
          <p:spPr bwMode="auto">
            <a:xfrm>
              <a:off x="3884917" y="11985403"/>
              <a:ext cx="87313" cy="46038"/>
            </a:xfrm>
            <a:custGeom>
              <a:avLst/>
              <a:gdLst>
                <a:gd name="T0" fmla="*/ 18 w 32"/>
                <a:gd name="T1" fmla="*/ 15 h 17"/>
                <a:gd name="T2" fmla="*/ 31 w 32"/>
                <a:gd name="T3" fmla="*/ 6 h 17"/>
                <a:gd name="T4" fmla="*/ 15 w 32"/>
                <a:gd name="T5" fmla="*/ 1 h 17"/>
                <a:gd name="T6" fmla="*/ 1 w 32"/>
                <a:gd name="T7" fmla="*/ 12 h 17"/>
                <a:gd name="T8" fmla="*/ 18 w 32"/>
                <a:gd name="T9" fmla="*/ 15 h 17"/>
              </a:gdLst>
              <a:ahLst/>
              <a:cxnLst>
                <a:cxn ang="0">
                  <a:pos x="T0" y="T1"/>
                </a:cxn>
                <a:cxn ang="0">
                  <a:pos x="T2" y="T3"/>
                </a:cxn>
                <a:cxn ang="0">
                  <a:pos x="T4" y="T5"/>
                </a:cxn>
                <a:cxn ang="0">
                  <a:pos x="T6" y="T7"/>
                </a:cxn>
                <a:cxn ang="0">
                  <a:pos x="T8" y="T9"/>
                </a:cxn>
              </a:cxnLst>
              <a:rect l="0" t="0" r="r" b="b"/>
              <a:pathLst>
                <a:path w="32" h="17">
                  <a:moveTo>
                    <a:pt x="18" y="15"/>
                  </a:moveTo>
                  <a:cubicBezTo>
                    <a:pt x="26" y="14"/>
                    <a:pt x="32" y="9"/>
                    <a:pt x="31" y="6"/>
                  </a:cubicBezTo>
                  <a:cubicBezTo>
                    <a:pt x="31" y="2"/>
                    <a:pt x="23" y="0"/>
                    <a:pt x="15" y="1"/>
                  </a:cubicBezTo>
                  <a:cubicBezTo>
                    <a:pt x="6" y="3"/>
                    <a:pt x="0" y="8"/>
                    <a:pt x="1" y="12"/>
                  </a:cubicBezTo>
                  <a:cubicBezTo>
                    <a:pt x="2" y="15"/>
                    <a:pt x="10" y="17"/>
                    <a:pt x="18"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69" name="Freeform 966"/>
            <p:cNvSpPr/>
            <p:nvPr/>
          </p:nvSpPr>
          <p:spPr bwMode="auto">
            <a:xfrm>
              <a:off x="3670604" y="12013978"/>
              <a:ext cx="90488" cy="44450"/>
            </a:xfrm>
            <a:custGeom>
              <a:avLst/>
              <a:gdLst>
                <a:gd name="T0" fmla="*/ 19 w 33"/>
                <a:gd name="T1" fmla="*/ 15 h 16"/>
                <a:gd name="T2" fmla="*/ 32 w 33"/>
                <a:gd name="T3" fmla="*/ 7 h 16"/>
                <a:gd name="T4" fmla="*/ 15 w 33"/>
                <a:gd name="T5" fmla="*/ 1 h 16"/>
                <a:gd name="T6" fmla="*/ 1 w 33"/>
                <a:gd name="T7" fmla="*/ 10 h 16"/>
                <a:gd name="T8" fmla="*/ 19 w 33"/>
                <a:gd name="T9" fmla="*/ 15 h 16"/>
              </a:gdLst>
              <a:ahLst/>
              <a:cxnLst>
                <a:cxn ang="0">
                  <a:pos x="T0" y="T1"/>
                </a:cxn>
                <a:cxn ang="0">
                  <a:pos x="T2" y="T3"/>
                </a:cxn>
                <a:cxn ang="0">
                  <a:pos x="T4" y="T5"/>
                </a:cxn>
                <a:cxn ang="0">
                  <a:pos x="T6" y="T7"/>
                </a:cxn>
                <a:cxn ang="0">
                  <a:pos x="T8" y="T9"/>
                </a:cxn>
              </a:cxnLst>
              <a:rect l="0" t="0" r="r" b="b"/>
              <a:pathLst>
                <a:path w="33" h="16">
                  <a:moveTo>
                    <a:pt x="19" y="15"/>
                  </a:moveTo>
                  <a:cubicBezTo>
                    <a:pt x="27" y="14"/>
                    <a:pt x="33" y="11"/>
                    <a:pt x="32" y="7"/>
                  </a:cubicBezTo>
                  <a:cubicBezTo>
                    <a:pt x="31" y="3"/>
                    <a:pt x="24" y="0"/>
                    <a:pt x="15" y="1"/>
                  </a:cubicBezTo>
                  <a:cubicBezTo>
                    <a:pt x="6" y="2"/>
                    <a:pt x="0" y="6"/>
                    <a:pt x="1" y="10"/>
                  </a:cubicBezTo>
                  <a:cubicBezTo>
                    <a:pt x="3" y="14"/>
                    <a:pt x="10" y="16"/>
                    <a:pt x="19"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70" name="Freeform 967"/>
            <p:cNvSpPr/>
            <p:nvPr/>
          </p:nvSpPr>
          <p:spPr bwMode="auto">
            <a:xfrm>
              <a:off x="3459467" y="12033028"/>
              <a:ext cx="84138" cy="41275"/>
            </a:xfrm>
            <a:custGeom>
              <a:avLst/>
              <a:gdLst>
                <a:gd name="T0" fmla="*/ 16 w 31"/>
                <a:gd name="T1" fmla="*/ 14 h 15"/>
                <a:gd name="T2" fmla="*/ 31 w 31"/>
                <a:gd name="T3" fmla="*/ 7 h 15"/>
                <a:gd name="T4" fmla="*/ 14 w 31"/>
                <a:gd name="T5" fmla="*/ 1 h 15"/>
                <a:gd name="T6" fmla="*/ 1 w 31"/>
                <a:gd name="T7" fmla="*/ 9 h 15"/>
                <a:gd name="T8" fmla="*/ 16 w 31"/>
                <a:gd name="T9" fmla="*/ 14 h 15"/>
              </a:gdLst>
              <a:ahLst/>
              <a:cxnLst>
                <a:cxn ang="0">
                  <a:pos x="T0" y="T1"/>
                </a:cxn>
                <a:cxn ang="0">
                  <a:pos x="T2" y="T3"/>
                </a:cxn>
                <a:cxn ang="0">
                  <a:pos x="T4" y="T5"/>
                </a:cxn>
                <a:cxn ang="0">
                  <a:pos x="T6" y="T7"/>
                </a:cxn>
                <a:cxn ang="0">
                  <a:pos x="T8" y="T9"/>
                </a:cxn>
              </a:cxnLst>
              <a:rect l="0" t="0" r="r" b="b"/>
              <a:pathLst>
                <a:path w="31" h="15">
                  <a:moveTo>
                    <a:pt x="16" y="14"/>
                  </a:moveTo>
                  <a:cubicBezTo>
                    <a:pt x="25" y="14"/>
                    <a:pt x="31" y="11"/>
                    <a:pt x="31" y="7"/>
                  </a:cubicBezTo>
                  <a:cubicBezTo>
                    <a:pt x="31" y="3"/>
                    <a:pt x="23" y="0"/>
                    <a:pt x="14" y="1"/>
                  </a:cubicBezTo>
                  <a:cubicBezTo>
                    <a:pt x="6" y="2"/>
                    <a:pt x="0" y="5"/>
                    <a:pt x="1" y="9"/>
                  </a:cubicBezTo>
                  <a:cubicBezTo>
                    <a:pt x="1" y="13"/>
                    <a:pt x="8" y="15"/>
                    <a:pt x="16"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71" name="Freeform 968"/>
            <p:cNvSpPr/>
            <p:nvPr/>
          </p:nvSpPr>
          <p:spPr bwMode="auto">
            <a:xfrm>
              <a:off x="3245154" y="12050491"/>
              <a:ext cx="85725" cy="39688"/>
            </a:xfrm>
            <a:custGeom>
              <a:avLst/>
              <a:gdLst>
                <a:gd name="T0" fmla="*/ 18 w 32"/>
                <a:gd name="T1" fmla="*/ 14 h 15"/>
                <a:gd name="T2" fmla="*/ 31 w 32"/>
                <a:gd name="T3" fmla="*/ 7 h 15"/>
                <a:gd name="T4" fmla="*/ 13 w 32"/>
                <a:gd name="T5" fmla="*/ 1 h 15"/>
                <a:gd name="T6" fmla="*/ 1 w 32"/>
                <a:gd name="T7" fmla="*/ 9 h 15"/>
                <a:gd name="T8" fmla="*/ 18 w 32"/>
                <a:gd name="T9" fmla="*/ 14 h 15"/>
              </a:gdLst>
              <a:ahLst/>
              <a:cxnLst>
                <a:cxn ang="0">
                  <a:pos x="T0" y="T1"/>
                </a:cxn>
                <a:cxn ang="0">
                  <a:pos x="T2" y="T3"/>
                </a:cxn>
                <a:cxn ang="0">
                  <a:pos x="T4" y="T5"/>
                </a:cxn>
                <a:cxn ang="0">
                  <a:pos x="T6" y="T7"/>
                </a:cxn>
                <a:cxn ang="0">
                  <a:pos x="T8" y="T9"/>
                </a:cxn>
              </a:cxnLst>
              <a:rect l="0" t="0" r="r" b="b"/>
              <a:pathLst>
                <a:path w="32" h="15">
                  <a:moveTo>
                    <a:pt x="18" y="14"/>
                  </a:moveTo>
                  <a:cubicBezTo>
                    <a:pt x="26" y="13"/>
                    <a:pt x="32" y="10"/>
                    <a:pt x="31" y="7"/>
                  </a:cubicBezTo>
                  <a:cubicBezTo>
                    <a:pt x="31" y="3"/>
                    <a:pt x="22" y="0"/>
                    <a:pt x="13" y="1"/>
                  </a:cubicBezTo>
                  <a:cubicBezTo>
                    <a:pt x="5" y="2"/>
                    <a:pt x="0" y="6"/>
                    <a:pt x="1" y="9"/>
                  </a:cubicBezTo>
                  <a:cubicBezTo>
                    <a:pt x="2" y="13"/>
                    <a:pt x="9" y="15"/>
                    <a:pt x="18"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72" name="Freeform 969"/>
            <p:cNvSpPr/>
            <p:nvPr/>
          </p:nvSpPr>
          <p:spPr bwMode="auto">
            <a:xfrm>
              <a:off x="3030842" y="12069541"/>
              <a:ext cx="85725" cy="34925"/>
            </a:xfrm>
            <a:custGeom>
              <a:avLst/>
              <a:gdLst>
                <a:gd name="T0" fmla="*/ 17 w 32"/>
                <a:gd name="T1" fmla="*/ 12 h 13"/>
                <a:gd name="T2" fmla="*/ 31 w 32"/>
                <a:gd name="T3" fmla="*/ 6 h 13"/>
                <a:gd name="T4" fmla="*/ 14 w 32"/>
                <a:gd name="T5" fmla="*/ 0 h 13"/>
                <a:gd name="T6" fmla="*/ 1 w 32"/>
                <a:gd name="T7" fmla="*/ 7 h 13"/>
                <a:gd name="T8" fmla="*/ 17 w 32"/>
                <a:gd name="T9" fmla="*/ 12 h 13"/>
              </a:gdLst>
              <a:ahLst/>
              <a:cxnLst>
                <a:cxn ang="0">
                  <a:pos x="T0" y="T1"/>
                </a:cxn>
                <a:cxn ang="0">
                  <a:pos x="T2" y="T3"/>
                </a:cxn>
                <a:cxn ang="0">
                  <a:pos x="T4" y="T5"/>
                </a:cxn>
                <a:cxn ang="0">
                  <a:pos x="T6" y="T7"/>
                </a:cxn>
                <a:cxn ang="0">
                  <a:pos x="T8" y="T9"/>
                </a:cxn>
              </a:cxnLst>
              <a:rect l="0" t="0" r="r" b="b"/>
              <a:pathLst>
                <a:path w="32" h="13">
                  <a:moveTo>
                    <a:pt x="17" y="12"/>
                  </a:moveTo>
                  <a:cubicBezTo>
                    <a:pt x="25" y="12"/>
                    <a:pt x="32" y="9"/>
                    <a:pt x="31" y="6"/>
                  </a:cubicBezTo>
                  <a:cubicBezTo>
                    <a:pt x="31" y="2"/>
                    <a:pt x="23" y="0"/>
                    <a:pt x="14" y="0"/>
                  </a:cubicBezTo>
                  <a:cubicBezTo>
                    <a:pt x="6" y="1"/>
                    <a:pt x="0" y="4"/>
                    <a:pt x="1" y="7"/>
                  </a:cubicBezTo>
                  <a:cubicBezTo>
                    <a:pt x="2" y="11"/>
                    <a:pt x="9" y="13"/>
                    <a:pt x="17"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73" name="Freeform 970"/>
            <p:cNvSpPr/>
            <p:nvPr/>
          </p:nvSpPr>
          <p:spPr bwMode="auto">
            <a:xfrm>
              <a:off x="2816529" y="12082241"/>
              <a:ext cx="85725" cy="33338"/>
            </a:xfrm>
            <a:custGeom>
              <a:avLst/>
              <a:gdLst>
                <a:gd name="T0" fmla="*/ 17 w 32"/>
                <a:gd name="T1" fmla="*/ 12 h 12"/>
                <a:gd name="T2" fmla="*/ 31 w 32"/>
                <a:gd name="T3" fmla="*/ 6 h 12"/>
                <a:gd name="T4" fmla="*/ 14 w 32"/>
                <a:gd name="T5" fmla="*/ 1 h 12"/>
                <a:gd name="T6" fmla="*/ 1 w 32"/>
                <a:gd name="T7" fmla="*/ 7 h 12"/>
                <a:gd name="T8" fmla="*/ 17 w 32"/>
                <a:gd name="T9" fmla="*/ 12 h 12"/>
              </a:gdLst>
              <a:ahLst/>
              <a:cxnLst>
                <a:cxn ang="0">
                  <a:pos x="T0" y="T1"/>
                </a:cxn>
                <a:cxn ang="0">
                  <a:pos x="T2" y="T3"/>
                </a:cxn>
                <a:cxn ang="0">
                  <a:pos x="T4" y="T5"/>
                </a:cxn>
                <a:cxn ang="0">
                  <a:pos x="T6" y="T7"/>
                </a:cxn>
                <a:cxn ang="0">
                  <a:pos x="T8" y="T9"/>
                </a:cxn>
              </a:cxnLst>
              <a:rect l="0" t="0" r="r" b="b"/>
              <a:pathLst>
                <a:path w="32" h="12">
                  <a:moveTo>
                    <a:pt x="17" y="12"/>
                  </a:moveTo>
                  <a:cubicBezTo>
                    <a:pt x="26" y="11"/>
                    <a:pt x="32" y="9"/>
                    <a:pt x="31" y="6"/>
                  </a:cubicBezTo>
                  <a:cubicBezTo>
                    <a:pt x="31" y="2"/>
                    <a:pt x="23" y="0"/>
                    <a:pt x="14" y="1"/>
                  </a:cubicBezTo>
                  <a:cubicBezTo>
                    <a:pt x="6" y="1"/>
                    <a:pt x="0" y="4"/>
                    <a:pt x="1" y="7"/>
                  </a:cubicBezTo>
                  <a:cubicBezTo>
                    <a:pt x="2" y="10"/>
                    <a:pt x="9" y="12"/>
                    <a:pt x="17"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74" name="Freeform 971"/>
            <p:cNvSpPr/>
            <p:nvPr/>
          </p:nvSpPr>
          <p:spPr bwMode="auto">
            <a:xfrm>
              <a:off x="2602217" y="12096528"/>
              <a:ext cx="85725" cy="30163"/>
            </a:xfrm>
            <a:custGeom>
              <a:avLst/>
              <a:gdLst>
                <a:gd name="T0" fmla="*/ 18 w 32"/>
                <a:gd name="T1" fmla="*/ 11 h 11"/>
                <a:gd name="T2" fmla="*/ 32 w 32"/>
                <a:gd name="T3" fmla="*/ 5 h 11"/>
                <a:gd name="T4" fmla="*/ 14 w 32"/>
                <a:gd name="T5" fmla="*/ 1 h 11"/>
                <a:gd name="T6" fmla="*/ 1 w 32"/>
                <a:gd name="T7" fmla="*/ 7 h 11"/>
                <a:gd name="T8" fmla="*/ 18 w 32"/>
                <a:gd name="T9" fmla="*/ 11 h 11"/>
              </a:gdLst>
              <a:ahLst/>
              <a:cxnLst>
                <a:cxn ang="0">
                  <a:pos x="T0" y="T1"/>
                </a:cxn>
                <a:cxn ang="0">
                  <a:pos x="T2" y="T3"/>
                </a:cxn>
                <a:cxn ang="0">
                  <a:pos x="T4" y="T5"/>
                </a:cxn>
                <a:cxn ang="0">
                  <a:pos x="T6" y="T7"/>
                </a:cxn>
                <a:cxn ang="0">
                  <a:pos x="T8" y="T9"/>
                </a:cxn>
              </a:cxnLst>
              <a:rect l="0" t="0" r="r" b="b"/>
              <a:pathLst>
                <a:path w="32" h="11">
                  <a:moveTo>
                    <a:pt x="18" y="11"/>
                  </a:moveTo>
                  <a:cubicBezTo>
                    <a:pt x="26" y="10"/>
                    <a:pt x="32" y="8"/>
                    <a:pt x="32" y="5"/>
                  </a:cubicBezTo>
                  <a:cubicBezTo>
                    <a:pt x="31" y="2"/>
                    <a:pt x="23" y="0"/>
                    <a:pt x="14" y="1"/>
                  </a:cubicBezTo>
                  <a:cubicBezTo>
                    <a:pt x="6" y="2"/>
                    <a:pt x="0" y="4"/>
                    <a:pt x="1" y="7"/>
                  </a:cubicBezTo>
                  <a:cubicBezTo>
                    <a:pt x="2" y="10"/>
                    <a:pt x="9" y="11"/>
                    <a:pt x="18"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75" name="Freeform 972"/>
            <p:cNvSpPr/>
            <p:nvPr/>
          </p:nvSpPr>
          <p:spPr bwMode="auto">
            <a:xfrm>
              <a:off x="2387904" y="12109228"/>
              <a:ext cx="85725" cy="26988"/>
            </a:xfrm>
            <a:custGeom>
              <a:avLst/>
              <a:gdLst>
                <a:gd name="T0" fmla="*/ 17 w 32"/>
                <a:gd name="T1" fmla="*/ 10 h 10"/>
                <a:gd name="T2" fmla="*/ 32 w 32"/>
                <a:gd name="T3" fmla="*/ 5 h 10"/>
                <a:gd name="T4" fmla="*/ 15 w 32"/>
                <a:gd name="T5" fmla="*/ 1 h 10"/>
                <a:gd name="T6" fmla="*/ 1 w 32"/>
                <a:gd name="T7" fmla="*/ 6 h 10"/>
                <a:gd name="T8" fmla="*/ 17 w 32"/>
                <a:gd name="T9" fmla="*/ 10 h 10"/>
              </a:gdLst>
              <a:ahLst/>
              <a:cxnLst>
                <a:cxn ang="0">
                  <a:pos x="T0" y="T1"/>
                </a:cxn>
                <a:cxn ang="0">
                  <a:pos x="T2" y="T3"/>
                </a:cxn>
                <a:cxn ang="0">
                  <a:pos x="T4" y="T5"/>
                </a:cxn>
                <a:cxn ang="0">
                  <a:pos x="T6" y="T7"/>
                </a:cxn>
                <a:cxn ang="0">
                  <a:pos x="T8" y="T9"/>
                </a:cxn>
              </a:cxnLst>
              <a:rect l="0" t="0" r="r" b="b"/>
              <a:pathLst>
                <a:path w="32" h="10">
                  <a:moveTo>
                    <a:pt x="17" y="10"/>
                  </a:moveTo>
                  <a:cubicBezTo>
                    <a:pt x="25" y="10"/>
                    <a:pt x="32" y="8"/>
                    <a:pt x="32" y="5"/>
                  </a:cubicBezTo>
                  <a:cubicBezTo>
                    <a:pt x="32" y="2"/>
                    <a:pt x="24" y="0"/>
                    <a:pt x="15" y="1"/>
                  </a:cubicBezTo>
                  <a:cubicBezTo>
                    <a:pt x="6" y="1"/>
                    <a:pt x="0" y="4"/>
                    <a:pt x="1" y="6"/>
                  </a:cubicBezTo>
                  <a:cubicBezTo>
                    <a:pt x="2" y="9"/>
                    <a:pt x="9" y="10"/>
                    <a:pt x="1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76" name="Freeform 973"/>
            <p:cNvSpPr/>
            <p:nvPr/>
          </p:nvSpPr>
          <p:spPr bwMode="auto">
            <a:xfrm>
              <a:off x="2172004" y="12123516"/>
              <a:ext cx="87313" cy="23813"/>
            </a:xfrm>
            <a:custGeom>
              <a:avLst/>
              <a:gdLst>
                <a:gd name="T0" fmla="*/ 18 w 32"/>
                <a:gd name="T1" fmla="*/ 9 h 9"/>
                <a:gd name="T2" fmla="*/ 32 w 32"/>
                <a:gd name="T3" fmla="*/ 4 h 9"/>
                <a:gd name="T4" fmla="*/ 14 w 32"/>
                <a:gd name="T5" fmla="*/ 1 h 9"/>
                <a:gd name="T6" fmla="*/ 1 w 32"/>
                <a:gd name="T7" fmla="*/ 6 h 9"/>
                <a:gd name="T8" fmla="*/ 18 w 32"/>
                <a:gd name="T9" fmla="*/ 9 h 9"/>
              </a:gdLst>
              <a:ahLst/>
              <a:cxnLst>
                <a:cxn ang="0">
                  <a:pos x="T0" y="T1"/>
                </a:cxn>
                <a:cxn ang="0">
                  <a:pos x="T2" y="T3"/>
                </a:cxn>
                <a:cxn ang="0">
                  <a:pos x="T4" y="T5"/>
                </a:cxn>
                <a:cxn ang="0">
                  <a:pos x="T6" y="T7"/>
                </a:cxn>
                <a:cxn ang="0">
                  <a:pos x="T8" y="T9"/>
                </a:cxn>
              </a:cxnLst>
              <a:rect l="0" t="0" r="r" b="b"/>
              <a:pathLst>
                <a:path w="32" h="9">
                  <a:moveTo>
                    <a:pt x="18" y="9"/>
                  </a:moveTo>
                  <a:cubicBezTo>
                    <a:pt x="26" y="9"/>
                    <a:pt x="32" y="7"/>
                    <a:pt x="32" y="4"/>
                  </a:cubicBezTo>
                  <a:cubicBezTo>
                    <a:pt x="31" y="2"/>
                    <a:pt x="23" y="0"/>
                    <a:pt x="14" y="1"/>
                  </a:cubicBezTo>
                  <a:cubicBezTo>
                    <a:pt x="6" y="2"/>
                    <a:pt x="0" y="4"/>
                    <a:pt x="1" y="6"/>
                  </a:cubicBezTo>
                  <a:cubicBezTo>
                    <a:pt x="2" y="8"/>
                    <a:pt x="9" y="9"/>
                    <a:pt x="18"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77" name="Freeform 974"/>
            <p:cNvSpPr/>
            <p:nvPr/>
          </p:nvSpPr>
          <p:spPr bwMode="auto">
            <a:xfrm>
              <a:off x="1960867" y="12139391"/>
              <a:ext cx="84138" cy="22225"/>
            </a:xfrm>
            <a:custGeom>
              <a:avLst/>
              <a:gdLst>
                <a:gd name="T0" fmla="*/ 16 w 31"/>
                <a:gd name="T1" fmla="*/ 8 h 8"/>
                <a:gd name="T2" fmla="*/ 31 w 31"/>
                <a:gd name="T3" fmla="*/ 3 h 8"/>
                <a:gd name="T4" fmla="*/ 14 w 31"/>
                <a:gd name="T5" fmla="*/ 0 h 8"/>
                <a:gd name="T6" fmla="*/ 0 w 31"/>
                <a:gd name="T7" fmla="*/ 5 h 8"/>
                <a:gd name="T8" fmla="*/ 16 w 31"/>
                <a:gd name="T9" fmla="*/ 8 h 8"/>
              </a:gdLst>
              <a:ahLst/>
              <a:cxnLst>
                <a:cxn ang="0">
                  <a:pos x="T0" y="T1"/>
                </a:cxn>
                <a:cxn ang="0">
                  <a:pos x="T2" y="T3"/>
                </a:cxn>
                <a:cxn ang="0">
                  <a:pos x="T4" y="T5"/>
                </a:cxn>
                <a:cxn ang="0">
                  <a:pos x="T6" y="T7"/>
                </a:cxn>
                <a:cxn ang="0">
                  <a:pos x="T8" y="T9"/>
                </a:cxn>
              </a:cxnLst>
              <a:rect l="0" t="0" r="r" b="b"/>
              <a:pathLst>
                <a:path w="31" h="8">
                  <a:moveTo>
                    <a:pt x="16" y="8"/>
                  </a:moveTo>
                  <a:cubicBezTo>
                    <a:pt x="24" y="7"/>
                    <a:pt x="31" y="6"/>
                    <a:pt x="31" y="3"/>
                  </a:cubicBezTo>
                  <a:cubicBezTo>
                    <a:pt x="31" y="1"/>
                    <a:pt x="23" y="0"/>
                    <a:pt x="14" y="0"/>
                  </a:cubicBezTo>
                  <a:cubicBezTo>
                    <a:pt x="6" y="1"/>
                    <a:pt x="0" y="3"/>
                    <a:pt x="0" y="5"/>
                  </a:cubicBezTo>
                  <a:cubicBezTo>
                    <a:pt x="1" y="7"/>
                    <a:pt x="8" y="8"/>
                    <a:pt x="16"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78" name="Freeform 975"/>
            <p:cNvSpPr/>
            <p:nvPr/>
          </p:nvSpPr>
          <p:spPr bwMode="auto">
            <a:xfrm>
              <a:off x="1746554" y="12153678"/>
              <a:ext cx="84138" cy="20638"/>
            </a:xfrm>
            <a:custGeom>
              <a:avLst/>
              <a:gdLst>
                <a:gd name="T0" fmla="*/ 17 w 31"/>
                <a:gd name="T1" fmla="*/ 8 h 8"/>
                <a:gd name="T2" fmla="*/ 31 w 31"/>
                <a:gd name="T3" fmla="*/ 4 h 8"/>
                <a:gd name="T4" fmla="*/ 14 w 31"/>
                <a:gd name="T5" fmla="*/ 1 h 8"/>
                <a:gd name="T6" fmla="*/ 0 w 31"/>
                <a:gd name="T7" fmla="*/ 6 h 8"/>
                <a:gd name="T8" fmla="*/ 17 w 31"/>
                <a:gd name="T9" fmla="*/ 8 h 8"/>
              </a:gdLst>
              <a:ahLst/>
              <a:cxnLst>
                <a:cxn ang="0">
                  <a:pos x="T0" y="T1"/>
                </a:cxn>
                <a:cxn ang="0">
                  <a:pos x="T2" y="T3"/>
                </a:cxn>
                <a:cxn ang="0">
                  <a:pos x="T4" y="T5"/>
                </a:cxn>
                <a:cxn ang="0">
                  <a:pos x="T6" y="T7"/>
                </a:cxn>
                <a:cxn ang="0">
                  <a:pos x="T8" y="T9"/>
                </a:cxn>
              </a:cxnLst>
              <a:rect l="0" t="0" r="r" b="b"/>
              <a:pathLst>
                <a:path w="31" h="8">
                  <a:moveTo>
                    <a:pt x="17" y="8"/>
                  </a:moveTo>
                  <a:cubicBezTo>
                    <a:pt x="25" y="7"/>
                    <a:pt x="31" y="5"/>
                    <a:pt x="31" y="4"/>
                  </a:cubicBezTo>
                  <a:cubicBezTo>
                    <a:pt x="31" y="2"/>
                    <a:pt x="23" y="0"/>
                    <a:pt x="14" y="1"/>
                  </a:cubicBezTo>
                  <a:cubicBezTo>
                    <a:pt x="5" y="2"/>
                    <a:pt x="0" y="4"/>
                    <a:pt x="0" y="6"/>
                  </a:cubicBezTo>
                  <a:cubicBezTo>
                    <a:pt x="1" y="8"/>
                    <a:pt x="8" y="8"/>
                    <a:pt x="17"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79" name="Freeform 976"/>
            <p:cNvSpPr/>
            <p:nvPr/>
          </p:nvSpPr>
          <p:spPr bwMode="auto">
            <a:xfrm>
              <a:off x="1529067" y="12172728"/>
              <a:ext cx="90488" cy="20638"/>
            </a:xfrm>
            <a:custGeom>
              <a:avLst/>
              <a:gdLst>
                <a:gd name="T0" fmla="*/ 18 w 33"/>
                <a:gd name="T1" fmla="*/ 7 h 8"/>
                <a:gd name="T2" fmla="*/ 32 w 33"/>
                <a:gd name="T3" fmla="*/ 3 h 8"/>
                <a:gd name="T4" fmla="*/ 16 w 33"/>
                <a:gd name="T5" fmla="*/ 1 h 8"/>
                <a:gd name="T6" fmla="*/ 2 w 33"/>
                <a:gd name="T7" fmla="*/ 5 h 8"/>
                <a:gd name="T8" fmla="*/ 18 w 33"/>
                <a:gd name="T9" fmla="*/ 7 h 8"/>
              </a:gdLst>
              <a:ahLst/>
              <a:cxnLst>
                <a:cxn ang="0">
                  <a:pos x="T0" y="T1"/>
                </a:cxn>
                <a:cxn ang="0">
                  <a:pos x="T2" y="T3"/>
                </a:cxn>
                <a:cxn ang="0">
                  <a:pos x="T4" y="T5"/>
                </a:cxn>
                <a:cxn ang="0">
                  <a:pos x="T6" y="T7"/>
                </a:cxn>
                <a:cxn ang="0">
                  <a:pos x="T8" y="T9"/>
                </a:cxn>
              </a:cxnLst>
              <a:rect l="0" t="0" r="r" b="b"/>
              <a:pathLst>
                <a:path w="33" h="8">
                  <a:moveTo>
                    <a:pt x="18" y="7"/>
                  </a:moveTo>
                  <a:cubicBezTo>
                    <a:pt x="27" y="6"/>
                    <a:pt x="33" y="4"/>
                    <a:pt x="32" y="3"/>
                  </a:cubicBezTo>
                  <a:cubicBezTo>
                    <a:pt x="31" y="1"/>
                    <a:pt x="24" y="0"/>
                    <a:pt x="16" y="1"/>
                  </a:cubicBezTo>
                  <a:cubicBezTo>
                    <a:pt x="7" y="1"/>
                    <a:pt x="0" y="4"/>
                    <a:pt x="2" y="5"/>
                  </a:cubicBezTo>
                  <a:cubicBezTo>
                    <a:pt x="3" y="7"/>
                    <a:pt x="10" y="8"/>
                    <a:pt x="18"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80" name="Freeform 977"/>
            <p:cNvSpPr/>
            <p:nvPr/>
          </p:nvSpPr>
          <p:spPr bwMode="auto">
            <a:xfrm>
              <a:off x="1317929" y="12193366"/>
              <a:ext cx="87313" cy="19050"/>
            </a:xfrm>
            <a:custGeom>
              <a:avLst/>
              <a:gdLst>
                <a:gd name="T0" fmla="*/ 18 w 32"/>
                <a:gd name="T1" fmla="*/ 6 h 7"/>
                <a:gd name="T2" fmla="*/ 31 w 32"/>
                <a:gd name="T3" fmla="*/ 2 h 7"/>
                <a:gd name="T4" fmla="*/ 15 w 32"/>
                <a:gd name="T5" fmla="*/ 0 h 7"/>
                <a:gd name="T6" fmla="*/ 1 w 32"/>
                <a:gd name="T7" fmla="*/ 5 h 7"/>
                <a:gd name="T8" fmla="*/ 18 w 32"/>
                <a:gd name="T9" fmla="*/ 6 h 7"/>
              </a:gdLst>
              <a:ahLst/>
              <a:cxnLst>
                <a:cxn ang="0">
                  <a:pos x="T0" y="T1"/>
                </a:cxn>
                <a:cxn ang="0">
                  <a:pos x="T2" y="T3"/>
                </a:cxn>
                <a:cxn ang="0">
                  <a:pos x="T4" y="T5"/>
                </a:cxn>
                <a:cxn ang="0">
                  <a:pos x="T6" y="T7"/>
                </a:cxn>
                <a:cxn ang="0">
                  <a:pos x="T8" y="T9"/>
                </a:cxn>
              </a:cxnLst>
              <a:rect l="0" t="0" r="r" b="b"/>
              <a:pathLst>
                <a:path w="32" h="7">
                  <a:moveTo>
                    <a:pt x="18" y="6"/>
                  </a:moveTo>
                  <a:cubicBezTo>
                    <a:pt x="26" y="5"/>
                    <a:pt x="32" y="4"/>
                    <a:pt x="31" y="2"/>
                  </a:cubicBezTo>
                  <a:cubicBezTo>
                    <a:pt x="31" y="0"/>
                    <a:pt x="23" y="0"/>
                    <a:pt x="15" y="0"/>
                  </a:cubicBezTo>
                  <a:cubicBezTo>
                    <a:pt x="6" y="1"/>
                    <a:pt x="0" y="4"/>
                    <a:pt x="1" y="5"/>
                  </a:cubicBezTo>
                  <a:cubicBezTo>
                    <a:pt x="2" y="7"/>
                    <a:pt x="9" y="7"/>
                    <a:pt x="18"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81" name="Freeform 978"/>
            <p:cNvSpPr/>
            <p:nvPr/>
          </p:nvSpPr>
          <p:spPr bwMode="auto">
            <a:xfrm>
              <a:off x="1103617" y="12218766"/>
              <a:ext cx="87313" cy="19050"/>
            </a:xfrm>
            <a:custGeom>
              <a:avLst/>
              <a:gdLst>
                <a:gd name="T0" fmla="*/ 17 w 32"/>
                <a:gd name="T1" fmla="*/ 6 h 7"/>
                <a:gd name="T2" fmla="*/ 32 w 32"/>
                <a:gd name="T3" fmla="*/ 2 h 7"/>
                <a:gd name="T4" fmla="*/ 14 w 32"/>
                <a:gd name="T5" fmla="*/ 1 h 7"/>
                <a:gd name="T6" fmla="*/ 1 w 32"/>
                <a:gd name="T7" fmla="*/ 6 h 7"/>
                <a:gd name="T8" fmla="*/ 17 w 32"/>
                <a:gd name="T9" fmla="*/ 6 h 7"/>
              </a:gdLst>
              <a:ahLst/>
              <a:cxnLst>
                <a:cxn ang="0">
                  <a:pos x="T0" y="T1"/>
                </a:cxn>
                <a:cxn ang="0">
                  <a:pos x="T2" y="T3"/>
                </a:cxn>
                <a:cxn ang="0">
                  <a:pos x="T4" y="T5"/>
                </a:cxn>
                <a:cxn ang="0">
                  <a:pos x="T6" y="T7"/>
                </a:cxn>
                <a:cxn ang="0">
                  <a:pos x="T8" y="T9"/>
                </a:cxn>
              </a:cxnLst>
              <a:rect l="0" t="0" r="r" b="b"/>
              <a:pathLst>
                <a:path w="32" h="7">
                  <a:moveTo>
                    <a:pt x="17" y="6"/>
                  </a:moveTo>
                  <a:cubicBezTo>
                    <a:pt x="26" y="5"/>
                    <a:pt x="32" y="3"/>
                    <a:pt x="32" y="2"/>
                  </a:cubicBezTo>
                  <a:cubicBezTo>
                    <a:pt x="31" y="0"/>
                    <a:pt x="23" y="0"/>
                    <a:pt x="14" y="1"/>
                  </a:cubicBezTo>
                  <a:cubicBezTo>
                    <a:pt x="6" y="2"/>
                    <a:pt x="0" y="4"/>
                    <a:pt x="1" y="6"/>
                  </a:cubicBezTo>
                  <a:cubicBezTo>
                    <a:pt x="2" y="7"/>
                    <a:pt x="9" y="7"/>
                    <a:pt x="1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82" name="Freeform 979"/>
            <p:cNvSpPr/>
            <p:nvPr/>
          </p:nvSpPr>
          <p:spPr bwMode="auto">
            <a:xfrm>
              <a:off x="890892" y="12245753"/>
              <a:ext cx="87313" cy="20638"/>
            </a:xfrm>
            <a:custGeom>
              <a:avLst/>
              <a:gdLst>
                <a:gd name="T0" fmla="*/ 17 w 32"/>
                <a:gd name="T1" fmla="*/ 7 h 8"/>
                <a:gd name="T2" fmla="*/ 31 w 32"/>
                <a:gd name="T3" fmla="*/ 3 h 8"/>
                <a:gd name="T4" fmla="*/ 13 w 32"/>
                <a:gd name="T5" fmla="*/ 1 h 8"/>
                <a:gd name="T6" fmla="*/ 1 w 32"/>
                <a:gd name="T7" fmla="*/ 6 h 8"/>
                <a:gd name="T8" fmla="*/ 17 w 32"/>
                <a:gd name="T9" fmla="*/ 7 h 8"/>
              </a:gdLst>
              <a:ahLst/>
              <a:cxnLst>
                <a:cxn ang="0">
                  <a:pos x="T0" y="T1"/>
                </a:cxn>
                <a:cxn ang="0">
                  <a:pos x="T2" y="T3"/>
                </a:cxn>
                <a:cxn ang="0">
                  <a:pos x="T4" y="T5"/>
                </a:cxn>
                <a:cxn ang="0">
                  <a:pos x="T6" y="T7"/>
                </a:cxn>
                <a:cxn ang="0">
                  <a:pos x="T8" y="T9"/>
                </a:cxn>
              </a:cxnLst>
              <a:rect l="0" t="0" r="r" b="b"/>
              <a:pathLst>
                <a:path w="32" h="8">
                  <a:moveTo>
                    <a:pt x="17" y="7"/>
                  </a:moveTo>
                  <a:cubicBezTo>
                    <a:pt x="25" y="7"/>
                    <a:pt x="32" y="4"/>
                    <a:pt x="31" y="3"/>
                  </a:cubicBezTo>
                  <a:cubicBezTo>
                    <a:pt x="30" y="1"/>
                    <a:pt x="22" y="0"/>
                    <a:pt x="13" y="1"/>
                  </a:cubicBezTo>
                  <a:cubicBezTo>
                    <a:pt x="5" y="2"/>
                    <a:pt x="0" y="5"/>
                    <a:pt x="1" y="6"/>
                  </a:cubicBezTo>
                  <a:cubicBezTo>
                    <a:pt x="2" y="8"/>
                    <a:pt x="9" y="8"/>
                    <a:pt x="17"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83" name="Freeform 980"/>
            <p:cNvSpPr/>
            <p:nvPr/>
          </p:nvSpPr>
          <p:spPr bwMode="auto">
            <a:xfrm>
              <a:off x="676579" y="12275916"/>
              <a:ext cx="87313" cy="28575"/>
            </a:xfrm>
            <a:custGeom>
              <a:avLst/>
              <a:gdLst>
                <a:gd name="T0" fmla="*/ 18 w 32"/>
                <a:gd name="T1" fmla="*/ 9 h 11"/>
                <a:gd name="T2" fmla="*/ 31 w 32"/>
                <a:gd name="T3" fmla="*/ 2 h 11"/>
                <a:gd name="T4" fmla="*/ 14 w 32"/>
                <a:gd name="T5" fmla="*/ 2 h 11"/>
                <a:gd name="T6" fmla="*/ 1 w 32"/>
                <a:gd name="T7" fmla="*/ 9 h 11"/>
                <a:gd name="T8" fmla="*/ 18 w 32"/>
                <a:gd name="T9" fmla="*/ 9 h 11"/>
              </a:gdLst>
              <a:ahLst/>
              <a:cxnLst>
                <a:cxn ang="0">
                  <a:pos x="T0" y="T1"/>
                </a:cxn>
                <a:cxn ang="0">
                  <a:pos x="T2" y="T3"/>
                </a:cxn>
                <a:cxn ang="0">
                  <a:pos x="T4" y="T5"/>
                </a:cxn>
                <a:cxn ang="0">
                  <a:pos x="T6" y="T7"/>
                </a:cxn>
                <a:cxn ang="0">
                  <a:pos x="T8" y="T9"/>
                </a:cxn>
              </a:cxnLst>
              <a:rect l="0" t="0" r="r" b="b"/>
              <a:pathLst>
                <a:path w="32" h="11">
                  <a:moveTo>
                    <a:pt x="18" y="9"/>
                  </a:moveTo>
                  <a:cubicBezTo>
                    <a:pt x="26" y="7"/>
                    <a:pt x="32" y="4"/>
                    <a:pt x="31" y="2"/>
                  </a:cubicBezTo>
                  <a:cubicBezTo>
                    <a:pt x="31" y="0"/>
                    <a:pt x="23" y="0"/>
                    <a:pt x="14" y="2"/>
                  </a:cubicBezTo>
                  <a:cubicBezTo>
                    <a:pt x="6" y="3"/>
                    <a:pt x="0" y="7"/>
                    <a:pt x="1" y="9"/>
                  </a:cubicBezTo>
                  <a:cubicBezTo>
                    <a:pt x="2" y="11"/>
                    <a:pt x="9" y="11"/>
                    <a:pt x="18"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84" name="Freeform 981"/>
            <p:cNvSpPr/>
            <p:nvPr/>
          </p:nvSpPr>
          <p:spPr bwMode="auto">
            <a:xfrm>
              <a:off x="465442" y="12321953"/>
              <a:ext cx="87313" cy="39688"/>
            </a:xfrm>
            <a:custGeom>
              <a:avLst/>
              <a:gdLst>
                <a:gd name="T0" fmla="*/ 18 w 32"/>
                <a:gd name="T1" fmla="*/ 12 h 15"/>
                <a:gd name="T2" fmla="*/ 31 w 32"/>
                <a:gd name="T3" fmla="*/ 3 h 15"/>
                <a:gd name="T4" fmla="*/ 15 w 32"/>
                <a:gd name="T5" fmla="*/ 2 h 15"/>
                <a:gd name="T6" fmla="*/ 1 w 32"/>
                <a:gd name="T7" fmla="*/ 12 h 15"/>
                <a:gd name="T8" fmla="*/ 18 w 32"/>
                <a:gd name="T9" fmla="*/ 12 h 15"/>
              </a:gdLst>
              <a:ahLst/>
              <a:cxnLst>
                <a:cxn ang="0">
                  <a:pos x="T0" y="T1"/>
                </a:cxn>
                <a:cxn ang="0">
                  <a:pos x="T2" y="T3"/>
                </a:cxn>
                <a:cxn ang="0">
                  <a:pos x="T4" y="T5"/>
                </a:cxn>
                <a:cxn ang="0">
                  <a:pos x="T6" y="T7"/>
                </a:cxn>
                <a:cxn ang="0">
                  <a:pos x="T8" y="T9"/>
                </a:cxn>
              </a:cxnLst>
              <a:rect l="0" t="0" r="r" b="b"/>
              <a:pathLst>
                <a:path w="32" h="15">
                  <a:moveTo>
                    <a:pt x="18" y="12"/>
                  </a:moveTo>
                  <a:cubicBezTo>
                    <a:pt x="26" y="10"/>
                    <a:pt x="32" y="6"/>
                    <a:pt x="31" y="3"/>
                  </a:cubicBezTo>
                  <a:cubicBezTo>
                    <a:pt x="30" y="1"/>
                    <a:pt x="23" y="0"/>
                    <a:pt x="15" y="2"/>
                  </a:cubicBezTo>
                  <a:cubicBezTo>
                    <a:pt x="6" y="4"/>
                    <a:pt x="0" y="9"/>
                    <a:pt x="1" y="12"/>
                  </a:cubicBezTo>
                  <a:cubicBezTo>
                    <a:pt x="2" y="15"/>
                    <a:pt x="9" y="15"/>
                    <a:pt x="1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85" name="Freeform 982"/>
            <p:cNvSpPr/>
            <p:nvPr/>
          </p:nvSpPr>
          <p:spPr bwMode="auto">
            <a:xfrm>
              <a:off x="254304" y="12379103"/>
              <a:ext cx="85725" cy="50800"/>
            </a:xfrm>
            <a:custGeom>
              <a:avLst/>
              <a:gdLst>
                <a:gd name="T0" fmla="*/ 18 w 32"/>
                <a:gd name="T1" fmla="*/ 16 h 19"/>
                <a:gd name="T2" fmla="*/ 31 w 32"/>
                <a:gd name="T3" fmla="*/ 5 h 19"/>
                <a:gd name="T4" fmla="*/ 15 w 32"/>
                <a:gd name="T5" fmla="*/ 3 h 19"/>
                <a:gd name="T6" fmla="*/ 1 w 32"/>
                <a:gd name="T7" fmla="*/ 14 h 19"/>
                <a:gd name="T8" fmla="*/ 18 w 32"/>
                <a:gd name="T9" fmla="*/ 16 h 19"/>
              </a:gdLst>
              <a:ahLst/>
              <a:cxnLst>
                <a:cxn ang="0">
                  <a:pos x="T0" y="T1"/>
                </a:cxn>
                <a:cxn ang="0">
                  <a:pos x="T2" y="T3"/>
                </a:cxn>
                <a:cxn ang="0">
                  <a:pos x="T4" y="T5"/>
                </a:cxn>
                <a:cxn ang="0">
                  <a:pos x="T6" y="T7"/>
                </a:cxn>
                <a:cxn ang="0">
                  <a:pos x="T8" y="T9"/>
                </a:cxn>
              </a:cxnLst>
              <a:rect l="0" t="0" r="r" b="b"/>
              <a:pathLst>
                <a:path w="32" h="19">
                  <a:moveTo>
                    <a:pt x="18" y="16"/>
                  </a:moveTo>
                  <a:cubicBezTo>
                    <a:pt x="26" y="13"/>
                    <a:pt x="32" y="8"/>
                    <a:pt x="31" y="5"/>
                  </a:cubicBezTo>
                  <a:cubicBezTo>
                    <a:pt x="30" y="1"/>
                    <a:pt x="23" y="0"/>
                    <a:pt x="15" y="3"/>
                  </a:cubicBezTo>
                  <a:cubicBezTo>
                    <a:pt x="6" y="5"/>
                    <a:pt x="0" y="11"/>
                    <a:pt x="1" y="14"/>
                  </a:cubicBezTo>
                  <a:cubicBezTo>
                    <a:pt x="3" y="18"/>
                    <a:pt x="10" y="19"/>
                    <a:pt x="18"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86" name="Freeform 983"/>
            <p:cNvSpPr/>
            <p:nvPr/>
          </p:nvSpPr>
          <p:spPr bwMode="auto">
            <a:xfrm>
              <a:off x="41579" y="12437841"/>
              <a:ext cx="87313" cy="60325"/>
            </a:xfrm>
            <a:custGeom>
              <a:avLst/>
              <a:gdLst>
                <a:gd name="T0" fmla="*/ 18 w 32"/>
                <a:gd name="T1" fmla="*/ 19 h 22"/>
                <a:gd name="T2" fmla="*/ 31 w 32"/>
                <a:gd name="T3" fmla="*/ 7 h 22"/>
                <a:gd name="T4" fmla="*/ 15 w 32"/>
                <a:gd name="T5" fmla="*/ 3 h 22"/>
                <a:gd name="T6" fmla="*/ 1 w 32"/>
                <a:gd name="T7" fmla="*/ 16 h 22"/>
                <a:gd name="T8" fmla="*/ 18 w 32"/>
                <a:gd name="T9" fmla="*/ 19 h 22"/>
              </a:gdLst>
              <a:ahLst/>
              <a:cxnLst>
                <a:cxn ang="0">
                  <a:pos x="T0" y="T1"/>
                </a:cxn>
                <a:cxn ang="0">
                  <a:pos x="T2" y="T3"/>
                </a:cxn>
                <a:cxn ang="0">
                  <a:pos x="T4" y="T5"/>
                </a:cxn>
                <a:cxn ang="0">
                  <a:pos x="T6" y="T7"/>
                </a:cxn>
                <a:cxn ang="0">
                  <a:pos x="T8" y="T9"/>
                </a:cxn>
              </a:cxnLst>
              <a:rect l="0" t="0" r="r" b="b"/>
              <a:pathLst>
                <a:path w="32" h="22">
                  <a:moveTo>
                    <a:pt x="18" y="19"/>
                  </a:moveTo>
                  <a:cubicBezTo>
                    <a:pt x="26" y="16"/>
                    <a:pt x="32" y="11"/>
                    <a:pt x="31" y="7"/>
                  </a:cubicBezTo>
                  <a:cubicBezTo>
                    <a:pt x="30" y="2"/>
                    <a:pt x="23" y="0"/>
                    <a:pt x="15" y="3"/>
                  </a:cubicBezTo>
                  <a:cubicBezTo>
                    <a:pt x="6" y="5"/>
                    <a:pt x="0" y="11"/>
                    <a:pt x="1" y="16"/>
                  </a:cubicBezTo>
                  <a:cubicBezTo>
                    <a:pt x="3" y="20"/>
                    <a:pt x="10" y="22"/>
                    <a:pt x="18"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87" name="Freeform 984"/>
            <p:cNvSpPr/>
            <p:nvPr/>
          </p:nvSpPr>
          <p:spPr bwMode="auto">
            <a:xfrm>
              <a:off x="11739867" y="9092978"/>
              <a:ext cx="76200" cy="171450"/>
            </a:xfrm>
            <a:custGeom>
              <a:avLst/>
              <a:gdLst>
                <a:gd name="T0" fmla="*/ 12 w 28"/>
                <a:gd name="T1" fmla="*/ 27 h 63"/>
                <a:gd name="T2" fmla="*/ 1 w 28"/>
                <a:gd name="T3" fmla="*/ 61 h 63"/>
                <a:gd name="T4" fmla="*/ 15 w 28"/>
                <a:gd name="T5" fmla="*/ 36 h 63"/>
                <a:gd name="T6" fmla="*/ 28 w 28"/>
                <a:gd name="T7" fmla="*/ 3 h 63"/>
                <a:gd name="T8" fmla="*/ 12 w 28"/>
                <a:gd name="T9" fmla="*/ 27 h 63"/>
              </a:gdLst>
              <a:ahLst/>
              <a:cxnLst>
                <a:cxn ang="0">
                  <a:pos x="T0" y="T1"/>
                </a:cxn>
                <a:cxn ang="0">
                  <a:pos x="T2" y="T3"/>
                </a:cxn>
                <a:cxn ang="0">
                  <a:pos x="T4" y="T5"/>
                </a:cxn>
                <a:cxn ang="0">
                  <a:pos x="T6" y="T7"/>
                </a:cxn>
                <a:cxn ang="0">
                  <a:pos x="T8" y="T9"/>
                </a:cxn>
              </a:cxnLst>
              <a:rect l="0" t="0" r="r" b="b"/>
              <a:pathLst>
                <a:path w="28" h="63">
                  <a:moveTo>
                    <a:pt x="12" y="27"/>
                  </a:moveTo>
                  <a:cubicBezTo>
                    <a:pt x="5" y="43"/>
                    <a:pt x="0" y="58"/>
                    <a:pt x="1" y="61"/>
                  </a:cubicBezTo>
                  <a:cubicBezTo>
                    <a:pt x="2" y="63"/>
                    <a:pt x="8" y="52"/>
                    <a:pt x="15" y="36"/>
                  </a:cubicBezTo>
                  <a:cubicBezTo>
                    <a:pt x="23" y="20"/>
                    <a:pt x="28" y="7"/>
                    <a:pt x="28" y="3"/>
                  </a:cubicBezTo>
                  <a:cubicBezTo>
                    <a:pt x="27" y="0"/>
                    <a:pt x="20" y="10"/>
                    <a:pt x="12"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88" name="Freeform 985"/>
            <p:cNvSpPr/>
            <p:nvPr/>
          </p:nvSpPr>
          <p:spPr bwMode="auto">
            <a:xfrm>
              <a:off x="11558892" y="9527953"/>
              <a:ext cx="73025" cy="203200"/>
            </a:xfrm>
            <a:custGeom>
              <a:avLst/>
              <a:gdLst>
                <a:gd name="T0" fmla="*/ 12 w 27"/>
                <a:gd name="T1" fmla="*/ 32 h 75"/>
                <a:gd name="T2" fmla="*/ 1 w 27"/>
                <a:gd name="T3" fmla="*/ 70 h 75"/>
                <a:gd name="T4" fmla="*/ 15 w 27"/>
                <a:gd name="T5" fmla="*/ 46 h 75"/>
                <a:gd name="T6" fmla="*/ 27 w 27"/>
                <a:gd name="T7" fmla="*/ 5 h 75"/>
                <a:gd name="T8" fmla="*/ 12 w 27"/>
                <a:gd name="T9" fmla="*/ 32 h 75"/>
              </a:gdLst>
              <a:ahLst/>
              <a:cxnLst>
                <a:cxn ang="0">
                  <a:pos x="T0" y="T1"/>
                </a:cxn>
                <a:cxn ang="0">
                  <a:pos x="T2" y="T3"/>
                </a:cxn>
                <a:cxn ang="0">
                  <a:pos x="T4" y="T5"/>
                </a:cxn>
                <a:cxn ang="0">
                  <a:pos x="T6" y="T7"/>
                </a:cxn>
                <a:cxn ang="0">
                  <a:pos x="T8" y="T9"/>
                </a:cxn>
              </a:cxnLst>
              <a:rect l="0" t="0" r="r" b="b"/>
              <a:pathLst>
                <a:path w="27" h="75">
                  <a:moveTo>
                    <a:pt x="12" y="32"/>
                  </a:moveTo>
                  <a:cubicBezTo>
                    <a:pt x="5" y="49"/>
                    <a:pt x="0" y="66"/>
                    <a:pt x="1" y="70"/>
                  </a:cubicBezTo>
                  <a:cubicBezTo>
                    <a:pt x="2" y="75"/>
                    <a:pt x="8" y="64"/>
                    <a:pt x="15" y="46"/>
                  </a:cubicBezTo>
                  <a:cubicBezTo>
                    <a:pt x="22" y="28"/>
                    <a:pt x="27" y="10"/>
                    <a:pt x="27" y="5"/>
                  </a:cubicBezTo>
                  <a:cubicBezTo>
                    <a:pt x="27" y="0"/>
                    <a:pt x="20" y="12"/>
                    <a:pt x="12"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89" name="Freeform 986"/>
            <p:cNvSpPr/>
            <p:nvPr/>
          </p:nvSpPr>
          <p:spPr bwMode="auto">
            <a:xfrm>
              <a:off x="11373154" y="9964516"/>
              <a:ext cx="76200" cy="157163"/>
            </a:xfrm>
            <a:custGeom>
              <a:avLst/>
              <a:gdLst>
                <a:gd name="T0" fmla="*/ 16 w 28"/>
                <a:gd name="T1" fmla="*/ 41 h 58"/>
                <a:gd name="T2" fmla="*/ 28 w 28"/>
                <a:gd name="T3" fmla="*/ 6 h 58"/>
                <a:gd name="T4" fmla="*/ 12 w 28"/>
                <a:gd name="T5" fmla="*/ 22 h 58"/>
                <a:gd name="T6" fmla="*/ 1 w 28"/>
                <a:gd name="T7" fmla="*/ 53 h 58"/>
                <a:gd name="T8" fmla="*/ 16 w 28"/>
                <a:gd name="T9" fmla="*/ 41 h 58"/>
              </a:gdLst>
              <a:ahLst/>
              <a:cxnLst>
                <a:cxn ang="0">
                  <a:pos x="T0" y="T1"/>
                </a:cxn>
                <a:cxn ang="0">
                  <a:pos x="T2" y="T3"/>
                </a:cxn>
                <a:cxn ang="0">
                  <a:pos x="T4" y="T5"/>
                </a:cxn>
                <a:cxn ang="0">
                  <a:pos x="T6" y="T7"/>
                </a:cxn>
                <a:cxn ang="0">
                  <a:pos x="T8" y="T9"/>
                </a:cxn>
              </a:cxnLst>
              <a:rect l="0" t="0" r="r" b="b"/>
              <a:pathLst>
                <a:path w="28" h="58">
                  <a:moveTo>
                    <a:pt x="16" y="41"/>
                  </a:moveTo>
                  <a:cubicBezTo>
                    <a:pt x="23" y="27"/>
                    <a:pt x="28" y="11"/>
                    <a:pt x="28" y="6"/>
                  </a:cubicBezTo>
                  <a:cubicBezTo>
                    <a:pt x="27" y="0"/>
                    <a:pt x="20" y="9"/>
                    <a:pt x="12" y="22"/>
                  </a:cubicBezTo>
                  <a:cubicBezTo>
                    <a:pt x="5" y="35"/>
                    <a:pt x="0" y="48"/>
                    <a:pt x="1" y="53"/>
                  </a:cubicBezTo>
                  <a:cubicBezTo>
                    <a:pt x="2" y="58"/>
                    <a:pt x="8" y="54"/>
                    <a:pt x="16"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90" name="Freeform 987"/>
            <p:cNvSpPr/>
            <p:nvPr/>
          </p:nvSpPr>
          <p:spPr bwMode="auto">
            <a:xfrm>
              <a:off x="11166779" y="10204228"/>
              <a:ext cx="87313" cy="58738"/>
            </a:xfrm>
            <a:custGeom>
              <a:avLst/>
              <a:gdLst>
                <a:gd name="T0" fmla="*/ 31 w 32"/>
                <a:gd name="T1" fmla="*/ 9 h 22"/>
                <a:gd name="T2" fmla="*/ 14 w 32"/>
                <a:gd name="T3" fmla="*/ 0 h 22"/>
                <a:gd name="T4" fmla="*/ 1 w 32"/>
                <a:gd name="T5" fmla="*/ 8 h 22"/>
                <a:gd name="T6" fmla="*/ 17 w 32"/>
                <a:gd name="T7" fmla="*/ 22 h 22"/>
                <a:gd name="T8" fmla="*/ 31 w 32"/>
                <a:gd name="T9" fmla="*/ 9 h 22"/>
              </a:gdLst>
              <a:ahLst/>
              <a:cxnLst>
                <a:cxn ang="0">
                  <a:pos x="T0" y="T1"/>
                </a:cxn>
                <a:cxn ang="0">
                  <a:pos x="T2" y="T3"/>
                </a:cxn>
                <a:cxn ang="0">
                  <a:pos x="T4" y="T5"/>
                </a:cxn>
                <a:cxn ang="0">
                  <a:pos x="T6" y="T7"/>
                </a:cxn>
                <a:cxn ang="0">
                  <a:pos x="T8" y="T9"/>
                </a:cxn>
              </a:cxnLst>
              <a:rect l="0" t="0" r="r" b="b"/>
              <a:pathLst>
                <a:path w="32" h="22">
                  <a:moveTo>
                    <a:pt x="31" y="9"/>
                  </a:moveTo>
                  <a:cubicBezTo>
                    <a:pt x="31" y="3"/>
                    <a:pt x="23" y="1"/>
                    <a:pt x="14" y="0"/>
                  </a:cubicBezTo>
                  <a:cubicBezTo>
                    <a:pt x="6" y="0"/>
                    <a:pt x="0" y="2"/>
                    <a:pt x="1" y="8"/>
                  </a:cubicBezTo>
                  <a:cubicBezTo>
                    <a:pt x="2" y="14"/>
                    <a:pt x="9" y="22"/>
                    <a:pt x="17" y="22"/>
                  </a:cubicBezTo>
                  <a:cubicBezTo>
                    <a:pt x="26" y="22"/>
                    <a:pt x="32" y="15"/>
                    <a:pt x="3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91" name="Freeform 988"/>
            <p:cNvSpPr/>
            <p:nvPr/>
          </p:nvSpPr>
          <p:spPr bwMode="auto">
            <a:xfrm>
              <a:off x="10947704" y="10170891"/>
              <a:ext cx="92075" cy="63500"/>
            </a:xfrm>
            <a:custGeom>
              <a:avLst/>
              <a:gdLst>
                <a:gd name="T0" fmla="*/ 33 w 34"/>
                <a:gd name="T1" fmla="*/ 14 h 23"/>
                <a:gd name="T2" fmla="*/ 14 w 34"/>
                <a:gd name="T3" fmla="*/ 1 h 23"/>
                <a:gd name="T4" fmla="*/ 2 w 34"/>
                <a:gd name="T5" fmla="*/ 10 h 23"/>
                <a:gd name="T6" fmla="*/ 19 w 34"/>
                <a:gd name="T7" fmla="*/ 22 h 23"/>
                <a:gd name="T8" fmla="*/ 33 w 34"/>
                <a:gd name="T9" fmla="*/ 14 h 23"/>
              </a:gdLst>
              <a:ahLst/>
              <a:cxnLst>
                <a:cxn ang="0">
                  <a:pos x="T0" y="T1"/>
                </a:cxn>
                <a:cxn ang="0">
                  <a:pos x="T2" y="T3"/>
                </a:cxn>
                <a:cxn ang="0">
                  <a:pos x="T4" y="T5"/>
                </a:cxn>
                <a:cxn ang="0">
                  <a:pos x="T6" y="T7"/>
                </a:cxn>
                <a:cxn ang="0">
                  <a:pos x="T8" y="T9"/>
                </a:cxn>
              </a:cxnLst>
              <a:rect l="0" t="0" r="r" b="b"/>
              <a:pathLst>
                <a:path w="34" h="23">
                  <a:moveTo>
                    <a:pt x="33" y="14"/>
                  </a:moveTo>
                  <a:cubicBezTo>
                    <a:pt x="32" y="8"/>
                    <a:pt x="23" y="2"/>
                    <a:pt x="14" y="1"/>
                  </a:cubicBezTo>
                  <a:cubicBezTo>
                    <a:pt x="6" y="0"/>
                    <a:pt x="0" y="4"/>
                    <a:pt x="2" y="10"/>
                  </a:cubicBezTo>
                  <a:cubicBezTo>
                    <a:pt x="3" y="16"/>
                    <a:pt x="11" y="21"/>
                    <a:pt x="19" y="22"/>
                  </a:cubicBezTo>
                  <a:cubicBezTo>
                    <a:pt x="28" y="23"/>
                    <a:pt x="34" y="19"/>
                    <a:pt x="33"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92" name="Freeform 989"/>
            <p:cNvSpPr/>
            <p:nvPr/>
          </p:nvSpPr>
          <p:spPr bwMode="auto">
            <a:xfrm>
              <a:off x="10730217" y="10151841"/>
              <a:ext cx="90488" cy="57150"/>
            </a:xfrm>
            <a:custGeom>
              <a:avLst/>
              <a:gdLst>
                <a:gd name="T0" fmla="*/ 32 w 33"/>
                <a:gd name="T1" fmla="*/ 12 h 21"/>
                <a:gd name="T2" fmla="*/ 15 w 33"/>
                <a:gd name="T3" fmla="*/ 1 h 21"/>
                <a:gd name="T4" fmla="*/ 1 w 33"/>
                <a:gd name="T5" fmla="*/ 10 h 21"/>
                <a:gd name="T6" fmla="*/ 19 w 33"/>
                <a:gd name="T7" fmla="*/ 21 h 21"/>
                <a:gd name="T8" fmla="*/ 32 w 33"/>
                <a:gd name="T9" fmla="*/ 12 h 21"/>
              </a:gdLst>
              <a:ahLst/>
              <a:cxnLst>
                <a:cxn ang="0">
                  <a:pos x="T0" y="T1"/>
                </a:cxn>
                <a:cxn ang="0">
                  <a:pos x="T2" y="T3"/>
                </a:cxn>
                <a:cxn ang="0">
                  <a:pos x="T4" y="T5"/>
                </a:cxn>
                <a:cxn ang="0">
                  <a:pos x="T6" y="T7"/>
                </a:cxn>
                <a:cxn ang="0">
                  <a:pos x="T8" y="T9"/>
                </a:cxn>
              </a:cxnLst>
              <a:rect l="0" t="0" r="r" b="b"/>
              <a:pathLst>
                <a:path w="33" h="21">
                  <a:moveTo>
                    <a:pt x="32" y="12"/>
                  </a:moveTo>
                  <a:cubicBezTo>
                    <a:pt x="31" y="6"/>
                    <a:pt x="23" y="1"/>
                    <a:pt x="15" y="1"/>
                  </a:cubicBezTo>
                  <a:cubicBezTo>
                    <a:pt x="6" y="0"/>
                    <a:pt x="0" y="4"/>
                    <a:pt x="1" y="10"/>
                  </a:cubicBezTo>
                  <a:cubicBezTo>
                    <a:pt x="3" y="15"/>
                    <a:pt x="10" y="20"/>
                    <a:pt x="19" y="21"/>
                  </a:cubicBezTo>
                  <a:cubicBezTo>
                    <a:pt x="27" y="21"/>
                    <a:pt x="33" y="17"/>
                    <a:pt x="32"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93" name="Freeform 990"/>
            <p:cNvSpPr/>
            <p:nvPr/>
          </p:nvSpPr>
          <p:spPr bwMode="auto">
            <a:xfrm>
              <a:off x="10511142" y="10140728"/>
              <a:ext cx="88900" cy="55563"/>
            </a:xfrm>
            <a:custGeom>
              <a:avLst/>
              <a:gdLst>
                <a:gd name="T0" fmla="*/ 33 w 33"/>
                <a:gd name="T1" fmla="*/ 11 h 20"/>
                <a:gd name="T2" fmla="*/ 14 w 33"/>
                <a:gd name="T3" fmla="*/ 0 h 20"/>
                <a:gd name="T4" fmla="*/ 1 w 33"/>
                <a:gd name="T5" fmla="*/ 9 h 20"/>
                <a:gd name="T6" fmla="*/ 18 w 33"/>
                <a:gd name="T7" fmla="*/ 19 h 20"/>
                <a:gd name="T8" fmla="*/ 33 w 33"/>
                <a:gd name="T9" fmla="*/ 11 h 20"/>
              </a:gdLst>
              <a:ahLst/>
              <a:cxnLst>
                <a:cxn ang="0">
                  <a:pos x="T0" y="T1"/>
                </a:cxn>
                <a:cxn ang="0">
                  <a:pos x="T2" y="T3"/>
                </a:cxn>
                <a:cxn ang="0">
                  <a:pos x="T4" y="T5"/>
                </a:cxn>
                <a:cxn ang="0">
                  <a:pos x="T6" y="T7"/>
                </a:cxn>
                <a:cxn ang="0">
                  <a:pos x="T8" y="T9"/>
                </a:cxn>
              </a:cxnLst>
              <a:rect l="0" t="0" r="r" b="b"/>
              <a:pathLst>
                <a:path w="33" h="20">
                  <a:moveTo>
                    <a:pt x="33" y="11"/>
                  </a:moveTo>
                  <a:cubicBezTo>
                    <a:pt x="32" y="5"/>
                    <a:pt x="24" y="0"/>
                    <a:pt x="14" y="0"/>
                  </a:cubicBezTo>
                  <a:cubicBezTo>
                    <a:pt x="6" y="0"/>
                    <a:pt x="0" y="4"/>
                    <a:pt x="1" y="9"/>
                  </a:cubicBezTo>
                  <a:cubicBezTo>
                    <a:pt x="2" y="14"/>
                    <a:pt x="10" y="19"/>
                    <a:pt x="18" y="19"/>
                  </a:cubicBezTo>
                  <a:cubicBezTo>
                    <a:pt x="27" y="20"/>
                    <a:pt x="33" y="16"/>
                    <a:pt x="33"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94" name="Freeform 991"/>
            <p:cNvSpPr/>
            <p:nvPr/>
          </p:nvSpPr>
          <p:spPr bwMode="auto">
            <a:xfrm>
              <a:off x="10290479" y="10139141"/>
              <a:ext cx="90488" cy="49213"/>
            </a:xfrm>
            <a:custGeom>
              <a:avLst/>
              <a:gdLst>
                <a:gd name="T0" fmla="*/ 33 w 33"/>
                <a:gd name="T1" fmla="*/ 10 h 18"/>
                <a:gd name="T2" fmla="*/ 15 w 33"/>
                <a:gd name="T3" fmla="*/ 0 h 18"/>
                <a:gd name="T4" fmla="*/ 1 w 33"/>
                <a:gd name="T5" fmla="*/ 9 h 18"/>
                <a:gd name="T6" fmla="*/ 18 w 33"/>
                <a:gd name="T7" fmla="*/ 18 h 18"/>
                <a:gd name="T8" fmla="*/ 33 w 33"/>
                <a:gd name="T9" fmla="*/ 10 h 18"/>
              </a:gdLst>
              <a:ahLst/>
              <a:cxnLst>
                <a:cxn ang="0">
                  <a:pos x="T0" y="T1"/>
                </a:cxn>
                <a:cxn ang="0">
                  <a:pos x="T2" y="T3"/>
                </a:cxn>
                <a:cxn ang="0">
                  <a:pos x="T4" y="T5"/>
                </a:cxn>
                <a:cxn ang="0">
                  <a:pos x="T6" y="T7"/>
                </a:cxn>
                <a:cxn ang="0">
                  <a:pos x="T8" y="T9"/>
                </a:cxn>
              </a:cxnLst>
              <a:rect l="0" t="0" r="r" b="b"/>
              <a:pathLst>
                <a:path w="33" h="18">
                  <a:moveTo>
                    <a:pt x="33" y="10"/>
                  </a:moveTo>
                  <a:cubicBezTo>
                    <a:pt x="32" y="4"/>
                    <a:pt x="24" y="0"/>
                    <a:pt x="15" y="0"/>
                  </a:cubicBezTo>
                  <a:cubicBezTo>
                    <a:pt x="6" y="0"/>
                    <a:pt x="0" y="4"/>
                    <a:pt x="1" y="9"/>
                  </a:cubicBezTo>
                  <a:cubicBezTo>
                    <a:pt x="2" y="14"/>
                    <a:pt x="9" y="18"/>
                    <a:pt x="18" y="18"/>
                  </a:cubicBezTo>
                  <a:cubicBezTo>
                    <a:pt x="27" y="18"/>
                    <a:pt x="33" y="15"/>
                    <a:pt x="3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95" name="Freeform 992"/>
            <p:cNvSpPr/>
            <p:nvPr/>
          </p:nvSpPr>
          <p:spPr bwMode="auto">
            <a:xfrm>
              <a:off x="10071404" y="10140728"/>
              <a:ext cx="88900" cy="49213"/>
            </a:xfrm>
            <a:custGeom>
              <a:avLst/>
              <a:gdLst>
                <a:gd name="T0" fmla="*/ 32 w 33"/>
                <a:gd name="T1" fmla="*/ 9 h 18"/>
                <a:gd name="T2" fmla="*/ 14 w 33"/>
                <a:gd name="T3" fmla="*/ 0 h 18"/>
                <a:gd name="T4" fmla="*/ 1 w 33"/>
                <a:gd name="T5" fmla="*/ 9 h 18"/>
                <a:gd name="T6" fmla="*/ 18 w 33"/>
                <a:gd name="T7" fmla="*/ 18 h 18"/>
                <a:gd name="T8" fmla="*/ 32 w 33"/>
                <a:gd name="T9" fmla="*/ 9 h 18"/>
              </a:gdLst>
              <a:ahLst/>
              <a:cxnLst>
                <a:cxn ang="0">
                  <a:pos x="T0" y="T1"/>
                </a:cxn>
                <a:cxn ang="0">
                  <a:pos x="T2" y="T3"/>
                </a:cxn>
                <a:cxn ang="0">
                  <a:pos x="T4" y="T5"/>
                </a:cxn>
                <a:cxn ang="0">
                  <a:pos x="T6" y="T7"/>
                </a:cxn>
                <a:cxn ang="0">
                  <a:pos x="T8" y="T9"/>
                </a:cxn>
              </a:cxnLst>
              <a:rect l="0" t="0" r="r" b="b"/>
              <a:pathLst>
                <a:path w="33" h="18">
                  <a:moveTo>
                    <a:pt x="32" y="9"/>
                  </a:moveTo>
                  <a:cubicBezTo>
                    <a:pt x="32" y="4"/>
                    <a:pt x="24" y="0"/>
                    <a:pt x="14" y="0"/>
                  </a:cubicBezTo>
                  <a:cubicBezTo>
                    <a:pt x="6" y="0"/>
                    <a:pt x="0" y="4"/>
                    <a:pt x="1" y="9"/>
                  </a:cubicBezTo>
                  <a:cubicBezTo>
                    <a:pt x="2" y="14"/>
                    <a:pt x="9" y="18"/>
                    <a:pt x="18" y="18"/>
                  </a:cubicBezTo>
                  <a:cubicBezTo>
                    <a:pt x="26" y="18"/>
                    <a:pt x="33" y="14"/>
                    <a:pt x="3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96" name="Freeform 993"/>
            <p:cNvSpPr/>
            <p:nvPr/>
          </p:nvSpPr>
          <p:spPr bwMode="auto">
            <a:xfrm>
              <a:off x="9847567" y="10150253"/>
              <a:ext cx="90488" cy="46038"/>
            </a:xfrm>
            <a:custGeom>
              <a:avLst/>
              <a:gdLst>
                <a:gd name="T0" fmla="*/ 33 w 33"/>
                <a:gd name="T1" fmla="*/ 8 h 17"/>
                <a:gd name="T2" fmla="*/ 15 w 33"/>
                <a:gd name="T3" fmla="*/ 0 h 17"/>
                <a:gd name="T4" fmla="*/ 1 w 33"/>
                <a:gd name="T5" fmla="*/ 9 h 17"/>
                <a:gd name="T6" fmla="*/ 18 w 33"/>
                <a:gd name="T7" fmla="*/ 17 h 17"/>
                <a:gd name="T8" fmla="*/ 33 w 33"/>
                <a:gd name="T9" fmla="*/ 8 h 17"/>
              </a:gdLst>
              <a:ahLst/>
              <a:cxnLst>
                <a:cxn ang="0">
                  <a:pos x="T0" y="T1"/>
                </a:cxn>
                <a:cxn ang="0">
                  <a:pos x="T2" y="T3"/>
                </a:cxn>
                <a:cxn ang="0">
                  <a:pos x="T4" y="T5"/>
                </a:cxn>
                <a:cxn ang="0">
                  <a:pos x="T6" y="T7"/>
                </a:cxn>
                <a:cxn ang="0">
                  <a:pos x="T8" y="T9"/>
                </a:cxn>
              </a:cxnLst>
              <a:rect l="0" t="0" r="r" b="b"/>
              <a:pathLst>
                <a:path w="33" h="17">
                  <a:moveTo>
                    <a:pt x="33" y="8"/>
                  </a:moveTo>
                  <a:cubicBezTo>
                    <a:pt x="33" y="3"/>
                    <a:pt x="24" y="0"/>
                    <a:pt x="15" y="0"/>
                  </a:cubicBezTo>
                  <a:cubicBezTo>
                    <a:pt x="6" y="1"/>
                    <a:pt x="0" y="5"/>
                    <a:pt x="1" y="9"/>
                  </a:cubicBezTo>
                  <a:cubicBezTo>
                    <a:pt x="2" y="14"/>
                    <a:pt x="10" y="17"/>
                    <a:pt x="18" y="17"/>
                  </a:cubicBezTo>
                  <a:cubicBezTo>
                    <a:pt x="27" y="17"/>
                    <a:pt x="33" y="13"/>
                    <a:pt x="33"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97" name="Freeform 994"/>
            <p:cNvSpPr/>
            <p:nvPr/>
          </p:nvSpPr>
          <p:spPr bwMode="auto">
            <a:xfrm>
              <a:off x="9628492" y="10162953"/>
              <a:ext cx="88900" cy="46038"/>
            </a:xfrm>
            <a:custGeom>
              <a:avLst/>
              <a:gdLst>
                <a:gd name="T0" fmla="*/ 32 w 33"/>
                <a:gd name="T1" fmla="*/ 8 h 17"/>
                <a:gd name="T2" fmla="*/ 15 w 33"/>
                <a:gd name="T3" fmla="*/ 0 h 17"/>
                <a:gd name="T4" fmla="*/ 1 w 33"/>
                <a:gd name="T5" fmla="*/ 9 h 17"/>
                <a:gd name="T6" fmla="*/ 18 w 33"/>
                <a:gd name="T7" fmla="*/ 17 h 17"/>
                <a:gd name="T8" fmla="*/ 32 w 33"/>
                <a:gd name="T9" fmla="*/ 8 h 17"/>
              </a:gdLst>
              <a:ahLst/>
              <a:cxnLst>
                <a:cxn ang="0">
                  <a:pos x="T0" y="T1"/>
                </a:cxn>
                <a:cxn ang="0">
                  <a:pos x="T2" y="T3"/>
                </a:cxn>
                <a:cxn ang="0">
                  <a:pos x="T4" y="T5"/>
                </a:cxn>
                <a:cxn ang="0">
                  <a:pos x="T6" y="T7"/>
                </a:cxn>
                <a:cxn ang="0">
                  <a:pos x="T8" y="T9"/>
                </a:cxn>
              </a:cxnLst>
              <a:rect l="0" t="0" r="r" b="b"/>
              <a:pathLst>
                <a:path w="33" h="17">
                  <a:moveTo>
                    <a:pt x="32" y="8"/>
                  </a:moveTo>
                  <a:cubicBezTo>
                    <a:pt x="32" y="3"/>
                    <a:pt x="24" y="0"/>
                    <a:pt x="15" y="0"/>
                  </a:cubicBezTo>
                  <a:cubicBezTo>
                    <a:pt x="6" y="1"/>
                    <a:pt x="0" y="5"/>
                    <a:pt x="1" y="9"/>
                  </a:cubicBezTo>
                  <a:cubicBezTo>
                    <a:pt x="2" y="14"/>
                    <a:pt x="9" y="17"/>
                    <a:pt x="18" y="17"/>
                  </a:cubicBezTo>
                  <a:cubicBezTo>
                    <a:pt x="26" y="16"/>
                    <a:pt x="33" y="12"/>
                    <a:pt x="3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98" name="Freeform 995"/>
            <p:cNvSpPr/>
            <p:nvPr/>
          </p:nvSpPr>
          <p:spPr bwMode="auto">
            <a:xfrm>
              <a:off x="9406242" y="10178828"/>
              <a:ext cx="92075" cy="49213"/>
            </a:xfrm>
            <a:custGeom>
              <a:avLst/>
              <a:gdLst>
                <a:gd name="T0" fmla="*/ 15 w 34"/>
                <a:gd name="T1" fmla="*/ 1 h 18"/>
                <a:gd name="T2" fmla="*/ 1 w 34"/>
                <a:gd name="T3" fmla="*/ 10 h 18"/>
                <a:gd name="T4" fmla="*/ 19 w 34"/>
                <a:gd name="T5" fmla="*/ 17 h 18"/>
                <a:gd name="T6" fmla="*/ 33 w 34"/>
                <a:gd name="T7" fmla="*/ 8 h 18"/>
                <a:gd name="T8" fmla="*/ 15 w 34"/>
                <a:gd name="T9" fmla="*/ 1 h 18"/>
              </a:gdLst>
              <a:ahLst/>
              <a:cxnLst>
                <a:cxn ang="0">
                  <a:pos x="T0" y="T1"/>
                </a:cxn>
                <a:cxn ang="0">
                  <a:pos x="T2" y="T3"/>
                </a:cxn>
                <a:cxn ang="0">
                  <a:pos x="T4" y="T5"/>
                </a:cxn>
                <a:cxn ang="0">
                  <a:pos x="T6" y="T7"/>
                </a:cxn>
                <a:cxn ang="0">
                  <a:pos x="T8" y="T9"/>
                </a:cxn>
              </a:cxnLst>
              <a:rect l="0" t="0" r="r" b="b"/>
              <a:pathLst>
                <a:path w="34" h="18">
                  <a:moveTo>
                    <a:pt x="15" y="1"/>
                  </a:moveTo>
                  <a:cubicBezTo>
                    <a:pt x="6" y="2"/>
                    <a:pt x="0" y="6"/>
                    <a:pt x="1" y="10"/>
                  </a:cubicBezTo>
                  <a:cubicBezTo>
                    <a:pt x="3" y="15"/>
                    <a:pt x="10" y="18"/>
                    <a:pt x="19" y="17"/>
                  </a:cubicBezTo>
                  <a:cubicBezTo>
                    <a:pt x="27" y="16"/>
                    <a:pt x="34" y="12"/>
                    <a:pt x="33" y="8"/>
                  </a:cubicBezTo>
                  <a:cubicBezTo>
                    <a:pt x="33" y="3"/>
                    <a:pt x="24" y="0"/>
                    <a:pt x="1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999" name="Freeform 996"/>
            <p:cNvSpPr/>
            <p:nvPr/>
          </p:nvSpPr>
          <p:spPr bwMode="auto">
            <a:xfrm>
              <a:off x="9185579" y="10197878"/>
              <a:ext cx="90488" cy="49213"/>
            </a:xfrm>
            <a:custGeom>
              <a:avLst/>
              <a:gdLst>
                <a:gd name="T0" fmla="*/ 14 w 33"/>
                <a:gd name="T1" fmla="*/ 1 h 18"/>
                <a:gd name="T2" fmla="*/ 1 w 33"/>
                <a:gd name="T3" fmla="*/ 11 h 18"/>
                <a:gd name="T4" fmla="*/ 19 w 33"/>
                <a:gd name="T5" fmla="*/ 17 h 18"/>
                <a:gd name="T6" fmla="*/ 33 w 33"/>
                <a:gd name="T7" fmla="*/ 8 h 18"/>
                <a:gd name="T8" fmla="*/ 14 w 33"/>
                <a:gd name="T9" fmla="*/ 1 h 18"/>
              </a:gdLst>
              <a:ahLst/>
              <a:cxnLst>
                <a:cxn ang="0">
                  <a:pos x="T0" y="T1"/>
                </a:cxn>
                <a:cxn ang="0">
                  <a:pos x="T2" y="T3"/>
                </a:cxn>
                <a:cxn ang="0">
                  <a:pos x="T4" y="T5"/>
                </a:cxn>
                <a:cxn ang="0">
                  <a:pos x="T6" y="T7"/>
                </a:cxn>
                <a:cxn ang="0">
                  <a:pos x="T8" y="T9"/>
                </a:cxn>
              </a:cxnLst>
              <a:rect l="0" t="0" r="r" b="b"/>
              <a:pathLst>
                <a:path w="33" h="18">
                  <a:moveTo>
                    <a:pt x="14" y="1"/>
                  </a:moveTo>
                  <a:cubicBezTo>
                    <a:pt x="6" y="2"/>
                    <a:pt x="0" y="7"/>
                    <a:pt x="1" y="11"/>
                  </a:cubicBezTo>
                  <a:cubicBezTo>
                    <a:pt x="2" y="15"/>
                    <a:pt x="10" y="18"/>
                    <a:pt x="19" y="17"/>
                  </a:cubicBezTo>
                  <a:cubicBezTo>
                    <a:pt x="27" y="16"/>
                    <a:pt x="33" y="12"/>
                    <a:pt x="33" y="8"/>
                  </a:cubicBezTo>
                  <a:cubicBezTo>
                    <a:pt x="32" y="3"/>
                    <a:pt x="23"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00" name="Freeform 997"/>
            <p:cNvSpPr/>
            <p:nvPr/>
          </p:nvSpPr>
          <p:spPr bwMode="auto">
            <a:xfrm>
              <a:off x="8966504" y="10223278"/>
              <a:ext cx="88900" cy="49213"/>
            </a:xfrm>
            <a:custGeom>
              <a:avLst/>
              <a:gdLst>
                <a:gd name="T0" fmla="*/ 18 w 33"/>
                <a:gd name="T1" fmla="*/ 17 h 18"/>
                <a:gd name="T2" fmla="*/ 32 w 33"/>
                <a:gd name="T3" fmla="*/ 7 h 18"/>
                <a:gd name="T4" fmla="*/ 15 w 33"/>
                <a:gd name="T5" fmla="*/ 1 h 18"/>
                <a:gd name="T6" fmla="*/ 1 w 33"/>
                <a:gd name="T7" fmla="*/ 10 h 18"/>
                <a:gd name="T8" fmla="*/ 18 w 33"/>
                <a:gd name="T9" fmla="*/ 17 h 18"/>
              </a:gdLst>
              <a:ahLst/>
              <a:cxnLst>
                <a:cxn ang="0">
                  <a:pos x="T0" y="T1"/>
                </a:cxn>
                <a:cxn ang="0">
                  <a:pos x="T2" y="T3"/>
                </a:cxn>
                <a:cxn ang="0">
                  <a:pos x="T4" y="T5"/>
                </a:cxn>
                <a:cxn ang="0">
                  <a:pos x="T6" y="T7"/>
                </a:cxn>
                <a:cxn ang="0">
                  <a:pos x="T8" y="T9"/>
                </a:cxn>
              </a:cxnLst>
              <a:rect l="0" t="0" r="r" b="b"/>
              <a:pathLst>
                <a:path w="33" h="18">
                  <a:moveTo>
                    <a:pt x="18" y="17"/>
                  </a:moveTo>
                  <a:cubicBezTo>
                    <a:pt x="26" y="16"/>
                    <a:pt x="33" y="12"/>
                    <a:pt x="32" y="7"/>
                  </a:cubicBezTo>
                  <a:cubicBezTo>
                    <a:pt x="32" y="3"/>
                    <a:pt x="24" y="0"/>
                    <a:pt x="15" y="1"/>
                  </a:cubicBezTo>
                  <a:cubicBezTo>
                    <a:pt x="6" y="2"/>
                    <a:pt x="0" y="6"/>
                    <a:pt x="1" y="10"/>
                  </a:cubicBezTo>
                  <a:cubicBezTo>
                    <a:pt x="2" y="15"/>
                    <a:pt x="9" y="18"/>
                    <a:pt x="1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01" name="Freeform 998"/>
            <p:cNvSpPr/>
            <p:nvPr/>
          </p:nvSpPr>
          <p:spPr bwMode="auto">
            <a:xfrm>
              <a:off x="8745842" y="10243916"/>
              <a:ext cx="87313" cy="52388"/>
            </a:xfrm>
            <a:custGeom>
              <a:avLst/>
              <a:gdLst>
                <a:gd name="T0" fmla="*/ 15 w 32"/>
                <a:gd name="T1" fmla="*/ 2 h 19"/>
                <a:gd name="T2" fmla="*/ 1 w 32"/>
                <a:gd name="T3" fmla="*/ 11 h 19"/>
                <a:gd name="T4" fmla="*/ 17 w 32"/>
                <a:gd name="T5" fmla="*/ 18 h 19"/>
                <a:gd name="T6" fmla="*/ 32 w 32"/>
                <a:gd name="T7" fmla="*/ 8 h 19"/>
                <a:gd name="T8" fmla="*/ 15 w 32"/>
                <a:gd name="T9" fmla="*/ 2 h 19"/>
              </a:gdLst>
              <a:ahLst/>
              <a:cxnLst>
                <a:cxn ang="0">
                  <a:pos x="T0" y="T1"/>
                </a:cxn>
                <a:cxn ang="0">
                  <a:pos x="T2" y="T3"/>
                </a:cxn>
                <a:cxn ang="0">
                  <a:pos x="T4" y="T5"/>
                </a:cxn>
                <a:cxn ang="0">
                  <a:pos x="T6" y="T7"/>
                </a:cxn>
                <a:cxn ang="0">
                  <a:pos x="T8" y="T9"/>
                </a:cxn>
              </a:cxnLst>
              <a:rect l="0" t="0" r="r" b="b"/>
              <a:pathLst>
                <a:path w="32" h="19">
                  <a:moveTo>
                    <a:pt x="15" y="2"/>
                  </a:moveTo>
                  <a:cubicBezTo>
                    <a:pt x="6" y="2"/>
                    <a:pt x="0" y="7"/>
                    <a:pt x="1" y="11"/>
                  </a:cubicBezTo>
                  <a:cubicBezTo>
                    <a:pt x="2" y="16"/>
                    <a:pt x="9" y="19"/>
                    <a:pt x="17" y="18"/>
                  </a:cubicBezTo>
                  <a:cubicBezTo>
                    <a:pt x="26" y="17"/>
                    <a:pt x="32" y="13"/>
                    <a:pt x="32" y="8"/>
                  </a:cubicBezTo>
                  <a:cubicBezTo>
                    <a:pt x="32" y="4"/>
                    <a:pt x="24" y="0"/>
                    <a:pt x="1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02" name="Freeform 999"/>
            <p:cNvSpPr/>
            <p:nvPr/>
          </p:nvSpPr>
          <p:spPr bwMode="auto">
            <a:xfrm>
              <a:off x="8529942" y="10272491"/>
              <a:ext cx="85725" cy="50800"/>
            </a:xfrm>
            <a:custGeom>
              <a:avLst/>
              <a:gdLst>
                <a:gd name="T0" fmla="*/ 17 w 32"/>
                <a:gd name="T1" fmla="*/ 18 h 19"/>
                <a:gd name="T2" fmla="*/ 32 w 32"/>
                <a:gd name="T3" fmla="*/ 8 h 19"/>
                <a:gd name="T4" fmla="*/ 14 w 32"/>
                <a:gd name="T5" fmla="*/ 1 h 19"/>
                <a:gd name="T6" fmla="*/ 0 w 32"/>
                <a:gd name="T7" fmla="*/ 10 h 19"/>
                <a:gd name="T8" fmla="*/ 17 w 32"/>
                <a:gd name="T9" fmla="*/ 18 h 19"/>
              </a:gdLst>
              <a:ahLst/>
              <a:cxnLst>
                <a:cxn ang="0">
                  <a:pos x="T0" y="T1"/>
                </a:cxn>
                <a:cxn ang="0">
                  <a:pos x="T2" y="T3"/>
                </a:cxn>
                <a:cxn ang="0">
                  <a:pos x="T4" y="T5"/>
                </a:cxn>
                <a:cxn ang="0">
                  <a:pos x="T6" y="T7"/>
                </a:cxn>
                <a:cxn ang="0">
                  <a:pos x="T8" y="T9"/>
                </a:cxn>
              </a:cxnLst>
              <a:rect l="0" t="0" r="r" b="b"/>
              <a:pathLst>
                <a:path w="32" h="19">
                  <a:moveTo>
                    <a:pt x="17" y="18"/>
                  </a:moveTo>
                  <a:cubicBezTo>
                    <a:pt x="25" y="17"/>
                    <a:pt x="32" y="13"/>
                    <a:pt x="32" y="8"/>
                  </a:cubicBezTo>
                  <a:cubicBezTo>
                    <a:pt x="32" y="3"/>
                    <a:pt x="24" y="0"/>
                    <a:pt x="14" y="1"/>
                  </a:cubicBezTo>
                  <a:cubicBezTo>
                    <a:pt x="6" y="1"/>
                    <a:pt x="0" y="6"/>
                    <a:pt x="0" y="10"/>
                  </a:cubicBezTo>
                  <a:cubicBezTo>
                    <a:pt x="1" y="15"/>
                    <a:pt x="8" y="19"/>
                    <a:pt x="17"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03" name="Freeform 1000"/>
            <p:cNvSpPr/>
            <p:nvPr/>
          </p:nvSpPr>
          <p:spPr bwMode="auto">
            <a:xfrm>
              <a:off x="8309279" y="10296303"/>
              <a:ext cx="88900" cy="50800"/>
            </a:xfrm>
            <a:custGeom>
              <a:avLst/>
              <a:gdLst>
                <a:gd name="T0" fmla="*/ 15 w 33"/>
                <a:gd name="T1" fmla="*/ 1 h 19"/>
                <a:gd name="T2" fmla="*/ 1 w 33"/>
                <a:gd name="T3" fmla="*/ 11 h 19"/>
                <a:gd name="T4" fmla="*/ 18 w 33"/>
                <a:gd name="T5" fmla="*/ 18 h 19"/>
                <a:gd name="T6" fmla="*/ 32 w 33"/>
                <a:gd name="T7" fmla="*/ 8 h 19"/>
                <a:gd name="T8" fmla="*/ 15 w 33"/>
                <a:gd name="T9" fmla="*/ 1 h 19"/>
              </a:gdLst>
              <a:ahLst/>
              <a:cxnLst>
                <a:cxn ang="0">
                  <a:pos x="T0" y="T1"/>
                </a:cxn>
                <a:cxn ang="0">
                  <a:pos x="T2" y="T3"/>
                </a:cxn>
                <a:cxn ang="0">
                  <a:pos x="T4" y="T5"/>
                </a:cxn>
                <a:cxn ang="0">
                  <a:pos x="T6" y="T7"/>
                </a:cxn>
                <a:cxn ang="0">
                  <a:pos x="T8" y="T9"/>
                </a:cxn>
              </a:cxnLst>
              <a:rect l="0" t="0" r="r" b="b"/>
              <a:pathLst>
                <a:path w="33" h="19">
                  <a:moveTo>
                    <a:pt x="15" y="1"/>
                  </a:moveTo>
                  <a:cubicBezTo>
                    <a:pt x="6" y="2"/>
                    <a:pt x="0" y="6"/>
                    <a:pt x="1" y="11"/>
                  </a:cubicBezTo>
                  <a:cubicBezTo>
                    <a:pt x="2" y="16"/>
                    <a:pt x="9" y="19"/>
                    <a:pt x="18" y="18"/>
                  </a:cubicBezTo>
                  <a:cubicBezTo>
                    <a:pt x="26" y="18"/>
                    <a:pt x="33" y="13"/>
                    <a:pt x="32" y="8"/>
                  </a:cubicBezTo>
                  <a:cubicBezTo>
                    <a:pt x="32" y="3"/>
                    <a:pt x="24" y="0"/>
                    <a:pt x="1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04" name="Freeform 1001"/>
            <p:cNvSpPr/>
            <p:nvPr/>
          </p:nvSpPr>
          <p:spPr bwMode="auto">
            <a:xfrm>
              <a:off x="8094967" y="10318528"/>
              <a:ext cx="87313" cy="57150"/>
            </a:xfrm>
            <a:custGeom>
              <a:avLst/>
              <a:gdLst>
                <a:gd name="T0" fmla="*/ 14 w 32"/>
                <a:gd name="T1" fmla="*/ 1 h 21"/>
                <a:gd name="T2" fmla="*/ 0 w 32"/>
                <a:gd name="T3" fmla="*/ 12 h 21"/>
                <a:gd name="T4" fmla="*/ 17 w 32"/>
                <a:gd name="T5" fmla="*/ 20 h 21"/>
                <a:gd name="T6" fmla="*/ 31 w 32"/>
                <a:gd name="T7" fmla="*/ 9 h 21"/>
                <a:gd name="T8" fmla="*/ 14 w 32"/>
                <a:gd name="T9" fmla="*/ 1 h 21"/>
              </a:gdLst>
              <a:ahLst/>
              <a:cxnLst>
                <a:cxn ang="0">
                  <a:pos x="T0" y="T1"/>
                </a:cxn>
                <a:cxn ang="0">
                  <a:pos x="T2" y="T3"/>
                </a:cxn>
                <a:cxn ang="0">
                  <a:pos x="T4" y="T5"/>
                </a:cxn>
                <a:cxn ang="0">
                  <a:pos x="T6" y="T7"/>
                </a:cxn>
                <a:cxn ang="0">
                  <a:pos x="T8" y="T9"/>
                </a:cxn>
              </a:cxnLst>
              <a:rect l="0" t="0" r="r" b="b"/>
              <a:pathLst>
                <a:path w="32" h="21">
                  <a:moveTo>
                    <a:pt x="14" y="1"/>
                  </a:moveTo>
                  <a:cubicBezTo>
                    <a:pt x="6" y="2"/>
                    <a:pt x="0" y="7"/>
                    <a:pt x="0" y="12"/>
                  </a:cubicBezTo>
                  <a:cubicBezTo>
                    <a:pt x="1" y="17"/>
                    <a:pt x="9" y="21"/>
                    <a:pt x="17" y="20"/>
                  </a:cubicBezTo>
                  <a:cubicBezTo>
                    <a:pt x="25" y="19"/>
                    <a:pt x="32" y="14"/>
                    <a:pt x="31" y="9"/>
                  </a:cubicBezTo>
                  <a:cubicBezTo>
                    <a:pt x="31" y="4"/>
                    <a:pt x="23"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05" name="Freeform 1002"/>
            <p:cNvSpPr/>
            <p:nvPr/>
          </p:nvSpPr>
          <p:spPr bwMode="auto">
            <a:xfrm>
              <a:off x="7877479" y="10339166"/>
              <a:ext cx="90488" cy="63500"/>
            </a:xfrm>
            <a:custGeom>
              <a:avLst/>
              <a:gdLst>
                <a:gd name="T0" fmla="*/ 14 w 33"/>
                <a:gd name="T1" fmla="*/ 1 h 23"/>
                <a:gd name="T2" fmla="*/ 1 w 33"/>
                <a:gd name="T3" fmla="*/ 13 h 23"/>
                <a:gd name="T4" fmla="*/ 18 w 33"/>
                <a:gd name="T5" fmla="*/ 22 h 23"/>
                <a:gd name="T6" fmla="*/ 32 w 33"/>
                <a:gd name="T7" fmla="*/ 10 h 23"/>
                <a:gd name="T8" fmla="*/ 14 w 33"/>
                <a:gd name="T9" fmla="*/ 1 h 23"/>
              </a:gdLst>
              <a:ahLst/>
              <a:cxnLst>
                <a:cxn ang="0">
                  <a:pos x="T0" y="T1"/>
                </a:cxn>
                <a:cxn ang="0">
                  <a:pos x="T2" y="T3"/>
                </a:cxn>
                <a:cxn ang="0">
                  <a:pos x="T4" y="T5"/>
                </a:cxn>
                <a:cxn ang="0">
                  <a:pos x="T6" y="T7"/>
                </a:cxn>
                <a:cxn ang="0">
                  <a:pos x="T8" y="T9"/>
                </a:cxn>
              </a:cxnLst>
              <a:rect l="0" t="0" r="r" b="b"/>
              <a:pathLst>
                <a:path w="33" h="23">
                  <a:moveTo>
                    <a:pt x="14" y="1"/>
                  </a:moveTo>
                  <a:cubicBezTo>
                    <a:pt x="6" y="2"/>
                    <a:pt x="0" y="7"/>
                    <a:pt x="1" y="13"/>
                  </a:cubicBezTo>
                  <a:cubicBezTo>
                    <a:pt x="3" y="19"/>
                    <a:pt x="10" y="23"/>
                    <a:pt x="18" y="22"/>
                  </a:cubicBezTo>
                  <a:cubicBezTo>
                    <a:pt x="27" y="21"/>
                    <a:pt x="33" y="15"/>
                    <a:pt x="32" y="10"/>
                  </a:cubicBezTo>
                  <a:cubicBezTo>
                    <a:pt x="31" y="4"/>
                    <a:pt x="23"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06" name="Freeform 1003"/>
            <p:cNvSpPr/>
            <p:nvPr/>
          </p:nvSpPr>
          <p:spPr bwMode="auto">
            <a:xfrm>
              <a:off x="7666342" y="10366153"/>
              <a:ext cx="87313" cy="68263"/>
            </a:xfrm>
            <a:custGeom>
              <a:avLst/>
              <a:gdLst>
                <a:gd name="T0" fmla="*/ 13 w 32"/>
                <a:gd name="T1" fmla="*/ 2 h 25"/>
                <a:gd name="T2" fmla="*/ 1 w 32"/>
                <a:gd name="T3" fmla="*/ 15 h 25"/>
                <a:gd name="T4" fmla="*/ 18 w 32"/>
                <a:gd name="T5" fmla="*/ 23 h 25"/>
                <a:gd name="T6" fmla="*/ 31 w 32"/>
                <a:gd name="T7" fmla="*/ 9 h 25"/>
                <a:gd name="T8" fmla="*/ 13 w 32"/>
                <a:gd name="T9" fmla="*/ 2 h 25"/>
              </a:gdLst>
              <a:ahLst/>
              <a:cxnLst>
                <a:cxn ang="0">
                  <a:pos x="T0" y="T1"/>
                </a:cxn>
                <a:cxn ang="0">
                  <a:pos x="T2" y="T3"/>
                </a:cxn>
                <a:cxn ang="0">
                  <a:pos x="T4" y="T5"/>
                </a:cxn>
                <a:cxn ang="0">
                  <a:pos x="T6" y="T7"/>
                </a:cxn>
                <a:cxn ang="0">
                  <a:pos x="T8" y="T9"/>
                </a:cxn>
              </a:cxnLst>
              <a:rect l="0" t="0" r="r" b="b"/>
              <a:pathLst>
                <a:path w="32" h="25">
                  <a:moveTo>
                    <a:pt x="13" y="2"/>
                  </a:moveTo>
                  <a:cubicBezTo>
                    <a:pt x="5" y="4"/>
                    <a:pt x="0" y="9"/>
                    <a:pt x="1" y="15"/>
                  </a:cubicBezTo>
                  <a:cubicBezTo>
                    <a:pt x="2" y="21"/>
                    <a:pt x="10" y="25"/>
                    <a:pt x="18" y="23"/>
                  </a:cubicBezTo>
                  <a:cubicBezTo>
                    <a:pt x="26" y="21"/>
                    <a:pt x="32" y="15"/>
                    <a:pt x="31" y="9"/>
                  </a:cubicBezTo>
                  <a:cubicBezTo>
                    <a:pt x="30" y="3"/>
                    <a:pt x="22"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07" name="Freeform 1004"/>
            <p:cNvSpPr/>
            <p:nvPr/>
          </p:nvSpPr>
          <p:spPr bwMode="auto">
            <a:xfrm>
              <a:off x="7455204" y="10410603"/>
              <a:ext cx="85725" cy="76200"/>
            </a:xfrm>
            <a:custGeom>
              <a:avLst/>
              <a:gdLst>
                <a:gd name="T0" fmla="*/ 13 w 32"/>
                <a:gd name="T1" fmla="*/ 3 h 28"/>
                <a:gd name="T2" fmla="*/ 1 w 32"/>
                <a:gd name="T3" fmla="*/ 18 h 28"/>
                <a:gd name="T4" fmla="*/ 17 w 32"/>
                <a:gd name="T5" fmla="*/ 26 h 28"/>
                <a:gd name="T6" fmla="*/ 31 w 32"/>
                <a:gd name="T7" fmla="*/ 10 h 28"/>
                <a:gd name="T8" fmla="*/ 13 w 32"/>
                <a:gd name="T9" fmla="*/ 3 h 28"/>
              </a:gdLst>
              <a:ahLst/>
              <a:cxnLst>
                <a:cxn ang="0">
                  <a:pos x="T0" y="T1"/>
                </a:cxn>
                <a:cxn ang="0">
                  <a:pos x="T2" y="T3"/>
                </a:cxn>
                <a:cxn ang="0">
                  <a:pos x="T4" y="T5"/>
                </a:cxn>
                <a:cxn ang="0">
                  <a:pos x="T6" y="T7"/>
                </a:cxn>
                <a:cxn ang="0">
                  <a:pos x="T8" y="T9"/>
                </a:cxn>
              </a:cxnLst>
              <a:rect l="0" t="0" r="r" b="b"/>
              <a:pathLst>
                <a:path w="32" h="28">
                  <a:moveTo>
                    <a:pt x="13" y="3"/>
                  </a:moveTo>
                  <a:cubicBezTo>
                    <a:pt x="5" y="5"/>
                    <a:pt x="0" y="11"/>
                    <a:pt x="1" y="18"/>
                  </a:cubicBezTo>
                  <a:cubicBezTo>
                    <a:pt x="2" y="24"/>
                    <a:pt x="9" y="28"/>
                    <a:pt x="17" y="26"/>
                  </a:cubicBezTo>
                  <a:cubicBezTo>
                    <a:pt x="26" y="23"/>
                    <a:pt x="32" y="16"/>
                    <a:pt x="31" y="10"/>
                  </a:cubicBezTo>
                  <a:cubicBezTo>
                    <a:pt x="30" y="3"/>
                    <a:pt x="22" y="0"/>
                    <a:pt x="1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08" name="Freeform 1005"/>
            <p:cNvSpPr/>
            <p:nvPr/>
          </p:nvSpPr>
          <p:spPr bwMode="auto">
            <a:xfrm>
              <a:off x="7242479" y="10472516"/>
              <a:ext cx="87313" cy="80963"/>
            </a:xfrm>
            <a:custGeom>
              <a:avLst/>
              <a:gdLst>
                <a:gd name="T0" fmla="*/ 14 w 32"/>
                <a:gd name="T1" fmla="*/ 3 h 30"/>
                <a:gd name="T2" fmla="*/ 1 w 32"/>
                <a:gd name="T3" fmla="*/ 20 h 30"/>
                <a:gd name="T4" fmla="*/ 18 w 32"/>
                <a:gd name="T5" fmla="*/ 27 h 30"/>
                <a:gd name="T6" fmla="*/ 31 w 32"/>
                <a:gd name="T7" fmla="*/ 10 h 30"/>
                <a:gd name="T8" fmla="*/ 14 w 32"/>
                <a:gd name="T9" fmla="*/ 3 h 30"/>
              </a:gdLst>
              <a:ahLst/>
              <a:cxnLst>
                <a:cxn ang="0">
                  <a:pos x="T0" y="T1"/>
                </a:cxn>
                <a:cxn ang="0">
                  <a:pos x="T2" y="T3"/>
                </a:cxn>
                <a:cxn ang="0">
                  <a:pos x="T4" y="T5"/>
                </a:cxn>
                <a:cxn ang="0">
                  <a:pos x="T6" y="T7"/>
                </a:cxn>
                <a:cxn ang="0">
                  <a:pos x="T8" y="T9"/>
                </a:cxn>
              </a:cxnLst>
              <a:rect l="0" t="0" r="r" b="b"/>
              <a:pathLst>
                <a:path w="32" h="30">
                  <a:moveTo>
                    <a:pt x="14" y="3"/>
                  </a:moveTo>
                  <a:cubicBezTo>
                    <a:pt x="5" y="6"/>
                    <a:pt x="0" y="13"/>
                    <a:pt x="1" y="20"/>
                  </a:cubicBezTo>
                  <a:cubicBezTo>
                    <a:pt x="2" y="26"/>
                    <a:pt x="9" y="30"/>
                    <a:pt x="18" y="27"/>
                  </a:cubicBezTo>
                  <a:cubicBezTo>
                    <a:pt x="26" y="24"/>
                    <a:pt x="32" y="16"/>
                    <a:pt x="31" y="10"/>
                  </a:cubicBezTo>
                  <a:cubicBezTo>
                    <a:pt x="30" y="2"/>
                    <a:pt x="22" y="0"/>
                    <a:pt x="1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09" name="Freeform 1006"/>
            <p:cNvSpPr/>
            <p:nvPr/>
          </p:nvSpPr>
          <p:spPr bwMode="auto">
            <a:xfrm>
              <a:off x="7031342" y="10548716"/>
              <a:ext cx="87313" cy="84138"/>
            </a:xfrm>
            <a:custGeom>
              <a:avLst/>
              <a:gdLst>
                <a:gd name="T0" fmla="*/ 17 w 32"/>
                <a:gd name="T1" fmla="*/ 28 h 31"/>
                <a:gd name="T2" fmla="*/ 31 w 32"/>
                <a:gd name="T3" fmla="*/ 10 h 31"/>
                <a:gd name="T4" fmla="*/ 14 w 32"/>
                <a:gd name="T5" fmla="*/ 3 h 31"/>
                <a:gd name="T6" fmla="*/ 1 w 32"/>
                <a:gd name="T7" fmla="*/ 21 h 31"/>
                <a:gd name="T8" fmla="*/ 17 w 32"/>
                <a:gd name="T9" fmla="*/ 28 h 31"/>
              </a:gdLst>
              <a:ahLst/>
              <a:cxnLst>
                <a:cxn ang="0">
                  <a:pos x="T0" y="T1"/>
                </a:cxn>
                <a:cxn ang="0">
                  <a:pos x="T2" y="T3"/>
                </a:cxn>
                <a:cxn ang="0">
                  <a:pos x="T4" y="T5"/>
                </a:cxn>
                <a:cxn ang="0">
                  <a:pos x="T6" y="T7"/>
                </a:cxn>
                <a:cxn ang="0">
                  <a:pos x="T8" y="T9"/>
                </a:cxn>
              </a:cxnLst>
              <a:rect l="0" t="0" r="r" b="b"/>
              <a:pathLst>
                <a:path w="32" h="31">
                  <a:moveTo>
                    <a:pt x="17" y="28"/>
                  </a:moveTo>
                  <a:cubicBezTo>
                    <a:pt x="26" y="25"/>
                    <a:pt x="32" y="17"/>
                    <a:pt x="31" y="10"/>
                  </a:cubicBezTo>
                  <a:cubicBezTo>
                    <a:pt x="31" y="3"/>
                    <a:pt x="23" y="0"/>
                    <a:pt x="14" y="3"/>
                  </a:cubicBezTo>
                  <a:cubicBezTo>
                    <a:pt x="6" y="6"/>
                    <a:pt x="0" y="14"/>
                    <a:pt x="1" y="21"/>
                  </a:cubicBezTo>
                  <a:cubicBezTo>
                    <a:pt x="2" y="28"/>
                    <a:pt x="9" y="31"/>
                    <a:pt x="17"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10" name="Freeform 1007"/>
            <p:cNvSpPr/>
            <p:nvPr/>
          </p:nvSpPr>
          <p:spPr bwMode="auto">
            <a:xfrm>
              <a:off x="6821792" y="10636028"/>
              <a:ext cx="87313" cy="88900"/>
            </a:xfrm>
            <a:custGeom>
              <a:avLst/>
              <a:gdLst>
                <a:gd name="T0" fmla="*/ 18 w 32"/>
                <a:gd name="T1" fmla="*/ 29 h 33"/>
                <a:gd name="T2" fmla="*/ 31 w 32"/>
                <a:gd name="T3" fmla="*/ 10 h 33"/>
                <a:gd name="T4" fmla="*/ 13 w 32"/>
                <a:gd name="T5" fmla="*/ 5 h 33"/>
                <a:gd name="T6" fmla="*/ 1 w 32"/>
                <a:gd name="T7" fmla="*/ 24 h 33"/>
                <a:gd name="T8" fmla="*/ 18 w 32"/>
                <a:gd name="T9" fmla="*/ 29 h 33"/>
              </a:gdLst>
              <a:ahLst/>
              <a:cxnLst>
                <a:cxn ang="0">
                  <a:pos x="T0" y="T1"/>
                </a:cxn>
                <a:cxn ang="0">
                  <a:pos x="T2" y="T3"/>
                </a:cxn>
                <a:cxn ang="0">
                  <a:pos x="T4" y="T5"/>
                </a:cxn>
                <a:cxn ang="0">
                  <a:pos x="T6" y="T7"/>
                </a:cxn>
                <a:cxn ang="0">
                  <a:pos x="T8" y="T9"/>
                </a:cxn>
              </a:cxnLst>
              <a:rect l="0" t="0" r="r" b="b"/>
              <a:pathLst>
                <a:path w="32" h="33">
                  <a:moveTo>
                    <a:pt x="18" y="29"/>
                  </a:moveTo>
                  <a:cubicBezTo>
                    <a:pt x="26" y="25"/>
                    <a:pt x="32" y="17"/>
                    <a:pt x="31" y="10"/>
                  </a:cubicBezTo>
                  <a:cubicBezTo>
                    <a:pt x="30" y="3"/>
                    <a:pt x="22" y="0"/>
                    <a:pt x="13" y="5"/>
                  </a:cubicBezTo>
                  <a:cubicBezTo>
                    <a:pt x="5" y="9"/>
                    <a:pt x="0" y="17"/>
                    <a:pt x="1" y="24"/>
                  </a:cubicBezTo>
                  <a:cubicBezTo>
                    <a:pt x="2" y="30"/>
                    <a:pt x="10" y="33"/>
                    <a:pt x="18"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11" name="Freeform 1008"/>
            <p:cNvSpPr/>
            <p:nvPr/>
          </p:nvSpPr>
          <p:spPr bwMode="auto">
            <a:xfrm>
              <a:off x="6610654" y="10736041"/>
              <a:ext cx="88900" cy="87313"/>
            </a:xfrm>
            <a:custGeom>
              <a:avLst/>
              <a:gdLst>
                <a:gd name="T0" fmla="*/ 19 w 33"/>
                <a:gd name="T1" fmla="*/ 28 h 32"/>
                <a:gd name="T2" fmla="*/ 32 w 33"/>
                <a:gd name="T3" fmla="*/ 9 h 32"/>
                <a:gd name="T4" fmla="*/ 15 w 33"/>
                <a:gd name="T5" fmla="*/ 4 h 32"/>
                <a:gd name="T6" fmla="*/ 2 w 33"/>
                <a:gd name="T7" fmla="*/ 24 h 32"/>
                <a:gd name="T8" fmla="*/ 19 w 33"/>
                <a:gd name="T9" fmla="*/ 28 h 32"/>
              </a:gdLst>
              <a:ahLst/>
              <a:cxnLst>
                <a:cxn ang="0">
                  <a:pos x="T0" y="T1"/>
                </a:cxn>
                <a:cxn ang="0">
                  <a:pos x="T2" y="T3"/>
                </a:cxn>
                <a:cxn ang="0">
                  <a:pos x="T4" y="T5"/>
                </a:cxn>
                <a:cxn ang="0">
                  <a:pos x="T6" y="T7"/>
                </a:cxn>
                <a:cxn ang="0">
                  <a:pos x="T8" y="T9"/>
                </a:cxn>
              </a:cxnLst>
              <a:rect l="0" t="0" r="r" b="b"/>
              <a:pathLst>
                <a:path w="33" h="32">
                  <a:moveTo>
                    <a:pt x="19" y="28"/>
                  </a:moveTo>
                  <a:cubicBezTo>
                    <a:pt x="27" y="24"/>
                    <a:pt x="33" y="15"/>
                    <a:pt x="32" y="9"/>
                  </a:cubicBezTo>
                  <a:cubicBezTo>
                    <a:pt x="31" y="2"/>
                    <a:pt x="23" y="0"/>
                    <a:pt x="15" y="4"/>
                  </a:cubicBezTo>
                  <a:cubicBezTo>
                    <a:pt x="6" y="8"/>
                    <a:pt x="0" y="17"/>
                    <a:pt x="2" y="24"/>
                  </a:cubicBezTo>
                  <a:cubicBezTo>
                    <a:pt x="3" y="30"/>
                    <a:pt x="11" y="32"/>
                    <a:pt x="19"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12" name="Freeform 1010"/>
            <p:cNvSpPr/>
            <p:nvPr/>
          </p:nvSpPr>
          <p:spPr bwMode="auto">
            <a:xfrm>
              <a:off x="6404279" y="10842403"/>
              <a:ext cx="84138" cy="85725"/>
            </a:xfrm>
            <a:custGeom>
              <a:avLst/>
              <a:gdLst>
                <a:gd name="T0" fmla="*/ 17 w 31"/>
                <a:gd name="T1" fmla="*/ 28 h 32"/>
                <a:gd name="T2" fmla="*/ 31 w 31"/>
                <a:gd name="T3" fmla="*/ 9 h 32"/>
                <a:gd name="T4" fmla="*/ 13 w 31"/>
                <a:gd name="T5" fmla="*/ 5 h 32"/>
                <a:gd name="T6" fmla="*/ 1 w 31"/>
                <a:gd name="T7" fmla="*/ 24 h 32"/>
                <a:gd name="T8" fmla="*/ 17 w 31"/>
                <a:gd name="T9" fmla="*/ 28 h 32"/>
              </a:gdLst>
              <a:ahLst/>
              <a:cxnLst>
                <a:cxn ang="0">
                  <a:pos x="T0" y="T1"/>
                </a:cxn>
                <a:cxn ang="0">
                  <a:pos x="T2" y="T3"/>
                </a:cxn>
                <a:cxn ang="0">
                  <a:pos x="T4" y="T5"/>
                </a:cxn>
                <a:cxn ang="0">
                  <a:pos x="T6" y="T7"/>
                </a:cxn>
                <a:cxn ang="0">
                  <a:pos x="T8" y="T9"/>
                </a:cxn>
              </a:cxnLst>
              <a:rect l="0" t="0" r="r" b="b"/>
              <a:pathLst>
                <a:path w="31" h="32">
                  <a:moveTo>
                    <a:pt x="17" y="28"/>
                  </a:moveTo>
                  <a:cubicBezTo>
                    <a:pt x="26" y="24"/>
                    <a:pt x="31" y="15"/>
                    <a:pt x="31" y="9"/>
                  </a:cubicBezTo>
                  <a:cubicBezTo>
                    <a:pt x="30" y="2"/>
                    <a:pt x="22" y="0"/>
                    <a:pt x="13" y="5"/>
                  </a:cubicBezTo>
                  <a:cubicBezTo>
                    <a:pt x="5" y="9"/>
                    <a:pt x="0" y="18"/>
                    <a:pt x="1" y="24"/>
                  </a:cubicBezTo>
                  <a:cubicBezTo>
                    <a:pt x="2" y="30"/>
                    <a:pt x="9" y="32"/>
                    <a:pt x="17"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13" name="Freeform 1011"/>
            <p:cNvSpPr/>
            <p:nvPr/>
          </p:nvSpPr>
          <p:spPr bwMode="auto">
            <a:xfrm>
              <a:off x="6194729" y="10953528"/>
              <a:ext cx="84138" cy="84138"/>
            </a:xfrm>
            <a:custGeom>
              <a:avLst/>
              <a:gdLst>
                <a:gd name="T0" fmla="*/ 17 w 31"/>
                <a:gd name="T1" fmla="*/ 27 h 31"/>
                <a:gd name="T2" fmla="*/ 31 w 31"/>
                <a:gd name="T3" fmla="*/ 9 h 31"/>
                <a:gd name="T4" fmla="*/ 14 w 31"/>
                <a:gd name="T5" fmla="*/ 5 h 31"/>
                <a:gd name="T6" fmla="*/ 1 w 31"/>
                <a:gd name="T7" fmla="*/ 23 h 31"/>
                <a:gd name="T8" fmla="*/ 17 w 31"/>
                <a:gd name="T9" fmla="*/ 27 h 31"/>
              </a:gdLst>
              <a:ahLst/>
              <a:cxnLst>
                <a:cxn ang="0">
                  <a:pos x="T0" y="T1"/>
                </a:cxn>
                <a:cxn ang="0">
                  <a:pos x="T2" y="T3"/>
                </a:cxn>
                <a:cxn ang="0">
                  <a:pos x="T4" y="T5"/>
                </a:cxn>
                <a:cxn ang="0">
                  <a:pos x="T6" y="T7"/>
                </a:cxn>
                <a:cxn ang="0">
                  <a:pos x="T8" y="T9"/>
                </a:cxn>
              </a:cxnLst>
              <a:rect l="0" t="0" r="r" b="b"/>
              <a:pathLst>
                <a:path w="31" h="31">
                  <a:moveTo>
                    <a:pt x="17" y="27"/>
                  </a:moveTo>
                  <a:cubicBezTo>
                    <a:pt x="25" y="23"/>
                    <a:pt x="31" y="15"/>
                    <a:pt x="31" y="9"/>
                  </a:cubicBezTo>
                  <a:cubicBezTo>
                    <a:pt x="31" y="2"/>
                    <a:pt x="23" y="0"/>
                    <a:pt x="14" y="5"/>
                  </a:cubicBezTo>
                  <a:cubicBezTo>
                    <a:pt x="6" y="9"/>
                    <a:pt x="0" y="17"/>
                    <a:pt x="1" y="23"/>
                  </a:cubicBezTo>
                  <a:cubicBezTo>
                    <a:pt x="2" y="29"/>
                    <a:pt x="8" y="31"/>
                    <a:pt x="17"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14" name="Freeform 1012"/>
            <p:cNvSpPr/>
            <p:nvPr/>
          </p:nvSpPr>
          <p:spPr bwMode="auto">
            <a:xfrm>
              <a:off x="-15571" y="12650565"/>
              <a:ext cx="76200" cy="58738"/>
            </a:xfrm>
            <a:custGeom>
              <a:avLst/>
              <a:gdLst>
                <a:gd name="T0" fmla="*/ 26 w 28"/>
                <a:gd name="T1" fmla="*/ 8 h 22"/>
                <a:gd name="T2" fmla="*/ 17 w 28"/>
                <a:gd name="T3" fmla="*/ 0 h 22"/>
                <a:gd name="T4" fmla="*/ 0 w 28"/>
                <a:gd name="T5" fmla="*/ 13 h 22"/>
                <a:gd name="T6" fmla="*/ 1 w 28"/>
                <a:gd name="T7" fmla="*/ 15 h 22"/>
                <a:gd name="T8" fmla="*/ 1 w 28"/>
                <a:gd name="T9" fmla="*/ 15 h 22"/>
                <a:gd name="T10" fmla="*/ 2 w 28"/>
                <a:gd name="T11" fmla="*/ 21 h 22"/>
                <a:gd name="T12" fmla="*/ 8 w 28"/>
                <a:gd name="T13" fmla="*/ 22 h 22"/>
                <a:gd name="T14" fmla="*/ 26 w 28"/>
                <a:gd name="T15" fmla="*/ 8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22">
                  <a:moveTo>
                    <a:pt x="26" y="8"/>
                  </a:moveTo>
                  <a:cubicBezTo>
                    <a:pt x="28" y="3"/>
                    <a:pt x="25" y="0"/>
                    <a:pt x="17" y="0"/>
                  </a:cubicBezTo>
                  <a:cubicBezTo>
                    <a:pt x="8" y="1"/>
                    <a:pt x="0" y="7"/>
                    <a:pt x="0" y="13"/>
                  </a:cubicBezTo>
                  <a:cubicBezTo>
                    <a:pt x="0" y="14"/>
                    <a:pt x="1" y="14"/>
                    <a:pt x="1" y="15"/>
                  </a:cubicBezTo>
                  <a:cubicBezTo>
                    <a:pt x="1" y="15"/>
                    <a:pt x="1" y="15"/>
                    <a:pt x="1" y="15"/>
                  </a:cubicBezTo>
                  <a:cubicBezTo>
                    <a:pt x="1" y="17"/>
                    <a:pt x="1" y="19"/>
                    <a:pt x="2" y="21"/>
                  </a:cubicBezTo>
                  <a:cubicBezTo>
                    <a:pt x="3" y="22"/>
                    <a:pt x="6" y="22"/>
                    <a:pt x="8" y="22"/>
                  </a:cubicBezTo>
                  <a:cubicBezTo>
                    <a:pt x="16" y="20"/>
                    <a:pt x="24" y="13"/>
                    <a:pt x="26"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15" name="Freeform 1013"/>
            <p:cNvSpPr/>
            <p:nvPr/>
          </p:nvSpPr>
          <p:spPr bwMode="auto">
            <a:xfrm>
              <a:off x="11846229" y="8985028"/>
              <a:ext cx="69850" cy="119063"/>
            </a:xfrm>
            <a:custGeom>
              <a:avLst/>
              <a:gdLst>
                <a:gd name="T0" fmla="*/ 0 w 26"/>
                <a:gd name="T1" fmla="*/ 39 h 44"/>
                <a:gd name="T2" fmla="*/ 12 w 26"/>
                <a:gd name="T3" fmla="*/ 28 h 44"/>
                <a:gd name="T4" fmla="*/ 24 w 26"/>
                <a:gd name="T5" fmla="*/ 5 h 44"/>
                <a:gd name="T6" fmla="*/ 24 w 26"/>
                <a:gd name="T7" fmla="*/ 3 h 44"/>
                <a:gd name="T8" fmla="*/ 24 w 26"/>
                <a:gd name="T9" fmla="*/ 4 h 44"/>
                <a:gd name="T10" fmla="*/ 23 w 26"/>
                <a:gd name="T11" fmla="*/ 1 h 44"/>
                <a:gd name="T12" fmla="*/ 14 w 26"/>
                <a:gd name="T13" fmla="*/ 9 h 44"/>
                <a:gd name="T14" fmla="*/ 0 w 26"/>
                <a:gd name="T15" fmla="*/ 39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44">
                  <a:moveTo>
                    <a:pt x="0" y="39"/>
                  </a:moveTo>
                  <a:cubicBezTo>
                    <a:pt x="0" y="44"/>
                    <a:pt x="5" y="39"/>
                    <a:pt x="12" y="28"/>
                  </a:cubicBezTo>
                  <a:cubicBezTo>
                    <a:pt x="18" y="19"/>
                    <a:pt x="26" y="7"/>
                    <a:pt x="24" y="5"/>
                  </a:cubicBezTo>
                  <a:cubicBezTo>
                    <a:pt x="24" y="4"/>
                    <a:pt x="24" y="4"/>
                    <a:pt x="24" y="3"/>
                  </a:cubicBezTo>
                  <a:cubicBezTo>
                    <a:pt x="24" y="4"/>
                    <a:pt x="24" y="4"/>
                    <a:pt x="24" y="4"/>
                  </a:cubicBezTo>
                  <a:cubicBezTo>
                    <a:pt x="23" y="3"/>
                    <a:pt x="23" y="1"/>
                    <a:pt x="23" y="1"/>
                  </a:cubicBezTo>
                  <a:cubicBezTo>
                    <a:pt x="22" y="0"/>
                    <a:pt x="19" y="2"/>
                    <a:pt x="14" y="9"/>
                  </a:cubicBezTo>
                  <a:cubicBezTo>
                    <a:pt x="7" y="20"/>
                    <a:pt x="1" y="33"/>
                    <a:pt x="0"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16" name="Freeform 1014"/>
            <p:cNvSpPr/>
            <p:nvPr/>
          </p:nvSpPr>
          <p:spPr bwMode="auto">
            <a:xfrm>
              <a:off x="5872466" y="11053540"/>
              <a:ext cx="80963" cy="79375"/>
            </a:xfrm>
            <a:custGeom>
              <a:avLst/>
              <a:gdLst>
                <a:gd name="T0" fmla="*/ 1 w 30"/>
                <a:gd name="T1" fmla="*/ 22 h 29"/>
                <a:gd name="T2" fmla="*/ 16 w 30"/>
                <a:gd name="T3" fmla="*/ 25 h 29"/>
                <a:gd name="T4" fmla="*/ 29 w 30"/>
                <a:gd name="T5" fmla="*/ 6 h 29"/>
                <a:gd name="T6" fmla="*/ 13 w 30"/>
                <a:gd name="T7" fmla="*/ 4 h 29"/>
                <a:gd name="T8" fmla="*/ 1 w 30"/>
                <a:gd name="T9" fmla="*/ 22 h 29"/>
              </a:gdLst>
              <a:ahLst/>
              <a:cxnLst>
                <a:cxn ang="0">
                  <a:pos x="T0" y="T1"/>
                </a:cxn>
                <a:cxn ang="0">
                  <a:pos x="T2" y="T3"/>
                </a:cxn>
                <a:cxn ang="0">
                  <a:pos x="T4" y="T5"/>
                </a:cxn>
                <a:cxn ang="0">
                  <a:pos x="T6" y="T7"/>
                </a:cxn>
                <a:cxn ang="0">
                  <a:pos x="T8" y="T9"/>
                </a:cxn>
              </a:cxnLst>
              <a:rect l="0" t="0" r="r" b="b"/>
              <a:pathLst>
                <a:path w="30" h="29">
                  <a:moveTo>
                    <a:pt x="1" y="22"/>
                  </a:moveTo>
                  <a:cubicBezTo>
                    <a:pt x="2" y="28"/>
                    <a:pt x="9" y="29"/>
                    <a:pt x="16" y="25"/>
                  </a:cubicBezTo>
                  <a:cubicBezTo>
                    <a:pt x="24" y="21"/>
                    <a:pt x="30" y="12"/>
                    <a:pt x="29" y="6"/>
                  </a:cubicBezTo>
                  <a:cubicBezTo>
                    <a:pt x="28" y="1"/>
                    <a:pt x="21" y="0"/>
                    <a:pt x="13" y="4"/>
                  </a:cubicBezTo>
                  <a:cubicBezTo>
                    <a:pt x="6" y="8"/>
                    <a:pt x="0" y="17"/>
                    <a:pt x="1"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17" name="Freeform 1015"/>
            <p:cNvSpPr/>
            <p:nvPr/>
          </p:nvSpPr>
          <p:spPr bwMode="auto">
            <a:xfrm>
              <a:off x="5662916" y="11171015"/>
              <a:ext cx="84138" cy="77788"/>
            </a:xfrm>
            <a:custGeom>
              <a:avLst/>
              <a:gdLst>
                <a:gd name="T0" fmla="*/ 13 w 31"/>
                <a:gd name="T1" fmla="*/ 5 h 29"/>
                <a:gd name="T2" fmla="*/ 1 w 31"/>
                <a:gd name="T3" fmla="*/ 23 h 29"/>
                <a:gd name="T4" fmla="*/ 17 w 31"/>
                <a:gd name="T5" fmla="*/ 24 h 29"/>
                <a:gd name="T6" fmla="*/ 29 w 31"/>
                <a:gd name="T7" fmla="*/ 6 h 29"/>
                <a:gd name="T8" fmla="*/ 13 w 31"/>
                <a:gd name="T9" fmla="*/ 5 h 29"/>
              </a:gdLst>
              <a:ahLst/>
              <a:cxnLst>
                <a:cxn ang="0">
                  <a:pos x="T0" y="T1"/>
                </a:cxn>
                <a:cxn ang="0">
                  <a:pos x="T2" y="T3"/>
                </a:cxn>
                <a:cxn ang="0">
                  <a:pos x="T4" y="T5"/>
                </a:cxn>
                <a:cxn ang="0">
                  <a:pos x="T6" y="T7"/>
                </a:cxn>
                <a:cxn ang="0">
                  <a:pos x="T8" y="T9"/>
                </a:cxn>
              </a:cxnLst>
              <a:rect l="0" t="0" r="r" b="b"/>
              <a:pathLst>
                <a:path w="31" h="29">
                  <a:moveTo>
                    <a:pt x="13" y="5"/>
                  </a:moveTo>
                  <a:cubicBezTo>
                    <a:pt x="5" y="10"/>
                    <a:pt x="0" y="18"/>
                    <a:pt x="1" y="23"/>
                  </a:cubicBezTo>
                  <a:cubicBezTo>
                    <a:pt x="2" y="29"/>
                    <a:pt x="10" y="29"/>
                    <a:pt x="17" y="24"/>
                  </a:cubicBezTo>
                  <a:cubicBezTo>
                    <a:pt x="25" y="20"/>
                    <a:pt x="31" y="12"/>
                    <a:pt x="29" y="6"/>
                  </a:cubicBezTo>
                  <a:cubicBezTo>
                    <a:pt x="28" y="1"/>
                    <a:pt x="20" y="0"/>
                    <a:pt x="1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18" name="Freeform 1016"/>
            <p:cNvSpPr/>
            <p:nvPr/>
          </p:nvSpPr>
          <p:spPr bwMode="auto">
            <a:xfrm>
              <a:off x="5453366" y="11290078"/>
              <a:ext cx="84138" cy="76200"/>
            </a:xfrm>
            <a:custGeom>
              <a:avLst/>
              <a:gdLst>
                <a:gd name="T0" fmla="*/ 13 w 31"/>
                <a:gd name="T1" fmla="*/ 4 h 28"/>
                <a:gd name="T2" fmla="*/ 1 w 31"/>
                <a:gd name="T3" fmla="*/ 22 h 28"/>
                <a:gd name="T4" fmla="*/ 17 w 31"/>
                <a:gd name="T5" fmla="*/ 23 h 28"/>
                <a:gd name="T6" fmla="*/ 30 w 31"/>
                <a:gd name="T7" fmla="*/ 6 h 28"/>
                <a:gd name="T8" fmla="*/ 13 w 31"/>
                <a:gd name="T9" fmla="*/ 4 h 28"/>
              </a:gdLst>
              <a:ahLst/>
              <a:cxnLst>
                <a:cxn ang="0">
                  <a:pos x="T0" y="T1"/>
                </a:cxn>
                <a:cxn ang="0">
                  <a:pos x="T2" y="T3"/>
                </a:cxn>
                <a:cxn ang="0">
                  <a:pos x="T4" y="T5"/>
                </a:cxn>
                <a:cxn ang="0">
                  <a:pos x="T6" y="T7"/>
                </a:cxn>
                <a:cxn ang="0">
                  <a:pos x="T8" y="T9"/>
                </a:cxn>
              </a:cxnLst>
              <a:rect l="0" t="0" r="r" b="b"/>
              <a:pathLst>
                <a:path w="31" h="28">
                  <a:moveTo>
                    <a:pt x="13" y="4"/>
                  </a:moveTo>
                  <a:cubicBezTo>
                    <a:pt x="5" y="9"/>
                    <a:pt x="0" y="17"/>
                    <a:pt x="1" y="22"/>
                  </a:cubicBezTo>
                  <a:cubicBezTo>
                    <a:pt x="2" y="27"/>
                    <a:pt x="10" y="28"/>
                    <a:pt x="17" y="23"/>
                  </a:cubicBezTo>
                  <a:cubicBezTo>
                    <a:pt x="25" y="19"/>
                    <a:pt x="31" y="11"/>
                    <a:pt x="30" y="6"/>
                  </a:cubicBezTo>
                  <a:cubicBezTo>
                    <a:pt x="28" y="0"/>
                    <a:pt x="21" y="0"/>
                    <a:pt x="1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19" name="Freeform 1017"/>
            <p:cNvSpPr/>
            <p:nvPr/>
          </p:nvSpPr>
          <p:spPr bwMode="auto">
            <a:xfrm>
              <a:off x="5245404" y="11404378"/>
              <a:ext cx="84138" cy="73025"/>
            </a:xfrm>
            <a:custGeom>
              <a:avLst/>
              <a:gdLst>
                <a:gd name="T0" fmla="*/ 13 w 31"/>
                <a:gd name="T1" fmla="*/ 4 h 27"/>
                <a:gd name="T2" fmla="*/ 1 w 31"/>
                <a:gd name="T3" fmla="*/ 21 h 27"/>
                <a:gd name="T4" fmla="*/ 18 w 31"/>
                <a:gd name="T5" fmla="*/ 22 h 27"/>
                <a:gd name="T6" fmla="*/ 30 w 31"/>
                <a:gd name="T7" fmla="*/ 5 h 27"/>
                <a:gd name="T8" fmla="*/ 13 w 31"/>
                <a:gd name="T9" fmla="*/ 4 h 27"/>
              </a:gdLst>
              <a:ahLst/>
              <a:cxnLst>
                <a:cxn ang="0">
                  <a:pos x="T0" y="T1"/>
                </a:cxn>
                <a:cxn ang="0">
                  <a:pos x="T2" y="T3"/>
                </a:cxn>
                <a:cxn ang="0">
                  <a:pos x="T4" y="T5"/>
                </a:cxn>
                <a:cxn ang="0">
                  <a:pos x="T6" y="T7"/>
                </a:cxn>
                <a:cxn ang="0">
                  <a:pos x="T8" y="T9"/>
                </a:cxn>
              </a:cxnLst>
              <a:rect l="0" t="0" r="r" b="b"/>
              <a:pathLst>
                <a:path w="31" h="27">
                  <a:moveTo>
                    <a:pt x="13" y="4"/>
                  </a:moveTo>
                  <a:cubicBezTo>
                    <a:pt x="5" y="9"/>
                    <a:pt x="0" y="16"/>
                    <a:pt x="1" y="21"/>
                  </a:cubicBezTo>
                  <a:cubicBezTo>
                    <a:pt x="2" y="26"/>
                    <a:pt x="10" y="27"/>
                    <a:pt x="18" y="22"/>
                  </a:cubicBezTo>
                  <a:cubicBezTo>
                    <a:pt x="25" y="18"/>
                    <a:pt x="31" y="10"/>
                    <a:pt x="30" y="5"/>
                  </a:cubicBezTo>
                  <a:cubicBezTo>
                    <a:pt x="28" y="0"/>
                    <a:pt x="21" y="0"/>
                    <a:pt x="1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20" name="Freeform 1018"/>
            <p:cNvSpPr/>
            <p:nvPr/>
          </p:nvSpPr>
          <p:spPr bwMode="auto">
            <a:xfrm>
              <a:off x="5035854" y="11509153"/>
              <a:ext cx="84138" cy="71438"/>
            </a:xfrm>
            <a:custGeom>
              <a:avLst/>
              <a:gdLst>
                <a:gd name="T0" fmla="*/ 14 w 31"/>
                <a:gd name="T1" fmla="*/ 4 h 26"/>
                <a:gd name="T2" fmla="*/ 1 w 31"/>
                <a:gd name="T3" fmla="*/ 20 h 26"/>
                <a:gd name="T4" fmla="*/ 17 w 31"/>
                <a:gd name="T5" fmla="*/ 22 h 26"/>
                <a:gd name="T6" fmla="*/ 30 w 31"/>
                <a:gd name="T7" fmla="*/ 6 h 26"/>
                <a:gd name="T8" fmla="*/ 14 w 31"/>
                <a:gd name="T9" fmla="*/ 4 h 26"/>
              </a:gdLst>
              <a:ahLst/>
              <a:cxnLst>
                <a:cxn ang="0">
                  <a:pos x="T0" y="T1"/>
                </a:cxn>
                <a:cxn ang="0">
                  <a:pos x="T2" y="T3"/>
                </a:cxn>
                <a:cxn ang="0">
                  <a:pos x="T4" y="T5"/>
                </a:cxn>
                <a:cxn ang="0">
                  <a:pos x="T6" y="T7"/>
                </a:cxn>
                <a:cxn ang="0">
                  <a:pos x="T8" y="T9"/>
                </a:cxn>
              </a:cxnLst>
              <a:rect l="0" t="0" r="r" b="b"/>
              <a:pathLst>
                <a:path w="31" h="26">
                  <a:moveTo>
                    <a:pt x="14" y="4"/>
                  </a:moveTo>
                  <a:cubicBezTo>
                    <a:pt x="6" y="8"/>
                    <a:pt x="0" y="15"/>
                    <a:pt x="1" y="20"/>
                  </a:cubicBezTo>
                  <a:cubicBezTo>
                    <a:pt x="2" y="25"/>
                    <a:pt x="9" y="26"/>
                    <a:pt x="17" y="22"/>
                  </a:cubicBezTo>
                  <a:cubicBezTo>
                    <a:pt x="25" y="19"/>
                    <a:pt x="31" y="11"/>
                    <a:pt x="30" y="6"/>
                  </a:cubicBezTo>
                  <a:cubicBezTo>
                    <a:pt x="29" y="1"/>
                    <a:pt x="22" y="0"/>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21" name="Freeform 1019"/>
            <p:cNvSpPr/>
            <p:nvPr/>
          </p:nvSpPr>
          <p:spPr bwMode="auto">
            <a:xfrm>
              <a:off x="4827891" y="11610753"/>
              <a:ext cx="80963" cy="66675"/>
            </a:xfrm>
            <a:custGeom>
              <a:avLst/>
              <a:gdLst>
                <a:gd name="T0" fmla="*/ 16 w 30"/>
                <a:gd name="T1" fmla="*/ 21 h 25"/>
                <a:gd name="T2" fmla="*/ 30 w 30"/>
                <a:gd name="T3" fmla="*/ 6 h 25"/>
                <a:gd name="T4" fmla="*/ 14 w 30"/>
                <a:gd name="T5" fmla="*/ 4 h 25"/>
                <a:gd name="T6" fmla="*/ 1 w 30"/>
                <a:gd name="T7" fmla="*/ 19 h 25"/>
                <a:gd name="T8" fmla="*/ 16 w 30"/>
                <a:gd name="T9" fmla="*/ 21 h 25"/>
              </a:gdLst>
              <a:ahLst/>
              <a:cxnLst>
                <a:cxn ang="0">
                  <a:pos x="T0" y="T1"/>
                </a:cxn>
                <a:cxn ang="0">
                  <a:pos x="T2" y="T3"/>
                </a:cxn>
                <a:cxn ang="0">
                  <a:pos x="T4" y="T5"/>
                </a:cxn>
                <a:cxn ang="0">
                  <a:pos x="T6" y="T7"/>
                </a:cxn>
                <a:cxn ang="0">
                  <a:pos x="T8" y="T9"/>
                </a:cxn>
              </a:cxnLst>
              <a:rect l="0" t="0" r="r" b="b"/>
              <a:pathLst>
                <a:path w="30" h="25">
                  <a:moveTo>
                    <a:pt x="16" y="21"/>
                  </a:moveTo>
                  <a:cubicBezTo>
                    <a:pt x="24" y="18"/>
                    <a:pt x="30" y="11"/>
                    <a:pt x="30" y="6"/>
                  </a:cubicBezTo>
                  <a:cubicBezTo>
                    <a:pt x="29" y="2"/>
                    <a:pt x="22" y="0"/>
                    <a:pt x="14" y="4"/>
                  </a:cubicBezTo>
                  <a:cubicBezTo>
                    <a:pt x="6" y="7"/>
                    <a:pt x="0" y="14"/>
                    <a:pt x="1" y="19"/>
                  </a:cubicBezTo>
                  <a:cubicBezTo>
                    <a:pt x="1" y="24"/>
                    <a:pt x="8" y="25"/>
                    <a:pt x="16"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22" name="Freeform 1020"/>
            <p:cNvSpPr/>
            <p:nvPr/>
          </p:nvSpPr>
          <p:spPr bwMode="auto">
            <a:xfrm>
              <a:off x="4618341" y="11702828"/>
              <a:ext cx="80963" cy="61913"/>
            </a:xfrm>
            <a:custGeom>
              <a:avLst/>
              <a:gdLst>
                <a:gd name="T0" fmla="*/ 16 w 30"/>
                <a:gd name="T1" fmla="*/ 20 h 23"/>
                <a:gd name="T2" fmla="*/ 29 w 30"/>
                <a:gd name="T3" fmla="*/ 6 h 23"/>
                <a:gd name="T4" fmla="*/ 13 w 30"/>
                <a:gd name="T5" fmla="*/ 3 h 23"/>
                <a:gd name="T6" fmla="*/ 0 w 30"/>
                <a:gd name="T7" fmla="*/ 17 h 23"/>
                <a:gd name="T8" fmla="*/ 16 w 30"/>
                <a:gd name="T9" fmla="*/ 20 h 23"/>
              </a:gdLst>
              <a:ahLst/>
              <a:cxnLst>
                <a:cxn ang="0">
                  <a:pos x="T0" y="T1"/>
                </a:cxn>
                <a:cxn ang="0">
                  <a:pos x="T2" y="T3"/>
                </a:cxn>
                <a:cxn ang="0">
                  <a:pos x="T4" y="T5"/>
                </a:cxn>
                <a:cxn ang="0">
                  <a:pos x="T6" y="T7"/>
                </a:cxn>
                <a:cxn ang="0">
                  <a:pos x="T8" y="T9"/>
                </a:cxn>
              </a:cxnLst>
              <a:rect l="0" t="0" r="r" b="b"/>
              <a:pathLst>
                <a:path w="30" h="23">
                  <a:moveTo>
                    <a:pt x="16" y="20"/>
                  </a:moveTo>
                  <a:cubicBezTo>
                    <a:pt x="24" y="17"/>
                    <a:pt x="30" y="10"/>
                    <a:pt x="29" y="6"/>
                  </a:cubicBezTo>
                  <a:cubicBezTo>
                    <a:pt x="28" y="1"/>
                    <a:pt x="21" y="0"/>
                    <a:pt x="13" y="3"/>
                  </a:cubicBezTo>
                  <a:cubicBezTo>
                    <a:pt x="5" y="6"/>
                    <a:pt x="0" y="13"/>
                    <a:pt x="0" y="17"/>
                  </a:cubicBezTo>
                  <a:cubicBezTo>
                    <a:pt x="1" y="22"/>
                    <a:pt x="8" y="23"/>
                    <a:pt x="16"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23" name="Freeform 1021"/>
            <p:cNvSpPr/>
            <p:nvPr/>
          </p:nvSpPr>
          <p:spPr bwMode="auto">
            <a:xfrm>
              <a:off x="4407204" y="11783790"/>
              <a:ext cx="84138" cy="60325"/>
            </a:xfrm>
            <a:custGeom>
              <a:avLst/>
              <a:gdLst>
                <a:gd name="T0" fmla="*/ 17 w 31"/>
                <a:gd name="T1" fmla="*/ 19 h 22"/>
                <a:gd name="T2" fmla="*/ 30 w 31"/>
                <a:gd name="T3" fmla="*/ 5 h 22"/>
                <a:gd name="T4" fmla="*/ 13 w 31"/>
                <a:gd name="T5" fmla="*/ 3 h 22"/>
                <a:gd name="T6" fmla="*/ 1 w 31"/>
                <a:gd name="T7" fmla="*/ 16 h 22"/>
                <a:gd name="T8" fmla="*/ 17 w 31"/>
                <a:gd name="T9" fmla="*/ 19 h 22"/>
              </a:gdLst>
              <a:ahLst/>
              <a:cxnLst>
                <a:cxn ang="0">
                  <a:pos x="T0" y="T1"/>
                </a:cxn>
                <a:cxn ang="0">
                  <a:pos x="T2" y="T3"/>
                </a:cxn>
                <a:cxn ang="0">
                  <a:pos x="T4" y="T5"/>
                </a:cxn>
                <a:cxn ang="0">
                  <a:pos x="T6" y="T7"/>
                </a:cxn>
                <a:cxn ang="0">
                  <a:pos x="T8" y="T9"/>
                </a:cxn>
              </a:cxnLst>
              <a:rect l="0" t="0" r="r" b="b"/>
              <a:pathLst>
                <a:path w="31" h="22">
                  <a:moveTo>
                    <a:pt x="17" y="19"/>
                  </a:moveTo>
                  <a:cubicBezTo>
                    <a:pt x="25" y="16"/>
                    <a:pt x="31" y="10"/>
                    <a:pt x="30" y="5"/>
                  </a:cubicBezTo>
                  <a:cubicBezTo>
                    <a:pt x="28" y="1"/>
                    <a:pt x="21" y="0"/>
                    <a:pt x="13" y="3"/>
                  </a:cubicBezTo>
                  <a:cubicBezTo>
                    <a:pt x="5" y="6"/>
                    <a:pt x="0" y="12"/>
                    <a:pt x="1" y="16"/>
                  </a:cubicBezTo>
                  <a:cubicBezTo>
                    <a:pt x="2" y="21"/>
                    <a:pt x="10" y="22"/>
                    <a:pt x="17"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24" name="Freeform 1022"/>
            <p:cNvSpPr/>
            <p:nvPr/>
          </p:nvSpPr>
          <p:spPr bwMode="auto">
            <a:xfrm>
              <a:off x="4194479" y="11852053"/>
              <a:ext cx="84138" cy="57150"/>
            </a:xfrm>
            <a:custGeom>
              <a:avLst/>
              <a:gdLst>
                <a:gd name="T0" fmla="*/ 17 w 31"/>
                <a:gd name="T1" fmla="*/ 18 h 21"/>
                <a:gd name="T2" fmla="*/ 30 w 31"/>
                <a:gd name="T3" fmla="*/ 6 h 21"/>
                <a:gd name="T4" fmla="*/ 13 w 31"/>
                <a:gd name="T5" fmla="*/ 2 h 21"/>
                <a:gd name="T6" fmla="*/ 1 w 31"/>
                <a:gd name="T7" fmla="*/ 15 h 21"/>
                <a:gd name="T8" fmla="*/ 17 w 31"/>
                <a:gd name="T9" fmla="*/ 18 h 21"/>
              </a:gdLst>
              <a:ahLst/>
              <a:cxnLst>
                <a:cxn ang="0">
                  <a:pos x="T0" y="T1"/>
                </a:cxn>
                <a:cxn ang="0">
                  <a:pos x="T2" y="T3"/>
                </a:cxn>
                <a:cxn ang="0">
                  <a:pos x="T4" y="T5"/>
                </a:cxn>
                <a:cxn ang="0">
                  <a:pos x="T6" y="T7"/>
                </a:cxn>
                <a:cxn ang="0">
                  <a:pos x="T8" y="T9"/>
                </a:cxn>
              </a:cxnLst>
              <a:rect l="0" t="0" r="r" b="b"/>
              <a:pathLst>
                <a:path w="31" h="21">
                  <a:moveTo>
                    <a:pt x="17" y="18"/>
                  </a:moveTo>
                  <a:cubicBezTo>
                    <a:pt x="25" y="16"/>
                    <a:pt x="31" y="10"/>
                    <a:pt x="30" y="6"/>
                  </a:cubicBezTo>
                  <a:cubicBezTo>
                    <a:pt x="29" y="2"/>
                    <a:pt x="21" y="0"/>
                    <a:pt x="13" y="2"/>
                  </a:cubicBezTo>
                  <a:cubicBezTo>
                    <a:pt x="5" y="5"/>
                    <a:pt x="0" y="10"/>
                    <a:pt x="1" y="15"/>
                  </a:cubicBezTo>
                  <a:cubicBezTo>
                    <a:pt x="2" y="19"/>
                    <a:pt x="9" y="21"/>
                    <a:pt x="17"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25" name="Freeform 1023"/>
            <p:cNvSpPr/>
            <p:nvPr/>
          </p:nvSpPr>
          <p:spPr bwMode="auto">
            <a:xfrm>
              <a:off x="3983341" y="11906028"/>
              <a:ext cx="84138" cy="53975"/>
            </a:xfrm>
            <a:custGeom>
              <a:avLst/>
              <a:gdLst>
                <a:gd name="T0" fmla="*/ 17 w 31"/>
                <a:gd name="T1" fmla="*/ 18 h 20"/>
                <a:gd name="T2" fmla="*/ 30 w 31"/>
                <a:gd name="T3" fmla="*/ 7 h 20"/>
                <a:gd name="T4" fmla="*/ 14 w 31"/>
                <a:gd name="T5" fmla="*/ 2 h 20"/>
                <a:gd name="T6" fmla="*/ 1 w 31"/>
                <a:gd name="T7" fmla="*/ 13 h 20"/>
                <a:gd name="T8" fmla="*/ 17 w 31"/>
                <a:gd name="T9" fmla="*/ 18 h 20"/>
              </a:gdLst>
              <a:ahLst/>
              <a:cxnLst>
                <a:cxn ang="0">
                  <a:pos x="T0" y="T1"/>
                </a:cxn>
                <a:cxn ang="0">
                  <a:pos x="T2" y="T3"/>
                </a:cxn>
                <a:cxn ang="0">
                  <a:pos x="T4" y="T5"/>
                </a:cxn>
                <a:cxn ang="0">
                  <a:pos x="T6" y="T7"/>
                </a:cxn>
                <a:cxn ang="0">
                  <a:pos x="T8" y="T9"/>
                </a:cxn>
              </a:cxnLst>
              <a:rect l="0" t="0" r="r" b="b"/>
              <a:pathLst>
                <a:path w="31" h="20">
                  <a:moveTo>
                    <a:pt x="17" y="18"/>
                  </a:moveTo>
                  <a:cubicBezTo>
                    <a:pt x="25" y="16"/>
                    <a:pt x="31" y="11"/>
                    <a:pt x="30" y="7"/>
                  </a:cubicBezTo>
                  <a:cubicBezTo>
                    <a:pt x="29" y="3"/>
                    <a:pt x="22" y="0"/>
                    <a:pt x="14" y="2"/>
                  </a:cubicBezTo>
                  <a:cubicBezTo>
                    <a:pt x="6" y="3"/>
                    <a:pt x="0" y="9"/>
                    <a:pt x="1" y="13"/>
                  </a:cubicBezTo>
                  <a:cubicBezTo>
                    <a:pt x="2" y="18"/>
                    <a:pt x="9" y="20"/>
                    <a:pt x="17"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26" name="Freeform 1024"/>
            <p:cNvSpPr/>
            <p:nvPr/>
          </p:nvSpPr>
          <p:spPr bwMode="auto">
            <a:xfrm>
              <a:off x="3769029" y="11944128"/>
              <a:ext cx="84138" cy="50800"/>
            </a:xfrm>
            <a:custGeom>
              <a:avLst/>
              <a:gdLst>
                <a:gd name="T0" fmla="*/ 17 w 31"/>
                <a:gd name="T1" fmla="*/ 18 h 19"/>
                <a:gd name="T2" fmla="*/ 30 w 31"/>
                <a:gd name="T3" fmla="*/ 8 h 19"/>
                <a:gd name="T4" fmla="*/ 14 w 31"/>
                <a:gd name="T5" fmla="*/ 1 h 19"/>
                <a:gd name="T6" fmla="*/ 1 w 31"/>
                <a:gd name="T7" fmla="*/ 12 h 19"/>
                <a:gd name="T8" fmla="*/ 17 w 31"/>
                <a:gd name="T9" fmla="*/ 18 h 19"/>
              </a:gdLst>
              <a:ahLst/>
              <a:cxnLst>
                <a:cxn ang="0">
                  <a:pos x="T0" y="T1"/>
                </a:cxn>
                <a:cxn ang="0">
                  <a:pos x="T2" y="T3"/>
                </a:cxn>
                <a:cxn ang="0">
                  <a:pos x="T4" y="T5"/>
                </a:cxn>
                <a:cxn ang="0">
                  <a:pos x="T6" y="T7"/>
                </a:cxn>
                <a:cxn ang="0">
                  <a:pos x="T8" y="T9"/>
                </a:cxn>
              </a:cxnLst>
              <a:rect l="0" t="0" r="r" b="b"/>
              <a:pathLst>
                <a:path w="31" h="19">
                  <a:moveTo>
                    <a:pt x="17" y="18"/>
                  </a:moveTo>
                  <a:cubicBezTo>
                    <a:pt x="25" y="17"/>
                    <a:pt x="31" y="12"/>
                    <a:pt x="30" y="8"/>
                  </a:cubicBezTo>
                  <a:cubicBezTo>
                    <a:pt x="30" y="3"/>
                    <a:pt x="22" y="0"/>
                    <a:pt x="14" y="1"/>
                  </a:cubicBezTo>
                  <a:cubicBezTo>
                    <a:pt x="7" y="2"/>
                    <a:pt x="0" y="7"/>
                    <a:pt x="1" y="12"/>
                  </a:cubicBezTo>
                  <a:cubicBezTo>
                    <a:pt x="2" y="16"/>
                    <a:pt x="9" y="19"/>
                    <a:pt x="17"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27" name="Freeform 1025"/>
            <p:cNvSpPr/>
            <p:nvPr/>
          </p:nvSpPr>
          <p:spPr bwMode="auto">
            <a:xfrm>
              <a:off x="3554716" y="11967940"/>
              <a:ext cx="85725" cy="49213"/>
            </a:xfrm>
            <a:custGeom>
              <a:avLst/>
              <a:gdLst>
                <a:gd name="T0" fmla="*/ 18 w 32"/>
                <a:gd name="T1" fmla="*/ 17 h 18"/>
                <a:gd name="T2" fmla="*/ 31 w 32"/>
                <a:gd name="T3" fmla="*/ 7 h 18"/>
                <a:gd name="T4" fmla="*/ 14 w 32"/>
                <a:gd name="T5" fmla="*/ 1 h 18"/>
                <a:gd name="T6" fmla="*/ 1 w 32"/>
                <a:gd name="T7" fmla="*/ 11 h 18"/>
                <a:gd name="T8" fmla="*/ 18 w 32"/>
                <a:gd name="T9" fmla="*/ 17 h 18"/>
              </a:gdLst>
              <a:ahLst/>
              <a:cxnLst>
                <a:cxn ang="0">
                  <a:pos x="T0" y="T1"/>
                </a:cxn>
                <a:cxn ang="0">
                  <a:pos x="T2" y="T3"/>
                </a:cxn>
                <a:cxn ang="0">
                  <a:pos x="T4" y="T5"/>
                </a:cxn>
                <a:cxn ang="0">
                  <a:pos x="T6" y="T7"/>
                </a:cxn>
                <a:cxn ang="0">
                  <a:pos x="T8" y="T9"/>
                </a:cxn>
              </a:cxnLst>
              <a:rect l="0" t="0" r="r" b="b"/>
              <a:pathLst>
                <a:path w="32" h="18">
                  <a:moveTo>
                    <a:pt x="18" y="17"/>
                  </a:moveTo>
                  <a:cubicBezTo>
                    <a:pt x="26" y="16"/>
                    <a:pt x="32" y="12"/>
                    <a:pt x="31" y="7"/>
                  </a:cubicBezTo>
                  <a:cubicBezTo>
                    <a:pt x="30" y="3"/>
                    <a:pt x="22" y="0"/>
                    <a:pt x="14" y="1"/>
                  </a:cubicBezTo>
                  <a:cubicBezTo>
                    <a:pt x="6" y="2"/>
                    <a:pt x="0" y="6"/>
                    <a:pt x="1" y="11"/>
                  </a:cubicBezTo>
                  <a:cubicBezTo>
                    <a:pt x="2" y="15"/>
                    <a:pt x="10" y="18"/>
                    <a:pt x="1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28" name="Freeform 1026"/>
            <p:cNvSpPr/>
            <p:nvPr/>
          </p:nvSpPr>
          <p:spPr bwMode="auto">
            <a:xfrm>
              <a:off x="3341991" y="11986990"/>
              <a:ext cx="84138" cy="46038"/>
            </a:xfrm>
            <a:custGeom>
              <a:avLst/>
              <a:gdLst>
                <a:gd name="T0" fmla="*/ 17 w 31"/>
                <a:gd name="T1" fmla="*/ 17 h 17"/>
                <a:gd name="T2" fmla="*/ 30 w 31"/>
                <a:gd name="T3" fmla="*/ 8 h 17"/>
                <a:gd name="T4" fmla="*/ 14 w 31"/>
                <a:gd name="T5" fmla="*/ 1 h 17"/>
                <a:gd name="T6" fmla="*/ 1 w 31"/>
                <a:gd name="T7" fmla="*/ 10 h 17"/>
                <a:gd name="T8" fmla="*/ 17 w 31"/>
                <a:gd name="T9" fmla="*/ 17 h 17"/>
              </a:gdLst>
              <a:ahLst/>
              <a:cxnLst>
                <a:cxn ang="0">
                  <a:pos x="T0" y="T1"/>
                </a:cxn>
                <a:cxn ang="0">
                  <a:pos x="T2" y="T3"/>
                </a:cxn>
                <a:cxn ang="0">
                  <a:pos x="T4" y="T5"/>
                </a:cxn>
                <a:cxn ang="0">
                  <a:pos x="T6" y="T7"/>
                </a:cxn>
                <a:cxn ang="0">
                  <a:pos x="T8" y="T9"/>
                </a:cxn>
              </a:cxnLst>
              <a:rect l="0" t="0" r="r" b="b"/>
              <a:pathLst>
                <a:path w="31" h="17">
                  <a:moveTo>
                    <a:pt x="17" y="17"/>
                  </a:moveTo>
                  <a:cubicBezTo>
                    <a:pt x="25" y="16"/>
                    <a:pt x="31" y="12"/>
                    <a:pt x="30" y="8"/>
                  </a:cubicBezTo>
                  <a:cubicBezTo>
                    <a:pt x="29" y="4"/>
                    <a:pt x="22" y="0"/>
                    <a:pt x="14" y="1"/>
                  </a:cubicBezTo>
                  <a:cubicBezTo>
                    <a:pt x="6" y="2"/>
                    <a:pt x="0" y="6"/>
                    <a:pt x="1" y="10"/>
                  </a:cubicBezTo>
                  <a:cubicBezTo>
                    <a:pt x="1" y="15"/>
                    <a:pt x="9" y="17"/>
                    <a:pt x="17"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29" name="Freeform 1027"/>
            <p:cNvSpPr/>
            <p:nvPr/>
          </p:nvSpPr>
          <p:spPr bwMode="auto">
            <a:xfrm>
              <a:off x="3127679" y="12009215"/>
              <a:ext cx="84138" cy="42863"/>
            </a:xfrm>
            <a:custGeom>
              <a:avLst/>
              <a:gdLst>
                <a:gd name="T0" fmla="*/ 17 w 31"/>
                <a:gd name="T1" fmla="*/ 15 h 16"/>
                <a:gd name="T2" fmla="*/ 30 w 31"/>
                <a:gd name="T3" fmla="*/ 7 h 16"/>
                <a:gd name="T4" fmla="*/ 14 w 31"/>
                <a:gd name="T5" fmla="*/ 0 h 16"/>
                <a:gd name="T6" fmla="*/ 1 w 31"/>
                <a:gd name="T7" fmla="*/ 9 h 16"/>
                <a:gd name="T8" fmla="*/ 17 w 31"/>
                <a:gd name="T9" fmla="*/ 15 h 16"/>
              </a:gdLst>
              <a:ahLst/>
              <a:cxnLst>
                <a:cxn ang="0">
                  <a:pos x="T0" y="T1"/>
                </a:cxn>
                <a:cxn ang="0">
                  <a:pos x="T2" y="T3"/>
                </a:cxn>
                <a:cxn ang="0">
                  <a:pos x="T4" y="T5"/>
                </a:cxn>
                <a:cxn ang="0">
                  <a:pos x="T6" y="T7"/>
                </a:cxn>
                <a:cxn ang="0">
                  <a:pos x="T8" y="T9"/>
                </a:cxn>
              </a:cxnLst>
              <a:rect l="0" t="0" r="r" b="b"/>
              <a:pathLst>
                <a:path w="31" h="16">
                  <a:moveTo>
                    <a:pt x="17" y="15"/>
                  </a:moveTo>
                  <a:cubicBezTo>
                    <a:pt x="25" y="14"/>
                    <a:pt x="31" y="11"/>
                    <a:pt x="30" y="7"/>
                  </a:cubicBezTo>
                  <a:cubicBezTo>
                    <a:pt x="29" y="3"/>
                    <a:pt x="22" y="0"/>
                    <a:pt x="14" y="0"/>
                  </a:cubicBezTo>
                  <a:cubicBezTo>
                    <a:pt x="6" y="1"/>
                    <a:pt x="0" y="5"/>
                    <a:pt x="1" y="9"/>
                  </a:cubicBezTo>
                  <a:cubicBezTo>
                    <a:pt x="2" y="13"/>
                    <a:pt x="9" y="16"/>
                    <a:pt x="17"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30" name="Freeform 1028"/>
            <p:cNvSpPr/>
            <p:nvPr/>
          </p:nvSpPr>
          <p:spPr bwMode="auto">
            <a:xfrm>
              <a:off x="2913366" y="12028265"/>
              <a:ext cx="84138" cy="38100"/>
            </a:xfrm>
            <a:custGeom>
              <a:avLst/>
              <a:gdLst>
                <a:gd name="T0" fmla="*/ 15 w 31"/>
                <a:gd name="T1" fmla="*/ 0 h 14"/>
                <a:gd name="T2" fmla="*/ 1 w 31"/>
                <a:gd name="T3" fmla="*/ 8 h 14"/>
                <a:gd name="T4" fmla="*/ 17 w 31"/>
                <a:gd name="T5" fmla="*/ 14 h 14"/>
                <a:gd name="T6" fmla="*/ 30 w 31"/>
                <a:gd name="T7" fmla="*/ 6 h 14"/>
                <a:gd name="T8" fmla="*/ 15 w 31"/>
                <a:gd name="T9" fmla="*/ 0 h 14"/>
              </a:gdLst>
              <a:ahLst/>
              <a:cxnLst>
                <a:cxn ang="0">
                  <a:pos x="T0" y="T1"/>
                </a:cxn>
                <a:cxn ang="0">
                  <a:pos x="T2" y="T3"/>
                </a:cxn>
                <a:cxn ang="0">
                  <a:pos x="T4" y="T5"/>
                </a:cxn>
                <a:cxn ang="0">
                  <a:pos x="T6" y="T7"/>
                </a:cxn>
                <a:cxn ang="0">
                  <a:pos x="T8" y="T9"/>
                </a:cxn>
              </a:cxnLst>
              <a:rect l="0" t="0" r="r" b="b"/>
              <a:pathLst>
                <a:path w="31" h="14">
                  <a:moveTo>
                    <a:pt x="15" y="0"/>
                  </a:moveTo>
                  <a:cubicBezTo>
                    <a:pt x="7" y="1"/>
                    <a:pt x="0" y="4"/>
                    <a:pt x="1" y="8"/>
                  </a:cubicBezTo>
                  <a:cubicBezTo>
                    <a:pt x="2" y="12"/>
                    <a:pt x="8" y="14"/>
                    <a:pt x="17" y="14"/>
                  </a:cubicBezTo>
                  <a:cubicBezTo>
                    <a:pt x="25" y="14"/>
                    <a:pt x="31" y="10"/>
                    <a:pt x="30" y="6"/>
                  </a:cubicBezTo>
                  <a:cubicBezTo>
                    <a:pt x="30" y="3"/>
                    <a:pt x="23" y="0"/>
                    <a:pt x="1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31" name="Freeform 1029"/>
            <p:cNvSpPr/>
            <p:nvPr/>
          </p:nvSpPr>
          <p:spPr bwMode="auto">
            <a:xfrm>
              <a:off x="2699054" y="12044140"/>
              <a:ext cx="87313" cy="38100"/>
            </a:xfrm>
            <a:custGeom>
              <a:avLst/>
              <a:gdLst>
                <a:gd name="T0" fmla="*/ 18 w 32"/>
                <a:gd name="T1" fmla="*/ 14 h 14"/>
                <a:gd name="T2" fmla="*/ 30 w 32"/>
                <a:gd name="T3" fmla="*/ 6 h 14"/>
                <a:gd name="T4" fmla="*/ 14 w 32"/>
                <a:gd name="T5" fmla="*/ 1 h 14"/>
                <a:gd name="T6" fmla="*/ 1 w 32"/>
                <a:gd name="T7" fmla="*/ 9 h 14"/>
                <a:gd name="T8" fmla="*/ 18 w 32"/>
                <a:gd name="T9" fmla="*/ 14 h 14"/>
              </a:gdLst>
              <a:ahLst/>
              <a:cxnLst>
                <a:cxn ang="0">
                  <a:pos x="T0" y="T1"/>
                </a:cxn>
                <a:cxn ang="0">
                  <a:pos x="T2" y="T3"/>
                </a:cxn>
                <a:cxn ang="0">
                  <a:pos x="T4" y="T5"/>
                </a:cxn>
                <a:cxn ang="0">
                  <a:pos x="T6" y="T7"/>
                </a:cxn>
                <a:cxn ang="0">
                  <a:pos x="T8" y="T9"/>
                </a:cxn>
              </a:cxnLst>
              <a:rect l="0" t="0" r="r" b="b"/>
              <a:pathLst>
                <a:path w="32" h="14">
                  <a:moveTo>
                    <a:pt x="18" y="14"/>
                  </a:moveTo>
                  <a:cubicBezTo>
                    <a:pt x="26" y="13"/>
                    <a:pt x="32" y="9"/>
                    <a:pt x="30" y="6"/>
                  </a:cubicBezTo>
                  <a:cubicBezTo>
                    <a:pt x="29" y="2"/>
                    <a:pt x="21" y="0"/>
                    <a:pt x="14" y="1"/>
                  </a:cubicBezTo>
                  <a:cubicBezTo>
                    <a:pt x="5" y="2"/>
                    <a:pt x="0" y="5"/>
                    <a:pt x="1" y="9"/>
                  </a:cubicBezTo>
                  <a:cubicBezTo>
                    <a:pt x="2" y="12"/>
                    <a:pt x="10" y="14"/>
                    <a:pt x="18"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32" name="Freeform 1030"/>
            <p:cNvSpPr/>
            <p:nvPr/>
          </p:nvSpPr>
          <p:spPr bwMode="auto">
            <a:xfrm>
              <a:off x="2484741" y="12061603"/>
              <a:ext cx="84138" cy="36513"/>
            </a:xfrm>
            <a:custGeom>
              <a:avLst/>
              <a:gdLst>
                <a:gd name="T0" fmla="*/ 14 w 31"/>
                <a:gd name="T1" fmla="*/ 1 h 14"/>
                <a:gd name="T2" fmla="*/ 1 w 31"/>
                <a:gd name="T3" fmla="*/ 8 h 14"/>
                <a:gd name="T4" fmla="*/ 17 w 31"/>
                <a:gd name="T5" fmla="*/ 13 h 14"/>
                <a:gd name="T6" fmla="*/ 31 w 31"/>
                <a:gd name="T7" fmla="*/ 6 h 14"/>
                <a:gd name="T8" fmla="*/ 14 w 31"/>
                <a:gd name="T9" fmla="*/ 1 h 14"/>
              </a:gdLst>
              <a:ahLst/>
              <a:cxnLst>
                <a:cxn ang="0">
                  <a:pos x="T0" y="T1"/>
                </a:cxn>
                <a:cxn ang="0">
                  <a:pos x="T2" y="T3"/>
                </a:cxn>
                <a:cxn ang="0">
                  <a:pos x="T4" y="T5"/>
                </a:cxn>
                <a:cxn ang="0">
                  <a:pos x="T6" y="T7"/>
                </a:cxn>
                <a:cxn ang="0">
                  <a:pos x="T8" y="T9"/>
                </a:cxn>
              </a:cxnLst>
              <a:rect l="0" t="0" r="r" b="b"/>
              <a:pathLst>
                <a:path w="31" h="14">
                  <a:moveTo>
                    <a:pt x="14" y="1"/>
                  </a:moveTo>
                  <a:cubicBezTo>
                    <a:pt x="6" y="2"/>
                    <a:pt x="0" y="5"/>
                    <a:pt x="1" y="8"/>
                  </a:cubicBezTo>
                  <a:cubicBezTo>
                    <a:pt x="2" y="12"/>
                    <a:pt x="9" y="14"/>
                    <a:pt x="17" y="13"/>
                  </a:cubicBezTo>
                  <a:cubicBezTo>
                    <a:pt x="25" y="12"/>
                    <a:pt x="31" y="9"/>
                    <a:pt x="31" y="6"/>
                  </a:cubicBezTo>
                  <a:cubicBezTo>
                    <a:pt x="30" y="3"/>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33" name="Freeform 1031"/>
            <p:cNvSpPr/>
            <p:nvPr/>
          </p:nvSpPr>
          <p:spPr bwMode="auto">
            <a:xfrm>
              <a:off x="2273604" y="12079065"/>
              <a:ext cx="84138" cy="33338"/>
            </a:xfrm>
            <a:custGeom>
              <a:avLst/>
              <a:gdLst>
                <a:gd name="T0" fmla="*/ 13 w 31"/>
                <a:gd name="T1" fmla="*/ 0 h 12"/>
                <a:gd name="T2" fmla="*/ 0 w 31"/>
                <a:gd name="T3" fmla="*/ 7 h 12"/>
                <a:gd name="T4" fmla="*/ 17 w 31"/>
                <a:gd name="T5" fmla="*/ 11 h 12"/>
                <a:gd name="T6" fmla="*/ 30 w 31"/>
                <a:gd name="T7" fmla="*/ 5 h 12"/>
                <a:gd name="T8" fmla="*/ 13 w 31"/>
                <a:gd name="T9" fmla="*/ 0 h 12"/>
              </a:gdLst>
              <a:ahLst/>
              <a:cxnLst>
                <a:cxn ang="0">
                  <a:pos x="T0" y="T1"/>
                </a:cxn>
                <a:cxn ang="0">
                  <a:pos x="T2" y="T3"/>
                </a:cxn>
                <a:cxn ang="0">
                  <a:pos x="T4" y="T5"/>
                </a:cxn>
                <a:cxn ang="0">
                  <a:pos x="T6" y="T7"/>
                </a:cxn>
                <a:cxn ang="0">
                  <a:pos x="T8" y="T9"/>
                </a:cxn>
              </a:cxnLst>
              <a:rect l="0" t="0" r="r" b="b"/>
              <a:pathLst>
                <a:path w="31" h="12">
                  <a:moveTo>
                    <a:pt x="13" y="0"/>
                  </a:moveTo>
                  <a:cubicBezTo>
                    <a:pt x="5" y="1"/>
                    <a:pt x="0" y="4"/>
                    <a:pt x="0" y="7"/>
                  </a:cubicBezTo>
                  <a:cubicBezTo>
                    <a:pt x="1" y="10"/>
                    <a:pt x="9" y="12"/>
                    <a:pt x="17" y="11"/>
                  </a:cubicBezTo>
                  <a:cubicBezTo>
                    <a:pt x="25" y="11"/>
                    <a:pt x="31" y="8"/>
                    <a:pt x="30" y="5"/>
                  </a:cubicBezTo>
                  <a:cubicBezTo>
                    <a:pt x="29" y="2"/>
                    <a:pt x="21"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34" name="Freeform 1032"/>
            <p:cNvSpPr/>
            <p:nvPr/>
          </p:nvSpPr>
          <p:spPr bwMode="auto">
            <a:xfrm>
              <a:off x="2059291" y="12096528"/>
              <a:ext cx="84138" cy="30163"/>
            </a:xfrm>
            <a:custGeom>
              <a:avLst/>
              <a:gdLst>
                <a:gd name="T0" fmla="*/ 14 w 31"/>
                <a:gd name="T1" fmla="*/ 1 h 11"/>
                <a:gd name="T2" fmla="*/ 1 w 31"/>
                <a:gd name="T3" fmla="*/ 7 h 11"/>
                <a:gd name="T4" fmla="*/ 16 w 31"/>
                <a:gd name="T5" fmla="*/ 11 h 11"/>
                <a:gd name="T6" fmla="*/ 30 w 31"/>
                <a:gd name="T7" fmla="*/ 5 h 11"/>
                <a:gd name="T8" fmla="*/ 14 w 31"/>
                <a:gd name="T9" fmla="*/ 1 h 11"/>
              </a:gdLst>
              <a:ahLst/>
              <a:cxnLst>
                <a:cxn ang="0">
                  <a:pos x="T0" y="T1"/>
                </a:cxn>
                <a:cxn ang="0">
                  <a:pos x="T2" y="T3"/>
                </a:cxn>
                <a:cxn ang="0">
                  <a:pos x="T4" y="T5"/>
                </a:cxn>
                <a:cxn ang="0">
                  <a:pos x="T6" y="T7"/>
                </a:cxn>
                <a:cxn ang="0">
                  <a:pos x="T8" y="T9"/>
                </a:cxn>
              </a:cxnLst>
              <a:rect l="0" t="0" r="r" b="b"/>
              <a:pathLst>
                <a:path w="31" h="11">
                  <a:moveTo>
                    <a:pt x="14" y="1"/>
                  </a:moveTo>
                  <a:cubicBezTo>
                    <a:pt x="6" y="1"/>
                    <a:pt x="0" y="4"/>
                    <a:pt x="1" y="7"/>
                  </a:cubicBezTo>
                  <a:cubicBezTo>
                    <a:pt x="1" y="10"/>
                    <a:pt x="8" y="11"/>
                    <a:pt x="16" y="11"/>
                  </a:cubicBezTo>
                  <a:cubicBezTo>
                    <a:pt x="24" y="10"/>
                    <a:pt x="31" y="8"/>
                    <a:pt x="30" y="5"/>
                  </a:cubicBezTo>
                  <a:cubicBezTo>
                    <a:pt x="29" y="2"/>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35" name="Freeform 1033"/>
            <p:cNvSpPr/>
            <p:nvPr/>
          </p:nvSpPr>
          <p:spPr bwMode="auto">
            <a:xfrm>
              <a:off x="1844979" y="12112403"/>
              <a:ext cx="84138" cy="30163"/>
            </a:xfrm>
            <a:custGeom>
              <a:avLst/>
              <a:gdLst>
                <a:gd name="T0" fmla="*/ 17 w 31"/>
                <a:gd name="T1" fmla="*/ 10 h 11"/>
                <a:gd name="T2" fmla="*/ 30 w 31"/>
                <a:gd name="T3" fmla="*/ 5 h 11"/>
                <a:gd name="T4" fmla="*/ 13 w 31"/>
                <a:gd name="T5" fmla="*/ 1 h 11"/>
                <a:gd name="T6" fmla="*/ 1 w 31"/>
                <a:gd name="T7" fmla="*/ 7 h 11"/>
                <a:gd name="T8" fmla="*/ 17 w 31"/>
                <a:gd name="T9" fmla="*/ 10 h 11"/>
              </a:gdLst>
              <a:ahLst/>
              <a:cxnLst>
                <a:cxn ang="0">
                  <a:pos x="T0" y="T1"/>
                </a:cxn>
                <a:cxn ang="0">
                  <a:pos x="T2" y="T3"/>
                </a:cxn>
                <a:cxn ang="0">
                  <a:pos x="T4" y="T5"/>
                </a:cxn>
                <a:cxn ang="0">
                  <a:pos x="T6" y="T7"/>
                </a:cxn>
                <a:cxn ang="0">
                  <a:pos x="T8" y="T9"/>
                </a:cxn>
              </a:cxnLst>
              <a:rect l="0" t="0" r="r" b="b"/>
              <a:pathLst>
                <a:path w="31" h="11">
                  <a:moveTo>
                    <a:pt x="17" y="10"/>
                  </a:moveTo>
                  <a:cubicBezTo>
                    <a:pt x="25" y="10"/>
                    <a:pt x="31" y="7"/>
                    <a:pt x="30" y="5"/>
                  </a:cubicBezTo>
                  <a:cubicBezTo>
                    <a:pt x="29" y="2"/>
                    <a:pt x="21" y="0"/>
                    <a:pt x="13" y="1"/>
                  </a:cubicBezTo>
                  <a:cubicBezTo>
                    <a:pt x="5" y="2"/>
                    <a:pt x="0" y="5"/>
                    <a:pt x="1" y="7"/>
                  </a:cubicBezTo>
                  <a:cubicBezTo>
                    <a:pt x="2" y="10"/>
                    <a:pt x="9" y="11"/>
                    <a:pt x="1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36" name="Freeform 1034"/>
            <p:cNvSpPr/>
            <p:nvPr/>
          </p:nvSpPr>
          <p:spPr bwMode="auto">
            <a:xfrm>
              <a:off x="1630666" y="12131453"/>
              <a:ext cx="84138" cy="30163"/>
            </a:xfrm>
            <a:custGeom>
              <a:avLst/>
              <a:gdLst>
                <a:gd name="T0" fmla="*/ 18 w 31"/>
                <a:gd name="T1" fmla="*/ 10 h 11"/>
                <a:gd name="T2" fmla="*/ 30 w 31"/>
                <a:gd name="T3" fmla="*/ 4 h 11"/>
                <a:gd name="T4" fmla="*/ 13 w 31"/>
                <a:gd name="T5" fmla="*/ 1 h 11"/>
                <a:gd name="T6" fmla="*/ 1 w 31"/>
                <a:gd name="T7" fmla="*/ 7 h 11"/>
                <a:gd name="T8" fmla="*/ 18 w 31"/>
                <a:gd name="T9" fmla="*/ 10 h 11"/>
              </a:gdLst>
              <a:ahLst/>
              <a:cxnLst>
                <a:cxn ang="0">
                  <a:pos x="T0" y="T1"/>
                </a:cxn>
                <a:cxn ang="0">
                  <a:pos x="T2" y="T3"/>
                </a:cxn>
                <a:cxn ang="0">
                  <a:pos x="T4" y="T5"/>
                </a:cxn>
                <a:cxn ang="0">
                  <a:pos x="T6" y="T7"/>
                </a:cxn>
                <a:cxn ang="0">
                  <a:pos x="T8" y="T9"/>
                </a:cxn>
              </a:cxnLst>
              <a:rect l="0" t="0" r="r" b="b"/>
              <a:pathLst>
                <a:path w="31" h="11">
                  <a:moveTo>
                    <a:pt x="18" y="10"/>
                  </a:moveTo>
                  <a:cubicBezTo>
                    <a:pt x="26" y="9"/>
                    <a:pt x="31" y="7"/>
                    <a:pt x="30" y="4"/>
                  </a:cubicBezTo>
                  <a:cubicBezTo>
                    <a:pt x="29" y="2"/>
                    <a:pt x="21" y="0"/>
                    <a:pt x="13" y="1"/>
                  </a:cubicBezTo>
                  <a:cubicBezTo>
                    <a:pt x="5" y="2"/>
                    <a:pt x="0" y="5"/>
                    <a:pt x="1" y="7"/>
                  </a:cubicBezTo>
                  <a:cubicBezTo>
                    <a:pt x="2" y="10"/>
                    <a:pt x="10" y="11"/>
                    <a:pt x="18"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37" name="Freeform 1035"/>
            <p:cNvSpPr/>
            <p:nvPr/>
          </p:nvSpPr>
          <p:spPr bwMode="auto">
            <a:xfrm>
              <a:off x="1414766" y="12153678"/>
              <a:ext cx="84138" cy="26988"/>
            </a:xfrm>
            <a:custGeom>
              <a:avLst/>
              <a:gdLst>
                <a:gd name="T0" fmla="*/ 17 w 31"/>
                <a:gd name="T1" fmla="*/ 9 h 10"/>
                <a:gd name="T2" fmla="*/ 30 w 31"/>
                <a:gd name="T3" fmla="*/ 4 h 10"/>
                <a:gd name="T4" fmla="*/ 14 w 31"/>
                <a:gd name="T5" fmla="*/ 1 h 10"/>
                <a:gd name="T6" fmla="*/ 1 w 31"/>
                <a:gd name="T7" fmla="*/ 7 h 10"/>
                <a:gd name="T8" fmla="*/ 17 w 31"/>
                <a:gd name="T9" fmla="*/ 9 h 10"/>
              </a:gdLst>
              <a:ahLst/>
              <a:cxnLst>
                <a:cxn ang="0">
                  <a:pos x="T0" y="T1"/>
                </a:cxn>
                <a:cxn ang="0">
                  <a:pos x="T2" y="T3"/>
                </a:cxn>
                <a:cxn ang="0">
                  <a:pos x="T4" y="T5"/>
                </a:cxn>
                <a:cxn ang="0">
                  <a:pos x="T6" y="T7"/>
                </a:cxn>
                <a:cxn ang="0">
                  <a:pos x="T8" y="T9"/>
                </a:cxn>
              </a:cxnLst>
              <a:rect l="0" t="0" r="r" b="b"/>
              <a:pathLst>
                <a:path w="31" h="10">
                  <a:moveTo>
                    <a:pt x="17" y="9"/>
                  </a:moveTo>
                  <a:cubicBezTo>
                    <a:pt x="25" y="8"/>
                    <a:pt x="31" y="6"/>
                    <a:pt x="30" y="4"/>
                  </a:cubicBezTo>
                  <a:cubicBezTo>
                    <a:pt x="30" y="1"/>
                    <a:pt x="22" y="0"/>
                    <a:pt x="14" y="1"/>
                  </a:cubicBezTo>
                  <a:cubicBezTo>
                    <a:pt x="6" y="2"/>
                    <a:pt x="0" y="4"/>
                    <a:pt x="1" y="7"/>
                  </a:cubicBezTo>
                  <a:cubicBezTo>
                    <a:pt x="2" y="9"/>
                    <a:pt x="9" y="10"/>
                    <a:pt x="17"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38" name="Freeform 1036"/>
            <p:cNvSpPr/>
            <p:nvPr/>
          </p:nvSpPr>
          <p:spPr bwMode="auto">
            <a:xfrm>
              <a:off x="1203629" y="12174315"/>
              <a:ext cx="84138" cy="30163"/>
            </a:xfrm>
            <a:custGeom>
              <a:avLst/>
              <a:gdLst>
                <a:gd name="T0" fmla="*/ 17 w 31"/>
                <a:gd name="T1" fmla="*/ 10 h 11"/>
                <a:gd name="T2" fmla="*/ 30 w 31"/>
                <a:gd name="T3" fmla="*/ 4 h 11"/>
                <a:gd name="T4" fmla="*/ 14 w 31"/>
                <a:gd name="T5" fmla="*/ 1 h 11"/>
                <a:gd name="T6" fmla="*/ 1 w 31"/>
                <a:gd name="T7" fmla="*/ 8 h 11"/>
                <a:gd name="T8" fmla="*/ 17 w 31"/>
                <a:gd name="T9" fmla="*/ 10 h 11"/>
              </a:gdLst>
              <a:ahLst/>
              <a:cxnLst>
                <a:cxn ang="0">
                  <a:pos x="T0" y="T1"/>
                </a:cxn>
                <a:cxn ang="0">
                  <a:pos x="T2" y="T3"/>
                </a:cxn>
                <a:cxn ang="0">
                  <a:pos x="T4" y="T5"/>
                </a:cxn>
                <a:cxn ang="0">
                  <a:pos x="T6" y="T7"/>
                </a:cxn>
                <a:cxn ang="0">
                  <a:pos x="T8" y="T9"/>
                </a:cxn>
              </a:cxnLst>
              <a:rect l="0" t="0" r="r" b="b"/>
              <a:pathLst>
                <a:path w="31" h="11">
                  <a:moveTo>
                    <a:pt x="17" y="10"/>
                  </a:moveTo>
                  <a:cubicBezTo>
                    <a:pt x="24" y="9"/>
                    <a:pt x="31" y="6"/>
                    <a:pt x="30" y="4"/>
                  </a:cubicBezTo>
                  <a:cubicBezTo>
                    <a:pt x="29" y="2"/>
                    <a:pt x="22" y="0"/>
                    <a:pt x="14" y="1"/>
                  </a:cubicBezTo>
                  <a:cubicBezTo>
                    <a:pt x="6" y="2"/>
                    <a:pt x="0" y="5"/>
                    <a:pt x="1" y="8"/>
                  </a:cubicBezTo>
                  <a:cubicBezTo>
                    <a:pt x="1" y="10"/>
                    <a:pt x="8" y="11"/>
                    <a:pt x="1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39" name="Freeform 1037"/>
            <p:cNvSpPr/>
            <p:nvPr/>
          </p:nvSpPr>
          <p:spPr bwMode="auto">
            <a:xfrm>
              <a:off x="989316" y="12201303"/>
              <a:ext cx="84138" cy="30163"/>
            </a:xfrm>
            <a:custGeom>
              <a:avLst/>
              <a:gdLst>
                <a:gd name="T0" fmla="*/ 17 w 31"/>
                <a:gd name="T1" fmla="*/ 10 h 11"/>
                <a:gd name="T2" fmla="*/ 30 w 31"/>
                <a:gd name="T3" fmla="*/ 4 h 11"/>
                <a:gd name="T4" fmla="*/ 13 w 31"/>
                <a:gd name="T5" fmla="*/ 1 h 11"/>
                <a:gd name="T6" fmla="*/ 1 w 31"/>
                <a:gd name="T7" fmla="*/ 8 h 11"/>
                <a:gd name="T8" fmla="*/ 17 w 31"/>
                <a:gd name="T9" fmla="*/ 10 h 11"/>
              </a:gdLst>
              <a:ahLst/>
              <a:cxnLst>
                <a:cxn ang="0">
                  <a:pos x="T0" y="T1"/>
                </a:cxn>
                <a:cxn ang="0">
                  <a:pos x="T2" y="T3"/>
                </a:cxn>
                <a:cxn ang="0">
                  <a:pos x="T4" y="T5"/>
                </a:cxn>
                <a:cxn ang="0">
                  <a:pos x="T6" y="T7"/>
                </a:cxn>
                <a:cxn ang="0">
                  <a:pos x="T8" y="T9"/>
                </a:cxn>
              </a:cxnLst>
              <a:rect l="0" t="0" r="r" b="b"/>
              <a:pathLst>
                <a:path w="31" h="11">
                  <a:moveTo>
                    <a:pt x="17" y="10"/>
                  </a:moveTo>
                  <a:cubicBezTo>
                    <a:pt x="25" y="8"/>
                    <a:pt x="31" y="6"/>
                    <a:pt x="30" y="4"/>
                  </a:cubicBezTo>
                  <a:cubicBezTo>
                    <a:pt x="29" y="1"/>
                    <a:pt x="21" y="0"/>
                    <a:pt x="13" y="1"/>
                  </a:cubicBezTo>
                  <a:cubicBezTo>
                    <a:pt x="5" y="3"/>
                    <a:pt x="0" y="6"/>
                    <a:pt x="1" y="8"/>
                  </a:cubicBezTo>
                  <a:cubicBezTo>
                    <a:pt x="2" y="10"/>
                    <a:pt x="10" y="11"/>
                    <a:pt x="1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40" name="Freeform 1038"/>
            <p:cNvSpPr/>
            <p:nvPr/>
          </p:nvSpPr>
          <p:spPr bwMode="auto">
            <a:xfrm>
              <a:off x="778179" y="12226703"/>
              <a:ext cx="80963" cy="30163"/>
            </a:xfrm>
            <a:custGeom>
              <a:avLst/>
              <a:gdLst>
                <a:gd name="T0" fmla="*/ 16 w 30"/>
                <a:gd name="T1" fmla="*/ 10 h 11"/>
                <a:gd name="T2" fmla="*/ 29 w 30"/>
                <a:gd name="T3" fmla="*/ 4 h 11"/>
                <a:gd name="T4" fmla="*/ 14 w 30"/>
                <a:gd name="T5" fmla="*/ 1 h 11"/>
                <a:gd name="T6" fmla="*/ 0 w 30"/>
                <a:gd name="T7" fmla="*/ 8 h 11"/>
                <a:gd name="T8" fmla="*/ 16 w 30"/>
                <a:gd name="T9" fmla="*/ 10 h 11"/>
              </a:gdLst>
              <a:ahLst/>
              <a:cxnLst>
                <a:cxn ang="0">
                  <a:pos x="T0" y="T1"/>
                </a:cxn>
                <a:cxn ang="0">
                  <a:pos x="T2" y="T3"/>
                </a:cxn>
                <a:cxn ang="0">
                  <a:pos x="T4" y="T5"/>
                </a:cxn>
                <a:cxn ang="0">
                  <a:pos x="T6" y="T7"/>
                </a:cxn>
                <a:cxn ang="0">
                  <a:pos x="T8" y="T9"/>
                </a:cxn>
              </a:cxnLst>
              <a:rect l="0" t="0" r="r" b="b"/>
              <a:pathLst>
                <a:path w="30" h="11">
                  <a:moveTo>
                    <a:pt x="16" y="10"/>
                  </a:moveTo>
                  <a:cubicBezTo>
                    <a:pt x="24" y="9"/>
                    <a:pt x="30" y="7"/>
                    <a:pt x="29" y="4"/>
                  </a:cubicBezTo>
                  <a:cubicBezTo>
                    <a:pt x="29" y="2"/>
                    <a:pt x="22" y="0"/>
                    <a:pt x="14" y="1"/>
                  </a:cubicBezTo>
                  <a:cubicBezTo>
                    <a:pt x="6" y="2"/>
                    <a:pt x="0" y="5"/>
                    <a:pt x="0" y="8"/>
                  </a:cubicBezTo>
                  <a:cubicBezTo>
                    <a:pt x="1" y="11"/>
                    <a:pt x="8" y="11"/>
                    <a:pt x="1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41" name="Freeform 1039"/>
            <p:cNvSpPr/>
            <p:nvPr/>
          </p:nvSpPr>
          <p:spPr bwMode="auto">
            <a:xfrm>
              <a:off x="563866" y="12258453"/>
              <a:ext cx="80963" cy="38100"/>
            </a:xfrm>
            <a:custGeom>
              <a:avLst/>
              <a:gdLst>
                <a:gd name="T0" fmla="*/ 16 w 30"/>
                <a:gd name="T1" fmla="*/ 13 h 14"/>
                <a:gd name="T2" fmla="*/ 30 w 30"/>
                <a:gd name="T3" fmla="*/ 5 h 14"/>
                <a:gd name="T4" fmla="*/ 15 w 30"/>
                <a:gd name="T5" fmla="*/ 2 h 14"/>
                <a:gd name="T6" fmla="*/ 1 w 30"/>
                <a:gd name="T7" fmla="*/ 10 h 14"/>
                <a:gd name="T8" fmla="*/ 16 w 30"/>
                <a:gd name="T9" fmla="*/ 13 h 14"/>
              </a:gdLst>
              <a:ahLst/>
              <a:cxnLst>
                <a:cxn ang="0">
                  <a:pos x="T0" y="T1"/>
                </a:cxn>
                <a:cxn ang="0">
                  <a:pos x="T2" y="T3"/>
                </a:cxn>
                <a:cxn ang="0">
                  <a:pos x="T4" y="T5"/>
                </a:cxn>
                <a:cxn ang="0">
                  <a:pos x="T6" y="T7"/>
                </a:cxn>
                <a:cxn ang="0">
                  <a:pos x="T8" y="T9"/>
                </a:cxn>
              </a:cxnLst>
              <a:rect l="0" t="0" r="r" b="b"/>
              <a:pathLst>
                <a:path w="30" h="14">
                  <a:moveTo>
                    <a:pt x="16" y="13"/>
                  </a:moveTo>
                  <a:cubicBezTo>
                    <a:pt x="24" y="11"/>
                    <a:pt x="30" y="8"/>
                    <a:pt x="30" y="5"/>
                  </a:cubicBezTo>
                  <a:cubicBezTo>
                    <a:pt x="30" y="2"/>
                    <a:pt x="23" y="0"/>
                    <a:pt x="15" y="2"/>
                  </a:cubicBezTo>
                  <a:cubicBezTo>
                    <a:pt x="7" y="3"/>
                    <a:pt x="0" y="7"/>
                    <a:pt x="1" y="10"/>
                  </a:cubicBezTo>
                  <a:cubicBezTo>
                    <a:pt x="1" y="13"/>
                    <a:pt x="8" y="14"/>
                    <a:pt x="16"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42" name="Freeform 1040"/>
            <p:cNvSpPr/>
            <p:nvPr/>
          </p:nvSpPr>
          <p:spPr bwMode="auto">
            <a:xfrm>
              <a:off x="351141" y="12304490"/>
              <a:ext cx="84138" cy="47625"/>
            </a:xfrm>
            <a:custGeom>
              <a:avLst/>
              <a:gdLst>
                <a:gd name="T0" fmla="*/ 17 w 31"/>
                <a:gd name="T1" fmla="*/ 15 h 17"/>
                <a:gd name="T2" fmla="*/ 30 w 31"/>
                <a:gd name="T3" fmla="*/ 5 h 17"/>
                <a:gd name="T4" fmla="*/ 13 w 31"/>
                <a:gd name="T5" fmla="*/ 2 h 17"/>
                <a:gd name="T6" fmla="*/ 1 w 31"/>
                <a:gd name="T7" fmla="*/ 12 h 17"/>
                <a:gd name="T8" fmla="*/ 17 w 31"/>
                <a:gd name="T9" fmla="*/ 15 h 17"/>
              </a:gdLst>
              <a:ahLst/>
              <a:cxnLst>
                <a:cxn ang="0">
                  <a:pos x="T0" y="T1"/>
                </a:cxn>
                <a:cxn ang="0">
                  <a:pos x="T2" y="T3"/>
                </a:cxn>
                <a:cxn ang="0">
                  <a:pos x="T4" y="T5"/>
                </a:cxn>
                <a:cxn ang="0">
                  <a:pos x="T6" y="T7"/>
                </a:cxn>
                <a:cxn ang="0">
                  <a:pos x="T8" y="T9"/>
                </a:cxn>
              </a:cxnLst>
              <a:rect l="0" t="0" r="r" b="b"/>
              <a:pathLst>
                <a:path w="31" h="17">
                  <a:moveTo>
                    <a:pt x="17" y="15"/>
                  </a:moveTo>
                  <a:cubicBezTo>
                    <a:pt x="25" y="12"/>
                    <a:pt x="31" y="8"/>
                    <a:pt x="30" y="5"/>
                  </a:cubicBezTo>
                  <a:cubicBezTo>
                    <a:pt x="29" y="1"/>
                    <a:pt x="21" y="0"/>
                    <a:pt x="13" y="2"/>
                  </a:cubicBezTo>
                  <a:cubicBezTo>
                    <a:pt x="5" y="3"/>
                    <a:pt x="0" y="8"/>
                    <a:pt x="1" y="12"/>
                  </a:cubicBezTo>
                  <a:cubicBezTo>
                    <a:pt x="2" y="16"/>
                    <a:pt x="9" y="17"/>
                    <a:pt x="17"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43" name="Freeform 1041"/>
            <p:cNvSpPr/>
            <p:nvPr/>
          </p:nvSpPr>
          <p:spPr bwMode="auto">
            <a:xfrm>
              <a:off x="140004" y="12353703"/>
              <a:ext cx="80963" cy="53975"/>
            </a:xfrm>
            <a:custGeom>
              <a:avLst/>
              <a:gdLst>
                <a:gd name="T0" fmla="*/ 16 w 30"/>
                <a:gd name="T1" fmla="*/ 18 h 20"/>
                <a:gd name="T2" fmla="*/ 30 w 30"/>
                <a:gd name="T3" fmla="*/ 7 h 20"/>
                <a:gd name="T4" fmla="*/ 14 w 30"/>
                <a:gd name="T5" fmla="*/ 2 h 20"/>
                <a:gd name="T6" fmla="*/ 0 w 30"/>
                <a:gd name="T7" fmla="*/ 13 h 20"/>
                <a:gd name="T8" fmla="*/ 16 w 30"/>
                <a:gd name="T9" fmla="*/ 18 h 20"/>
              </a:gdLst>
              <a:ahLst/>
              <a:cxnLst>
                <a:cxn ang="0">
                  <a:pos x="T0" y="T1"/>
                </a:cxn>
                <a:cxn ang="0">
                  <a:pos x="T2" y="T3"/>
                </a:cxn>
                <a:cxn ang="0">
                  <a:pos x="T4" y="T5"/>
                </a:cxn>
                <a:cxn ang="0">
                  <a:pos x="T6" y="T7"/>
                </a:cxn>
                <a:cxn ang="0">
                  <a:pos x="T8" y="T9"/>
                </a:cxn>
              </a:cxnLst>
              <a:rect l="0" t="0" r="r" b="b"/>
              <a:pathLst>
                <a:path w="30" h="20">
                  <a:moveTo>
                    <a:pt x="16" y="18"/>
                  </a:moveTo>
                  <a:cubicBezTo>
                    <a:pt x="24" y="16"/>
                    <a:pt x="30" y="11"/>
                    <a:pt x="30" y="7"/>
                  </a:cubicBezTo>
                  <a:cubicBezTo>
                    <a:pt x="29" y="2"/>
                    <a:pt x="22" y="0"/>
                    <a:pt x="14" y="2"/>
                  </a:cubicBezTo>
                  <a:cubicBezTo>
                    <a:pt x="6" y="3"/>
                    <a:pt x="0" y="9"/>
                    <a:pt x="0" y="13"/>
                  </a:cubicBezTo>
                  <a:cubicBezTo>
                    <a:pt x="1" y="18"/>
                    <a:pt x="8" y="20"/>
                    <a:pt x="1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44" name="Freeform 1042"/>
            <p:cNvSpPr/>
            <p:nvPr/>
          </p:nvSpPr>
          <p:spPr bwMode="auto">
            <a:xfrm>
              <a:off x="11639854" y="9275540"/>
              <a:ext cx="73025" cy="176213"/>
            </a:xfrm>
            <a:custGeom>
              <a:avLst/>
              <a:gdLst>
                <a:gd name="T0" fmla="*/ 11 w 27"/>
                <a:gd name="T1" fmla="*/ 28 h 65"/>
                <a:gd name="T2" fmla="*/ 1 w 27"/>
                <a:gd name="T3" fmla="*/ 62 h 65"/>
                <a:gd name="T4" fmla="*/ 15 w 27"/>
                <a:gd name="T5" fmla="*/ 36 h 65"/>
                <a:gd name="T6" fmla="*/ 26 w 27"/>
                <a:gd name="T7" fmla="*/ 1 h 65"/>
                <a:gd name="T8" fmla="*/ 11 w 27"/>
                <a:gd name="T9" fmla="*/ 28 h 65"/>
              </a:gdLst>
              <a:ahLst/>
              <a:cxnLst>
                <a:cxn ang="0">
                  <a:pos x="T0" y="T1"/>
                </a:cxn>
                <a:cxn ang="0">
                  <a:pos x="T2" y="T3"/>
                </a:cxn>
                <a:cxn ang="0">
                  <a:pos x="T4" y="T5"/>
                </a:cxn>
                <a:cxn ang="0">
                  <a:pos x="T6" y="T7"/>
                </a:cxn>
                <a:cxn ang="0">
                  <a:pos x="T8" y="T9"/>
                </a:cxn>
              </a:cxnLst>
              <a:rect l="0" t="0" r="r" b="b"/>
              <a:pathLst>
                <a:path w="27" h="65">
                  <a:moveTo>
                    <a:pt x="11" y="28"/>
                  </a:moveTo>
                  <a:cubicBezTo>
                    <a:pt x="4" y="44"/>
                    <a:pt x="0" y="60"/>
                    <a:pt x="1" y="62"/>
                  </a:cubicBezTo>
                  <a:cubicBezTo>
                    <a:pt x="2" y="65"/>
                    <a:pt x="8" y="52"/>
                    <a:pt x="15" y="36"/>
                  </a:cubicBezTo>
                  <a:cubicBezTo>
                    <a:pt x="22" y="19"/>
                    <a:pt x="27" y="3"/>
                    <a:pt x="26" y="1"/>
                  </a:cubicBezTo>
                  <a:cubicBezTo>
                    <a:pt x="25" y="0"/>
                    <a:pt x="18" y="12"/>
                    <a:pt x="11"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45" name="Freeform 1043"/>
            <p:cNvSpPr/>
            <p:nvPr/>
          </p:nvSpPr>
          <p:spPr bwMode="auto">
            <a:xfrm>
              <a:off x="11455704" y="9715278"/>
              <a:ext cx="74613" cy="171450"/>
            </a:xfrm>
            <a:custGeom>
              <a:avLst/>
              <a:gdLst>
                <a:gd name="T0" fmla="*/ 26 w 28"/>
                <a:gd name="T1" fmla="*/ 3 h 63"/>
                <a:gd name="T2" fmla="*/ 11 w 28"/>
                <a:gd name="T3" fmla="*/ 26 h 63"/>
                <a:gd name="T4" fmla="*/ 1 w 28"/>
                <a:gd name="T5" fmla="*/ 59 h 63"/>
                <a:gd name="T6" fmla="*/ 16 w 28"/>
                <a:gd name="T7" fmla="*/ 38 h 63"/>
                <a:gd name="T8" fmla="*/ 26 w 28"/>
                <a:gd name="T9" fmla="*/ 3 h 63"/>
              </a:gdLst>
              <a:ahLst/>
              <a:cxnLst>
                <a:cxn ang="0">
                  <a:pos x="T0" y="T1"/>
                </a:cxn>
                <a:cxn ang="0">
                  <a:pos x="T2" y="T3"/>
                </a:cxn>
                <a:cxn ang="0">
                  <a:pos x="T4" y="T5"/>
                </a:cxn>
                <a:cxn ang="0">
                  <a:pos x="T6" y="T7"/>
                </a:cxn>
                <a:cxn ang="0">
                  <a:pos x="T8" y="T9"/>
                </a:cxn>
              </a:cxnLst>
              <a:rect l="0" t="0" r="r" b="b"/>
              <a:pathLst>
                <a:path w="28" h="63">
                  <a:moveTo>
                    <a:pt x="26" y="3"/>
                  </a:moveTo>
                  <a:cubicBezTo>
                    <a:pt x="25" y="0"/>
                    <a:pt x="18" y="11"/>
                    <a:pt x="11" y="26"/>
                  </a:cubicBezTo>
                  <a:cubicBezTo>
                    <a:pt x="4" y="41"/>
                    <a:pt x="0" y="55"/>
                    <a:pt x="1" y="59"/>
                  </a:cubicBezTo>
                  <a:cubicBezTo>
                    <a:pt x="3" y="63"/>
                    <a:pt x="10" y="53"/>
                    <a:pt x="16" y="38"/>
                  </a:cubicBezTo>
                  <a:cubicBezTo>
                    <a:pt x="23" y="22"/>
                    <a:pt x="28" y="6"/>
                    <a:pt x="2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46" name="Freeform 1044"/>
            <p:cNvSpPr/>
            <p:nvPr/>
          </p:nvSpPr>
          <p:spPr bwMode="auto">
            <a:xfrm>
              <a:off x="11258854" y="10056590"/>
              <a:ext cx="82550" cy="101600"/>
            </a:xfrm>
            <a:custGeom>
              <a:avLst/>
              <a:gdLst>
                <a:gd name="T0" fmla="*/ 1 w 30"/>
                <a:gd name="T1" fmla="*/ 30 h 37"/>
                <a:gd name="T2" fmla="*/ 17 w 30"/>
                <a:gd name="T3" fmla="*/ 29 h 37"/>
                <a:gd name="T4" fmla="*/ 29 w 30"/>
                <a:gd name="T5" fmla="*/ 5 h 37"/>
                <a:gd name="T6" fmla="*/ 13 w 30"/>
                <a:gd name="T7" fmla="*/ 10 h 37"/>
                <a:gd name="T8" fmla="*/ 1 w 30"/>
                <a:gd name="T9" fmla="*/ 30 h 37"/>
              </a:gdLst>
              <a:ahLst/>
              <a:cxnLst>
                <a:cxn ang="0">
                  <a:pos x="T0" y="T1"/>
                </a:cxn>
                <a:cxn ang="0">
                  <a:pos x="T2" y="T3"/>
                </a:cxn>
                <a:cxn ang="0">
                  <a:pos x="T4" y="T5"/>
                </a:cxn>
                <a:cxn ang="0">
                  <a:pos x="T6" y="T7"/>
                </a:cxn>
                <a:cxn ang="0">
                  <a:pos x="T8" y="T9"/>
                </a:cxn>
              </a:cxnLst>
              <a:rect l="0" t="0" r="r" b="b"/>
              <a:pathLst>
                <a:path w="30" h="37">
                  <a:moveTo>
                    <a:pt x="1" y="30"/>
                  </a:moveTo>
                  <a:cubicBezTo>
                    <a:pt x="3" y="36"/>
                    <a:pt x="10" y="37"/>
                    <a:pt x="17" y="29"/>
                  </a:cubicBezTo>
                  <a:cubicBezTo>
                    <a:pt x="25" y="22"/>
                    <a:pt x="30" y="10"/>
                    <a:pt x="29" y="5"/>
                  </a:cubicBezTo>
                  <a:cubicBezTo>
                    <a:pt x="27" y="0"/>
                    <a:pt x="20" y="3"/>
                    <a:pt x="13" y="10"/>
                  </a:cubicBezTo>
                  <a:cubicBezTo>
                    <a:pt x="5" y="16"/>
                    <a:pt x="0" y="24"/>
                    <a:pt x="1"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47" name="Freeform 1045"/>
            <p:cNvSpPr/>
            <p:nvPr/>
          </p:nvSpPr>
          <p:spPr bwMode="auto">
            <a:xfrm>
              <a:off x="11044541" y="10108978"/>
              <a:ext cx="87313" cy="61913"/>
            </a:xfrm>
            <a:custGeom>
              <a:avLst/>
              <a:gdLst>
                <a:gd name="T0" fmla="*/ 1 w 32"/>
                <a:gd name="T1" fmla="*/ 10 h 23"/>
                <a:gd name="T2" fmla="*/ 18 w 32"/>
                <a:gd name="T3" fmla="*/ 22 h 23"/>
                <a:gd name="T4" fmla="*/ 31 w 32"/>
                <a:gd name="T5" fmla="*/ 13 h 23"/>
                <a:gd name="T6" fmla="*/ 13 w 32"/>
                <a:gd name="T7" fmla="*/ 1 h 23"/>
                <a:gd name="T8" fmla="*/ 1 w 32"/>
                <a:gd name="T9" fmla="*/ 10 h 23"/>
              </a:gdLst>
              <a:ahLst/>
              <a:cxnLst>
                <a:cxn ang="0">
                  <a:pos x="T0" y="T1"/>
                </a:cxn>
                <a:cxn ang="0">
                  <a:pos x="T2" y="T3"/>
                </a:cxn>
                <a:cxn ang="0">
                  <a:pos x="T4" y="T5"/>
                </a:cxn>
                <a:cxn ang="0">
                  <a:pos x="T6" y="T7"/>
                </a:cxn>
                <a:cxn ang="0">
                  <a:pos x="T8" y="T9"/>
                </a:cxn>
              </a:cxnLst>
              <a:rect l="0" t="0" r="r" b="b"/>
              <a:pathLst>
                <a:path w="32" h="23">
                  <a:moveTo>
                    <a:pt x="1" y="10"/>
                  </a:moveTo>
                  <a:cubicBezTo>
                    <a:pt x="2" y="16"/>
                    <a:pt x="10" y="21"/>
                    <a:pt x="18" y="22"/>
                  </a:cubicBezTo>
                  <a:cubicBezTo>
                    <a:pt x="26" y="23"/>
                    <a:pt x="32" y="19"/>
                    <a:pt x="31" y="13"/>
                  </a:cubicBezTo>
                  <a:cubicBezTo>
                    <a:pt x="29" y="7"/>
                    <a:pt x="21" y="1"/>
                    <a:pt x="13" y="1"/>
                  </a:cubicBezTo>
                  <a:cubicBezTo>
                    <a:pt x="5" y="0"/>
                    <a:pt x="0" y="4"/>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48" name="Freeform 1046"/>
            <p:cNvSpPr/>
            <p:nvPr/>
          </p:nvSpPr>
          <p:spPr bwMode="auto">
            <a:xfrm>
              <a:off x="10825466" y="10089928"/>
              <a:ext cx="88900" cy="57150"/>
            </a:xfrm>
            <a:custGeom>
              <a:avLst/>
              <a:gdLst>
                <a:gd name="T0" fmla="*/ 2 w 33"/>
                <a:gd name="T1" fmla="*/ 9 h 21"/>
                <a:gd name="T2" fmla="*/ 19 w 33"/>
                <a:gd name="T3" fmla="*/ 20 h 21"/>
                <a:gd name="T4" fmla="*/ 32 w 33"/>
                <a:gd name="T5" fmla="*/ 11 h 21"/>
                <a:gd name="T6" fmla="*/ 14 w 33"/>
                <a:gd name="T7" fmla="*/ 0 h 21"/>
                <a:gd name="T8" fmla="*/ 2 w 33"/>
                <a:gd name="T9" fmla="*/ 9 h 21"/>
              </a:gdLst>
              <a:ahLst/>
              <a:cxnLst>
                <a:cxn ang="0">
                  <a:pos x="T0" y="T1"/>
                </a:cxn>
                <a:cxn ang="0">
                  <a:pos x="T2" y="T3"/>
                </a:cxn>
                <a:cxn ang="0">
                  <a:pos x="T4" y="T5"/>
                </a:cxn>
                <a:cxn ang="0">
                  <a:pos x="T6" y="T7"/>
                </a:cxn>
                <a:cxn ang="0">
                  <a:pos x="T8" y="T9"/>
                </a:cxn>
              </a:cxnLst>
              <a:rect l="0" t="0" r="r" b="b"/>
              <a:pathLst>
                <a:path w="33" h="21">
                  <a:moveTo>
                    <a:pt x="2" y="9"/>
                  </a:moveTo>
                  <a:cubicBezTo>
                    <a:pt x="3" y="15"/>
                    <a:pt x="11" y="20"/>
                    <a:pt x="19" y="20"/>
                  </a:cubicBezTo>
                  <a:cubicBezTo>
                    <a:pt x="27" y="21"/>
                    <a:pt x="33" y="17"/>
                    <a:pt x="32" y="11"/>
                  </a:cubicBezTo>
                  <a:cubicBezTo>
                    <a:pt x="30" y="5"/>
                    <a:pt x="22" y="0"/>
                    <a:pt x="14" y="0"/>
                  </a:cubicBezTo>
                  <a:cubicBezTo>
                    <a:pt x="6" y="0"/>
                    <a:pt x="0" y="4"/>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49" name="Freeform 1047"/>
            <p:cNvSpPr/>
            <p:nvPr/>
          </p:nvSpPr>
          <p:spPr bwMode="auto">
            <a:xfrm>
              <a:off x="10607979" y="10075640"/>
              <a:ext cx="87313" cy="55563"/>
            </a:xfrm>
            <a:custGeom>
              <a:avLst/>
              <a:gdLst>
                <a:gd name="T0" fmla="*/ 1 w 32"/>
                <a:gd name="T1" fmla="*/ 10 h 20"/>
                <a:gd name="T2" fmla="*/ 18 w 32"/>
                <a:gd name="T3" fmla="*/ 20 h 20"/>
                <a:gd name="T4" fmla="*/ 31 w 32"/>
                <a:gd name="T5" fmla="*/ 11 h 20"/>
                <a:gd name="T6" fmla="*/ 14 w 32"/>
                <a:gd name="T7" fmla="*/ 1 h 20"/>
                <a:gd name="T8" fmla="*/ 1 w 32"/>
                <a:gd name="T9" fmla="*/ 10 h 20"/>
              </a:gdLst>
              <a:ahLst/>
              <a:cxnLst>
                <a:cxn ang="0">
                  <a:pos x="T0" y="T1"/>
                </a:cxn>
                <a:cxn ang="0">
                  <a:pos x="T2" y="T3"/>
                </a:cxn>
                <a:cxn ang="0">
                  <a:pos x="T4" y="T5"/>
                </a:cxn>
                <a:cxn ang="0">
                  <a:pos x="T6" y="T7"/>
                </a:cxn>
                <a:cxn ang="0">
                  <a:pos x="T8" y="T9"/>
                </a:cxn>
              </a:cxnLst>
              <a:rect l="0" t="0" r="r" b="b"/>
              <a:pathLst>
                <a:path w="32" h="20">
                  <a:moveTo>
                    <a:pt x="1" y="10"/>
                  </a:moveTo>
                  <a:cubicBezTo>
                    <a:pt x="2" y="15"/>
                    <a:pt x="10" y="20"/>
                    <a:pt x="18" y="20"/>
                  </a:cubicBezTo>
                  <a:cubicBezTo>
                    <a:pt x="26" y="20"/>
                    <a:pt x="32" y="16"/>
                    <a:pt x="31" y="11"/>
                  </a:cubicBezTo>
                  <a:cubicBezTo>
                    <a:pt x="30" y="6"/>
                    <a:pt x="22" y="1"/>
                    <a:pt x="14" y="1"/>
                  </a:cubicBezTo>
                  <a:cubicBezTo>
                    <a:pt x="6" y="0"/>
                    <a:pt x="0" y="5"/>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50" name="Freeform 1048"/>
            <p:cNvSpPr/>
            <p:nvPr/>
          </p:nvSpPr>
          <p:spPr bwMode="auto">
            <a:xfrm>
              <a:off x="10388904" y="10074053"/>
              <a:ext cx="88900" cy="50800"/>
            </a:xfrm>
            <a:custGeom>
              <a:avLst/>
              <a:gdLst>
                <a:gd name="T0" fmla="*/ 14 w 33"/>
                <a:gd name="T1" fmla="*/ 0 h 19"/>
                <a:gd name="T2" fmla="*/ 1 w 33"/>
                <a:gd name="T3" fmla="*/ 9 h 19"/>
                <a:gd name="T4" fmla="*/ 18 w 33"/>
                <a:gd name="T5" fmla="*/ 18 h 19"/>
                <a:gd name="T6" fmla="*/ 31 w 33"/>
                <a:gd name="T7" fmla="*/ 9 h 19"/>
                <a:gd name="T8" fmla="*/ 14 w 33"/>
                <a:gd name="T9" fmla="*/ 0 h 19"/>
              </a:gdLst>
              <a:ahLst/>
              <a:cxnLst>
                <a:cxn ang="0">
                  <a:pos x="T0" y="T1"/>
                </a:cxn>
                <a:cxn ang="0">
                  <a:pos x="T2" y="T3"/>
                </a:cxn>
                <a:cxn ang="0">
                  <a:pos x="T4" y="T5"/>
                </a:cxn>
                <a:cxn ang="0">
                  <a:pos x="T6" y="T7"/>
                </a:cxn>
                <a:cxn ang="0">
                  <a:pos x="T8" y="T9"/>
                </a:cxn>
              </a:cxnLst>
              <a:rect l="0" t="0" r="r" b="b"/>
              <a:pathLst>
                <a:path w="33" h="19">
                  <a:moveTo>
                    <a:pt x="14" y="0"/>
                  </a:moveTo>
                  <a:cubicBezTo>
                    <a:pt x="6" y="0"/>
                    <a:pt x="0" y="4"/>
                    <a:pt x="1" y="9"/>
                  </a:cubicBezTo>
                  <a:cubicBezTo>
                    <a:pt x="2" y="14"/>
                    <a:pt x="10" y="18"/>
                    <a:pt x="18" y="18"/>
                  </a:cubicBezTo>
                  <a:cubicBezTo>
                    <a:pt x="27" y="19"/>
                    <a:pt x="33" y="14"/>
                    <a:pt x="31" y="9"/>
                  </a:cubicBezTo>
                  <a:cubicBezTo>
                    <a:pt x="30" y="4"/>
                    <a:pt x="22"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51" name="Freeform 1049"/>
            <p:cNvSpPr/>
            <p:nvPr/>
          </p:nvSpPr>
          <p:spPr bwMode="auto">
            <a:xfrm>
              <a:off x="10168241" y="10075640"/>
              <a:ext cx="87313" cy="49213"/>
            </a:xfrm>
            <a:custGeom>
              <a:avLst/>
              <a:gdLst>
                <a:gd name="T0" fmla="*/ 15 w 32"/>
                <a:gd name="T1" fmla="*/ 1 h 18"/>
                <a:gd name="T2" fmla="*/ 1 w 32"/>
                <a:gd name="T3" fmla="*/ 9 h 18"/>
                <a:gd name="T4" fmla="*/ 18 w 32"/>
                <a:gd name="T5" fmla="*/ 18 h 18"/>
                <a:gd name="T6" fmla="*/ 31 w 32"/>
                <a:gd name="T7" fmla="*/ 9 h 18"/>
                <a:gd name="T8" fmla="*/ 15 w 32"/>
                <a:gd name="T9" fmla="*/ 1 h 18"/>
              </a:gdLst>
              <a:ahLst/>
              <a:cxnLst>
                <a:cxn ang="0">
                  <a:pos x="T0" y="T1"/>
                </a:cxn>
                <a:cxn ang="0">
                  <a:pos x="T2" y="T3"/>
                </a:cxn>
                <a:cxn ang="0">
                  <a:pos x="T4" y="T5"/>
                </a:cxn>
                <a:cxn ang="0">
                  <a:pos x="T6" y="T7"/>
                </a:cxn>
                <a:cxn ang="0">
                  <a:pos x="T8" y="T9"/>
                </a:cxn>
              </a:cxnLst>
              <a:rect l="0" t="0" r="r" b="b"/>
              <a:pathLst>
                <a:path w="32" h="18">
                  <a:moveTo>
                    <a:pt x="15" y="1"/>
                  </a:moveTo>
                  <a:cubicBezTo>
                    <a:pt x="7" y="1"/>
                    <a:pt x="0" y="5"/>
                    <a:pt x="1" y="9"/>
                  </a:cubicBezTo>
                  <a:cubicBezTo>
                    <a:pt x="2" y="14"/>
                    <a:pt x="9" y="18"/>
                    <a:pt x="18" y="18"/>
                  </a:cubicBezTo>
                  <a:cubicBezTo>
                    <a:pt x="26" y="18"/>
                    <a:pt x="32" y="14"/>
                    <a:pt x="31" y="9"/>
                  </a:cubicBezTo>
                  <a:cubicBezTo>
                    <a:pt x="31" y="4"/>
                    <a:pt x="23" y="0"/>
                    <a:pt x="1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52" name="Freeform 1050"/>
            <p:cNvSpPr/>
            <p:nvPr/>
          </p:nvSpPr>
          <p:spPr bwMode="auto">
            <a:xfrm>
              <a:off x="9949166" y="10085165"/>
              <a:ext cx="85725" cy="47625"/>
            </a:xfrm>
            <a:custGeom>
              <a:avLst/>
              <a:gdLst>
                <a:gd name="T0" fmla="*/ 14 w 32"/>
                <a:gd name="T1" fmla="*/ 1 h 18"/>
                <a:gd name="T2" fmla="*/ 1 w 32"/>
                <a:gd name="T3" fmla="*/ 10 h 18"/>
                <a:gd name="T4" fmla="*/ 18 w 32"/>
                <a:gd name="T5" fmla="*/ 17 h 18"/>
                <a:gd name="T6" fmla="*/ 31 w 32"/>
                <a:gd name="T7" fmla="*/ 8 h 18"/>
                <a:gd name="T8" fmla="*/ 14 w 32"/>
                <a:gd name="T9" fmla="*/ 1 h 18"/>
              </a:gdLst>
              <a:ahLst/>
              <a:cxnLst>
                <a:cxn ang="0">
                  <a:pos x="T0" y="T1"/>
                </a:cxn>
                <a:cxn ang="0">
                  <a:pos x="T2" y="T3"/>
                </a:cxn>
                <a:cxn ang="0">
                  <a:pos x="T4" y="T5"/>
                </a:cxn>
                <a:cxn ang="0">
                  <a:pos x="T6" y="T7"/>
                </a:cxn>
                <a:cxn ang="0">
                  <a:pos x="T8" y="T9"/>
                </a:cxn>
              </a:cxnLst>
              <a:rect l="0" t="0" r="r" b="b"/>
              <a:pathLst>
                <a:path w="32" h="18">
                  <a:moveTo>
                    <a:pt x="14" y="1"/>
                  </a:moveTo>
                  <a:cubicBezTo>
                    <a:pt x="5" y="2"/>
                    <a:pt x="0" y="5"/>
                    <a:pt x="1" y="10"/>
                  </a:cubicBezTo>
                  <a:cubicBezTo>
                    <a:pt x="2" y="14"/>
                    <a:pt x="10" y="18"/>
                    <a:pt x="18" y="17"/>
                  </a:cubicBezTo>
                  <a:cubicBezTo>
                    <a:pt x="27" y="17"/>
                    <a:pt x="32" y="12"/>
                    <a:pt x="31" y="8"/>
                  </a:cubicBezTo>
                  <a:cubicBezTo>
                    <a:pt x="30" y="4"/>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53" name="Freeform 1051"/>
            <p:cNvSpPr/>
            <p:nvPr/>
          </p:nvSpPr>
          <p:spPr bwMode="auto">
            <a:xfrm>
              <a:off x="9728504" y="10101040"/>
              <a:ext cx="87313" cy="42863"/>
            </a:xfrm>
            <a:custGeom>
              <a:avLst/>
              <a:gdLst>
                <a:gd name="T0" fmla="*/ 14 w 32"/>
                <a:gd name="T1" fmla="*/ 0 h 16"/>
                <a:gd name="T2" fmla="*/ 1 w 32"/>
                <a:gd name="T3" fmla="*/ 9 h 16"/>
                <a:gd name="T4" fmla="*/ 17 w 32"/>
                <a:gd name="T5" fmla="*/ 16 h 16"/>
                <a:gd name="T6" fmla="*/ 31 w 32"/>
                <a:gd name="T7" fmla="*/ 7 h 16"/>
                <a:gd name="T8" fmla="*/ 14 w 32"/>
                <a:gd name="T9" fmla="*/ 0 h 16"/>
              </a:gdLst>
              <a:ahLst/>
              <a:cxnLst>
                <a:cxn ang="0">
                  <a:pos x="T0" y="T1"/>
                </a:cxn>
                <a:cxn ang="0">
                  <a:pos x="T2" y="T3"/>
                </a:cxn>
                <a:cxn ang="0">
                  <a:pos x="T4" y="T5"/>
                </a:cxn>
                <a:cxn ang="0">
                  <a:pos x="T6" y="T7"/>
                </a:cxn>
                <a:cxn ang="0">
                  <a:pos x="T8" y="T9"/>
                </a:cxn>
              </a:cxnLst>
              <a:rect l="0" t="0" r="r" b="b"/>
              <a:pathLst>
                <a:path w="32" h="16">
                  <a:moveTo>
                    <a:pt x="14" y="0"/>
                  </a:moveTo>
                  <a:cubicBezTo>
                    <a:pt x="6" y="0"/>
                    <a:pt x="0" y="4"/>
                    <a:pt x="1" y="9"/>
                  </a:cubicBezTo>
                  <a:cubicBezTo>
                    <a:pt x="1" y="13"/>
                    <a:pt x="9" y="16"/>
                    <a:pt x="17" y="16"/>
                  </a:cubicBezTo>
                  <a:cubicBezTo>
                    <a:pt x="25" y="15"/>
                    <a:pt x="32" y="11"/>
                    <a:pt x="31" y="7"/>
                  </a:cubicBezTo>
                  <a:cubicBezTo>
                    <a:pt x="30" y="3"/>
                    <a:pt x="22"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54" name="Freeform 1052"/>
            <p:cNvSpPr/>
            <p:nvPr/>
          </p:nvSpPr>
          <p:spPr bwMode="auto">
            <a:xfrm>
              <a:off x="9506254" y="10116915"/>
              <a:ext cx="88900" cy="42863"/>
            </a:xfrm>
            <a:custGeom>
              <a:avLst/>
              <a:gdLst>
                <a:gd name="T0" fmla="*/ 14 w 33"/>
                <a:gd name="T1" fmla="*/ 1 h 16"/>
                <a:gd name="T2" fmla="*/ 1 w 33"/>
                <a:gd name="T3" fmla="*/ 9 h 16"/>
                <a:gd name="T4" fmla="*/ 18 w 33"/>
                <a:gd name="T5" fmla="*/ 15 h 16"/>
                <a:gd name="T6" fmla="*/ 32 w 33"/>
                <a:gd name="T7" fmla="*/ 6 h 16"/>
                <a:gd name="T8" fmla="*/ 14 w 33"/>
                <a:gd name="T9" fmla="*/ 1 h 16"/>
              </a:gdLst>
              <a:ahLst/>
              <a:cxnLst>
                <a:cxn ang="0">
                  <a:pos x="T0" y="T1"/>
                </a:cxn>
                <a:cxn ang="0">
                  <a:pos x="T2" y="T3"/>
                </a:cxn>
                <a:cxn ang="0">
                  <a:pos x="T4" y="T5"/>
                </a:cxn>
                <a:cxn ang="0">
                  <a:pos x="T6" y="T7"/>
                </a:cxn>
                <a:cxn ang="0">
                  <a:pos x="T8" y="T9"/>
                </a:cxn>
              </a:cxnLst>
              <a:rect l="0" t="0" r="r" b="b"/>
              <a:pathLst>
                <a:path w="33" h="16">
                  <a:moveTo>
                    <a:pt x="14" y="1"/>
                  </a:moveTo>
                  <a:cubicBezTo>
                    <a:pt x="6" y="1"/>
                    <a:pt x="0" y="5"/>
                    <a:pt x="1" y="9"/>
                  </a:cubicBezTo>
                  <a:cubicBezTo>
                    <a:pt x="2" y="13"/>
                    <a:pt x="10" y="16"/>
                    <a:pt x="18" y="15"/>
                  </a:cubicBezTo>
                  <a:cubicBezTo>
                    <a:pt x="26" y="15"/>
                    <a:pt x="33" y="10"/>
                    <a:pt x="32" y="6"/>
                  </a:cubicBezTo>
                  <a:cubicBezTo>
                    <a:pt x="30" y="2"/>
                    <a:pt x="23"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55" name="Freeform 1053"/>
            <p:cNvSpPr/>
            <p:nvPr/>
          </p:nvSpPr>
          <p:spPr bwMode="auto">
            <a:xfrm>
              <a:off x="9287179" y="10135965"/>
              <a:ext cx="85725" cy="42863"/>
            </a:xfrm>
            <a:custGeom>
              <a:avLst/>
              <a:gdLst>
                <a:gd name="T0" fmla="*/ 14 w 32"/>
                <a:gd name="T1" fmla="*/ 1 h 16"/>
                <a:gd name="T2" fmla="*/ 1 w 32"/>
                <a:gd name="T3" fmla="*/ 10 h 16"/>
                <a:gd name="T4" fmla="*/ 18 w 32"/>
                <a:gd name="T5" fmla="*/ 16 h 16"/>
                <a:gd name="T6" fmla="*/ 31 w 32"/>
                <a:gd name="T7" fmla="*/ 7 h 16"/>
                <a:gd name="T8" fmla="*/ 14 w 32"/>
                <a:gd name="T9" fmla="*/ 1 h 16"/>
              </a:gdLst>
              <a:ahLst/>
              <a:cxnLst>
                <a:cxn ang="0">
                  <a:pos x="T0" y="T1"/>
                </a:cxn>
                <a:cxn ang="0">
                  <a:pos x="T2" y="T3"/>
                </a:cxn>
                <a:cxn ang="0">
                  <a:pos x="T4" y="T5"/>
                </a:cxn>
                <a:cxn ang="0">
                  <a:pos x="T6" y="T7"/>
                </a:cxn>
                <a:cxn ang="0">
                  <a:pos x="T8" y="T9"/>
                </a:cxn>
              </a:cxnLst>
              <a:rect l="0" t="0" r="r" b="b"/>
              <a:pathLst>
                <a:path w="32" h="16">
                  <a:moveTo>
                    <a:pt x="14" y="1"/>
                  </a:moveTo>
                  <a:cubicBezTo>
                    <a:pt x="6" y="2"/>
                    <a:pt x="0" y="6"/>
                    <a:pt x="1" y="10"/>
                  </a:cubicBezTo>
                  <a:cubicBezTo>
                    <a:pt x="2" y="14"/>
                    <a:pt x="10" y="16"/>
                    <a:pt x="18" y="16"/>
                  </a:cubicBezTo>
                  <a:cubicBezTo>
                    <a:pt x="26" y="15"/>
                    <a:pt x="32" y="10"/>
                    <a:pt x="31" y="7"/>
                  </a:cubicBezTo>
                  <a:cubicBezTo>
                    <a:pt x="30" y="3"/>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56" name="Freeform 1054"/>
            <p:cNvSpPr/>
            <p:nvPr/>
          </p:nvSpPr>
          <p:spPr bwMode="auto">
            <a:xfrm>
              <a:off x="9066516" y="10158190"/>
              <a:ext cx="87313" cy="42863"/>
            </a:xfrm>
            <a:custGeom>
              <a:avLst/>
              <a:gdLst>
                <a:gd name="T0" fmla="*/ 14 w 32"/>
                <a:gd name="T1" fmla="*/ 1 h 16"/>
                <a:gd name="T2" fmla="*/ 1 w 32"/>
                <a:gd name="T3" fmla="*/ 10 h 16"/>
                <a:gd name="T4" fmla="*/ 18 w 32"/>
                <a:gd name="T5" fmla="*/ 16 h 16"/>
                <a:gd name="T6" fmla="*/ 31 w 32"/>
                <a:gd name="T7" fmla="*/ 7 h 16"/>
                <a:gd name="T8" fmla="*/ 14 w 32"/>
                <a:gd name="T9" fmla="*/ 1 h 16"/>
              </a:gdLst>
              <a:ahLst/>
              <a:cxnLst>
                <a:cxn ang="0">
                  <a:pos x="T0" y="T1"/>
                </a:cxn>
                <a:cxn ang="0">
                  <a:pos x="T2" y="T3"/>
                </a:cxn>
                <a:cxn ang="0">
                  <a:pos x="T4" y="T5"/>
                </a:cxn>
                <a:cxn ang="0">
                  <a:pos x="T6" y="T7"/>
                </a:cxn>
                <a:cxn ang="0">
                  <a:pos x="T8" y="T9"/>
                </a:cxn>
              </a:cxnLst>
              <a:rect l="0" t="0" r="r" b="b"/>
              <a:pathLst>
                <a:path w="32" h="16">
                  <a:moveTo>
                    <a:pt x="14" y="1"/>
                  </a:moveTo>
                  <a:cubicBezTo>
                    <a:pt x="6" y="2"/>
                    <a:pt x="0" y="6"/>
                    <a:pt x="1" y="10"/>
                  </a:cubicBezTo>
                  <a:cubicBezTo>
                    <a:pt x="2" y="14"/>
                    <a:pt x="9" y="16"/>
                    <a:pt x="18" y="16"/>
                  </a:cubicBezTo>
                  <a:cubicBezTo>
                    <a:pt x="26" y="15"/>
                    <a:pt x="32" y="10"/>
                    <a:pt x="31" y="7"/>
                  </a:cubicBezTo>
                  <a:cubicBezTo>
                    <a:pt x="30" y="3"/>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57" name="Freeform 1055"/>
            <p:cNvSpPr/>
            <p:nvPr/>
          </p:nvSpPr>
          <p:spPr bwMode="auto">
            <a:xfrm>
              <a:off x="8847441" y="10182003"/>
              <a:ext cx="85725" cy="42863"/>
            </a:xfrm>
            <a:custGeom>
              <a:avLst/>
              <a:gdLst>
                <a:gd name="T0" fmla="*/ 14 w 32"/>
                <a:gd name="T1" fmla="*/ 1 h 16"/>
                <a:gd name="T2" fmla="*/ 1 w 32"/>
                <a:gd name="T3" fmla="*/ 10 h 16"/>
                <a:gd name="T4" fmla="*/ 18 w 32"/>
                <a:gd name="T5" fmla="*/ 15 h 16"/>
                <a:gd name="T6" fmla="*/ 31 w 32"/>
                <a:gd name="T7" fmla="*/ 6 h 16"/>
                <a:gd name="T8" fmla="*/ 14 w 32"/>
                <a:gd name="T9" fmla="*/ 1 h 16"/>
              </a:gdLst>
              <a:ahLst/>
              <a:cxnLst>
                <a:cxn ang="0">
                  <a:pos x="T0" y="T1"/>
                </a:cxn>
                <a:cxn ang="0">
                  <a:pos x="T2" y="T3"/>
                </a:cxn>
                <a:cxn ang="0">
                  <a:pos x="T4" y="T5"/>
                </a:cxn>
                <a:cxn ang="0">
                  <a:pos x="T6" y="T7"/>
                </a:cxn>
                <a:cxn ang="0">
                  <a:pos x="T8" y="T9"/>
                </a:cxn>
              </a:cxnLst>
              <a:rect l="0" t="0" r="r" b="b"/>
              <a:pathLst>
                <a:path w="32" h="16">
                  <a:moveTo>
                    <a:pt x="14" y="1"/>
                  </a:moveTo>
                  <a:cubicBezTo>
                    <a:pt x="6" y="2"/>
                    <a:pt x="0" y="6"/>
                    <a:pt x="1" y="10"/>
                  </a:cubicBezTo>
                  <a:cubicBezTo>
                    <a:pt x="2" y="13"/>
                    <a:pt x="9" y="16"/>
                    <a:pt x="18" y="15"/>
                  </a:cubicBezTo>
                  <a:cubicBezTo>
                    <a:pt x="26" y="14"/>
                    <a:pt x="32" y="10"/>
                    <a:pt x="31" y="6"/>
                  </a:cubicBezTo>
                  <a:cubicBezTo>
                    <a:pt x="30" y="2"/>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58" name="Freeform 1056"/>
            <p:cNvSpPr/>
            <p:nvPr/>
          </p:nvSpPr>
          <p:spPr bwMode="auto">
            <a:xfrm>
              <a:off x="8626779" y="10207403"/>
              <a:ext cx="87313" cy="42863"/>
            </a:xfrm>
            <a:custGeom>
              <a:avLst/>
              <a:gdLst>
                <a:gd name="T0" fmla="*/ 18 w 32"/>
                <a:gd name="T1" fmla="*/ 15 h 16"/>
                <a:gd name="T2" fmla="*/ 31 w 32"/>
                <a:gd name="T3" fmla="*/ 6 h 16"/>
                <a:gd name="T4" fmla="*/ 14 w 32"/>
                <a:gd name="T5" fmla="*/ 1 h 16"/>
                <a:gd name="T6" fmla="*/ 1 w 32"/>
                <a:gd name="T7" fmla="*/ 9 h 16"/>
                <a:gd name="T8" fmla="*/ 18 w 32"/>
                <a:gd name="T9" fmla="*/ 15 h 16"/>
              </a:gdLst>
              <a:ahLst/>
              <a:cxnLst>
                <a:cxn ang="0">
                  <a:pos x="T0" y="T1"/>
                </a:cxn>
                <a:cxn ang="0">
                  <a:pos x="T2" y="T3"/>
                </a:cxn>
                <a:cxn ang="0">
                  <a:pos x="T4" y="T5"/>
                </a:cxn>
                <a:cxn ang="0">
                  <a:pos x="T6" y="T7"/>
                </a:cxn>
                <a:cxn ang="0">
                  <a:pos x="T8" y="T9"/>
                </a:cxn>
              </a:cxnLst>
              <a:rect l="0" t="0" r="r" b="b"/>
              <a:pathLst>
                <a:path w="32" h="16">
                  <a:moveTo>
                    <a:pt x="18" y="15"/>
                  </a:moveTo>
                  <a:cubicBezTo>
                    <a:pt x="26" y="14"/>
                    <a:pt x="32" y="10"/>
                    <a:pt x="31" y="6"/>
                  </a:cubicBezTo>
                  <a:cubicBezTo>
                    <a:pt x="30" y="2"/>
                    <a:pt x="23" y="0"/>
                    <a:pt x="14" y="1"/>
                  </a:cubicBezTo>
                  <a:cubicBezTo>
                    <a:pt x="6" y="2"/>
                    <a:pt x="0" y="5"/>
                    <a:pt x="1" y="9"/>
                  </a:cubicBezTo>
                  <a:cubicBezTo>
                    <a:pt x="2" y="13"/>
                    <a:pt x="9" y="16"/>
                    <a:pt x="18"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59" name="Freeform 1057"/>
            <p:cNvSpPr/>
            <p:nvPr/>
          </p:nvSpPr>
          <p:spPr bwMode="auto">
            <a:xfrm>
              <a:off x="8409291" y="10228040"/>
              <a:ext cx="84138" cy="46038"/>
            </a:xfrm>
            <a:custGeom>
              <a:avLst/>
              <a:gdLst>
                <a:gd name="T0" fmla="*/ 17 w 31"/>
                <a:gd name="T1" fmla="*/ 16 h 17"/>
                <a:gd name="T2" fmla="*/ 31 w 31"/>
                <a:gd name="T3" fmla="*/ 7 h 17"/>
                <a:gd name="T4" fmla="*/ 14 w 31"/>
                <a:gd name="T5" fmla="*/ 1 h 17"/>
                <a:gd name="T6" fmla="*/ 1 w 31"/>
                <a:gd name="T7" fmla="*/ 10 h 17"/>
                <a:gd name="T8" fmla="*/ 17 w 31"/>
                <a:gd name="T9" fmla="*/ 16 h 17"/>
              </a:gdLst>
              <a:ahLst/>
              <a:cxnLst>
                <a:cxn ang="0">
                  <a:pos x="T0" y="T1"/>
                </a:cxn>
                <a:cxn ang="0">
                  <a:pos x="T2" y="T3"/>
                </a:cxn>
                <a:cxn ang="0">
                  <a:pos x="T4" y="T5"/>
                </a:cxn>
                <a:cxn ang="0">
                  <a:pos x="T6" y="T7"/>
                </a:cxn>
                <a:cxn ang="0">
                  <a:pos x="T8" y="T9"/>
                </a:cxn>
              </a:cxnLst>
              <a:rect l="0" t="0" r="r" b="b"/>
              <a:pathLst>
                <a:path w="31" h="17">
                  <a:moveTo>
                    <a:pt x="17" y="16"/>
                  </a:moveTo>
                  <a:cubicBezTo>
                    <a:pt x="25" y="15"/>
                    <a:pt x="31" y="11"/>
                    <a:pt x="31" y="7"/>
                  </a:cubicBezTo>
                  <a:cubicBezTo>
                    <a:pt x="30" y="3"/>
                    <a:pt x="22" y="0"/>
                    <a:pt x="14" y="1"/>
                  </a:cubicBezTo>
                  <a:cubicBezTo>
                    <a:pt x="6" y="2"/>
                    <a:pt x="0" y="6"/>
                    <a:pt x="1" y="10"/>
                  </a:cubicBezTo>
                  <a:cubicBezTo>
                    <a:pt x="1" y="14"/>
                    <a:pt x="9" y="17"/>
                    <a:pt x="17"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60" name="Freeform 1058"/>
            <p:cNvSpPr/>
            <p:nvPr/>
          </p:nvSpPr>
          <p:spPr bwMode="auto">
            <a:xfrm>
              <a:off x="8193391" y="10250265"/>
              <a:ext cx="84138" cy="49213"/>
            </a:xfrm>
            <a:custGeom>
              <a:avLst/>
              <a:gdLst>
                <a:gd name="T0" fmla="*/ 18 w 31"/>
                <a:gd name="T1" fmla="*/ 17 h 18"/>
                <a:gd name="T2" fmla="*/ 30 w 31"/>
                <a:gd name="T3" fmla="*/ 7 h 18"/>
                <a:gd name="T4" fmla="*/ 13 w 31"/>
                <a:gd name="T5" fmla="*/ 1 h 18"/>
                <a:gd name="T6" fmla="*/ 1 w 31"/>
                <a:gd name="T7" fmla="*/ 10 h 18"/>
                <a:gd name="T8" fmla="*/ 18 w 31"/>
                <a:gd name="T9" fmla="*/ 17 h 18"/>
              </a:gdLst>
              <a:ahLst/>
              <a:cxnLst>
                <a:cxn ang="0">
                  <a:pos x="T0" y="T1"/>
                </a:cxn>
                <a:cxn ang="0">
                  <a:pos x="T2" y="T3"/>
                </a:cxn>
                <a:cxn ang="0">
                  <a:pos x="T4" y="T5"/>
                </a:cxn>
                <a:cxn ang="0">
                  <a:pos x="T6" y="T7"/>
                </a:cxn>
                <a:cxn ang="0">
                  <a:pos x="T8" y="T9"/>
                </a:cxn>
              </a:cxnLst>
              <a:rect l="0" t="0" r="r" b="b"/>
              <a:pathLst>
                <a:path w="31" h="18">
                  <a:moveTo>
                    <a:pt x="18" y="17"/>
                  </a:moveTo>
                  <a:cubicBezTo>
                    <a:pt x="26" y="15"/>
                    <a:pt x="31" y="11"/>
                    <a:pt x="30" y="7"/>
                  </a:cubicBezTo>
                  <a:cubicBezTo>
                    <a:pt x="29" y="3"/>
                    <a:pt x="21" y="0"/>
                    <a:pt x="13" y="1"/>
                  </a:cubicBezTo>
                  <a:cubicBezTo>
                    <a:pt x="5" y="2"/>
                    <a:pt x="0" y="6"/>
                    <a:pt x="1" y="10"/>
                  </a:cubicBezTo>
                  <a:cubicBezTo>
                    <a:pt x="2" y="15"/>
                    <a:pt x="9" y="18"/>
                    <a:pt x="1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61" name="Freeform 1059"/>
            <p:cNvSpPr/>
            <p:nvPr/>
          </p:nvSpPr>
          <p:spPr bwMode="auto">
            <a:xfrm>
              <a:off x="7975904" y="10269315"/>
              <a:ext cx="85725" cy="50800"/>
            </a:xfrm>
            <a:custGeom>
              <a:avLst/>
              <a:gdLst>
                <a:gd name="T0" fmla="*/ 14 w 32"/>
                <a:gd name="T1" fmla="*/ 1 h 19"/>
                <a:gd name="T2" fmla="*/ 1 w 32"/>
                <a:gd name="T3" fmla="*/ 11 h 19"/>
                <a:gd name="T4" fmla="*/ 18 w 32"/>
                <a:gd name="T5" fmla="*/ 18 h 19"/>
                <a:gd name="T6" fmla="*/ 31 w 32"/>
                <a:gd name="T7" fmla="*/ 7 h 19"/>
                <a:gd name="T8" fmla="*/ 14 w 32"/>
                <a:gd name="T9" fmla="*/ 1 h 19"/>
              </a:gdLst>
              <a:ahLst/>
              <a:cxnLst>
                <a:cxn ang="0">
                  <a:pos x="T0" y="T1"/>
                </a:cxn>
                <a:cxn ang="0">
                  <a:pos x="T2" y="T3"/>
                </a:cxn>
                <a:cxn ang="0">
                  <a:pos x="T4" y="T5"/>
                </a:cxn>
                <a:cxn ang="0">
                  <a:pos x="T6" y="T7"/>
                </a:cxn>
                <a:cxn ang="0">
                  <a:pos x="T8" y="T9"/>
                </a:cxn>
              </a:cxnLst>
              <a:rect l="0" t="0" r="r" b="b"/>
              <a:pathLst>
                <a:path w="32" h="19">
                  <a:moveTo>
                    <a:pt x="14" y="1"/>
                  </a:moveTo>
                  <a:cubicBezTo>
                    <a:pt x="6" y="2"/>
                    <a:pt x="0" y="6"/>
                    <a:pt x="1" y="11"/>
                  </a:cubicBezTo>
                  <a:cubicBezTo>
                    <a:pt x="2" y="15"/>
                    <a:pt x="10" y="19"/>
                    <a:pt x="18" y="18"/>
                  </a:cubicBezTo>
                  <a:cubicBezTo>
                    <a:pt x="26" y="17"/>
                    <a:pt x="32" y="12"/>
                    <a:pt x="31" y="7"/>
                  </a:cubicBezTo>
                  <a:cubicBezTo>
                    <a:pt x="29" y="3"/>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62" name="Freeform 1060"/>
            <p:cNvSpPr/>
            <p:nvPr/>
          </p:nvSpPr>
          <p:spPr bwMode="auto">
            <a:xfrm>
              <a:off x="7761591" y="10288365"/>
              <a:ext cx="85725" cy="53975"/>
            </a:xfrm>
            <a:custGeom>
              <a:avLst/>
              <a:gdLst>
                <a:gd name="T0" fmla="*/ 18 w 32"/>
                <a:gd name="T1" fmla="*/ 19 h 20"/>
                <a:gd name="T2" fmla="*/ 31 w 32"/>
                <a:gd name="T3" fmla="*/ 8 h 20"/>
                <a:gd name="T4" fmla="*/ 14 w 32"/>
                <a:gd name="T5" fmla="*/ 1 h 20"/>
                <a:gd name="T6" fmla="*/ 1 w 32"/>
                <a:gd name="T7" fmla="*/ 12 h 20"/>
                <a:gd name="T8" fmla="*/ 18 w 32"/>
                <a:gd name="T9" fmla="*/ 19 h 20"/>
              </a:gdLst>
              <a:ahLst/>
              <a:cxnLst>
                <a:cxn ang="0">
                  <a:pos x="T0" y="T1"/>
                </a:cxn>
                <a:cxn ang="0">
                  <a:pos x="T2" y="T3"/>
                </a:cxn>
                <a:cxn ang="0">
                  <a:pos x="T4" y="T5"/>
                </a:cxn>
                <a:cxn ang="0">
                  <a:pos x="T6" y="T7"/>
                </a:cxn>
                <a:cxn ang="0">
                  <a:pos x="T8" y="T9"/>
                </a:cxn>
              </a:cxnLst>
              <a:rect l="0" t="0" r="r" b="b"/>
              <a:pathLst>
                <a:path w="32" h="20">
                  <a:moveTo>
                    <a:pt x="18" y="19"/>
                  </a:moveTo>
                  <a:cubicBezTo>
                    <a:pt x="26" y="17"/>
                    <a:pt x="32" y="12"/>
                    <a:pt x="31" y="8"/>
                  </a:cubicBezTo>
                  <a:cubicBezTo>
                    <a:pt x="29" y="3"/>
                    <a:pt x="22" y="0"/>
                    <a:pt x="14" y="1"/>
                  </a:cubicBezTo>
                  <a:cubicBezTo>
                    <a:pt x="6" y="2"/>
                    <a:pt x="0" y="7"/>
                    <a:pt x="1" y="12"/>
                  </a:cubicBezTo>
                  <a:cubicBezTo>
                    <a:pt x="2" y="17"/>
                    <a:pt x="10" y="20"/>
                    <a:pt x="18"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63" name="Freeform 1061"/>
            <p:cNvSpPr/>
            <p:nvPr/>
          </p:nvSpPr>
          <p:spPr bwMode="auto">
            <a:xfrm>
              <a:off x="7548866" y="10323290"/>
              <a:ext cx="84138" cy="57150"/>
            </a:xfrm>
            <a:custGeom>
              <a:avLst/>
              <a:gdLst>
                <a:gd name="T0" fmla="*/ 14 w 31"/>
                <a:gd name="T1" fmla="*/ 2 h 21"/>
                <a:gd name="T2" fmla="*/ 1 w 31"/>
                <a:gd name="T3" fmla="*/ 13 h 21"/>
                <a:gd name="T4" fmla="*/ 16 w 31"/>
                <a:gd name="T5" fmla="*/ 19 h 21"/>
                <a:gd name="T6" fmla="*/ 30 w 31"/>
                <a:gd name="T7" fmla="*/ 8 h 21"/>
                <a:gd name="T8" fmla="*/ 14 w 31"/>
                <a:gd name="T9" fmla="*/ 2 h 21"/>
              </a:gdLst>
              <a:ahLst/>
              <a:cxnLst>
                <a:cxn ang="0">
                  <a:pos x="T0" y="T1"/>
                </a:cxn>
                <a:cxn ang="0">
                  <a:pos x="T2" y="T3"/>
                </a:cxn>
                <a:cxn ang="0">
                  <a:pos x="T4" y="T5"/>
                </a:cxn>
                <a:cxn ang="0">
                  <a:pos x="T6" y="T7"/>
                </a:cxn>
                <a:cxn ang="0">
                  <a:pos x="T8" y="T9"/>
                </a:cxn>
              </a:cxnLst>
              <a:rect l="0" t="0" r="r" b="b"/>
              <a:pathLst>
                <a:path w="31" h="21">
                  <a:moveTo>
                    <a:pt x="14" y="2"/>
                  </a:moveTo>
                  <a:cubicBezTo>
                    <a:pt x="7" y="3"/>
                    <a:pt x="0" y="8"/>
                    <a:pt x="1" y="13"/>
                  </a:cubicBezTo>
                  <a:cubicBezTo>
                    <a:pt x="1" y="18"/>
                    <a:pt x="8" y="21"/>
                    <a:pt x="16" y="19"/>
                  </a:cubicBezTo>
                  <a:cubicBezTo>
                    <a:pt x="24" y="18"/>
                    <a:pt x="31" y="12"/>
                    <a:pt x="30" y="8"/>
                  </a:cubicBezTo>
                  <a:cubicBezTo>
                    <a:pt x="30" y="3"/>
                    <a:pt x="23" y="0"/>
                    <a:pt x="1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64" name="Freeform 1062"/>
            <p:cNvSpPr/>
            <p:nvPr/>
          </p:nvSpPr>
          <p:spPr bwMode="auto">
            <a:xfrm>
              <a:off x="7337729" y="10375678"/>
              <a:ext cx="84138" cy="61913"/>
            </a:xfrm>
            <a:custGeom>
              <a:avLst/>
              <a:gdLst>
                <a:gd name="T0" fmla="*/ 13 w 31"/>
                <a:gd name="T1" fmla="*/ 3 h 23"/>
                <a:gd name="T2" fmla="*/ 1 w 31"/>
                <a:gd name="T3" fmla="*/ 16 h 23"/>
                <a:gd name="T4" fmla="*/ 17 w 31"/>
                <a:gd name="T5" fmla="*/ 20 h 23"/>
                <a:gd name="T6" fmla="*/ 30 w 31"/>
                <a:gd name="T7" fmla="*/ 7 h 23"/>
                <a:gd name="T8" fmla="*/ 13 w 31"/>
                <a:gd name="T9" fmla="*/ 3 h 23"/>
              </a:gdLst>
              <a:ahLst/>
              <a:cxnLst>
                <a:cxn ang="0">
                  <a:pos x="T0" y="T1"/>
                </a:cxn>
                <a:cxn ang="0">
                  <a:pos x="T2" y="T3"/>
                </a:cxn>
                <a:cxn ang="0">
                  <a:pos x="T4" y="T5"/>
                </a:cxn>
                <a:cxn ang="0">
                  <a:pos x="T6" y="T7"/>
                </a:cxn>
                <a:cxn ang="0">
                  <a:pos x="T8" y="T9"/>
                </a:cxn>
              </a:cxnLst>
              <a:rect l="0" t="0" r="r" b="b"/>
              <a:pathLst>
                <a:path w="31" h="23">
                  <a:moveTo>
                    <a:pt x="13" y="3"/>
                  </a:moveTo>
                  <a:cubicBezTo>
                    <a:pt x="5" y="5"/>
                    <a:pt x="0" y="11"/>
                    <a:pt x="1" y="16"/>
                  </a:cubicBezTo>
                  <a:cubicBezTo>
                    <a:pt x="2" y="20"/>
                    <a:pt x="9" y="23"/>
                    <a:pt x="17" y="20"/>
                  </a:cubicBezTo>
                  <a:cubicBezTo>
                    <a:pt x="25" y="18"/>
                    <a:pt x="31" y="11"/>
                    <a:pt x="30" y="7"/>
                  </a:cubicBezTo>
                  <a:cubicBezTo>
                    <a:pt x="29" y="2"/>
                    <a:pt x="21" y="0"/>
                    <a:pt x="1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65" name="Freeform 1063"/>
            <p:cNvSpPr/>
            <p:nvPr/>
          </p:nvSpPr>
          <p:spPr bwMode="auto">
            <a:xfrm>
              <a:off x="7126591" y="10442353"/>
              <a:ext cx="84138" cy="65088"/>
            </a:xfrm>
            <a:custGeom>
              <a:avLst/>
              <a:gdLst>
                <a:gd name="T0" fmla="*/ 14 w 31"/>
                <a:gd name="T1" fmla="*/ 2 h 24"/>
                <a:gd name="T2" fmla="*/ 1 w 31"/>
                <a:gd name="T3" fmla="*/ 17 h 24"/>
                <a:gd name="T4" fmla="*/ 17 w 31"/>
                <a:gd name="T5" fmla="*/ 21 h 24"/>
                <a:gd name="T6" fmla="*/ 30 w 31"/>
                <a:gd name="T7" fmla="*/ 6 h 24"/>
                <a:gd name="T8" fmla="*/ 14 w 31"/>
                <a:gd name="T9" fmla="*/ 2 h 24"/>
              </a:gdLst>
              <a:ahLst/>
              <a:cxnLst>
                <a:cxn ang="0">
                  <a:pos x="T0" y="T1"/>
                </a:cxn>
                <a:cxn ang="0">
                  <a:pos x="T2" y="T3"/>
                </a:cxn>
                <a:cxn ang="0">
                  <a:pos x="T4" y="T5"/>
                </a:cxn>
                <a:cxn ang="0">
                  <a:pos x="T6" y="T7"/>
                </a:cxn>
                <a:cxn ang="0">
                  <a:pos x="T8" y="T9"/>
                </a:cxn>
              </a:cxnLst>
              <a:rect l="0" t="0" r="r" b="b"/>
              <a:pathLst>
                <a:path w="31" h="24">
                  <a:moveTo>
                    <a:pt x="14" y="2"/>
                  </a:moveTo>
                  <a:cubicBezTo>
                    <a:pt x="6" y="5"/>
                    <a:pt x="0" y="11"/>
                    <a:pt x="1" y="17"/>
                  </a:cubicBezTo>
                  <a:cubicBezTo>
                    <a:pt x="2" y="22"/>
                    <a:pt x="9" y="24"/>
                    <a:pt x="17" y="21"/>
                  </a:cubicBezTo>
                  <a:cubicBezTo>
                    <a:pt x="25" y="18"/>
                    <a:pt x="31" y="11"/>
                    <a:pt x="30" y="6"/>
                  </a:cubicBezTo>
                  <a:cubicBezTo>
                    <a:pt x="29" y="1"/>
                    <a:pt x="22" y="0"/>
                    <a:pt x="1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66" name="Freeform 1064"/>
            <p:cNvSpPr/>
            <p:nvPr/>
          </p:nvSpPr>
          <p:spPr bwMode="auto">
            <a:xfrm>
              <a:off x="6917041" y="10521728"/>
              <a:ext cx="84138" cy="69850"/>
            </a:xfrm>
            <a:custGeom>
              <a:avLst/>
              <a:gdLst>
                <a:gd name="T0" fmla="*/ 13 w 31"/>
                <a:gd name="T1" fmla="*/ 4 h 26"/>
                <a:gd name="T2" fmla="*/ 1 w 31"/>
                <a:gd name="T3" fmla="*/ 19 h 26"/>
                <a:gd name="T4" fmla="*/ 17 w 31"/>
                <a:gd name="T5" fmla="*/ 22 h 26"/>
                <a:gd name="T6" fmla="*/ 29 w 31"/>
                <a:gd name="T7" fmla="*/ 6 h 26"/>
                <a:gd name="T8" fmla="*/ 13 w 31"/>
                <a:gd name="T9" fmla="*/ 4 h 26"/>
              </a:gdLst>
              <a:ahLst/>
              <a:cxnLst>
                <a:cxn ang="0">
                  <a:pos x="T0" y="T1"/>
                </a:cxn>
                <a:cxn ang="0">
                  <a:pos x="T2" y="T3"/>
                </a:cxn>
                <a:cxn ang="0">
                  <a:pos x="T4" y="T5"/>
                </a:cxn>
                <a:cxn ang="0">
                  <a:pos x="T6" y="T7"/>
                </a:cxn>
                <a:cxn ang="0">
                  <a:pos x="T8" y="T9"/>
                </a:cxn>
              </a:cxnLst>
              <a:rect l="0" t="0" r="r" b="b"/>
              <a:pathLst>
                <a:path w="31" h="26">
                  <a:moveTo>
                    <a:pt x="13" y="4"/>
                  </a:moveTo>
                  <a:cubicBezTo>
                    <a:pt x="5" y="7"/>
                    <a:pt x="0" y="14"/>
                    <a:pt x="1" y="19"/>
                  </a:cubicBezTo>
                  <a:cubicBezTo>
                    <a:pt x="2" y="24"/>
                    <a:pt x="10" y="26"/>
                    <a:pt x="17" y="22"/>
                  </a:cubicBezTo>
                  <a:cubicBezTo>
                    <a:pt x="25" y="18"/>
                    <a:pt x="31" y="11"/>
                    <a:pt x="29" y="6"/>
                  </a:cubicBezTo>
                  <a:cubicBezTo>
                    <a:pt x="28" y="1"/>
                    <a:pt x="21" y="0"/>
                    <a:pt x="1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67" name="Freeform 1065"/>
            <p:cNvSpPr/>
            <p:nvPr/>
          </p:nvSpPr>
          <p:spPr bwMode="auto">
            <a:xfrm>
              <a:off x="6707491" y="10613803"/>
              <a:ext cx="82550" cy="73025"/>
            </a:xfrm>
            <a:custGeom>
              <a:avLst/>
              <a:gdLst>
                <a:gd name="T0" fmla="*/ 0 w 30"/>
                <a:gd name="T1" fmla="*/ 19 h 27"/>
                <a:gd name="T2" fmla="*/ 16 w 30"/>
                <a:gd name="T3" fmla="*/ 23 h 27"/>
                <a:gd name="T4" fmla="*/ 29 w 30"/>
                <a:gd name="T5" fmla="*/ 7 h 27"/>
                <a:gd name="T6" fmla="*/ 14 w 30"/>
                <a:gd name="T7" fmla="*/ 3 h 27"/>
                <a:gd name="T8" fmla="*/ 0 w 30"/>
                <a:gd name="T9" fmla="*/ 19 h 27"/>
              </a:gdLst>
              <a:ahLst/>
              <a:cxnLst>
                <a:cxn ang="0">
                  <a:pos x="T0" y="T1"/>
                </a:cxn>
                <a:cxn ang="0">
                  <a:pos x="T2" y="T3"/>
                </a:cxn>
                <a:cxn ang="0">
                  <a:pos x="T4" y="T5"/>
                </a:cxn>
                <a:cxn ang="0">
                  <a:pos x="T6" y="T7"/>
                </a:cxn>
                <a:cxn ang="0">
                  <a:pos x="T8" y="T9"/>
                </a:cxn>
              </a:cxnLst>
              <a:rect l="0" t="0" r="r" b="b"/>
              <a:pathLst>
                <a:path w="30" h="27">
                  <a:moveTo>
                    <a:pt x="0" y="19"/>
                  </a:moveTo>
                  <a:cubicBezTo>
                    <a:pt x="1" y="25"/>
                    <a:pt x="8" y="27"/>
                    <a:pt x="16" y="23"/>
                  </a:cubicBezTo>
                  <a:cubicBezTo>
                    <a:pt x="24" y="20"/>
                    <a:pt x="30" y="12"/>
                    <a:pt x="29" y="7"/>
                  </a:cubicBezTo>
                  <a:cubicBezTo>
                    <a:pt x="29" y="1"/>
                    <a:pt x="22" y="0"/>
                    <a:pt x="14" y="3"/>
                  </a:cubicBezTo>
                  <a:cubicBezTo>
                    <a:pt x="6" y="7"/>
                    <a:pt x="0" y="14"/>
                    <a:pt x="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68" name="Freeform 1066"/>
            <p:cNvSpPr/>
            <p:nvPr/>
          </p:nvSpPr>
          <p:spPr bwMode="auto">
            <a:xfrm>
              <a:off x="6496354" y="10713815"/>
              <a:ext cx="84138" cy="76200"/>
            </a:xfrm>
            <a:custGeom>
              <a:avLst/>
              <a:gdLst>
                <a:gd name="T0" fmla="*/ 1 w 31"/>
                <a:gd name="T1" fmla="*/ 21 h 28"/>
                <a:gd name="T2" fmla="*/ 17 w 31"/>
                <a:gd name="T3" fmla="*/ 24 h 28"/>
                <a:gd name="T4" fmla="*/ 30 w 31"/>
                <a:gd name="T5" fmla="*/ 6 h 28"/>
                <a:gd name="T6" fmla="*/ 14 w 31"/>
                <a:gd name="T7" fmla="*/ 4 h 28"/>
                <a:gd name="T8" fmla="*/ 1 w 31"/>
                <a:gd name="T9" fmla="*/ 21 h 28"/>
              </a:gdLst>
              <a:ahLst/>
              <a:cxnLst>
                <a:cxn ang="0">
                  <a:pos x="T0" y="T1"/>
                </a:cxn>
                <a:cxn ang="0">
                  <a:pos x="T2" y="T3"/>
                </a:cxn>
                <a:cxn ang="0">
                  <a:pos x="T4" y="T5"/>
                </a:cxn>
                <a:cxn ang="0">
                  <a:pos x="T6" y="T7"/>
                </a:cxn>
                <a:cxn ang="0">
                  <a:pos x="T8" y="T9"/>
                </a:cxn>
              </a:cxnLst>
              <a:rect l="0" t="0" r="r" b="b"/>
              <a:pathLst>
                <a:path w="31" h="28">
                  <a:moveTo>
                    <a:pt x="1" y="21"/>
                  </a:moveTo>
                  <a:cubicBezTo>
                    <a:pt x="2" y="26"/>
                    <a:pt x="10" y="28"/>
                    <a:pt x="17" y="24"/>
                  </a:cubicBezTo>
                  <a:cubicBezTo>
                    <a:pt x="25" y="20"/>
                    <a:pt x="31" y="11"/>
                    <a:pt x="30" y="6"/>
                  </a:cubicBezTo>
                  <a:cubicBezTo>
                    <a:pt x="29" y="1"/>
                    <a:pt x="22" y="0"/>
                    <a:pt x="14" y="4"/>
                  </a:cubicBezTo>
                  <a:cubicBezTo>
                    <a:pt x="6" y="8"/>
                    <a:pt x="0" y="15"/>
                    <a:pt x="1"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69" name="Freeform 1067"/>
            <p:cNvSpPr/>
            <p:nvPr/>
          </p:nvSpPr>
          <p:spPr bwMode="auto">
            <a:xfrm>
              <a:off x="6289979" y="10823353"/>
              <a:ext cx="80963" cy="77788"/>
            </a:xfrm>
            <a:custGeom>
              <a:avLst/>
              <a:gdLst>
                <a:gd name="T0" fmla="*/ 0 w 30"/>
                <a:gd name="T1" fmla="*/ 21 h 29"/>
                <a:gd name="T2" fmla="*/ 16 w 30"/>
                <a:gd name="T3" fmla="*/ 25 h 29"/>
                <a:gd name="T4" fmla="*/ 29 w 30"/>
                <a:gd name="T5" fmla="*/ 6 h 29"/>
                <a:gd name="T6" fmla="*/ 13 w 30"/>
                <a:gd name="T7" fmla="*/ 4 h 29"/>
                <a:gd name="T8" fmla="*/ 0 w 30"/>
                <a:gd name="T9" fmla="*/ 21 h 29"/>
              </a:gdLst>
              <a:ahLst/>
              <a:cxnLst>
                <a:cxn ang="0">
                  <a:pos x="T0" y="T1"/>
                </a:cxn>
                <a:cxn ang="0">
                  <a:pos x="T2" y="T3"/>
                </a:cxn>
                <a:cxn ang="0">
                  <a:pos x="T4" y="T5"/>
                </a:cxn>
                <a:cxn ang="0">
                  <a:pos x="T6" y="T7"/>
                </a:cxn>
                <a:cxn ang="0">
                  <a:pos x="T8" y="T9"/>
                </a:cxn>
              </a:cxnLst>
              <a:rect l="0" t="0" r="r" b="b"/>
              <a:pathLst>
                <a:path w="30" h="29">
                  <a:moveTo>
                    <a:pt x="0" y="21"/>
                  </a:moveTo>
                  <a:cubicBezTo>
                    <a:pt x="1" y="27"/>
                    <a:pt x="8" y="29"/>
                    <a:pt x="16" y="25"/>
                  </a:cubicBezTo>
                  <a:cubicBezTo>
                    <a:pt x="24" y="21"/>
                    <a:pt x="30" y="12"/>
                    <a:pt x="29" y="6"/>
                  </a:cubicBezTo>
                  <a:cubicBezTo>
                    <a:pt x="28" y="1"/>
                    <a:pt x="21" y="0"/>
                    <a:pt x="13" y="4"/>
                  </a:cubicBezTo>
                  <a:cubicBezTo>
                    <a:pt x="6" y="8"/>
                    <a:pt x="0" y="16"/>
                    <a:pt x="0"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70" name="Freeform 1068"/>
            <p:cNvSpPr/>
            <p:nvPr/>
          </p:nvSpPr>
          <p:spPr bwMode="auto">
            <a:xfrm>
              <a:off x="6080429" y="10937653"/>
              <a:ext cx="82550" cy="77788"/>
            </a:xfrm>
            <a:custGeom>
              <a:avLst/>
              <a:gdLst>
                <a:gd name="T0" fmla="*/ 0 w 30"/>
                <a:gd name="T1" fmla="*/ 22 h 29"/>
                <a:gd name="T2" fmla="*/ 16 w 30"/>
                <a:gd name="T3" fmla="*/ 25 h 29"/>
                <a:gd name="T4" fmla="*/ 29 w 30"/>
                <a:gd name="T5" fmla="*/ 7 h 29"/>
                <a:gd name="T6" fmla="*/ 14 w 30"/>
                <a:gd name="T7" fmla="*/ 4 h 29"/>
                <a:gd name="T8" fmla="*/ 0 w 30"/>
                <a:gd name="T9" fmla="*/ 22 h 29"/>
              </a:gdLst>
              <a:ahLst/>
              <a:cxnLst>
                <a:cxn ang="0">
                  <a:pos x="T0" y="T1"/>
                </a:cxn>
                <a:cxn ang="0">
                  <a:pos x="T2" y="T3"/>
                </a:cxn>
                <a:cxn ang="0">
                  <a:pos x="T4" y="T5"/>
                </a:cxn>
                <a:cxn ang="0">
                  <a:pos x="T6" y="T7"/>
                </a:cxn>
                <a:cxn ang="0">
                  <a:pos x="T8" y="T9"/>
                </a:cxn>
              </a:cxnLst>
              <a:rect l="0" t="0" r="r" b="b"/>
              <a:pathLst>
                <a:path w="30" h="29">
                  <a:moveTo>
                    <a:pt x="0" y="22"/>
                  </a:moveTo>
                  <a:cubicBezTo>
                    <a:pt x="1" y="28"/>
                    <a:pt x="8" y="29"/>
                    <a:pt x="16" y="25"/>
                  </a:cubicBezTo>
                  <a:cubicBezTo>
                    <a:pt x="24" y="21"/>
                    <a:pt x="30" y="13"/>
                    <a:pt x="29" y="7"/>
                  </a:cubicBezTo>
                  <a:cubicBezTo>
                    <a:pt x="28" y="1"/>
                    <a:pt x="22" y="0"/>
                    <a:pt x="14" y="4"/>
                  </a:cubicBezTo>
                  <a:cubicBezTo>
                    <a:pt x="6" y="8"/>
                    <a:pt x="0" y="16"/>
                    <a:pt x="0"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71" name="Freeform 1069"/>
            <p:cNvSpPr/>
            <p:nvPr/>
          </p:nvSpPr>
          <p:spPr bwMode="auto">
            <a:xfrm>
              <a:off x="-39384" y="12529915"/>
              <a:ext cx="76200" cy="60325"/>
            </a:xfrm>
            <a:custGeom>
              <a:avLst/>
              <a:gdLst>
                <a:gd name="T0" fmla="*/ 26 w 28"/>
                <a:gd name="T1" fmla="*/ 4 h 22"/>
                <a:gd name="T2" fmla="*/ 9 w 28"/>
                <a:gd name="T3" fmla="*/ 2 h 22"/>
                <a:gd name="T4" fmla="*/ 1 w 28"/>
                <a:gd name="T5" fmla="*/ 11 h 22"/>
                <a:gd name="T6" fmla="*/ 3 w 28"/>
                <a:gd name="T7" fmla="*/ 21 h 22"/>
                <a:gd name="T8" fmla="*/ 19 w 28"/>
                <a:gd name="T9" fmla="*/ 17 h 22"/>
                <a:gd name="T10" fmla="*/ 26 w 28"/>
                <a:gd name="T11" fmla="*/ 4 h 22"/>
              </a:gdLst>
              <a:ahLst/>
              <a:cxnLst>
                <a:cxn ang="0">
                  <a:pos x="T0" y="T1"/>
                </a:cxn>
                <a:cxn ang="0">
                  <a:pos x="T2" y="T3"/>
                </a:cxn>
                <a:cxn ang="0">
                  <a:pos x="T4" y="T5"/>
                </a:cxn>
                <a:cxn ang="0">
                  <a:pos x="T6" y="T7"/>
                </a:cxn>
                <a:cxn ang="0">
                  <a:pos x="T8" y="T9"/>
                </a:cxn>
                <a:cxn ang="0">
                  <a:pos x="T10" y="T11"/>
                </a:cxn>
              </a:cxnLst>
              <a:rect l="0" t="0" r="r" b="b"/>
              <a:pathLst>
                <a:path w="28" h="22">
                  <a:moveTo>
                    <a:pt x="26" y="4"/>
                  </a:moveTo>
                  <a:cubicBezTo>
                    <a:pt x="23" y="1"/>
                    <a:pt x="17" y="0"/>
                    <a:pt x="9" y="2"/>
                  </a:cubicBezTo>
                  <a:cubicBezTo>
                    <a:pt x="3" y="4"/>
                    <a:pt x="0" y="7"/>
                    <a:pt x="1" y="11"/>
                  </a:cubicBezTo>
                  <a:cubicBezTo>
                    <a:pt x="1" y="14"/>
                    <a:pt x="2" y="17"/>
                    <a:pt x="3" y="21"/>
                  </a:cubicBezTo>
                  <a:cubicBezTo>
                    <a:pt x="9" y="22"/>
                    <a:pt x="14" y="20"/>
                    <a:pt x="19" y="17"/>
                  </a:cubicBezTo>
                  <a:cubicBezTo>
                    <a:pt x="26" y="13"/>
                    <a:pt x="28" y="8"/>
                    <a:pt x="2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72" name="Freeform 1070"/>
            <p:cNvSpPr/>
            <p:nvPr/>
          </p:nvSpPr>
          <p:spPr bwMode="auto">
            <a:xfrm>
              <a:off x="5961366" y="10931303"/>
              <a:ext cx="84138" cy="68263"/>
            </a:xfrm>
            <a:custGeom>
              <a:avLst/>
              <a:gdLst>
                <a:gd name="T0" fmla="*/ 2 w 31"/>
                <a:gd name="T1" fmla="*/ 21 h 25"/>
                <a:gd name="T2" fmla="*/ 19 w 31"/>
                <a:gd name="T3" fmla="*/ 20 h 25"/>
                <a:gd name="T4" fmla="*/ 30 w 31"/>
                <a:gd name="T5" fmla="*/ 4 h 25"/>
                <a:gd name="T6" fmla="*/ 13 w 31"/>
                <a:gd name="T7" fmla="*/ 5 h 25"/>
                <a:gd name="T8" fmla="*/ 2 w 31"/>
                <a:gd name="T9" fmla="*/ 21 h 25"/>
              </a:gdLst>
              <a:ahLst/>
              <a:cxnLst>
                <a:cxn ang="0">
                  <a:pos x="T0" y="T1"/>
                </a:cxn>
                <a:cxn ang="0">
                  <a:pos x="T2" y="T3"/>
                </a:cxn>
                <a:cxn ang="0">
                  <a:pos x="T4" y="T5"/>
                </a:cxn>
                <a:cxn ang="0">
                  <a:pos x="T6" y="T7"/>
                </a:cxn>
                <a:cxn ang="0">
                  <a:pos x="T8" y="T9"/>
                </a:cxn>
              </a:cxnLst>
              <a:rect l="0" t="0" r="r" b="b"/>
              <a:pathLst>
                <a:path w="31" h="25">
                  <a:moveTo>
                    <a:pt x="2" y="21"/>
                  </a:moveTo>
                  <a:cubicBezTo>
                    <a:pt x="3" y="25"/>
                    <a:pt x="11" y="25"/>
                    <a:pt x="19" y="20"/>
                  </a:cubicBezTo>
                  <a:cubicBezTo>
                    <a:pt x="26" y="16"/>
                    <a:pt x="31" y="8"/>
                    <a:pt x="30" y="4"/>
                  </a:cubicBezTo>
                  <a:cubicBezTo>
                    <a:pt x="29" y="0"/>
                    <a:pt x="21" y="0"/>
                    <a:pt x="13" y="5"/>
                  </a:cubicBezTo>
                  <a:cubicBezTo>
                    <a:pt x="6" y="10"/>
                    <a:pt x="0" y="17"/>
                    <a:pt x="2"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73" name="Freeform 1071"/>
            <p:cNvSpPr/>
            <p:nvPr/>
          </p:nvSpPr>
          <p:spPr bwMode="auto">
            <a:xfrm>
              <a:off x="5754991" y="11048778"/>
              <a:ext cx="82550" cy="69850"/>
            </a:xfrm>
            <a:custGeom>
              <a:avLst/>
              <a:gdLst>
                <a:gd name="T0" fmla="*/ 1 w 30"/>
                <a:gd name="T1" fmla="*/ 20 h 26"/>
                <a:gd name="T2" fmla="*/ 17 w 30"/>
                <a:gd name="T3" fmla="*/ 21 h 26"/>
                <a:gd name="T4" fmla="*/ 29 w 30"/>
                <a:gd name="T5" fmla="*/ 5 h 26"/>
                <a:gd name="T6" fmla="*/ 13 w 30"/>
                <a:gd name="T7" fmla="*/ 5 h 26"/>
                <a:gd name="T8" fmla="*/ 1 w 30"/>
                <a:gd name="T9" fmla="*/ 20 h 26"/>
              </a:gdLst>
              <a:ahLst/>
              <a:cxnLst>
                <a:cxn ang="0">
                  <a:pos x="T0" y="T1"/>
                </a:cxn>
                <a:cxn ang="0">
                  <a:pos x="T2" y="T3"/>
                </a:cxn>
                <a:cxn ang="0">
                  <a:pos x="T4" y="T5"/>
                </a:cxn>
                <a:cxn ang="0">
                  <a:pos x="T6" y="T7"/>
                </a:cxn>
                <a:cxn ang="0">
                  <a:pos x="T8" y="T9"/>
                </a:cxn>
              </a:cxnLst>
              <a:rect l="0" t="0" r="r" b="b"/>
              <a:pathLst>
                <a:path w="30" h="26">
                  <a:moveTo>
                    <a:pt x="1" y="20"/>
                  </a:moveTo>
                  <a:cubicBezTo>
                    <a:pt x="2" y="25"/>
                    <a:pt x="9" y="26"/>
                    <a:pt x="17" y="21"/>
                  </a:cubicBezTo>
                  <a:cubicBezTo>
                    <a:pt x="25" y="17"/>
                    <a:pt x="30" y="9"/>
                    <a:pt x="29" y="5"/>
                  </a:cubicBezTo>
                  <a:cubicBezTo>
                    <a:pt x="28" y="0"/>
                    <a:pt x="21" y="0"/>
                    <a:pt x="13" y="5"/>
                  </a:cubicBezTo>
                  <a:cubicBezTo>
                    <a:pt x="5" y="9"/>
                    <a:pt x="0" y="16"/>
                    <a:pt x="1"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74" name="Freeform 1072"/>
            <p:cNvSpPr/>
            <p:nvPr/>
          </p:nvSpPr>
          <p:spPr bwMode="auto">
            <a:xfrm>
              <a:off x="5547029" y="11164665"/>
              <a:ext cx="80963" cy="71438"/>
            </a:xfrm>
            <a:custGeom>
              <a:avLst/>
              <a:gdLst>
                <a:gd name="T0" fmla="*/ 14 w 30"/>
                <a:gd name="T1" fmla="*/ 4 h 26"/>
                <a:gd name="T2" fmla="*/ 1 w 30"/>
                <a:gd name="T3" fmla="*/ 21 h 26"/>
                <a:gd name="T4" fmla="*/ 16 w 30"/>
                <a:gd name="T5" fmla="*/ 22 h 26"/>
                <a:gd name="T6" fmla="*/ 29 w 30"/>
                <a:gd name="T7" fmla="*/ 4 h 26"/>
                <a:gd name="T8" fmla="*/ 14 w 30"/>
                <a:gd name="T9" fmla="*/ 4 h 26"/>
              </a:gdLst>
              <a:ahLst/>
              <a:cxnLst>
                <a:cxn ang="0">
                  <a:pos x="T0" y="T1"/>
                </a:cxn>
                <a:cxn ang="0">
                  <a:pos x="T2" y="T3"/>
                </a:cxn>
                <a:cxn ang="0">
                  <a:pos x="T4" y="T5"/>
                </a:cxn>
                <a:cxn ang="0">
                  <a:pos x="T6" y="T7"/>
                </a:cxn>
                <a:cxn ang="0">
                  <a:pos x="T8" y="T9"/>
                </a:cxn>
              </a:cxnLst>
              <a:rect l="0" t="0" r="r" b="b"/>
              <a:pathLst>
                <a:path w="30" h="26">
                  <a:moveTo>
                    <a:pt x="14" y="4"/>
                  </a:moveTo>
                  <a:cubicBezTo>
                    <a:pt x="6" y="8"/>
                    <a:pt x="0" y="16"/>
                    <a:pt x="1" y="21"/>
                  </a:cubicBezTo>
                  <a:cubicBezTo>
                    <a:pt x="2" y="25"/>
                    <a:pt x="9" y="26"/>
                    <a:pt x="16" y="22"/>
                  </a:cubicBezTo>
                  <a:cubicBezTo>
                    <a:pt x="24" y="18"/>
                    <a:pt x="30" y="9"/>
                    <a:pt x="29" y="4"/>
                  </a:cubicBezTo>
                  <a:cubicBezTo>
                    <a:pt x="28" y="0"/>
                    <a:pt x="22" y="0"/>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75" name="Freeform 1073"/>
            <p:cNvSpPr/>
            <p:nvPr/>
          </p:nvSpPr>
          <p:spPr bwMode="auto">
            <a:xfrm>
              <a:off x="5337479" y="11278965"/>
              <a:ext cx="80963" cy="73025"/>
            </a:xfrm>
            <a:custGeom>
              <a:avLst/>
              <a:gdLst>
                <a:gd name="T0" fmla="*/ 13 w 30"/>
                <a:gd name="T1" fmla="*/ 4 h 27"/>
                <a:gd name="T2" fmla="*/ 1 w 30"/>
                <a:gd name="T3" fmla="*/ 20 h 27"/>
                <a:gd name="T4" fmla="*/ 17 w 30"/>
                <a:gd name="T5" fmla="*/ 22 h 27"/>
                <a:gd name="T6" fmla="*/ 29 w 30"/>
                <a:gd name="T7" fmla="*/ 5 h 27"/>
                <a:gd name="T8" fmla="*/ 13 w 30"/>
                <a:gd name="T9" fmla="*/ 4 h 27"/>
              </a:gdLst>
              <a:ahLst/>
              <a:cxnLst>
                <a:cxn ang="0">
                  <a:pos x="T0" y="T1"/>
                </a:cxn>
                <a:cxn ang="0">
                  <a:pos x="T2" y="T3"/>
                </a:cxn>
                <a:cxn ang="0">
                  <a:pos x="T4" y="T5"/>
                </a:cxn>
                <a:cxn ang="0">
                  <a:pos x="T6" y="T7"/>
                </a:cxn>
                <a:cxn ang="0">
                  <a:pos x="T8" y="T9"/>
                </a:cxn>
              </a:cxnLst>
              <a:rect l="0" t="0" r="r" b="b"/>
              <a:pathLst>
                <a:path w="30" h="27">
                  <a:moveTo>
                    <a:pt x="13" y="4"/>
                  </a:moveTo>
                  <a:cubicBezTo>
                    <a:pt x="6" y="8"/>
                    <a:pt x="0" y="15"/>
                    <a:pt x="1" y="20"/>
                  </a:cubicBezTo>
                  <a:cubicBezTo>
                    <a:pt x="2" y="26"/>
                    <a:pt x="9" y="27"/>
                    <a:pt x="17" y="22"/>
                  </a:cubicBezTo>
                  <a:cubicBezTo>
                    <a:pt x="25" y="18"/>
                    <a:pt x="30" y="10"/>
                    <a:pt x="29" y="5"/>
                  </a:cubicBezTo>
                  <a:cubicBezTo>
                    <a:pt x="29" y="0"/>
                    <a:pt x="22" y="0"/>
                    <a:pt x="1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76" name="Freeform 1074"/>
            <p:cNvSpPr/>
            <p:nvPr/>
          </p:nvSpPr>
          <p:spPr bwMode="auto">
            <a:xfrm>
              <a:off x="5127929" y="11390090"/>
              <a:ext cx="82550" cy="71438"/>
            </a:xfrm>
            <a:custGeom>
              <a:avLst/>
              <a:gdLst>
                <a:gd name="T0" fmla="*/ 1 w 30"/>
                <a:gd name="T1" fmla="*/ 20 h 26"/>
                <a:gd name="T2" fmla="*/ 18 w 30"/>
                <a:gd name="T3" fmla="*/ 22 h 26"/>
                <a:gd name="T4" fmla="*/ 30 w 30"/>
                <a:gd name="T5" fmla="*/ 5 h 26"/>
                <a:gd name="T6" fmla="*/ 13 w 30"/>
                <a:gd name="T7" fmla="*/ 4 h 26"/>
                <a:gd name="T8" fmla="*/ 1 w 30"/>
                <a:gd name="T9" fmla="*/ 20 h 26"/>
              </a:gdLst>
              <a:ahLst/>
              <a:cxnLst>
                <a:cxn ang="0">
                  <a:pos x="T0" y="T1"/>
                </a:cxn>
                <a:cxn ang="0">
                  <a:pos x="T2" y="T3"/>
                </a:cxn>
                <a:cxn ang="0">
                  <a:pos x="T4" y="T5"/>
                </a:cxn>
                <a:cxn ang="0">
                  <a:pos x="T6" y="T7"/>
                </a:cxn>
                <a:cxn ang="0">
                  <a:pos x="T8" y="T9"/>
                </a:cxn>
              </a:cxnLst>
              <a:rect l="0" t="0" r="r" b="b"/>
              <a:pathLst>
                <a:path w="30" h="26">
                  <a:moveTo>
                    <a:pt x="1" y="20"/>
                  </a:moveTo>
                  <a:cubicBezTo>
                    <a:pt x="2" y="26"/>
                    <a:pt x="10" y="26"/>
                    <a:pt x="18" y="22"/>
                  </a:cubicBezTo>
                  <a:cubicBezTo>
                    <a:pt x="25" y="18"/>
                    <a:pt x="30" y="10"/>
                    <a:pt x="30" y="5"/>
                  </a:cubicBezTo>
                  <a:cubicBezTo>
                    <a:pt x="29" y="0"/>
                    <a:pt x="21" y="0"/>
                    <a:pt x="13" y="4"/>
                  </a:cubicBezTo>
                  <a:cubicBezTo>
                    <a:pt x="6" y="8"/>
                    <a:pt x="0" y="15"/>
                    <a:pt x="1"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77" name="Freeform 1075"/>
            <p:cNvSpPr/>
            <p:nvPr/>
          </p:nvSpPr>
          <p:spPr bwMode="auto">
            <a:xfrm>
              <a:off x="4919966" y="11493278"/>
              <a:ext cx="80963" cy="73025"/>
            </a:xfrm>
            <a:custGeom>
              <a:avLst/>
              <a:gdLst>
                <a:gd name="T0" fmla="*/ 1 w 30"/>
                <a:gd name="T1" fmla="*/ 20 h 27"/>
                <a:gd name="T2" fmla="*/ 18 w 30"/>
                <a:gd name="T3" fmla="*/ 23 h 27"/>
                <a:gd name="T4" fmla="*/ 30 w 30"/>
                <a:gd name="T5" fmla="*/ 7 h 27"/>
                <a:gd name="T6" fmla="*/ 15 w 30"/>
                <a:gd name="T7" fmla="*/ 4 h 27"/>
                <a:gd name="T8" fmla="*/ 1 w 30"/>
                <a:gd name="T9" fmla="*/ 20 h 27"/>
              </a:gdLst>
              <a:ahLst/>
              <a:cxnLst>
                <a:cxn ang="0">
                  <a:pos x="T0" y="T1"/>
                </a:cxn>
                <a:cxn ang="0">
                  <a:pos x="T2" y="T3"/>
                </a:cxn>
                <a:cxn ang="0">
                  <a:pos x="T4" y="T5"/>
                </a:cxn>
                <a:cxn ang="0">
                  <a:pos x="T6" y="T7"/>
                </a:cxn>
                <a:cxn ang="0">
                  <a:pos x="T8" y="T9"/>
                </a:cxn>
              </a:cxnLst>
              <a:rect l="0" t="0" r="r" b="b"/>
              <a:pathLst>
                <a:path w="30" h="27">
                  <a:moveTo>
                    <a:pt x="1" y="20"/>
                  </a:moveTo>
                  <a:cubicBezTo>
                    <a:pt x="2" y="26"/>
                    <a:pt x="10" y="27"/>
                    <a:pt x="18" y="23"/>
                  </a:cubicBezTo>
                  <a:cubicBezTo>
                    <a:pt x="25" y="19"/>
                    <a:pt x="30" y="12"/>
                    <a:pt x="30" y="7"/>
                  </a:cubicBezTo>
                  <a:cubicBezTo>
                    <a:pt x="29" y="1"/>
                    <a:pt x="22" y="0"/>
                    <a:pt x="15" y="4"/>
                  </a:cubicBezTo>
                  <a:cubicBezTo>
                    <a:pt x="6" y="7"/>
                    <a:pt x="0" y="15"/>
                    <a:pt x="1"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78" name="Freeform 1076"/>
            <p:cNvSpPr/>
            <p:nvPr/>
          </p:nvSpPr>
          <p:spPr bwMode="auto">
            <a:xfrm>
              <a:off x="4710416" y="11591703"/>
              <a:ext cx="80963" cy="66675"/>
            </a:xfrm>
            <a:custGeom>
              <a:avLst/>
              <a:gdLst>
                <a:gd name="T0" fmla="*/ 1 w 30"/>
                <a:gd name="T1" fmla="*/ 20 h 25"/>
                <a:gd name="T2" fmla="*/ 16 w 30"/>
                <a:gd name="T3" fmla="*/ 22 h 25"/>
                <a:gd name="T4" fmla="*/ 29 w 30"/>
                <a:gd name="T5" fmla="*/ 7 h 25"/>
                <a:gd name="T6" fmla="*/ 14 w 30"/>
                <a:gd name="T7" fmla="*/ 4 h 25"/>
                <a:gd name="T8" fmla="*/ 1 w 30"/>
                <a:gd name="T9" fmla="*/ 20 h 25"/>
              </a:gdLst>
              <a:ahLst/>
              <a:cxnLst>
                <a:cxn ang="0">
                  <a:pos x="T0" y="T1"/>
                </a:cxn>
                <a:cxn ang="0">
                  <a:pos x="T2" y="T3"/>
                </a:cxn>
                <a:cxn ang="0">
                  <a:pos x="T4" y="T5"/>
                </a:cxn>
                <a:cxn ang="0">
                  <a:pos x="T6" y="T7"/>
                </a:cxn>
                <a:cxn ang="0">
                  <a:pos x="T8" y="T9"/>
                </a:cxn>
              </a:cxnLst>
              <a:rect l="0" t="0" r="r" b="b"/>
              <a:pathLst>
                <a:path w="30" h="25">
                  <a:moveTo>
                    <a:pt x="1" y="20"/>
                  </a:moveTo>
                  <a:cubicBezTo>
                    <a:pt x="2" y="24"/>
                    <a:pt x="9" y="25"/>
                    <a:pt x="16" y="22"/>
                  </a:cubicBezTo>
                  <a:cubicBezTo>
                    <a:pt x="24" y="19"/>
                    <a:pt x="30" y="12"/>
                    <a:pt x="29" y="7"/>
                  </a:cubicBezTo>
                  <a:cubicBezTo>
                    <a:pt x="28" y="2"/>
                    <a:pt x="22" y="0"/>
                    <a:pt x="14" y="4"/>
                  </a:cubicBezTo>
                  <a:cubicBezTo>
                    <a:pt x="6" y="7"/>
                    <a:pt x="0" y="15"/>
                    <a:pt x="1"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79" name="Freeform 1077"/>
            <p:cNvSpPr/>
            <p:nvPr/>
          </p:nvSpPr>
          <p:spPr bwMode="auto">
            <a:xfrm>
              <a:off x="4499279" y="11680603"/>
              <a:ext cx="84138" cy="65088"/>
            </a:xfrm>
            <a:custGeom>
              <a:avLst/>
              <a:gdLst>
                <a:gd name="T0" fmla="*/ 1 w 31"/>
                <a:gd name="T1" fmla="*/ 17 h 24"/>
                <a:gd name="T2" fmla="*/ 18 w 31"/>
                <a:gd name="T3" fmla="*/ 20 h 24"/>
                <a:gd name="T4" fmla="*/ 30 w 31"/>
                <a:gd name="T5" fmla="*/ 6 h 24"/>
                <a:gd name="T6" fmla="*/ 13 w 31"/>
                <a:gd name="T7" fmla="*/ 3 h 24"/>
                <a:gd name="T8" fmla="*/ 1 w 31"/>
                <a:gd name="T9" fmla="*/ 17 h 24"/>
              </a:gdLst>
              <a:ahLst/>
              <a:cxnLst>
                <a:cxn ang="0">
                  <a:pos x="T0" y="T1"/>
                </a:cxn>
                <a:cxn ang="0">
                  <a:pos x="T2" y="T3"/>
                </a:cxn>
                <a:cxn ang="0">
                  <a:pos x="T4" y="T5"/>
                </a:cxn>
                <a:cxn ang="0">
                  <a:pos x="T6" y="T7"/>
                </a:cxn>
                <a:cxn ang="0">
                  <a:pos x="T8" y="T9"/>
                </a:cxn>
              </a:cxnLst>
              <a:rect l="0" t="0" r="r" b="b"/>
              <a:pathLst>
                <a:path w="31" h="24">
                  <a:moveTo>
                    <a:pt x="1" y="17"/>
                  </a:moveTo>
                  <a:cubicBezTo>
                    <a:pt x="2" y="22"/>
                    <a:pt x="10" y="24"/>
                    <a:pt x="18" y="20"/>
                  </a:cubicBezTo>
                  <a:cubicBezTo>
                    <a:pt x="25" y="17"/>
                    <a:pt x="31" y="11"/>
                    <a:pt x="30" y="6"/>
                  </a:cubicBezTo>
                  <a:cubicBezTo>
                    <a:pt x="29" y="1"/>
                    <a:pt x="21" y="0"/>
                    <a:pt x="13" y="3"/>
                  </a:cubicBezTo>
                  <a:cubicBezTo>
                    <a:pt x="6" y="6"/>
                    <a:pt x="0" y="13"/>
                    <a:pt x="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80" name="Freeform 1078"/>
            <p:cNvSpPr/>
            <p:nvPr/>
          </p:nvSpPr>
          <p:spPr bwMode="auto">
            <a:xfrm>
              <a:off x="4289729" y="11756803"/>
              <a:ext cx="80963" cy="60325"/>
            </a:xfrm>
            <a:custGeom>
              <a:avLst/>
              <a:gdLst>
                <a:gd name="T0" fmla="*/ 17 w 30"/>
                <a:gd name="T1" fmla="*/ 20 h 22"/>
                <a:gd name="T2" fmla="*/ 29 w 30"/>
                <a:gd name="T3" fmla="*/ 7 h 22"/>
                <a:gd name="T4" fmla="*/ 15 w 30"/>
                <a:gd name="T5" fmla="*/ 2 h 22"/>
                <a:gd name="T6" fmla="*/ 0 w 30"/>
                <a:gd name="T7" fmla="*/ 15 h 22"/>
                <a:gd name="T8" fmla="*/ 17 w 30"/>
                <a:gd name="T9" fmla="*/ 20 h 22"/>
              </a:gdLst>
              <a:ahLst/>
              <a:cxnLst>
                <a:cxn ang="0">
                  <a:pos x="T0" y="T1"/>
                </a:cxn>
                <a:cxn ang="0">
                  <a:pos x="T2" y="T3"/>
                </a:cxn>
                <a:cxn ang="0">
                  <a:pos x="T4" y="T5"/>
                </a:cxn>
                <a:cxn ang="0">
                  <a:pos x="T6" y="T7"/>
                </a:cxn>
                <a:cxn ang="0">
                  <a:pos x="T8" y="T9"/>
                </a:cxn>
              </a:cxnLst>
              <a:rect l="0" t="0" r="r" b="b"/>
              <a:pathLst>
                <a:path w="30" h="22">
                  <a:moveTo>
                    <a:pt x="17" y="20"/>
                  </a:moveTo>
                  <a:cubicBezTo>
                    <a:pt x="24" y="17"/>
                    <a:pt x="30" y="12"/>
                    <a:pt x="29" y="7"/>
                  </a:cubicBezTo>
                  <a:cubicBezTo>
                    <a:pt x="29" y="2"/>
                    <a:pt x="22" y="0"/>
                    <a:pt x="15" y="2"/>
                  </a:cubicBezTo>
                  <a:cubicBezTo>
                    <a:pt x="6" y="4"/>
                    <a:pt x="0" y="10"/>
                    <a:pt x="0" y="15"/>
                  </a:cubicBezTo>
                  <a:cubicBezTo>
                    <a:pt x="1" y="20"/>
                    <a:pt x="9" y="22"/>
                    <a:pt x="17"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81" name="Freeform 1079"/>
            <p:cNvSpPr/>
            <p:nvPr/>
          </p:nvSpPr>
          <p:spPr bwMode="auto">
            <a:xfrm>
              <a:off x="4078591" y="11817128"/>
              <a:ext cx="80963" cy="58738"/>
            </a:xfrm>
            <a:custGeom>
              <a:avLst/>
              <a:gdLst>
                <a:gd name="T0" fmla="*/ 17 w 30"/>
                <a:gd name="T1" fmla="*/ 20 h 22"/>
                <a:gd name="T2" fmla="*/ 29 w 30"/>
                <a:gd name="T3" fmla="*/ 8 h 22"/>
                <a:gd name="T4" fmla="*/ 15 w 30"/>
                <a:gd name="T5" fmla="*/ 2 h 22"/>
                <a:gd name="T6" fmla="*/ 0 w 30"/>
                <a:gd name="T7" fmla="*/ 14 h 22"/>
                <a:gd name="T8" fmla="*/ 17 w 30"/>
                <a:gd name="T9" fmla="*/ 20 h 22"/>
              </a:gdLst>
              <a:ahLst/>
              <a:cxnLst>
                <a:cxn ang="0">
                  <a:pos x="T0" y="T1"/>
                </a:cxn>
                <a:cxn ang="0">
                  <a:pos x="T2" y="T3"/>
                </a:cxn>
                <a:cxn ang="0">
                  <a:pos x="T4" y="T5"/>
                </a:cxn>
                <a:cxn ang="0">
                  <a:pos x="T6" y="T7"/>
                </a:cxn>
                <a:cxn ang="0">
                  <a:pos x="T8" y="T9"/>
                </a:cxn>
              </a:cxnLst>
              <a:rect l="0" t="0" r="r" b="b"/>
              <a:pathLst>
                <a:path w="30" h="22">
                  <a:moveTo>
                    <a:pt x="17" y="20"/>
                  </a:moveTo>
                  <a:cubicBezTo>
                    <a:pt x="24" y="18"/>
                    <a:pt x="30" y="13"/>
                    <a:pt x="29" y="8"/>
                  </a:cubicBezTo>
                  <a:cubicBezTo>
                    <a:pt x="29" y="3"/>
                    <a:pt x="22" y="0"/>
                    <a:pt x="15" y="2"/>
                  </a:cubicBezTo>
                  <a:cubicBezTo>
                    <a:pt x="6" y="4"/>
                    <a:pt x="0" y="9"/>
                    <a:pt x="0" y="14"/>
                  </a:cubicBezTo>
                  <a:cubicBezTo>
                    <a:pt x="1" y="19"/>
                    <a:pt x="9" y="22"/>
                    <a:pt x="17"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82" name="Freeform 1080"/>
            <p:cNvSpPr/>
            <p:nvPr/>
          </p:nvSpPr>
          <p:spPr bwMode="auto">
            <a:xfrm>
              <a:off x="3864279" y="11863165"/>
              <a:ext cx="84138" cy="57150"/>
            </a:xfrm>
            <a:custGeom>
              <a:avLst/>
              <a:gdLst>
                <a:gd name="T0" fmla="*/ 17 w 31"/>
                <a:gd name="T1" fmla="*/ 20 h 21"/>
                <a:gd name="T2" fmla="*/ 30 w 31"/>
                <a:gd name="T3" fmla="*/ 8 h 21"/>
                <a:gd name="T4" fmla="*/ 15 w 31"/>
                <a:gd name="T5" fmla="*/ 1 h 21"/>
                <a:gd name="T6" fmla="*/ 1 w 31"/>
                <a:gd name="T7" fmla="*/ 13 h 21"/>
                <a:gd name="T8" fmla="*/ 17 w 31"/>
                <a:gd name="T9" fmla="*/ 20 h 21"/>
              </a:gdLst>
              <a:ahLst/>
              <a:cxnLst>
                <a:cxn ang="0">
                  <a:pos x="T0" y="T1"/>
                </a:cxn>
                <a:cxn ang="0">
                  <a:pos x="T2" y="T3"/>
                </a:cxn>
                <a:cxn ang="0">
                  <a:pos x="T4" y="T5"/>
                </a:cxn>
                <a:cxn ang="0">
                  <a:pos x="T6" y="T7"/>
                </a:cxn>
                <a:cxn ang="0">
                  <a:pos x="T8" y="T9"/>
                </a:cxn>
              </a:cxnLst>
              <a:rect l="0" t="0" r="r" b="b"/>
              <a:pathLst>
                <a:path w="31" h="21">
                  <a:moveTo>
                    <a:pt x="17" y="20"/>
                  </a:moveTo>
                  <a:cubicBezTo>
                    <a:pt x="25" y="19"/>
                    <a:pt x="31" y="13"/>
                    <a:pt x="30" y="8"/>
                  </a:cubicBezTo>
                  <a:cubicBezTo>
                    <a:pt x="29" y="3"/>
                    <a:pt x="22" y="0"/>
                    <a:pt x="15" y="1"/>
                  </a:cubicBezTo>
                  <a:cubicBezTo>
                    <a:pt x="6" y="3"/>
                    <a:pt x="0" y="8"/>
                    <a:pt x="1" y="13"/>
                  </a:cubicBezTo>
                  <a:cubicBezTo>
                    <a:pt x="2" y="18"/>
                    <a:pt x="9" y="21"/>
                    <a:pt x="17"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83" name="Freeform 1081"/>
            <p:cNvSpPr/>
            <p:nvPr/>
          </p:nvSpPr>
          <p:spPr bwMode="auto">
            <a:xfrm>
              <a:off x="3651554" y="11891740"/>
              <a:ext cx="82550" cy="55563"/>
            </a:xfrm>
            <a:custGeom>
              <a:avLst/>
              <a:gdLst>
                <a:gd name="T0" fmla="*/ 17 w 30"/>
                <a:gd name="T1" fmla="*/ 19 h 20"/>
                <a:gd name="T2" fmla="*/ 30 w 30"/>
                <a:gd name="T3" fmla="*/ 9 h 20"/>
                <a:gd name="T4" fmla="*/ 14 w 30"/>
                <a:gd name="T5" fmla="*/ 1 h 20"/>
                <a:gd name="T6" fmla="*/ 0 w 30"/>
                <a:gd name="T7" fmla="*/ 11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24" y="18"/>
                    <a:pt x="30" y="14"/>
                    <a:pt x="30" y="9"/>
                  </a:cubicBezTo>
                  <a:cubicBezTo>
                    <a:pt x="29" y="4"/>
                    <a:pt x="22" y="0"/>
                    <a:pt x="14" y="1"/>
                  </a:cubicBezTo>
                  <a:cubicBezTo>
                    <a:pt x="6" y="1"/>
                    <a:pt x="0" y="6"/>
                    <a:pt x="0" y="11"/>
                  </a:cubicBezTo>
                  <a:cubicBezTo>
                    <a:pt x="1" y="16"/>
                    <a:pt x="8" y="20"/>
                    <a:pt x="17"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84" name="Freeform 1082"/>
            <p:cNvSpPr/>
            <p:nvPr/>
          </p:nvSpPr>
          <p:spPr bwMode="auto">
            <a:xfrm>
              <a:off x="3437241" y="11913965"/>
              <a:ext cx="84138" cy="52388"/>
            </a:xfrm>
            <a:custGeom>
              <a:avLst/>
              <a:gdLst>
                <a:gd name="T0" fmla="*/ 16 w 31"/>
                <a:gd name="T1" fmla="*/ 19 h 19"/>
                <a:gd name="T2" fmla="*/ 30 w 31"/>
                <a:gd name="T3" fmla="*/ 8 h 19"/>
                <a:gd name="T4" fmla="*/ 14 w 31"/>
                <a:gd name="T5" fmla="*/ 1 h 19"/>
                <a:gd name="T6" fmla="*/ 1 w 31"/>
                <a:gd name="T7" fmla="*/ 12 h 19"/>
                <a:gd name="T8" fmla="*/ 16 w 31"/>
                <a:gd name="T9" fmla="*/ 19 h 19"/>
              </a:gdLst>
              <a:ahLst/>
              <a:cxnLst>
                <a:cxn ang="0">
                  <a:pos x="T0" y="T1"/>
                </a:cxn>
                <a:cxn ang="0">
                  <a:pos x="T2" y="T3"/>
                </a:cxn>
                <a:cxn ang="0">
                  <a:pos x="T4" y="T5"/>
                </a:cxn>
                <a:cxn ang="0">
                  <a:pos x="T6" y="T7"/>
                </a:cxn>
                <a:cxn ang="0">
                  <a:pos x="T8" y="T9"/>
                </a:cxn>
              </a:cxnLst>
              <a:rect l="0" t="0" r="r" b="b"/>
              <a:pathLst>
                <a:path w="31" h="19">
                  <a:moveTo>
                    <a:pt x="16" y="19"/>
                  </a:moveTo>
                  <a:cubicBezTo>
                    <a:pt x="25" y="18"/>
                    <a:pt x="31" y="13"/>
                    <a:pt x="30" y="8"/>
                  </a:cubicBezTo>
                  <a:cubicBezTo>
                    <a:pt x="29" y="4"/>
                    <a:pt x="22" y="0"/>
                    <a:pt x="14" y="1"/>
                  </a:cubicBezTo>
                  <a:cubicBezTo>
                    <a:pt x="6" y="2"/>
                    <a:pt x="0" y="7"/>
                    <a:pt x="1" y="12"/>
                  </a:cubicBezTo>
                  <a:cubicBezTo>
                    <a:pt x="2" y="16"/>
                    <a:pt x="9" y="19"/>
                    <a:pt x="16"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85" name="Freeform 1083"/>
            <p:cNvSpPr/>
            <p:nvPr/>
          </p:nvSpPr>
          <p:spPr bwMode="auto">
            <a:xfrm>
              <a:off x="3226104" y="11936190"/>
              <a:ext cx="80963" cy="50800"/>
            </a:xfrm>
            <a:custGeom>
              <a:avLst/>
              <a:gdLst>
                <a:gd name="T0" fmla="*/ 16 w 30"/>
                <a:gd name="T1" fmla="*/ 18 h 19"/>
                <a:gd name="T2" fmla="*/ 29 w 30"/>
                <a:gd name="T3" fmla="*/ 9 h 19"/>
                <a:gd name="T4" fmla="*/ 13 w 30"/>
                <a:gd name="T5" fmla="*/ 1 h 19"/>
                <a:gd name="T6" fmla="*/ 0 w 30"/>
                <a:gd name="T7" fmla="*/ 11 h 19"/>
                <a:gd name="T8" fmla="*/ 16 w 30"/>
                <a:gd name="T9" fmla="*/ 18 h 19"/>
              </a:gdLst>
              <a:ahLst/>
              <a:cxnLst>
                <a:cxn ang="0">
                  <a:pos x="T0" y="T1"/>
                </a:cxn>
                <a:cxn ang="0">
                  <a:pos x="T2" y="T3"/>
                </a:cxn>
                <a:cxn ang="0">
                  <a:pos x="T4" y="T5"/>
                </a:cxn>
                <a:cxn ang="0">
                  <a:pos x="T6" y="T7"/>
                </a:cxn>
                <a:cxn ang="0">
                  <a:pos x="T8" y="T9"/>
                </a:cxn>
              </a:cxnLst>
              <a:rect l="0" t="0" r="r" b="b"/>
              <a:pathLst>
                <a:path w="30" h="19">
                  <a:moveTo>
                    <a:pt x="16" y="18"/>
                  </a:moveTo>
                  <a:cubicBezTo>
                    <a:pt x="24" y="18"/>
                    <a:pt x="30" y="14"/>
                    <a:pt x="29" y="9"/>
                  </a:cubicBezTo>
                  <a:cubicBezTo>
                    <a:pt x="29" y="4"/>
                    <a:pt x="21" y="0"/>
                    <a:pt x="13" y="1"/>
                  </a:cubicBezTo>
                  <a:cubicBezTo>
                    <a:pt x="5" y="2"/>
                    <a:pt x="0" y="6"/>
                    <a:pt x="0" y="11"/>
                  </a:cubicBezTo>
                  <a:cubicBezTo>
                    <a:pt x="0" y="16"/>
                    <a:pt x="8" y="19"/>
                    <a:pt x="1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86" name="Freeform 1084"/>
            <p:cNvSpPr/>
            <p:nvPr/>
          </p:nvSpPr>
          <p:spPr bwMode="auto">
            <a:xfrm>
              <a:off x="3008616" y="11960003"/>
              <a:ext cx="84138" cy="46038"/>
            </a:xfrm>
            <a:custGeom>
              <a:avLst/>
              <a:gdLst>
                <a:gd name="T0" fmla="*/ 17 w 31"/>
                <a:gd name="T1" fmla="*/ 17 h 17"/>
                <a:gd name="T2" fmla="*/ 30 w 31"/>
                <a:gd name="T3" fmla="*/ 7 h 17"/>
                <a:gd name="T4" fmla="*/ 15 w 31"/>
                <a:gd name="T5" fmla="*/ 0 h 17"/>
                <a:gd name="T6" fmla="*/ 1 w 31"/>
                <a:gd name="T7" fmla="*/ 10 h 17"/>
                <a:gd name="T8" fmla="*/ 17 w 31"/>
                <a:gd name="T9" fmla="*/ 17 h 17"/>
              </a:gdLst>
              <a:ahLst/>
              <a:cxnLst>
                <a:cxn ang="0">
                  <a:pos x="T0" y="T1"/>
                </a:cxn>
                <a:cxn ang="0">
                  <a:pos x="T2" y="T3"/>
                </a:cxn>
                <a:cxn ang="0">
                  <a:pos x="T4" y="T5"/>
                </a:cxn>
                <a:cxn ang="0">
                  <a:pos x="T6" y="T7"/>
                </a:cxn>
                <a:cxn ang="0">
                  <a:pos x="T8" y="T9"/>
                </a:cxn>
              </a:cxnLst>
              <a:rect l="0" t="0" r="r" b="b"/>
              <a:pathLst>
                <a:path w="31" h="17">
                  <a:moveTo>
                    <a:pt x="17" y="17"/>
                  </a:moveTo>
                  <a:cubicBezTo>
                    <a:pt x="25" y="16"/>
                    <a:pt x="31" y="12"/>
                    <a:pt x="30" y="7"/>
                  </a:cubicBezTo>
                  <a:cubicBezTo>
                    <a:pt x="29" y="3"/>
                    <a:pt x="22" y="0"/>
                    <a:pt x="15" y="0"/>
                  </a:cubicBezTo>
                  <a:cubicBezTo>
                    <a:pt x="6" y="1"/>
                    <a:pt x="0" y="6"/>
                    <a:pt x="1" y="10"/>
                  </a:cubicBezTo>
                  <a:cubicBezTo>
                    <a:pt x="2" y="14"/>
                    <a:pt x="9" y="17"/>
                    <a:pt x="17"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87" name="Freeform 1085"/>
            <p:cNvSpPr/>
            <p:nvPr/>
          </p:nvSpPr>
          <p:spPr bwMode="auto">
            <a:xfrm>
              <a:off x="2797479" y="11982228"/>
              <a:ext cx="80963" cy="42863"/>
            </a:xfrm>
            <a:custGeom>
              <a:avLst/>
              <a:gdLst>
                <a:gd name="T0" fmla="*/ 17 w 30"/>
                <a:gd name="T1" fmla="*/ 16 h 16"/>
                <a:gd name="T2" fmla="*/ 30 w 30"/>
                <a:gd name="T3" fmla="*/ 7 h 16"/>
                <a:gd name="T4" fmla="*/ 15 w 30"/>
                <a:gd name="T5" fmla="*/ 0 h 16"/>
                <a:gd name="T6" fmla="*/ 0 w 30"/>
                <a:gd name="T7" fmla="*/ 9 h 16"/>
                <a:gd name="T8" fmla="*/ 17 w 30"/>
                <a:gd name="T9" fmla="*/ 16 h 16"/>
              </a:gdLst>
              <a:ahLst/>
              <a:cxnLst>
                <a:cxn ang="0">
                  <a:pos x="T0" y="T1"/>
                </a:cxn>
                <a:cxn ang="0">
                  <a:pos x="T2" y="T3"/>
                </a:cxn>
                <a:cxn ang="0">
                  <a:pos x="T4" y="T5"/>
                </a:cxn>
                <a:cxn ang="0">
                  <a:pos x="T6" y="T7"/>
                </a:cxn>
                <a:cxn ang="0">
                  <a:pos x="T8" y="T9"/>
                </a:cxn>
              </a:cxnLst>
              <a:rect l="0" t="0" r="r" b="b"/>
              <a:pathLst>
                <a:path w="30" h="16">
                  <a:moveTo>
                    <a:pt x="17" y="16"/>
                  </a:moveTo>
                  <a:cubicBezTo>
                    <a:pt x="24" y="15"/>
                    <a:pt x="30" y="11"/>
                    <a:pt x="30" y="7"/>
                  </a:cubicBezTo>
                  <a:cubicBezTo>
                    <a:pt x="29" y="3"/>
                    <a:pt x="23" y="0"/>
                    <a:pt x="15" y="0"/>
                  </a:cubicBezTo>
                  <a:cubicBezTo>
                    <a:pt x="7" y="0"/>
                    <a:pt x="0" y="5"/>
                    <a:pt x="0" y="9"/>
                  </a:cubicBezTo>
                  <a:cubicBezTo>
                    <a:pt x="1" y="13"/>
                    <a:pt x="8" y="16"/>
                    <a:pt x="17"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88" name="Freeform 1086"/>
            <p:cNvSpPr/>
            <p:nvPr/>
          </p:nvSpPr>
          <p:spPr bwMode="auto">
            <a:xfrm>
              <a:off x="2583166" y="12001278"/>
              <a:ext cx="80963" cy="42863"/>
            </a:xfrm>
            <a:custGeom>
              <a:avLst/>
              <a:gdLst>
                <a:gd name="T0" fmla="*/ 1 w 30"/>
                <a:gd name="T1" fmla="*/ 9 h 16"/>
                <a:gd name="T2" fmla="*/ 17 w 30"/>
                <a:gd name="T3" fmla="*/ 15 h 16"/>
                <a:gd name="T4" fmla="*/ 30 w 30"/>
                <a:gd name="T5" fmla="*/ 7 h 16"/>
                <a:gd name="T6" fmla="*/ 14 w 30"/>
                <a:gd name="T7" fmla="*/ 1 h 16"/>
                <a:gd name="T8" fmla="*/ 1 w 30"/>
                <a:gd name="T9" fmla="*/ 9 h 16"/>
              </a:gdLst>
              <a:ahLst/>
              <a:cxnLst>
                <a:cxn ang="0">
                  <a:pos x="T0" y="T1"/>
                </a:cxn>
                <a:cxn ang="0">
                  <a:pos x="T2" y="T3"/>
                </a:cxn>
                <a:cxn ang="0">
                  <a:pos x="T4" y="T5"/>
                </a:cxn>
                <a:cxn ang="0">
                  <a:pos x="T6" y="T7"/>
                </a:cxn>
                <a:cxn ang="0">
                  <a:pos x="T8" y="T9"/>
                </a:cxn>
              </a:cxnLst>
              <a:rect l="0" t="0" r="r" b="b"/>
              <a:pathLst>
                <a:path w="30" h="16">
                  <a:moveTo>
                    <a:pt x="1" y="9"/>
                  </a:moveTo>
                  <a:cubicBezTo>
                    <a:pt x="1" y="13"/>
                    <a:pt x="8" y="16"/>
                    <a:pt x="17" y="15"/>
                  </a:cubicBezTo>
                  <a:cubicBezTo>
                    <a:pt x="24" y="15"/>
                    <a:pt x="30" y="11"/>
                    <a:pt x="30" y="7"/>
                  </a:cubicBezTo>
                  <a:cubicBezTo>
                    <a:pt x="29" y="3"/>
                    <a:pt x="22" y="0"/>
                    <a:pt x="14" y="1"/>
                  </a:cubicBezTo>
                  <a:cubicBezTo>
                    <a:pt x="6" y="2"/>
                    <a:pt x="0" y="5"/>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89" name="Freeform 1087"/>
            <p:cNvSpPr/>
            <p:nvPr/>
          </p:nvSpPr>
          <p:spPr bwMode="auto">
            <a:xfrm>
              <a:off x="2368854" y="12023503"/>
              <a:ext cx="84138" cy="39688"/>
            </a:xfrm>
            <a:custGeom>
              <a:avLst/>
              <a:gdLst>
                <a:gd name="T0" fmla="*/ 18 w 31"/>
                <a:gd name="T1" fmla="*/ 14 h 15"/>
                <a:gd name="T2" fmla="*/ 30 w 31"/>
                <a:gd name="T3" fmla="*/ 6 h 15"/>
                <a:gd name="T4" fmla="*/ 15 w 31"/>
                <a:gd name="T5" fmla="*/ 0 h 15"/>
                <a:gd name="T6" fmla="*/ 1 w 31"/>
                <a:gd name="T7" fmla="*/ 9 h 15"/>
                <a:gd name="T8" fmla="*/ 18 w 31"/>
                <a:gd name="T9" fmla="*/ 14 h 15"/>
              </a:gdLst>
              <a:ahLst/>
              <a:cxnLst>
                <a:cxn ang="0">
                  <a:pos x="T0" y="T1"/>
                </a:cxn>
                <a:cxn ang="0">
                  <a:pos x="T2" y="T3"/>
                </a:cxn>
                <a:cxn ang="0">
                  <a:pos x="T4" y="T5"/>
                </a:cxn>
                <a:cxn ang="0">
                  <a:pos x="T6" y="T7"/>
                </a:cxn>
                <a:cxn ang="0">
                  <a:pos x="T8" y="T9"/>
                </a:cxn>
              </a:cxnLst>
              <a:rect l="0" t="0" r="r" b="b"/>
              <a:pathLst>
                <a:path w="31" h="15">
                  <a:moveTo>
                    <a:pt x="18" y="14"/>
                  </a:moveTo>
                  <a:cubicBezTo>
                    <a:pt x="25" y="13"/>
                    <a:pt x="31" y="10"/>
                    <a:pt x="30" y="6"/>
                  </a:cubicBezTo>
                  <a:cubicBezTo>
                    <a:pt x="29" y="2"/>
                    <a:pt x="22" y="0"/>
                    <a:pt x="15" y="0"/>
                  </a:cubicBezTo>
                  <a:cubicBezTo>
                    <a:pt x="6" y="1"/>
                    <a:pt x="0" y="5"/>
                    <a:pt x="1" y="9"/>
                  </a:cubicBezTo>
                  <a:cubicBezTo>
                    <a:pt x="2" y="12"/>
                    <a:pt x="10" y="15"/>
                    <a:pt x="18"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90" name="Freeform 1088"/>
            <p:cNvSpPr/>
            <p:nvPr/>
          </p:nvSpPr>
          <p:spPr bwMode="auto">
            <a:xfrm>
              <a:off x="2152954" y="12042553"/>
              <a:ext cx="84138" cy="36513"/>
            </a:xfrm>
            <a:custGeom>
              <a:avLst/>
              <a:gdLst>
                <a:gd name="T0" fmla="*/ 18 w 31"/>
                <a:gd name="T1" fmla="*/ 13 h 14"/>
                <a:gd name="T2" fmla="*/ 30 w 31"/>
                <a:gd name="T3" fmla="*/ 6 h 14"/>
                <a:gd name="T4" fmla="*/ 15 w 31"/>
                <a:gd name="T5" fmla="*/ 1 h 14"/>
                <a:gd name="T6" fmla="*/ 1 w 31"/>
                <a:gd name="T7" fmla="*/ 9 h 14"/>
                <a:gd name="T8" fmla="*/ 18 w 31"/>
                <a:gd name="T9" fmla="*/ 13 h 14"/>
              </a:gdLst>
              <a:ahLst/>
              <a:cxnLst>
                <a:cxn ang="0">
                  <a:pos x="T0" y="T1"/>
                </a:cxn>
                <a:cxn ang="0">
                  <a:pos x="T2" y="T3"/>
                </a:cxn>
                <a:cxn ang="0">
                  <a:pos x="T4" y="T5"/>
                </a:cxn>
                <a:cxn ang="0">
                  <a:pos x="T6" y="T7"/>
                </a:cxn>
                <a:cxn ang="0">
                  <a:pos x="T8" y="T9"/>
                </a:cxn>
              </a:cxnLst>
              <a:rect l="0" t="0" r="r" b="b"/>
              <a:pathLst>
                <a:path w="31" h="14">
                  <a:moveTo>
                    <a:pt x="18" y="13"/>
                  </a:moveTo>
                  <a:cubicBezTo>
                    <a:pt x="25" y="13"/>
                    <a:pt x="31" y="9"/>
                    <a:pt x="30" y="6"/>
                  </a:cubicBezTo>
                  <a:cubicBezTo>
                    <a:pt x="29" y="3"/>
                    <a:pt x="23" y="0"/>
                    <a:pt x="15" y="1"/>
                  </a:cubicBezTo>
                  <a:cubicBezTo>
                    <a:pt x="7" y="1"/>
                    <a:pt x="0" y="5"/>
                    <a:pt x="1" y="9"/>
                  </a:cubicBezTo>
                  <a:cubicBezTo>
                    <a:pt x="2" y="12"/>
                    <a:pt x="10" y="14"/>
                    <a:pt x="18"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91" name="Freeform 1089"/>
            <p:cNvSpPr/>
            <p:nvPr/>
          </p:nvSpPr>
          <p:spPr bwMode="auto">
            <a:xfrm>
              <a:off x="1938641" y="12061603"/>
              <a:ext cx="84138" cy="36513"/>
            </a:xfrm>
            <a:custGeom>
              <a:avLst/>
              <a:gdLst>
                <a:gd name="T0" fmla="*/ 15 w 31"/>
                <a:gd name="T1" fmla="*/ 1 h 14"/>
                <a:gd name="T2" fmla="*/ 1 w 31"/>
                <a:gd name="T3" fmla="*/ 9 h 14"/>
                <a:gd name="T4" fmla="*/ 18 w 31"/>
                <a:gd name="T5" fmla="*/ 13 h 14"/>
                <a:gd name="T6" fmla="*/ 30 w 31"/>
                <a:gd name="T7" fmla="*/ 6 h 14"/>
                <a:gd name="T8" fmla="*/ 15 w 31"/>
                <a:gd name="T9" fmla="*/ 1 h 14"/>
              </a:gdLst>
              <a:ahLst/>
              <a:cxnLst>
                <a:cxn ang="0">
                  <a:pos x="T0" y="T1"/>
                </a:cxn>
                <a:cxn ang="0">
                  <a:pos x="T2" y="T3"/>
                </a:cxn>
                <a:cxn ang="0">
                  <a:pos x="T4" y="T5"/>
                </a:cxn>
                <a:cxn ang="0">
                  <a:pos x="T6" y="T7"/>
                </a:cxn>
                <a:cxn ang="0">
                  <a:pos x="T8" y="T9"/>
                </a:cxn>
              </a:cxnLst>
              <a:rect l="0" t="0" r="r" b="b"/>
              <a:pathLst>
                <a:path w="31" h="14">
                  <a:moveTo>
                    <a:pt x="15" y="1"/>
                  </a:moveTo>
                  <a:cubicBezTo>
                    <a:pt x="7" y="2"/>
                    <a:pt x="0" y="5"/>
                    <a:pt x="1" y="9"/>
                  </a:cubicBezTo>
                  <a:cubicBezTo>
                    <a:pt x="2" y="12"/>
                    <a:pt x="10" y="14"/>
                    <a:pt x="18" y="13"/>
                  </a:cubicBezTo>
                  <a:cubicBezTo>
                    <a:pt x="26" y="12"/>
                    <a:pt x="31" y="9"/>
                    <a:pt x="30" y="6"/>
                  </a:cubicBezTo>
                  <a:cubicBezTo>
                    <a:pt x="30" y="3"/>
                    <a:pt x="23" y="0"/>
                    <a:pt x="1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92" name="Freeform 1090"/>
            <p:cNvSpPr/>
            <p:nvPr/>
          </p:nvSpPr>
          <p:spPr bwMode="auto">
            <a:xfrm>
              <a:off x="1724329" y="12082240"/>
              <a:ext cx="87313" cy="34925"/>
            </a:xfrm>
            <a:custGeom>
              <a:avLst/>
              <a:gdLst>
                <a:gd name="T0" fmla="*/ 17 w 32"/>
                <a:gd name="T1" fmla="*/ 12 h 13"/>
                <a:gd name="T2" fmla="*/ 31 w 32"/>
                <a:gd name="T3" fmla="*/ 5 h 13"/>
                <a:gd name="T4" fmla="*/ 15 w 32"/>
                <a:gd name="T5" fmla="*/ 1 h 13"/>
                <a:gd name="T6" fmla="*/ 2 w 32"/>
                <a:gd name="T7" fmla="*/ 8 h 13"/>
                <a:gd name="T8" fmla="*/ 17 w 32"/>
                <a:gd name="T9" fmla="*/ 12 h 13"/>
              </a:gdLst>
              <a:ahLst/>
              <a:cxnLst>
                <a:cxn ang="0">
                  <a:pos x="T0" y="T1"/>
                </a:cxn>
                <a:cxn ang="0">
                  <a:pos x="T2" y="T3"/>
                </a:cxn>
                <a:cxn ang="0">
                  <a:pos x="T4" y="T5"/>
                </a:cxn>
                <a:cxn ang="0">
                  <a:pos x="T6" y="T7"/>
                </a:cxn>
                <a:cxn ang="0">
                  <a:pos x="T8" y="T9"/>
                </a:cxn>
              </a:cxnLst>
              <a:rect l="0" t="0" r="r" b="b"/>
              <a:pathLst>
                <a:path w="32" h="13">
                  <a:moveTo>
                    <a:pt x="17" y="12"/>
                  </a:moveTo>
                  <a:cubicBezTo>
                    <a:pt x="26" y="11"/>
                    <a:pt x="32" y="8"/>
                    <a:pt x="31" y="5"/>
                  </a:cubicBezTo>
                  <a:cubicBezTo>
                    <a:pt x="29" y="2"/>
                    <a:pt x="23" y="0"/>
                    <a:pt x="15" y="1"/>
                  </a:cubicBezTo>
                  <a:cubicBezTo>
                    <a:pt x="7" y="2"/>
                    <a:pt x="0" y="5"/>
                    <a:pt x="2" y="8"/>
                  </a:cubicBezTo>
                  <a:cubicBezTo>
                    <a:pt x="3" y="11"/>
                    <a:pt x="10" y="13"/>
                    <a:pt x="17"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93" name="Freeform 1091"/>
            <p:cNvSpPr/>
            <p:nvPr/>
          </p:nvSpPr>
          <p:spPr bwMode="auto">
            <a:xfrm>
              <a:off x="1513191" y="12104465"/>
              <a:ext cx="84138" cy="31750"/>
            </a:xfrm>
            <a:custGeom>
              <a:avLst/>
              <a:gdLst>
                <a:gd name="T0" fmla="*/ 17 w 31"/>
                <a:gd name="T1" fmla="*/ 11 h 12"/>
                <a:gd name="T2" fmla="*/ 30 w 31"/>
                <a:gd name="T3" fmla="*/ 5 h 12"/>
                <a:gd name="T4" fmla="*/ 15 w 31"/>
                <a:gd name="T5" fmla="*/ 1 h 12"/>
                <a:gd name="T6" fmla="*/ 1 w 31"/>
                <a:gd name="T7" fmla="*/ 8 h 12"/>
                <a:gd name="T8" fmla="*/ 17 w 31"/>
                <a:gd name="T9" fmla="*/ 11 h 12"/>
              </a:gdLst>
              <a:ahLst/>
              <a:cxnLst>
                <a:cxn ang="0">
                  <a:pos x="T0" y="T1"/>
                </a:cxn>
                <a:cxn ang="0">
                  <a:pos x="T2" y="T3"/>
                </a:cxn>
                <a:cxn ang="0">
                  <a:pos x="T4" y="T5"/>
                </a:cxn>
                <a:cxn ang="0">
                  <a:pos x="T6" y="T7"/>
                </a:cxn>
                <a:cxn ang="0">
                  <a:pos x="T8" y="T9"/>
                </a:cxn>
              </a:cxnLst>
              <a:rect l="0" t="0" r="r" b="b"/>
              <a:pathLst>
                <a:path w="31" h="12">
                  <a:moveTo>
                    <a:pt x="17" y="11"/>
                  </a:moveTo>
                  <a:cubicBezTo>
                    <a:pt x="25" y="11"/>
                    <a:pt x="31" y="8"/>
                    <a:pt x="30" y="5"/>
                  </a:cubicBezTo>
                  <a:cubicBezTo>
                    <a:pt x="29" y="2"/>
                    <a:pt x="23" y="0"/>
                    <a:pt x="15" y="1"/>
                  </a:cubicBezTo>
                  <a:cubicBezTo>
                    <a:pt x="6" y="1"/>
                    <a:pt x="0" y="5"/>
                    <a:pt x="1" y="8"/>
                  </a:cubicBezTo>
                  <a:cubicBezTo>
                    <a:pt x="1" y="11"/>
                    <a:pt x="9" y="12"/>
                    <a:pt x="17"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94" name="Freeform 1092"/>
            <p:cNvSpPr/>
            <p:nvPr/>
          </p:nvSpPr>
          <p:spPr bwMode="auto">
            <a:xfrm>
              <a:off x="1298879" y="12126690"/>
              <a:ext cx="84138" cy="34925"/>
            </a:xfrm>
            <a:custGeom>
              <a:avLst/>
              <a:gdLst>
                <a:gd name="T0" fmla="*/ 19 w 31"/>
                <a:gd name="T1" fmla="*/ 12 h 13"/>
                <a:gd name="T2" fmla="*/ 30 w 31"/>
                <a:gd name="T3" fmla="*/ 5 h 13"/>
                <a:gd name="T4" fmla="*/ 13 w 31"/>
                <a:gd name="T5" fmla="*/ 1 h 13"/>
                <a:gd name="T6" fmla="*/ 1 w 31"/>
                <a:gd name="T7" fmla="*/ 9 h 13"/>
                <a:gd name="T8" fmla="*/ 19 w 31"/>
                <a:gd name="T9" fmla="*/ 12 h 13"/>
              </a:gdLst>
              <a:ahLst/>
              <a:cxnLst>
                <a:cxn ang="0">
                  <a:pos x="T0" y="T1"/>
                </a:cxn>
                <a:cxn ang="0">
                  <a:pos x="T2" y="T3"/>
                </a:cxn>
                <a:cxn ang="0">
                  <a:pos x="T4" y="T5"/>
                </a:cxn>
                <a:cxn ang="0">
                  <a:pos x="T6" y="T7"/>
                </a:cxn>
                <a:cxn ang="0">
                  <a:pos x="T8" y="T9"/>
                </a:cxn>
              </a:cxnLst>
              <a:rect l="0" t="0" r="r" b="b"/>
              <a:pathLst>
                <a:path w="31" h="13">
                  <a:moveTo>
                    <a:pt x="19" y="12"/>
                  </a:moveTo>
                  <a:cubicBezTo>
                    <a:pt x="26" y="11"/>
                    <a:pt x="31" y="8"/>
                    <a:pt x="30" y="5"/>
                  </a:cubicBezTo>
                  <a:cubicBezTo>
                    <a:pt x="29" y="2"/>
                    <a:pt x="21" y="0"/>
                    <a:pt x="13" y="1"/>
                  </a:cubicBezTo>
                  <a:cubicBezTo>
                    <a:pt x="5" y="2"/>
                    <a:pt x="0" y="6"/>
                    <a:pt x="1" y="9"/>
                  </a:cubicBezTo>
                  <a:cubicBezTo>
                    <a:pt x="2" y="11"/>
                    <a:pt x="10" y="13"/>
                    <a:pt x="1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95" name="Freeform 1093"/>
            <p:cNvSpPr/>
            <p:nvPr/>
          </p:nvSpPr>
          <p:spPr bwMode="auto">
            <a:xfrm>
              <a:off x="1087741" y="12150503"/>
              <a:ext cx="80963" cy="34925"/>
            </a:xfrm>
            <a:custGeom>
              <a:avLst/>
              <a:gdLst>
                <a:gd name="T0" fmla="*/ 13 w 30"/>
                <a:gd name="T1" fmla="*/ 2 h 13"/>
                <a:gd name="T2" fmla="*/ 0 w 30"/>
                <a:gd name="T3" fmla="*/ 9 h 13"/>
                <a:gd name="T4" fmla="*/ 17 w 30"/>
                <a:gd name="T5" fmla="*/ 12 h 13"/>
                <a:gd name="T6" fmla="*/ 29 w 30"/>
                <a:gd name="T7" fmla="*/ 5 h 13"/>
                <a:gd name="T8" fmla="*/ 13 w 30"/>
                <a:gd name="T9" fmla="*/ 2 h 13"/>
              </a:gdLst>
              <a:ahLst/>
              <a:cxnLst>
                <a:cxn ang="0">
                  <a:pos x="T0" y="T1"/>
                </a:cxn>
                <a:cxn ang="0">
                  <a:pos x="T2" y="T3"/>
                </a:cxn>
                <a:cxn ang="0">
                  <a:pos x="T4" y="T5"/>
                </a:cxn>
                <a:cxn ang="0">
                  <a:pos x="T6" y="T7"/>
                </a:cxn>
                <a:cxn ang="0">
                  <a:pos x="T8" y="T9"/>
                </a:cxn>
              </a:cxnLst>
              <a:rect l="0" t="0" r="r" b="b"/>
              <a:pathLst>
                <a:path w="30" h="13">
                  <a:moveTo>
                    <a:pt x="13" y="2"/>
                  </a:moveTo>
                  <a:cubicBezTo>
                    <a:pt x="5" y="3"/>
                    <a:pt x="0" y="6"/>
                    <a:pt x="0" y="9"/>
                  </a:cubicBezTo>
                  <a:cubicBezTo>
                    <a:pt x="1" y="12"/>
                    <a:pt x="9" y="13"/>
                    <a:pt x="17" y="12"/>
                  </a:cubicBezTo>
                  <a:cubicBezTo>
                    <a:pt x="25" y="11"/>
                    <a:pt x="30" y="8"/>
                    <a:pt x="29" y="5"/>
                  </a:cubicBezTo>
                  <a:cubicBezTo>
                    <a:pt x="29" y="2"/>
                    <a:pt x="21"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96" name="Freeform 1094"/>
            <p:cNvSpPr/>
            <p:nvPr/>
          </p:nvSpPr>
          <p:spPr bwMode="auto">
            <a:xfrm>
              <a:off x="873429" y="12177490"/>
              <a:ext cx="80963" cy="34925"/>
            </a:xfrm>
            <a:custGeom>
              <a:avLst/>
              <a:gdLst>
                <a:gd name="T0" fmla="*/ 14 w 30"/>
                <a:gd name="T1" fmla="*/ 1 h 13"/>
                <a:gd name="T2" fmla="*/ 1 w 30"/>
                <a:gd name="T3" fmla="*/ 8 h 13"/>
                <a:gd name="T4" fmla="*/ 17 w 30"/>
                <a:gd name="T5" fmla="*/ 12 h 13"/>
                <a:gd name="T6" fmla="*/ 30 w 30"/>
                <a:gd name="T7" fmla="*/ 6 h 13"/>
                <a:gd name="T8" fmla="*/ 14 w 30"/>
                <a:gd name="T9" fmla="*/ 1 h 13"/>
              </a:gdLst>
              <a:ahLst/>
              <a:cxnLst>
                <a:cxn ang="0">
                  <a:pos x="T0" y="T1"/>
                </a:cxn>
                <a:cxn ang="0">
                  <a:pos x="T2" y="T3"/>
                </a:cxn>
                <a:cxn ang="0">
                  <a:pos x="T4" y="T5"/>
                </a:cxn>
                <a:cxn ang="0">
                  <a:pos x="T6" y="T7"/>
                </a:cxn>
                <a:cxn ang="0">
                  <a:pos x="T8" y="T9"/>
                </a:cxn>
              </a:cxnLst>
              <a:rect l="0" t="0" r="r" b="b"/>
              <a:pathLst>
                <a:path w="30" h="13">
                  <a:moveTo>
                    <a:pt x="14" y="1"/>
                  </a:moveTo>
                  <a:cubicBezTo>
                    <a:pt x="6" y="2"/>
                    <a:pt x="0" y="5"/>
                    <a:pt x="1" y="8"/>
                  </a:cubicBezTo>
                  <a:cubicBezTo>
                    <a:pt x="1" y="11"/>
                    <a:pt x="8" y="13"/>
                    <a:pt x="17" y="12"/>
                  </a:cubicBezTo>
                  <a:cubicBezTo>
                    <a:pt x="24" y="11"/>
                    <a:pt x="30" y="9"/>
                    <a:pt x="30" y="6"/>
                  </a:cubicBezTo>
                  <a:cubicBezTo>
                    <a:pt x="29" y="3"/>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97" name="Freeform 1095"/>
            <p:cNvSpPr/>
            <p:nvPr/>
          </p:nvSpPr>
          <p:spPr bwMode="auto">
            <a:xfrm>
              <a:off x="660704" y="12201303"/>
              <a:ext cx="80963" cy="38100"/>
            </a:xfrm>
            <a:custGeom>
              <a:avLst/>
              <a:gdLst>
                <a:gd name="T0" fmla="*/ 16 w 30"/>
                <a:gd name="T1" fmla="*/ 12 h 14"/>
                <a:gd name="T2" fmla="*/ 29 w 30"/>
                <a:gd name="T3" fmla="*/ 4 h 14"/>
                <a:gd name="T4" fmla="*/ 13 w 30"/>
                <a:gd name="T5" fmla="*/ 1 h 14"/>
                <a:gd name="T6" fmla="*/ 0 w 30"/>
                <a:gd name="T7" fmla="*/ 9 h 14"/>
                <a:gd name="T8" fmla="*/ 16 w 30"/>
                <a:gd name="T9" fmla="*/ 12 h 14"/>
              </a:gdLst>
              <a:ahLst/>
              <a:cxnLst>
                <a:cxn ang="0">
                  <a:pos x="T0" y="T1"/>
                </a:cxn>
                <a:cxn ang="0">
                  <a:pos x="T2" y="T3"/>
                </a:cxn>
                <a:cxn ang="0">
                  <a:pos x="T4" y="T5"/>
                </a:cxn>
                <a:cxn ang="0">
                  <a:pos x="T6" y="T7"/>
                </a:cxn>
                <a:cxn ang="0">
                  <a:pos x="T8" y="T9"/>
                </a:cxn>
              </a:cxnLst>
              <a:rect l="0" t="0" r="r" b="b"/>
              <a:pathLst>
                <a:path w="30" h="14">
                  <a:moveTo>
                    <a:pt x="16" y="12"/>
                  </a:moveTo>
                  <a:cubicBezTo>
                    <a:pt x="24" y="11"/>
                    <a:pt x="30" y="8"/>
                    <a:pt x="29" y="4"/>
                  </a:cubicBezTo>
                  <a:cubicBezTo>
                    <a:pt x="28" y="1"/>
                    <a:pt x="21" y="0"/>
                    <a:pt x="13" y="1"/>
                  </a:cubicBezTo>
                  <a:cubicBezTo>
                    <a:pt x="5" y="2"/>
                    <a:pt x="0" y="6"/>
                    <a:pt x="0" y="9"/>
                  </a:cubicBezTo>
                  <a:cubicBezTo>
                    <a:pt x="0" y="12"/>
                    <a:pt x="8" y="14"/>
                    <a:pt x="16"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98" name="Freeform 1096"/>
            <p:cNvSpPr/>
            <p:nvPr/>
          </p:nvSpPr>
          <p:spPr bwMode="auto">
            <a:xfrm>
              <a:off x="446391" y="12234640"/>
              <a:ext cx="80963" cy="42863"/>
            </a:xfrm>
            <a:custGeom>
              <a:avLst/>
              <a:gdLst>
                <a:gd name="T0" fmla="*/ 1 w 30"/>
                <a:gd name="T1" fmla="*/ 11 h 16"/>
                <a:gd name="T2" fmla="*/ 18 w 30"/>
                <a:gd name="T3" fmla="*/ 14 h 16"/>
                <a:gd name="T4" fmla="*/ 30 w 30"/>
                <a:gd name="T5" fmla="*/ 5 h 16"/>
                <a:gd name="T6" fmla="*/ 14 w 30"/>
                <a:gd name="T7" fmla="*/ 1 h 16"/>
                <a:gd name="T8" fmla="*/ 1 w 30"/>
                <a:gd name="T9" fmla="*/ 11 h 16"/>
              </a:gdLst>
              <a:ahLst/>
              <a:cxnLst>
                <a:cxn ang="0">
                  <a:pos x="T0" y="T1"/>
                </a:cxn>
                <a:cxn ang="0">
                  <a:pos x="T2" y="T3"/>
                </a:cxn>
                <a:cxn ang="0">
                  <a:pos x="T4" y="T5"/>
                </a:cxn>
                <a:cxn ang="0">
                  <a:pos x="T6" y="T7"/>
                </a:cxn>
                <a:cxn ang="0">
                  <a:pos x="T8" y="T9"/>
                </a:cxn>
              </a:cxnLst>
              <a:rect l="0" t="0" r="r" b="b"/>
              <a:pathLst>
                <a:path w="30" h="16">
                  <a:moveTo>
                    <a:pt x="1" y="11"/>
                  </a:moveTo>
                  <a:cubicBezTo>
                    <a:pt x="2" y="15"/>
                    <a:pt x="10" y="16"/>
                    <a:pt x="18" y="14"/>
                  </a:cubicBezTo>
                  <a:cubicBezTo>
                    <a:pt x="25" y="13"/>
                    <a:pt x="30" y="9"/>
                    <a:pt x="30" y="5"/>
                  </a:cubicBezTo>
                  <a:cubicBezTo>
                    <a:pt x="29" y="2"/>
                    <a:pt x="22" y="0"/>
                    <a:pt x="14" y="1"/>
                  </a:cubicBezTo>
                  <a:cubicBezTo>
                    <a:pt x="6" y="3"/>
                    <a:pt x="0" y="7"/>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099" name="Freeform 1097"/>
            <p:cNvSpPr/>
            <p:nvPr/>
          </p:nvSpPr>
          <p:spPr bwMode="auto">
            <a:xfrm>
              <a:off x="232079" y="12275915"/>
              <a:ext cx="84138" cy="47625"/>
            </a:xfrm>
            <a:custGeom>
              <a:avLst/>
              <a:gdLst>
                <a:gd name="T0" fmla="*/ 18 w 31"/>
                <a:gd name="T1" fmla="*/ 16 h 18"/>
                <a:gd name="T2" fmla="*/ 30 w 31"/>
                <a:gd name="T3" fmla="*/ 6 h 18"/>
                <a:gd name="T4" fmla="*/ 15 w 31"/>
                <a:gd name="T5" fmla="*/ 1 h 18"/>
                <a:gd name="T6" fmla="*/ 1 w 31"/>
                <a:gd name="T7" fmla="*/ 12 h 18"/>
                <a:gd name="T8" fmla="*/ 18 w 31"/>
                <a:gd name="T9" fmla="*/ 16 h 18"/>
              </a:gdLst>
              <a:ahLst/>
              <a:cxnLst>
                <a:cxn ang="0">
                  <a:pos x="T0" y="T1"/>
                </a:cxn>
                <a:cxn ang="0">
                  <a:pos x="T2" y="T3"/>
                </a:cxn>
                <a:cxn ang="0">
                  <a:pos x="T4" y="T5"/>
                </a:cxn>
                <a:cxn ang="0">
                  <a:pos x="T6" y="T7"/>
                </a:cxn>
                <a:cxn ang="0">
                  <a:pos x="T8" y="T9"/>
                </a:cxn>
              </a:cxnLst>
              <a:rect l="0" t="0" r="r" b="b"/>
              <a:pathLst>
                <a:path w="31" h="18">
                  <a:moveTo>
                    <a:pt x="18" y="16"/>
                  </a:moveTo>
                  <a:cubicBezTo>
                    <a:pt x="26" y="14"/>
                    <a:pt x="31" y="10"/>
                    <a:pt x="30" y="6"/>
                  </a:cubicBezTo>
                  <a:cubicBezTo>
                    <a:pt x="30" y="2"/>
                    <a:pt x="23" y="0"/>
                    <a:pt x="15" y="1"/>
                  </a:cubicBezTo>
                  <a:cubicBezTo>
                    <a:pt x="7" y="2"/>
                    <a:pt x="0" y="7"/>
                    <a:pt x="1" y="12"/>
                  </a:cubicBezTo>
                  <a:cubicBezTo>
                    <a:pt x="2" y="16"/>
                    <a:pt x="10" y="18"/>
                    <a:pt x="18"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00" name="Freeform 1098"/>
            <p:cNvSpPr/>
            <p:nvPr/>
          </p:nvSpPr>
          <p:spPr bwMode="auto">
            <a:xfrm>
              <a:off x="22529" y="12315603"/>
              <a:ext cx="79375" cy="53975"/>
            </a:xfrm>
            <a:custGeom>
              <a:avLst/>
              <a:gdLst>
                <a:gd name="T0" fmla="*/ 16 w 29"/>
                <a:gd name="T1" fmla="*/ 19 h 20"/>
                <a:gd name="T2" fmla="*/ 29 w 29"/>
                <a:gd name="T3" fmla="*/ 7 h 20"/>
                <a:gd name="T4" fmla="*/ 14 w 29"/>
                <a:gd name="T5" fmla="*/ 1 h 20"/>
                <a:gd name="T6" fmla="*/ 0 w 29"/>
                <a:gd name="T7" fmla="*/ 12 h 20"/>
                <a:gd name="T8" fmla="*/ 16 w 29"/>
                <a:gd name="T9" fmla="*/ 19 h 20"/>
              </a:gdLst>
              <a:ahLst/>
              <a:cxnLst>
                <a:cxn ang="0">
                  <a:pos x="T0" y="T1"/>
                </a:cxn>
                <a:cxn ang="0">
                  <a:pos x="T2" y="T3"/>
                </a:cxn>
                <a:cxn ang="0">
                  <a:pos x="T4" y="T5"/>
                </a:cxn>
                <a:cxn ang="0">
                  <a:pos x="T6" y="T7"/>
                </a:cxn>
                <a:cxn ang="0">
                  <a:pos x="T8" y="T9"/>
                </a:cxn>
              </a:cxnLst>
              <a:rect l="0" t="0" r="r" b="b"/>
              <a:pathLst>
                <a:path w="29" h="20">
                  <a:moveTo>
                    <a:pt x="16" y="19"/>
                  </a:moveTo>
                  <a:cubicBezTo>
                    <a:pt x="24" y="17"/>
                    <a:pt x="29" y="12"/>
                    <a:pt x="29" y="7"/>
                  </a:cubicBezTo>
                  <a:cubicBezTo>
                    <a:pt x="28" y="3"/>
                    <a:pt x="22" y="0"/>
                    <a:pt x="14" y="1"/>
                  </a:cubicBezTo>
                  <a:cubicBezTo>
                    <a:pt x="6" y="2"/>
                    <a:pt x="0" y="7"/>
                    <a:pt x="0" y="12"/>
                  </a:cubicBezTo>
                  <a:cubicBezTo>
                    <a:pt x="0" y="17"/>
                    <a:pt x="8" y="20"/>
                    <a:pt x="16"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01" name="Freeform 1099"/>
            <p:cNvSpPr/>
            <p:nvPr/>
          </p:nvSpPr>
          <p:spPr bwMode="auto">
            <a:xfrm>
              <a:off x="11717641" y="9054878"/>
              <a:ext cx="74613" cy="152400"/>
            </a:xfrm>
            <a:custGeom>
              <a:avLst/>
              <a:gdLst>
                <a:gd name="T0" fmla="*/ 12 w 27"/>
                <a:gd name="T1" fmla="*/ 25 h 56"/>
                <a:gd name="T2" fmla="*/ 1 w 27"/>
                <a:gd name="T3" fmla="*/ 53 h 56"/>
                <a:gd name="T4" fmla="*/ 16 w 27"/>
                <a:gd name="T5" fmla="*/ 29 h 56"/>
                <a:gd name="T6" fmla="*/ 27 w 27"/>
                <a:gd name="T7" fmla="*/ 2 h 56"/>
                <a:gd name="T8" fmla="*/ 12 w 27"/>
                <a:gd name="T9" fmla="*/ 25 h 56"/>
              </a:gdLst>
              <a:ahLst/>
              <a:cxnLst>
                <a:cxn ang="0">
                  <a:pos x="T0" y="T1"/>
                </a:cxn>
                <a:cxn ang="0">
                  <a:pos x="T2" y="T3"/>
                </a:cxn>
                <a:cxn ang="0">
                  <a:pos x="T4" y="T5"/>
                </a:cxn>
                <a:cxn ang="0">
                  <a:pos x="T6" y="T7"/>
                </a:cxn>
                <a:cxn ang="0">
                  <a:pos x="T8" y="T9"/>
                </a:cxn>
              </a:cxnLst>
              <a:rect l="0" t="0" r="r" b="b"/>
              <a:pathLst>
                <a:path w="27" h="56">
                  <a:moveTo>
                    <a:pt x="12" y="25"/>
                  </a:moveTo>
                  <a:cubicBezTo>
                    <a:pt x="5" y="38"/>
                    <a:pt x="0" y="51"/>
                    <a:pt x="1" y="53"/>
                  </a:cubicBezTo>
                  <a:cubicBezTo>
                    <a:pt x="2" y="56"/>
                    <a:pt x="9" y="44"/>
                    <a:pt x="16" y="29"/>
                  </a:cubicBezTo>
                  <a:cubicBezTo>
                    <a:pt x="22" y="15"/>
                    <a:pt x="27" y="4"/>
                    <a:pt x="27" y="2"/>
                  </a:cubicBezTo>
                  <a:cubicBezTo>
                    <a:pt x="26" y="0"/>
                    <a:pt x="19" y="10"/>
                    <a:pt x="12"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02" name="Freeform 1100"/>
            <p:cNvSpPr/>
            <p:nvPr/>
          </p:nvSpPr>
          <p:spPr bwMode="auto">
            <a:xfrm>
              <a:off x="11533491" y="9458103"/>
              <a:ext cx="73025" cy="173038"/>
            </a:xfrm>
            <a:custGeom>
              <a:avLst/>
              <a:gdLst>
                <a:gd name="T0" fmla="*/ 12 w 27"/>
                <a:gd name="T1" fmla="*/ 28 h 64"/>
                <a:gd name="T2" fmla="*/ 1 w 27"/>
                <a:gd name="T3" fmla="*/ 61 h 64"/>
                <a:gd name="T4" fmla="*/ 16 w 27"/>
                <a:gd name="T5" fmla="*/ 36 h 64"/>
                <a:gd name="T6" fmla="*/ 26 w 27"/>
                <a:gd name="T7" fmla="*/ 3 h 64"/>
                <a:gd name="T8" fmla="*/ 12 w 27"/>
                <a:gd name="T9" fmla="*/ 28 h 64"/>
              </a:gdLst>
              <a:ahLst/>
              <a:cxnLst>
                <a:cxn ang="0">
                  <a:pos x="T0" y="T1"/>
                </a:cxn>
                <a:cxn ang="0">
                  <a:pos x="T2" y="T3"/>
                </a:cxn>
                <a:cxn ang="0">
                  <a:pos x="T4" y="T5"/>
                </a:cxn>
                <a:cxn ang="0">
                  <a:pos x="T6" y="T7"/>
                </a:cxn>
                <a:cxn ang="0">
                  <a:pos x="T8" y="T9"/>
                </a:cxn>
              </a:cxnLst>
              <a:rect l="0" t="0" r="r" b="b"/>
              <a:pathLst>
                <a:path w="27" h="64">
                  <a:moveTo>
                    <a:pt x="12" y="28"/>
                  </a:moveTo>
                  <a:cubicBezTo>
                    <a:pt x="5" y="43"/>
                    <a:pt x="0" y="58"/>
                    <a:pt x="1" y="61"/>
                  </a:cubicBezTo>
                  <a:cubicBezTo>
                    <a:pt x="2" y="64"/>
                    <a:pt x="9" y="53"/>
                    <a:pt x="16" y="36"/>
                  </a:cubicBezTo>
                  <a:cubicBezTo>
                    <a:pt x="23" y="21"/>
                    <a:pt x="27" y="6"/>
                    <a:pt x="26" y="3"/>
                  </a:cubicBezTo>
                  <a:cubicBezTo>
                    <a:pt x="25" y="0"/>
                    <a:pt x="19" y="12"/>
                    <a:pt x="12"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03" name="Freeform 1101"/>
            <p:cNvSpPr/>
            <p:nvPr/>
          </p:nvSpPr>
          <p:spPr bwMode="auto">
            <a:xfrm>
              <a:off x="11346166" y="9850215"/>
              <a:ext cx="76200" cy="136525"/>
            </a:xfrm>
            <a:custGeom>
              <a:avLst/>
              <a:gdLst>
                <a:gd name="T0" fmla="*/ 1 w 28"/>
                <a:gd name="T1" fmla="*/ 44 h 50"/>
                <a:gd name="T2" fmla="*/ 16 w 28"/>
                <a:gd name="T3" fmla="*/ 33 h 50"/>
                <a:gd name="T4" fmla="*/ 27 w 28"/>
                <a:gd name="T5" fmla="*/ 4 h 50"/>
                <a:gd name="T6" fmla="*/ 13 w 28"/>
                <a:gd name="T7" fmla="*/ 16 h 50"/>
                <a:gd name="T8" fmla="*/ 1 w 28"/>
                <a:gd name="T9" fmla="*/ 44 h 50"/>
              </a:gdLst>
              <a:ahLst/>
              <a:cxnLst>
                <a:cxn ang="0">
                  <a:pos x="T0" y="T1"/>
                </a:cxn>
                <a:cxn ang="0">
                  <a:pos x="T2" y="T3"/>
                </a:cxn>
                <a:cxn ang="0">
                  <a:pos x="T4" y="T5"/>
                </a:cxn>
                <a:cxn ang="0">
                  <a:pos x="T6" y="T7"/>
                </a:cxn>
                <a:cxn ang="0">
                  <a:pos x="T8" y="T9"/>
                </a:cxn>
              </a:cxnLst>
              <a:rect l="0" t="0" r="r" b="b"/>
              <a:pathLst>
                <a:path w="28" h="50">
                  <a:moveTo>
                    <a:pt x="1" y="44"/>
                  </a:moveTo>
                  <a:cubicBezTo>
                    <a:pt x="2" y="50"/>
                    <a:pt x="9" y="45"/>
                    <a:pt x="16" y="33"/>
                  </a:cubicBezTo>
                  <a:cubicBezTo>
                    <a:pt x="23" y="22"/>
                    <a:pt x="28" y="9"/>
                    <a:pt x="27" y="4"/>
                  </a:cubicBezTo>
                  <a:cubicBezTo>
                    <a:pt x="26" y="0"/>
                    <a:pt x="20" y="6"/>
                    <a:pt x="13" y="16"/>
                  </a:cubicBezTo>
                  <a:cubicBezTo>
                    <a:pt x="5" y="27"/>
                    <a:pt x="0" y="39"/>
                    <a:pt x="1"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04" name="Freeform 1102"/>
            <p:cNvSpPr/>
            <p:nvPr/>
          </p:nvSpPr>
          <p:spPr bwMode="auto">
            <a:xfrm>
              <a:off x="11138204" y="10043890"/>
              <a:ext cx="85725" cy="61913"/>
            </a:xfrm>
            <a:custGeom>
              <a:avLst/>
              <a:gdLst>
                <a:gd name="T0" fmla="*/ 1 w 32"/>
                <a:gd name="T1" fmla="*/ 10 h 23"/>
                <a:gd name="T2" fmla="*/ 19 w 32"/>
                <a:gd name="T3" fmla="*/ 23 h 23"/>
                <a:gd name="T4" fmla="*/ 31 w 32"/>
                <a:gd name="T5" fmla="*/ 11 h 23"/>
                <a:gd name="T6" fmla="*/ 15 w 32"/>
                <a:gd name="T7" fmla="*/ 1 h 23"/>
                <a:gd name="T8" fmla="*/ 1 w 32"/>
                <a:gd name="T9" fmla="*/ 10 h 23"/>
              </a:gdLst>
              <a:ahLst/>
              <a:cxnLst>
                <a:cxn ang="0">
                  <a:pos x="T0" y="T1"/>
                </a:cxn>
                <a:cxn ang="0">
                  <a:pos x="T2" y="T3"/>
                </a:cxn>
                <a:cxn ang="0">
                  <a:pos x="T4" y="T5"/>
                </a:cxn>
                <a:cxn ang="0">
                  <a:pos x="T6" y="T7"/>
                </a:cxn>
                <a:cxn ang="0">
                  <a:pos x="T8" y="T9"/>
                </a:cxn>
              </a:cxnLst>
              <a:rect l="0" t="0" r="r" b="b"/>
              <a:pathLst>
                <a:path w="32" h="23">
                  <a:moveTo>
                    <a:pt x="1" y="10"/>
                  </a:moveTo>
                  <a:cubicBezTo>
                    <a:pt x="2" y="16"/>
                    <a:pt x="11" y="22"/>
                    <a:pt x="19" y="23"/>
                  </a:cubicBezTo>
                  <a:cubicBezTo>
                    <a:pt x="27" y="23"/>
                    <a:pt x="32" y="16"/>
                    <a:pt x="31" y="11"/>
                  </a:cubicBezTo>
                  <a:cubicBezTo>
                    <a:pt x="30" y="6"/>
                    <a:pt x="23" y="3"/>
                    <a:pt x="15" y="1"/>
                  </a:cubicBezTo>
                  <a:cubicBezTo>
                    <a:pt x="6" y="0"/>
                    <a:pt x="0" y="4"/>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05" name="Freeform 1103"/>
            <p:cNvSpPr/>
            <p:nvPr/>
          </p:nvSpPr>
          <p:spPr bwMode="auto">
            <a:xfrm>
              <a:off x="10922304" y="10024840"/>
              <a:ext cx="84138" cy="57150"/>
            </a:xfrm>
            <a:custGeom>
              <a:avLst/>
              <a:gdLst>
                <a:gd name="T0" fmla="*/ 0 w 31"/>
                <a:gd name="T1" fmla="*/ 9 h 21"/>
                <a:gd name="T2" fmla="*/ 17 w 31"/>
                <a:gd name="T3" fmla="*/ 20 h 21"/>
                <a:gd name="T4" fmla="*/ 30 w 31"/>
                <a:gd name="T5" fmla="*/ 12 h 21"/>
                <a:gd name="T6" fmla="*/ 13 w 31"/>
                <a:gd name="T7" fmla="*/ 1 h 21"/>
                <a:gd name="T8" fmla="*/ 0 w 31"/>
                <a:gd name="T9" fmla="*/ 9 h 21"/>
              </a:gdLst>
              <a:ahLst/>
              <a:cxnLst>
                <a:cxn ang="0">
                  <a:pos x="T0" y="T1"/>
                </a:cxn>
                <a:cxn ang="0">
                  <a:pos x="T2" y="T3"/>
                </a:cxn>
                <a:cxn ang="0">
                  <a:pos x="T4" y="T5"/>
                </a:cxn>
                <a:cxn ang="0">
                  <a:pos x="T6" y="T7"/>
                </a:cxn>
                <a:cxn ang="0">
                  <a:pos x="T8" y="T9"/>
                </a:cxn>
              </a:cxnLst>
              <a:rect l="0" t="0" r="r" b="b"/>
              <a:pathLst>
                <a:path w="31" h="21">
                  <a:moveTo>
                    <a:pt x="0" y="9"/>
                  </a:moveTo>
                  <a:cubicBezTo>
                    <a:pt x="1" y="14"/>
                    <a:pt x="9" y="20"/>
                    <a:pt x="17" y="20"/>
                  </a:cubicBezTo>
                  <a:cubicBezTo>
                    <a:pt x="25" y="21"/>
                    <a:pt x="31" y="18"/>
                    <a:pt x="30" y="12"/>
                  </a:cubicBezTo>
                  <a:cubicBezTo>
                    <a:pt x="29" y="6"/>
                    <a:pt x="22" y="1"/>
                    <a:pt x="13" y="1"/>
                  </a:cubicBezTo>
                  <a:cubicBezTo>
                    <a:pt x="5" y="0"/>
                    <a:pt x="0" y="4"/>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06" name="Freeform 1104"/>
            <p:cNvSpPr/>
            <p:nvPr/>
          </p:nvSpPr>
          <p:spPr bwMode="auto">
            <a:xfrm>
              <a:off x="10703229" y="10013728"/>
              <a:ext cx="87313" cy="52388"/>
            </a:xfrm>
            <a:custGeom>
              <a:avLst/>
              <a:gdLst>
                <a:gd name="T0" fmla="*/ 31 w 32"/>
                <a:gd name="T1" fmla="*/ 11 h 19"/>
                <a:gd name="T2" fmla="*/ 15 w 32"/>
                <a:gd name="T3" fmla="*/ 1 h 19"/>
                <a:gd name="T4" fmla="*/ 1 w 32"/>
                <a:gd name="T5" fmla="*/ 9 h 19"/>
                <a:gd name="T6" fmla="*/ 18 w 32"/>
                <a:gd name="T7" fmla="*/ 19 h 19"/>
                <a:gd name="T8" fmla="*/ 31 w 32"/>
                <a:gd name="T9" fmla="*/ 11 h 19"/>
              </a:gdLst>
              <a:ahLst/>
              <a:cxnLst>
                <a:cxn ang="0">
                  <a:pos x="T0" y="T1"/>
                </a:cxn>
                <a:cxn ang="0">
                  <a:pos x="T2" y="T3"/>
                </a:cxn>
                <a:cxn ang="0">
                  <a:pos x="T4" y="T5"/>
                </a:cxn>
                <a:cxn ang="0">
                  <a:pos x="T6" y="T7"/>
                </a:cxn>
                <a:cxn ang="0">
                  <a:pos x="T8" y="T9"/>
                </a:cxn>
              </a:cxnLst>
              <a:rect l="0" t="0" r="r" b="b"/>
              <a:pathLst>
                <a:path w="32" h="19">
                  <a:moveTo>
                    <a:pt x="31" y="11"/>
                  </a:moveTo>
                  <a:cubicBezTo>
                    <a:pt x="30" y="6"/>
                    <a:pt x="23" y="1"/>
                    <a:pt x="15" y="1"/>
                  </a:cubicBezTo>
                  <a:cubicBezTo>
                    <a:pt x="7" y="0"/>
                    <a:pt x="0" y="4"/>
                    <a:pt x="1" y="9"/>
                  </a:cubicBezTo>
                  <a:cubicBezTo>
                    <a:pt x="2" y="14"/>
                    <a:pt x="10" y="19"/>
                    <a:pt x="18" y="19"/>
                  </a:cubicBezTo>
                  <a:cubicBezTo>
                    <a:pt x="26" y="19"/>
                    <a:pt x="32" y="16"/>
                    <a:pt x="3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07" name="Freeform 1105"/>
            <p:cNvSpPr/>
            <p:nvPr/>
          </p:nvSpPr>
          <p:spPr bwMode="auto">
            <a:xfrm>
              <a:off x="10484154" y="10010553"/>
              <a:ext cx="85725" cy="49213"/>
            </a:xfrm>
            <a:custGeom>
              <a:avLst/>
              <a:gdLst>
                <a:gd name="T0" fmla="*/ 19 w 32"/>
                <a:gd name="T1" fmla="*/ 18 h 18"/>
                <a:gd name="T2" fmla="*/ 31 w 32"/>
                <a:gd name="T3" fmla="*/ 9 h 18"/>
                <a:gd name="T4" fmla="*/ 16 w 32"/>
                <a:gd name="T5" fmla="*/ 0 h 18"/>
                <a:gd name="T6" fmla="*/ 1 w 32"/>
                <a:gd name="T7" fmla="*/ 9 h 18"/>
                <a:gd name="T8" fmla="*/ 19 w 32"/>
                <a:gd name="T9" fmla="*/ 18 h 18"/>
              </a:gdLst>
              <a:ahLst/>
              <a:cxnLst>
                <a:cxn ang="0">
                  <a:pos x="T0" y="T1"/>
                </a:cxn>
                <a:cxn ang="0">
                  <a:pos x="T2" y="T3"/>
                </a:cxn>
                <a:cxn ang="0">
                  <a:pos x="T4" y="T5"/>
                </a:cxn>
                <a:cxn ang="0">
                  <a:pos x="T6" y="T7"/>
                </a:cxn>
                <a:cxn ang="0">
                  <a:pos x="T8" y="T9"/>
                </a:cxn>
              </a:cxnLst>
              <a:rect l="0" t="0" r="r" b="b"/>
              <a:pathLst>
                <a:path w="32" h="18">
                  <a:moveTo>
                    <a:pt x="19" y="18"/>
                  </a:moveTo>
                  <a:cubicBezTo>
                    <a:pt x="27" y="18"/>
                    <a:pt x="32" y="14"/>
                    <a:pt x="31" y="9"/>
                  </a:cubicBezTo>
                  <a:cubicBezTo>
                    <a:pt x="30" y="5"/>
                    <a:pt x="23" y="1"/>
                    <a:pt x="16" y="0"/>
                  </a:cubicBezTo>
                  <a:cubicBezTo>
                    <a:pt x="7" y="0"/>
                    <a:pt x="0" y="4"/>
                    <a:pt x="1" y="9"/>
                  </a:cubicBezTo>
                  <a:cubicBezTo>
                    <a:pt x="2" y="13"/>
                    <a:pt x="10" y="18"/>
                    <a:pt x="19"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08" name="Freeform 1106"/>
            <p:cNvSpPr/>
            <p:nvPr/>
          </p:nvSpPr>
          <p:spPr bwMode="auto">
            <a:xfrm>
              <a:off x="10266666" y="10016903"/>
              <a:ext cx="84138" cy="42863"/>
            </a:xfrm>
            <a:custGeom>
              <a:avLst/>
              <a:gdLst>
                <a:gd name="T0" fmla="*/ 18 w 31"/>
                <a:gd name="T1" fmla="*/ 16 h 16"/>
                <a:gd name="T2" fmla="*/ 31 w 31"/>
                <a:gd name="T3" fmla="*/ 8 h 16"/>
                <a:gd name="T4" fmla="*/ 15 w 31"/>
                <a:gd name="T5" fmla="*/ 0 h 16"/>
                <a:gd name="T6" fmla="*/ 1 w 31"/>
                <a:gd name="T7" fmla="*/ 8 h 16"/>
                <a:gd name="T8" fmla="*/ 18 w 31"/>
                <a:gd name="T9" fmla="*/ 16 h 16"/>
              </a:gdLst>
              <a:ahLst/>
              <a:cxnLst>
                <a:cxn ang="0">
                  <a:pos x="T0" y="T1"/>
                </a:cxn>
                <a:cxn ang="0">
                  <a:pos x="T2" y="T3"/>
                </a:cxn>
                <a:cxn ang="0">
                  <a:pos x="T4" y="T5"/>
                </a:cxn>
                <a:cxn ang="0">
                  <a:pos x="T6" y="T7"/>
                </a:cxn>
                <a:cxn ang="0">
                  <a:pos x="T8" y="T9"/>
                </a:cxn>
              </a:cxnLst>
              <a:rect l="0" t="0" r="r" b="b"/>
              <a:pathLst>
                <a:path w="31" h="16">
                  <a:moveTo>
                    <a:pt x="18" y="16"/>
                  </a:moveTo>
                  <a:cubicBezTo>
                    <a:pt x="26" y="16"/>
                    <a:pt x="31" y="12"/>
                    <a:pt x="31" y="8"/>
                  </a:cubicBezTo>
                  <a:cubicBezTo>
                    <a:pt x="30" y="3"/>
                    <a:pt x="23" y="0"/>
                    <a:pt x="15" y="0"/>
                  </a:cubicBezTo>
                  <a:cubicBezTo>
                    <a:pt x="6" y="0"/>
                    <a:pt x="0" y="4"/>
                    <a:pt x="1" y="8"/>
                  </a:cubicBezTo>
                  <a:cubicBezTo>
                    <a:pt x="2" y="13"/>
                    <a:pt x="10" y="16"/>
                    <a:pt x="18"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09" name="Freeform 1107"/>
            <p:cNvSpPr/>
            <p:nvPr/>
          </p:nvSpPr>
          <p:spPr bwMode="auto">
            <a:xfrm>
              <a:off x="10044416" y="10024840"/>
              <a:ext cx="88900" cy="42863"/>
            </a:xfrm>
            <a:custGeom>
              <a:avLst/>
              <a:gdLst>
                <a:gd name="T0" fmla="*/ 19 w 33"/>
                <a:gd name="T1" fmla="*/ 16 h 16"/>
                <a:gd name="T2" fmla="*/ 32 w 33"/>
                <a:gd name="T3" fmla="*/ 7 h 16"/>
                <a:gd name="T4" fmla="*/ 15 w 33"/>
                <a:gd name="T5" fmla="*/ 1 h 16"/>
                <a:gd name="T6" fmla="*/ 2 w 33"/>
                <a:gd name="T7" fmla="*/ 9 h 16"/>
                <a:gd name="T8" fmla="*/ 19 w 33"/>
                <a:gd name="T9" fmla="*/ 16 h 16"/>
              </a:gdLst>
              <a:ahLst/>
              <a:cxnLst>
                <a:cxn ang="0">
                  <a:pos x="T0" y="T1"/>
                </a:cxn>
                <a:cxn ang="0">
                  <a:pos x="T2" y="T3"/>
                </a:cxn>
                <a:cxn ang="0">
                  <a:pos x="T4" y="T5"/>
                </a:cxn>
                <a:cxn ang="0">
                  <a:pos x="T6" y="T7"/>
                </a:cxn>
                <a:cxn ang="0">
                  <a:pos x="T8" y="T9"/>
                </a:cxn>
              </a:cxnLst>
              <a:rect l="0" t="0" r="r" b="b"/>
              <a:pathLst>
                <a:path w="33" h="16">
                  <a:moveTo>
                    <a:pt x="19" y="16"/>
                  </a:moveTo>
                  <a:cubicBezTo>
                    <a:pt x="27" y="15"/>
                    <a:pt x="33" y="11"/>
                    <a:pt x="32" y="7"/>
                  </a:cubicBezTo>
                  <a:cubicBezTo>
                    <a:pt x="30" y="3"/>
                    <a:pt x="23" y="0"/>
                    <a:pt x="15" y="1"/>
                  </a:cubicBezTo>
                  <a:cubicBezTo>
                    <a:pt x="7" y="1"/>
                    <a:pt x="0" y="5"/>
                    <a:pt x="2" y="9"/>
                  </a:cubicBezTo>
                  <a:cubicBezTo>
                    <a:pt x="3" y="13"/>
                    <a:pt x="11" y="16"/>
                    <a:pt x="19"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10" name="Freeform 1108"/>
            <p:cNvSpPr/>
            <p:nvPr/>
          </p:nvSpPr>
          <p:spPr bwMode="auto">
            <a:xfrm>
              <a:off x="9823754" y="10037540"/>
              <a:ext cx="88900" cy="44450"/>
            </a:xfrm>
            <a:custGeom>
              <a:avLst/>
              <a:gdLst>
                <a:gd name="T0" fmla="*/ 13 w 33"/>
                <a:gd name="T1" fmla="*/ 1 h 16"/>
                <a:gd name="T2" fmla="*/ 2 w 33"/>
                <a:gd name="T3" fmla="*/ 10 h 16"/>
                <a:gd name="T4" fmla="*/ 20 w 33"/>
                <a:gd name="T5" fmla="*/ 15 h 16"/>
                <a:gd name="T6" fmla="*/ 31 w 33"/>
                <a:gd name="T7" fmla="*/ 7 h 16"/>
                <a:gd name="T8" fmla="*/ 13 w 33"/>
                <a:gd name="T9" fmla="*/ 1 h 16"/>
              </a:gdLst>
              <a:ahLst/>
              <a:cxnLst>
                <a:cxn ang="0">
                  <a:pos x="T0" y="T1"/>
                </a:cxn>
                <a:cxn ang="0">
                  <a:pos x="T2" y="T3"/>
                </a:cxn>
                <a:cxn ang="0">
                  <a:pos x="T4" y="T5"/>
                </a:cxn>
                <a:cxn ang="0">
                  <a:pos x="T6" y="T7"/>
                </a:cxn>
                <a:cxn ang="0">
                  <a:pos x="T8" y="T9"/>
                </a:cxn>
              </a:cxnLst>
              <a:rect l="0" t="0" r="r" b="b"/>
              <a:pathLst>
                <a:path w="33" h="16">
                  <a:moveTo>
                    <a:pt x="13" y="1"/>
                  </a:moveTo>
                  <a:cubicBezTo>
                    <a:pt x="6" y="2"/>
                    <a:pt x="0" y="6"/>
                    <a:pt x="2" y="10"/>
                  </a:cubicBezTo>
                  <a:cubicBezTo>
                    <a:pt x="3" y="13"/>
                    <a:pt x="12" y="16"/>
                    <a:pt x="20" y="15"/>
                  </a:cubicBezTo>
                  <a:cubicBezTo>
                    <a:pt x="27" y="14"/>
                    <a:pt x="33" y="10"/>
                    <a:pt x="31" y="7"/>
                  </a:cubicBezTo>
                  <a:cubicBezTo>
                    <a:pt x="30" y="3"/>
                    <a:pt x="22"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11" name="Freeform 1109"/>
            <p:cNvSpPr/>
            <p:nvPr/>
          </p:nvSpPr>
          <p:spPr bwMode="auto">
            <a:xfrm>
              <a:off x="9604679" y="10059765"/>
              <a:ext cx="85725" cy="38100"/>
            </a:xfrm>
            <a:custGeom>
              <a:avLst/>
              <a:gdLst>
                <a:gd name="T0" fmla="*/ 16 w 32"/>
                <a:gd name="T1" fmla="*/ 0 h 14"/>
                <a:gd name="T2" fmla="*/ 1 w 32"/>
                <a:gd name="T3" fmla="*/ 8 h 14"/>
                <a:gd name="T4" fmla="*/ 19 w 32"/>
                <a:gd name="T5" fmla="*/ 13 h 14"/>
                <a:gd name="T6" fmla="*/ 31 w 32"/>
                <a:gd name="T7" fmla="*/ 5 h 14"/>
                <a:gd name="T8" fmla="*/ 16 w 32"/>
                <a:gd name="T9" fmla="*/ 0 h 14"/>
              </a:gdLst>
              <a:ahLst/>
              <a:cxnLst>
                <a:cxn ang="0">
                  <a:pos x="T0" y="T1"/>
                </a:cxn>
                <a:cxn ang="0">
                  <a:pos x="T2" y="T3"/>
                </a:cxn>
                <a:cxn ang="0">
                  <a:pos x="T4" y="T5"/>
                </a:cxn>
                <a:cxn ang="0">
                  <a:pos x="T6" y="T7"/>
                </a:cxn>
                <a:cxn ang="0">
                  <a:pos x="T8" y="T9"/>
                </a:cxn>
              </a:cxnLst>
              <a:rect l="0" t="0" r="r" b="b"/>
              <a:pathLst>
                <a:path w="32" h="14">
                  <a:moveTo>
                    <a:pt x="16" y="0"/>
                  </a:moveTo>
                  <a:cubicBezTo>
                    <a:pt x="7" y="1"/>
                    <a:pt x="0" y="4"/>
                    <a:pt x="1" y="8"/>
                  </a:cubicBezTo>
                  <a:cubicBezTo>
                    <a:pt x="2" y="12"/>
                    <a:pt x="10" y="14"/>
                    <a:pt x="19" y="13"/>
                  </a:cubicBezTo>
                  <a:cubicBezTo>
                    <a:pt x="27" y="13"/>
                    <a:pt x="32" y="9"/>
                    <a:pt x="31" y="5"/>
                  </a:cubicBezTo>
                  <a:cubicBezTo>
                    <a:pt x="31" y="2"/>
                    <a:pt x="24" y="0"/>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12" name="Freeform 1110"/>
            <p:cNvSpPr/>
            <p:nvPr/>
          </p:nvSpPr>
          <p:spPr bwMode="auto">
            <a:xfrm>
              <a:off x="9384016" y="10078815"/>
              <a:ext cx="87313" cy="41275"/>
            </a:xfrm>
            <a:custGeom>
              <a:avLst/>
              <a:gdLst>
                <a:gd name="T0" fmla="*/ 13 w 32"/>
                <a:gd name="T1" fmla="*/ 1 h 15"/>
                <a:gd name="T2" fmla="*/ 1 w 32"/>
                <a:gd name="T3" fmla="*/ 9 h 15"/>
                <a:gd name="T4" fmla="*/ 19 w 32"/>
                <a:gd name="T5" fmla="*/ 14 h 15"/>
                <a:gd name="T6" fmla="*/ 31 w 32"/>
                <a:gd name="T7" fmla="*/ 5 h 15"/>
                <a:gd name="T8" fmla="*/ 13 w 32"/>
                <a:gd name="T9" fmla="*/ 1 h 15"/>
              </a:gdLst>
              <a:ahLst/>
              <a:cxnLst>
                <a:cxn ang="0">
                  <a:pos x="T0" y="T1"/>
                </a:cxn>
                <a:cxn ang="0">
                  <a:pos x="T2" y="T3"/>
                </a:cxn>
                <a:cxn ang="0">
                  <a:pos x="T4" y="T5"/>
                </a:cxn>
                <a:cxn ang="0">
                  <a:pos x="T6" y="T7"/>
                </a:cxn>
                <a:cxn ang="0">
                  <a:pos x="T8" y="T9"/>
                </a:cxn>
              </a:cxnLst>
              <a:rect l="0" t="0" r="r" b="b"/>
              <a:pathLst>
                <a:path w="32" h="15">
                  <a:moveTo>
                    <a:pt x="13" y="1"/>
                  </a:moveTo>
                  <a:cubicBezTo>
                    <a:pt x="5" y="2"/>
                    <a:pt x="0" y="6"/>
                    <a:pt x="1" y="9"/>
                  </a:cubicBezTo>
                  <a:cubicBezTo>
                    <a:pt x="3" y="13"/>
                    <a:pt x="11" y="15"/>
                    <a:pt x="19" y="14"/>
                  </a:cubicBezTo>
                  <a:cubicBezTo>
                    <a:pt x="27" y="12"/>
                    <a:pt x="32" y="9"/>
                    <a:pt x="31" y="5"/>
                  </a:cubicBezTo>
                  <a:cubicBezTo>
                    <a:pt x="30" y="2"/>
                    <a:pt x="22"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13" name="Freeform 1111"/>
            <p:cNvSpPr/>
            <p:nvPr/>
          </p:nvSpPr>
          <p:spPr bwMode="auto">
            <a:xfrm>
              <a:off x="9166529" y="10104215"/>
              <a:ext cx="84138" cy="36513"/>
            </a:xfrm>
            <a:custGeom>
              <a:avLst/>
              <a:gdLst>
                <a:gd name="T0" fmla="*/ 13 w 31"/>
                <a:gd name="T1" fmla="*/ 1 h 14"/>
                <a:gd name="T2" fmla="*/ 0 w 31"/>
                <a:gd name="T3" fmla="*/ 8 h 14"/>
                <a:gd name="T4" fmla="*/ 17 w 31"/>
                <a:gd name="T5" fmla="*/ 13 h 14"/>
                <a:gd name="T6" fmla="*/ 30 w 31"/>
                <a:gd name="T7" fmla="*/ 5 h 14"/>
                <a:gd name="T8" fmla="*/ 13 w 31"/>
                <a:gd name="T9" fmla="*/ 1 h 14"/>
              </a:gdLst>
              <a:ahLst/>
              <a:cxnLst>
                <a:cxn ang="0">
                  <a:pos x="T0" y="T1"/>
                </a:cxn>
                <a:cxn ang="0">
                  <a:pos x="T2" y="T3"/>
                </a:cxn>
                <a:cxn ang="0">
                  <a:pos x="T4" y="T5"/>
                </a:cxn>
                <a:cxn ang="0">
                  <a:pos x="T6" y="T7"/>
                </a:cxn>
                <a:cxn ang="0">
                  <a:pos x="T8" y="T9"/>
                </a:cxn>
              </a:cxnLst>
              <a:rect l="0" t="0" r="r" b="b"/>
              <a:pathLst>
                <a:path w="31" h="14">
                  <a:moveTo>
                    <a:pt x="13" y="1"/>
                  </a:moveTo>
                  <a:cubicBezTo>
                    <a:pt x="5" y="2"/>
                    <a:pt x="0" y="5"/>
                    <a:pt x="0" y="8"/>
                  </a:cubicBezTo>
                  <a:cubicBezTo>
                    <a:pt x="0" y="11"/>
                    <a:pt x="8" y="14"/>
                    <a:pt x="17" y="13"/>
                  </a:cubicBezTo>
                  <a:cubicBezTo>
                    <a:pt x="25" y="12"/>
                    <a:pt x="31" y="8"/>
                    <a:pt x="30" y="5"/>
                  </a:cubicBezTo>
                  <a:cubicBezTo>
                    <a:pt x="28" y="1"/>
                    <a:pt x="21"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14" name="Freeform 1112"/>
            <p:cNvSpPr/>
            <p:nvPr/>
          </p:nvSpPr>
          <p:spPr bwMode="auto">
            <a:xfrm>
              <a:off x="8947454" y="10128028"/>
              <a:ext cx="80963" cy="34925"/>
            </a:xfrm>
            <a:custGeom>
              <a:avLst/>
              <a:gdLst>
                <a:gd name="T0" fmla="*/ 15 w 30"/>
                <a:gd name="T1" fmla="*/ 1 h 13"/>
                <a:gd name="T2" fmla="*/ 0 w 30"/>
                <a:gd name="T3" fmla="*/ 8 h 13"/>
                <a:gd name="T4" fmla="*/ 17 w 30"/>
                <a:gd name="T5" fmla="*/ 12 h 13"/>
                <a:gd name="T6" fmla="*/ 30 w 30"/>
                <a:gd name="T7" fmla="*/ 5 h 13"/>
                <a:gd name="T8" fmla="*/ 15 w 30"/>
                <a:gd name="T9" fmla="*/ 1 h 13"/>
              </a:gdLst>
              <a:ahLst/>
              <a:cxnLst>
                <a:cxn ang="0">
                  <a:pos x="T0" y="T1"/>
                </a:cxn>
                <a:cxn ang="0">
                  <a:pos x="T2" y="T3"/>
                </a:cxn>
                <a:cxn ang="0">
                  <a:pos x="T4" y="T5"/>
                </a:cxn>
                <a:cxn ang="0">
                  <a:pos x="T6" y="T7"/>
                </a:cxn>
                <a:cxn ang="0">
                  <a:pos x="T8" y="T9"/>
                </a:cxn>
              </a:cxnLst>
              <a:rect l="0" t="0" r="r" b="b"/>
              <a:pathLst>
                <a:path w="30" h="13">
                  <a:moveTo>
                    <a:pt x="15" y="1"/>
                  </a:moveTo>
                  <a:cubicBezTo>
                    <a:pt x="6" y="1"/>
                    <a:pt x="0" y="4"/>
                    <a:pt x="0" y="8"/>
                  </a:cubicBezTo>
                  <a:cubicBezTo>
                    <a:pt x="0" y="11"/>
                    <a:pt x="8" y="13"/>
                    <a:pt x="17" y="12"/>
                  </a:cubicBezTo>
                  <a:cubicBezTo>
                    <a:pt x="25" y="11"/>
                    <a:pt x="30" y="8"/>
                    <a:pt x="30" y="5"/>
                  </a:cubicBezTo>
                  <a:cubicBezTo>
                    <a:pt x="29" y="2"/>
                    <a:pt x="23" y="0"/>
                    <a:pt x="1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15" name="Freeform 1113"/>
            <p:cNvSpPr/>
            <p:nvPr/>
          </p:nvSpPr>
          <p:spPr bwMode="auto">
            <a:xfrm>
              <a:off x="8726791" y="10151840"/>
              <a:ext cx="84138" cy="36513"/>
            </a:xfrm>
            <a:custGeom>
              <a:avLst/>
              <a:gdLst>
                <a:gd name="T0" fmla="*/ 13 w 31"/>
                <a:gd name="T1" fmla="*/ 1 h 13"/>
                <a:gd name="T2" fmla="*/ 0 w 31"/>
                <a:gd name="T3" fmla="*/ 8 h 13"/>
                <a:gd name="T4" fmla="*/ 17 w 31"/>
                <a:gd name="T5" fmla="*/ 12 h 13"/>
                <a:gd name="T6" fmla="*/ 30 w 31"/>
                <a:gd name="T7" fmla="*/ 5 h 13"/>
                <a:gd name="T8" fmla="*/ 13 w 31"/>
                <a:gd name="T9" fmla="*/ 1 h 13"/>
              </a:gdLst>
              <a:ahLst/>
              <a:cxnLst>
                <a:cxn ang="0">
                  <a:pos x="T0" y="T1"/>
                </a:cxn>
                <a:cxn ang="0">
                  <a:pos x="T2" y="T3"/>
                </a:cxn>
                <a:cxn ang="0">
                  <a:pos x="T4" y="T5"/>
                </a:cxn>
                <a:cxn ang="0">
                  <a:pos x="T6" y="T7"/>
                </a:cxn>
                <a:cxn ang="0">
                  <a:pos x="T8" y="T9"/>
                </a:cxn>
              </a:cxnLst>
              <a:rect l="0" t="0" r="r" b="b"/>
              <a:pathLst>
                <a:path w="31" h="13">
                  <a:moveTo>
                    <a:pt x="13" y="1"/>
                  </a:moveTo>
                  <a:cubicBezTo>
                    <a:pt x="5" y="2"/>
                    <a:pt x="0" y="5"/>
                    <a:pt x="0" y="8"/>
                  </a:cubicBezTo>
                  <a:cubicBezTo>
                    <a:pt x="1" y="11"/>
                    <a:pt x="9" y="13"/>
                    <a:pt x="17" y="12"/>
                  </a:cubicBezTo>
                  <a:cubicBezTo>
                    <a:pt x="25" y="11"/>
                    <a:pt x="31" y="8"/>
                    <a:pt x="30" y="5"/>
                  </a:cubicBezTo>
                  <a:cubicBezTo>
                    <a:pt x="29" y="1"/>
                    <a:pt x="22"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16" name="Freeform 1114"/>
            <p:cNvSpPr/>
            <p:nvPr/>
          </p:nvSpPr>
          <p:spPr bwMode="auto">
            <a:xfrm>
              <a:off x="8507716" y="10174065"/>
              <a:ext cx="84138" cy="34925"/>
            </a:xfrm>
            <a:custGeom>
              <a:avLst/>
              <a:gdLst>
                <a:gd name="T0" fmla="*/ 15 w 31"/>
                <a:gd name="T1" fmla="*/ 1 h 13"/>
                <a:gd name="T2" fmla="*/ 1 w 31"/>
                <a:gd name="T3" fmla="*/ 8 h 13"/>
                <a:gd name="T4" fmla="*/ 17 w 31"/>
                <a:gd name="T5" fmla="*/ 13 h 13"/>
                <a:gd name="T6" fmla="*/ 30 w 31"/>
                <a:gd name="T7" fmla="*/ 5 h 13"/>
                <a:gd name="T8" fmla="*/ 15 w 31"/>
                <a:gd name="T9" fmla="*/ 1 h 13"/>
              </a:gdLst>
              <a:ahLst/>
              <a:cxnLst>
                <a:cxn ang="0">
                  <a:pos x="T0" y="T1"/>
                </a:cxn>
                <a:cxn ang="0">
                  <a:pos x="T2" y="T3"/>
                </a:cxn>
                <a:cxn ang="0">
                  <a:pos x="T4" y="T5"/>
                </a:cxn>
                <a:cxn ang="0">
                  <a:pos x="T6" y="T7"/>
                </a:cxn>
                <a:cxn ang="0">
                  <a:pos x="T8" y="T9"/>
                </a:cxn>
              </a:cxnLst>
              <a:rect l="0" t="0" r="r" b="b"/>
              <a:pathLst>
                <a:path w="31" h="13">
                  <a:moveTo>
                    <a:pt x="15" y="1"/>
                  </a:moveTo>
                  <a:cubicBezTo>
                    <a:pt x="6" y="2"/>
                    <a:pt x="0" y="5"/>
                    <a:pt x="1" y="8"/>
                  </a:cubicBezTo>
                  <a:cubicBezTo>
                    <a:pt x="2" y="11"/>
                    <a:pt x="9" y="13"/>
                    <a:pt x="17" y="13"/>
                  </a:cubicBezTo>
                  <a:cubicBezTo>
                    <a:pt x="25" y="12"/>
                    <a:pt x="31" y="8"/>
                    <a:pt x="30" y="5"/>
                  </a:cubicBezTo>
                  <a:cubicBezTo>
                    <a:pt x="29" y="2"/>
                    <a:pt x="23" y="0"/>
                    <a:pt x="1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17" name="Freeform 1115"/>
            <p:cNvSpPr/>
            <p:nvPr/>
          </p:nvSpPr>
          <p:spPr bwMode="auto">
            <a:xfrm>
              <a:off x="8290229" y="10196290"/>
              <a:ext cx="84138" cy="38100"/>
            </a:xfrm>
            <a:custGeom>
              <a:avLst/>
              <a:gdLst>
                <a:gd name="T0" fmla="*/ 13 w 31"/>
                <a:gd name="T1" fmla="*/ 1 h 14"/>
                <a:gd name="T2" fmla="*/ 0 w 31"/>
                <a:gd name="T3" fmla="*/ 8 h 14"/>
                <a:gd name="T4" fmla="*/ 17 w 31"/>
                <a:gd name="T5" fmla="*/ 13 h 14"/>
                <a:gd name="T6" fmla="*/ 30 w 31"/>
                <a:gd name="T7" fmla="*/ 5 h 14"/>
                <a:gd name="T8" fmla="*/ 13 w 31"/>
                <a:gd name="T9" fmla="*/ 1 h 14"/>
              </a:gdLst>
              <a:ahLst/>
              <a:cxnLst>
                <a:cxn ang="0">
                  <a:pos x="T0" y="T1"/>
                </a:cxn>
                <a:cxn ang="0">
                  <a:pos x="T2" y="T3"/>
                </a:cxn>
                <a:cxn ang="0">
                  <a:pos x="T4" y="T5"/>
                </a:cxn>
                <a:cxn ang="0">
                  <a:pos x="T6" y="T7"/>
                </a:cxn>
                <a:cxn ang="0">
                  <a:pos x="T8" y="T9"/>
                </a:cxn>
              </a:cxnLst>
              <a:rect l="0" t="0" r="r" b="b"/>
              <a:pathLst>
                <a:path w="31" h="14">
                  <a:moveTo>
                    <a:pt x="13" y="1"/>
                  </a:moveTo>
                  <a:cubicBezTo>
                    <a:pt x="6" y="2"/>
                    <a:pt x="0" y="5"/>
                    <a:pt x="0" y="8"/>
                  </a:cubicBezTo>
                  <a:cubicBezTo>
                    <a:pt x="1" y="11"/>
                    <a:pt x="9" y="14"/>
                    <a:pt x="17" y="13"/>
                  </a:cubicBezTo>
                  <a:cubicBezTo>
                    <a:pt x="25" y="12"/>
                    <a:pt x="31" y="8"/>
                    <a:pt x="30" y="5"/>
                  </a:cubicBezTo>
                  <a:cubicBezTo>
                    <a:pt x="29" y="2"/>
                    <a:pt x="22"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18" name="Freeform 1116"/>
            <p:cNvSpPr/>
            <p:nvPr/>
          </p:nvSpPr>
          <p:spPr bwMode="auto">
            <a:xfrm>
              <a:off x="8072741" y="10215340"/>
              <a:ext cx="84138" cy="38100"/>
            </a:xfrm>
            <a:custGeom>
              <a:avLst/>
              <a:gdLst>
                <a:gd name="T0" fmla="*/ 15 w 31"/>
                <a:gd name="T1" fmla="*/ 1 h 14"/>
                <a:gd name="T2" fmla="*/ 1 w 31"/>
                <a:gd name="T3" fmla="*/ 7 h 14"/>
                <a:gd name="T4" fmla="*/ 17 w 31"/>
                <a:gd name="T5" fmla="*/ 13 h 14"/>
                <a:gd name="T6" fmla="*/ 30 w 31"/>
                <a:gd name="T7" fmla="*/ 6 h 14"/>
                <a:gd name="T8" fmla="*/ 15 w 31"/>
                <a:gd name="T9" fmla="*/ 1 h 14"/>
              </a:gdLst>
              <a:ahLst/>
              <a:cxnLst>
                <a:cxn ang="0">
                  <a:pos x="T0" y="T1"/>
                </a:cxn>
                <a:cxn ang="0">
                  <a:pos x="T2" y="T3"/>
                </a:cxn>
                <a:cxn ang="0">
                  <a:pos x="T4" y="T5"/>
                </a:cxn>
                <a:cxn ang="0">
                  <a:pos x="T6" y="T7"/>
                </a:cxn>
                <a:cxn ang="0">
                  <a:pos x="T8" y="T9"/>
                </a:cxn>
              </a:cxnLst>
              <a:rect l="0" t="0" r="r" b="b"/>
              <a:pathLst>
                <a:path w="31" h="14">
                  <a:moveTo>
                    <a:pt x="15" y="1"/>
                  </a:moveTo>
                  <a:cubicBezTo>
                    <a:pt x="7" y="1"/>
                    <a:pt x="0" y="4"/>
                    <a:pt x="1" y="7"/>
                  </a:cubicBezTo>
                  <a:cubicBezTo>
                    <a:pt x="1" y="11"/>
                    <a:pt x="9" y="14"/>
                    <a:pt x="17" y="13"/>
                  </a:cubicBezTo>
                  <a:cubicBezTo>
                    <a:pt x="25" y="12"/>
                    <a:pt x="31" y="9"/>
                    <a:pt x="30" y="6"/>
                  </a:cubicBezTo>
                  <a:cubicBezTo>
                    <a:pt x="30" y="2"/>
                    <a:pt x="23" y="0"/>
                    <a:pt x="1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19" name="Freeform 1117"/>
            <p:cNvSpPr/>
            <p:nvPr/>
          </p:nvSpPr>
          <p:spPr bwMode="auto">
            <a:xfrm>
              <a:off x="7856841" y="10231215"/>
              <a:ext cx="85725" cy="38100"/>
            </a:xfrm>
            <a:custGeom>
              <a:avLst/>
              <a:gdLst>
                <a:gd name="T0" fmla="*/ 15 w 32"/>
                <a:gd name="T1" fmla="*/ 0 h 14"/>
                <a:gd name="T2" fmla="*/ 1 w 32"/>
                <a:gd name="T3" fmla="*/ 8 h 14"/>
                <a:gd name="T4" fmla="*/ 17 w 32"/>
                <a:gd name="T5" fmla="*/ 13 h 14"/>
                <a:gd name="T6" fmla="*/ 31 w 32"/>
                <a:gd name="T7" fmla="*/ 5 h 14"/>
                <a:gd name="T8" fmla="*/ 15 w 32"/>
                <a:gd name="T9" fmla="*/ 0 h 14"/>
              </a:gdLst>
              <a:ahLst/>
              <a:cxnLst>
                <a:cxn ang="0">
                  <a:pos x="T0" y="T1"/>
                </a:cxn>
                <a:cxn ang="0">
                  <a:pos x="T2" y="T3"/>
                </a:cxn>
                <a:cxn ang="0">
                  <a:pos x="T4" y="T5"/>
                </a:cxn>
                <a:cxn ang="0">
                  <a:pos x="T6" y="T7"/>
                </a:cxn>
                <a:cxn ang="0">
                  <a:pos x="T8" y="T9"/>
                </a:cxn>
              </a:cxnLst>
              <a:rect l="0" t="0" r="r" b="b"/>
              <a:pathLst>
                <a:path w="32" h="14">
                  <a:moveTo>
                    <a:pt x="15" y="0"/>
                  </a:moveTo>
                  <a:cubicBezTo>
                    <a:pt x="7" y="1"/>
                    <a:pt x="0" y="4"/>
                    <a:pt x="1" y="8"/>
                  </a:cubicBezTo>
                  <a:cubicBezTo>
                    <a:pt x="2" y="11"/>
                    <a:pt x="10" y="14"/>
                    <a:pt x="17" y="13"/>
                  </a:cubicBezTo>
                  <a:cubicBezTo>
                    <a:pt x="25" y="13"/>
                    <a:pt x="32" y="9"/>
                    <a:pt x="31" y="5"/>
                  </a:cubicBezTo>
                  <a:cubicBezTo>
                    <a:pt x="30" y="2"/>
                    <a:pt x="23" y="0"/>
                    <a:pt x="1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20" name="Freeform 1118"/>
            <p:cNvSpPr/>
            <p:nvPr/>
          </p:nvSpPr>
          <p:spPr bwMode="auto">
            <a:xfrm>
              <a:off x="7644116" y="10253440"/>
              <a:ext cx="80963" cy="42863"/>
            </a:xfrm>
            <a:custGeom>
              <a:avLst/>
              <a:gdLst>
                <a:gd name="T0" fmla="*/ 17 w 30"/>
                <a:gd name="T1" fmla="*/ 15 h 16"/>
                <a:gd name="T2" fmla="*/ 30 w 30"/>
                <a:gd name="T3" fmla="*/ 6 h 16"/>
                <a:gd name="T4" fmla="*/ 14 w 30"/>
                <a:gd name="T5" fmla="*/ 2 h 16"/>
                <a:gd name="T6" fmla="*/ 1 w 30"/>
                <a:gd name="T7" fmla="*/ 10 h 16"/>
                <a:gd name="T8" fmla="*/ 17 w 30"/>
                <a:gd name="T9" fmla="*/ 15 h 16"/>
              </a:gdLst>
              <a:ahLst/>
              <a:cxnLst>
                <a:cxn ang="0">
                  <a:pos x="T0" y="T1"/>
                </a:cxn>
                <a:cxn ang="0">
                  <a:pos x="T2" y="T3"/>
                </a:cxn>
                <a:cxn ang="0">
                  <a:pos x="T4" y="T5"/>
                </a:cxn>
                <a:cxn ang="0">
                  <a:pos x="T6" y="T7"/>
                </a:cxn>
                <a:cxn ang="0">
                  <a:pos x="T8" y="T9"/>
                </a:cxn>
              </a:cxnLst>
              <a:rect l="0" t="0" r="r" b="b"/>
              <a:pathLst>
                <a:path w="30" h="16">
                  <a:moveTo>
                    <a:pt x="17" y="15"/>
                  </a:moveTo>
                  <a:cubicBezTo>
                    <a:pt x="25" y="14"/>
                    <a:pt x="30" y="9"/>
                    <a:pt x="30" y="6"/>
                  </a:cubicBezTo>
                  <a:cubicBezTo>
                    <a:pt x="29" y="2"/>
                    <a:pt x="22" y="0"/>
                    <a:pt x="14" y="2"/>
                  </a:cubicBezTo>
                  <a:cubicBezTo>
                    <a:pt x="6" y="3"/>
                    <a:pt x="0" y="7"/>
                    <a:pt x="1" y="10"/>
                  </a:cubicBezTo>
                  <a:cubicBezTo>
                    <a:pt x="1" y="14"/>
                    <a:pt x="9" y="16"/>
                    <a:pt x="17"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21" name="Freeform 1119"/>
            <p:cNvSpPr/>
            <p:nvPr/>
          </p:nvSpPr>
          <p:spPr bwMode="auto">
            <a:xfrm>
              <a:off x="7432979" y="10296303"/>
              <a:ext cx="80963" cy="49213"/>
            </a:xfrm>
            <a:custGeom>
              <a:avLst/>
              <a:gdLst>
                <a:gd name="T0" fmla="*/ 13 w 30"/>
                <a:gd name="T1" fmla="*/ 2 h 18"/>
                <a:gd name="T2" fmla="*/ 1 w 30"/>
                <a:gd name="T3" fmla="*/ 12 h 18"/>
                <a:gd name="T4" fmla="*/ 17 w 30"/>
                <a:gd name="T5" fmla="*/ 15 h 18"/>
                <a:gd name="T6" fmla="*/ 30 w 30"/>
                <a:gd name="T7" fmla="*/ 5 h 18"/>
                <a:gd name="T8" fmla="*/ 13 w 30"/>
                <a:gd name="T9" fmla="*/ 2 h 18"/>
              </a:gdLst>
              <a:ahLst/>
              <a:cxnLst>
                <a:cxn ang="0">
                  <a:pos x="T0" y="T1"/>
                </a:cxn>
                <a:cxn ang="0">
                  <a:pos x="T2" y="T3"/>
                </a:cxn>
                <a:cxn ang="0">
                  <a:pos x="T4" y="T5"/>
                </a:cxn>
                <a:cxn ang="0">
                  <a:pos x="T6" y="T7"/>
                </a:cxn>
                <a:cxn ang="0">
                  <a:pos x="T8" y="T9"/>
                </a:cxn>
              </a:cxnLst>
              <a:rect l="0" t="0" r="r" b="b"/>
              <a:pathLst>
                <a:path w="30" h="18">
                  <a:moveTo>
                    <a:pt x="13" y="2"/>
                  </a:moveTo>
                  <a:cubicBezTo>
                    <a:pt x="5" y="4"/>
                    <a:pt x="0" y="9"/>
                    <a:pt x="1" y="12"/>
                  </a:cubicBezTo>
                  <a:cubicBezTo>
                    <a:pt x="1" y="16"/>
                    <a:pt x="9" y="18"/>
                    <a:pt x="17" y="15"/>
                  </a:cubicBezTo>
                  <a:cubicBezTo>
                    <a:pt x="25" y="13"/>
                    <a:pt x="30" y="9"/>
                    <a:pt x="30" y="5"/>
                  </a:cubicBezTo>
                  <a:cubicBezTo>
                    <a:pt x="29" y="1"/>
                    <a:pt x="21"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22" name="Freeform 1120"/>
            <p:cNvSpPr/>
            <p:nvPr/>
          </p:nvSpPr>
          <p:spPr bwMode="auto">
            <a:xfrm>
              <a:off x="7220254" y="10353453"/>
              <a:ext cx="82550" cy="53975"/>
            </a:xfrm>
            <a:custGeom>
              <a:avLst/>
              <a:gdLst>
                <a:gd name="T0" fmla="*/ 14 w 30"/>
                <a:gd name="T1" fmla="*/ 3 h 20"/>
                <a:gd name="T2" fmla="*/ 1 w 30"/>
                <a:gd name="T3" fmla="*/ 14 h 20"/>
                <a:gd name="T4" fmla="*/ 17 w 30"/>
                <a:gd name="T5" fmla="*/ 17 h 20"/>
                <a:gd name="T6" fmla="*/ 30 w 30"/>
                <a:gd name="T7" fmla="*/ 6 h 20"/>
                <a:gd name="T8" fmla="*/ 14 w 30"/>
                <a:gd name="T9" fmla="*/ 3 h 20"/>
              </a:gdLst>
              <a:ahLst/>
              <a:cxnLst>
                <a:cxn ang="0">
                  <a:pos x="T0" y="T1"/>
                </a:cxn>
                <a:cxn ang="0">
                  <a:pos x="T2" y="T3"/>
                </a:cxn>
                <a:cxn ang="0">
                  <a:pos x="T4" y="T5"/>
                </a:cxn>
                <a:cxn ang="0">
                  <a:pos x="T6" y="T7"/>
                </a:cxn>
                <a:cxn ang="0">
                  <a:pos x="T8" y="T9"/>
                </a:cxn>
              </a:cxnLst>
              <a:rect l="0" t="0" r="r" b="b"/>
              <a:pathLst>
                <a:path w="30" h="20">
                  <a:moveTo>
                    <a:pt x="14" y="3"/>
                  </a:moveTo>
                  <a:cubicBezTo>
                    <a:pt x="6" y="5"/>
                    <a:pt x="0" y="10"/>
                    <a:pt x="1" y="14"/>
                  </a:cubicBezTo>
                  <a:cubicBezTo>
                    <a:pt x="1" y="18"/>
                    <a:pt x="9" y="20"/>
                    <a:pt x="17" y="17"/>
                  </a:cubicBezTo>
                  <a:cubicBezTo>
                    <a:pt x="24" y="15"/>
                    <a:pt x="30" y="9"/>
                    <a:pt x="30" y="6"/>
                  </a:cubicBezTo>
                  <a:cubicBezTo>
                    <a:pt x="29" y="1"/>
                    <a:pt x="22" y="0"/>
                    <a:pt x="1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23" name="Freeform 1121"/>
            <p:cNvSpPr/>
            <p:nvPr/>
          </p:nvSpPr>
          <p:spPr bwMode="auto">
            <a:xfrm>
              <a:off x="7012291" y="10426478"/>
              <a:ext cx="77788" cy="57150"/>
            </a:xfrm>
            <a:custGeom>
              <a:avLst/>
              <a:gdLst>
                <a:gd name="T0" fmla="*/ 13 w 29"/>
                <a:gd name="T1" fmla="*/ 3 h 21"/>
                <a:gd name="T2" fmla="*/ 0 w 29"/>
                <a:gd name="T3" fmla="*/ 15 h 21"/>
                <a:gd name="T4" fmla="*/ 16 w 29"/>
                <a:gd name="T5" fmla="*/ 18 h 21"/>
                <a:gd name="T6" fmla="*/ 29 w 29"/>
                <a:gd name="T7" fmla="*/ 5 h 21"/>
                <a:gd name="T8" fmla="*/ 13 w 29"/>
                <a:gd name="T9" fmla="*/ 3 h 21"/>
              </a:gdLst>
              <a:ahLst/>
              <a:cxnLst>
                <a:cxn ang="0">
                  <a:pos x="T0" y="T1"/>
                </a:cxn>
                <a:cxn ang="0">
                  <a:pos x="T2" y="T3"/>
                </a:cxn>
                <a:cxn ang="0">
                  <a:pos x="T4" y="T5"/>
                </a:cxn>
                <a:cxn ang="0">
                  <a:pos x="T6" y="T7"/>
                </a:cxn>
                <a:cxn ang="0">
                  <a:pos x="T8" y="T9"/>
                </a:cxn>
              </a:cxnLst>
              <a:rect l="0" t="0" r="r" b="b"/>
              <a:pathLst>
                <a:path w="29" h="21">
                  <a:moveTo>
                    <a:pt x="13" y="3"/>
                  </a:moveTo>
                  <a:cubicBezTo>
                    <a:pt x="5" y="6"/>
                    <a:pt x="0" y="11"/>
                    <a:pt x="0" y="15"/>
                  </a:cubicBezTo>
                  <a:cubicBezTo>
                    <a:pt x="0" y="19"/>
                    <a:pt x="8" y="21"/>
                    <a:pt x="16" y="18"/>
                  </a:cubicBezTo>
                  <a:cubicBezTo>
                    <a:pt x="23" y="15"/>
                    <a:pt x="29" y="9"/>
                    <a:pt x="29" y="5"/>
                  </a:cubicBezTo>
                  <a:cubicBezTo>
                    <a:pt x="28" y="1"/>
                    <a:pt x="21" y="0"/>
                    <a:pt x="1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24" name="Freeform 1122"/>
            <p:cNvSpPr/>
            <p:nvPr/>
          </p:nvSpPr>
          <p:spPr bwMode="auto">
            <a:xfrm>
              <a:off x="6799566" y="10510615"/>
              <a:ext cx="82550" cy="60325"/>
            </a:xfrm>
            <a:custGeom>
              <a:avLst/>
              <a:gdLst>
                <a:gd name="T0" fmla="*/ 14 w 30"/>
                <a:gd name="T1" fmla="*/ 3 h 22"/>
                <a:gd name="T2" fmla="*/ 1 w 30"/>
                <a:gd name="T3" fmla="*/ 17 h 22"/>
                <a:gd name="T4" fmla="*/ 18 w 30"/>
                <a:gd name="T5" fmla="*/ 18 h 22"/>
                <a:gd name="T6" fmla="*/ 29 w 30"/>
                <a:gd name="T7" fmla="*/ 4 h 22"/>
                <a:gd name="T8" fmla="*/ 14 w 30"/>
                <a:gd name="T9" fmla="*/ 3 h 22"/>
              </a:gdLst>
              <a:ahLst/>
              <a:cxnLst>
                <a:cxn ang="0">
                  <a:pos x="T0" y="T1"/>
                </a:cxn>
                <a:cxn ang="0">
                  <a:pos x="T2" y="T3"/>
                </a:cxn>
                <a:cxn ang="0">
                  <a:pos x="T4" y="T5"/>
                </a:cxn>
                <a:cxn ang="0">
                  <a:pos x="T6" y="T7"/>
                </a:cxn>
                <a:cxn ang="0">
                  <a:pos x="T8" y="T9"/>
                </a:cxn>
              </a:cxnLst>
              <a:rect l="0" t="0" r="r" b="b"/>
              <a:pathLst>
                <a:path w="30" h="22">
                  <a:moveTo>
                    <a:pt x="14" y="3"/>
                  </a:moveTo>
                  <a:cubicBezTo>
                    <a:pt x="6" y="7"/>
                    <a:pt x="0" y="13"/>
                    <a:pt x="1" y="17"/>
                  </a:cubicBezTo>
                  <a:cubicBezTo>
                    <a:pt x="2" y="21"/>
                    <a:pt x="10" y="22"/>
                    <a:pt x="18" y="18"/>
                  </a:cubicBezTo>
                  <a:cubicBezTo>
                    <a:pt x="25" y="14"/>
                    <a:pt x="30" y="8"/>
                    <a:pt x="29" y="4"/>
                  </a:cubicBezTo>
                  <a:cubicBezTo>
                    <a:pt x="28" y="1"/>
                    <a:pt x="22" y="0"/>
                    <a:pt x="1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25" name="Freeform 1123"/>
            <p:cNvSpPr/>
            <p:nvPr/>
          </p:nvSpPr>
          <p:spPr bwMode="auto">
            <a:xfrm>
              <a:off x="6591604" y="10605865"/>
              <a:ext cx="80963" cy="61913"/>
            </a:xfrm>
            <a:custGeom>
              <a:avLst/>
              <a:gdLst>
                <a:gd name="T0" fmla="*/ 0 w 30"/>
                <a:gd name="T1" fmla="*/ 18 h 23"/>
                <a:gd name="T2" fmla="*/ 17 w 30"/>
                <a:gd name="T3" fmla="*/ 19 h 23"/>
                <a:gd name="T4" fmla="*/ 29 w 30"/>
                <a:gd name="T5" fmla="*/ 4 h 23"/>
                <a:gd name="T6" fmla="*/ 14 w 30"/>
                <a:gd name="T7" fmla="*/ 3 h 23"/>
                <a:gd name="T8" fmla="*/ 0 w 30"/>
                <a:gd name="T9" fmla="*/ 18 h 23"/>
              </a:gdLst>
              <a:ahLst/>
              <a:cxnLst>
                <a:cxn ang="0">
                  <a:pos x="T0" y="T1"/>
                </a:cxn>
                <a:cxn ang="0">
                  <a:pos x="T2" y="T3"/>
                </a:cxn>
                <a:cxn ang="0">
                  <a:pos x="T4" y="T5"/>
                </a:cxn>
                <a:cxn ang="0">
                  <a:pos x="T6" y="T7"/>
                </a:cxn>
                <a:cxn ang="0">
                  <a:pos x="T8" y="T9"/>
                </a:cxn>
              </a:cxnLst>
              <a:rect l="0" t="0" r="r" b="b"/>
              <a:pathLst>
                <a:path w="30" h="23">
                  <a:moveTo>
                    <a:pt x="0" y="18"/>
                  </a:moveTo>
                  <a:cubicBezTo>
                    <a:pt x="1" y="22"/>
                    <a:pt x="9" y="23"/>
                    <a:pt x="17" y="19"/>
                  </a:cubicBezTo>
                  <a:cubicBezTo>
                    <a:pt x="24" y="15"/>
                    <a:pt x="30" y="9"/>
                    <a:pt x="29" y="4"/>
                  </a:cubicBezTo>
                  <a:cubicBezTo>
                    <a:pt x="28" y="0"/>
                    <a:pt x="22" y="0"/>
                    <a:pt x="14" y="3"/>
                  </a:cubicBezTo>
                  <a:cubicBezTo>
                    <a:pt x="6" y="7"/>
                    <a:pt x="0" y="14"/>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26" name="Freeform 1124"/>
            <p:cNvSpPr/>
            <p:nvPr/>
          </p:nvSpPr>
          <p:spPr bwMode="auto">
            <a:xfrm>
              <a:off x="6382054" y="10709053"/>
              <a:ext cx="80963" cy="65088"/>
            </a:xfrm>
            <a:custGeom>
              <a:avLst/>
              <a:gdLst>
                <a:gd name="T0" fmla="*/ 14 w 30"/>
                <a:gd name="T1" fmla="*/ 4 h 24"/>
                <a:gd name="T2" fmla="*/ 0 w 30"/>
                <a:gd name="T3" fmla="*/ 19 h 24"/>
                <a:gd name="T4" fmla="*/ 17 w 30"/>
                <a:gd name="T5" fmla="*/ 19 h 24"/>
                <a:gd name="T6" fmla="*/ 29 w 30"/>
                <a:gd name="T7" fmla="*/ 4 h 24"/>
                <a:gd name="T8" fmla="*/ 14 w 30"/>
                <a:gd name="T9" fmla="*/ 4 h 24"/>
              </a:gdLst>
              <a:ahLst/>
              <a:cxnLst>
                <a:cxn ang="0">
                  <a:pos x="T0" y="T1"/>
                </a:cxn>
                <a:cxn ang="0">
                  <a:pos x="T2" y="T3"/>
                </a:cxn>
                <a:cxn ang="0">
                  <a:pos x="T4" y="T5"/>
                </a:cxn>
                <a:cxn ang="0">
                  <a:pos x="T6" y="T7"/>
                </a:cxn>
                <a:cxn ang="0">
                  <a:pos x="T8" y="T9"/>
                </a:cxn>
              </a:cxnLst>
              <a:rect l="0" t="0" r="r" b="b"/>
              <a:pathLst>
                <a:path w="30" h="24">
                  <a:moveTo>
                    <a:pt x="14" y="4"/>
                  </a:moveTo>
                  <a:cubicBezTo>
                    <a:pt x="6" y="8"/>
                    <a:pt x="0" y="15"/>
                    <a:pt x="0" y="19"/>
                  </a:cubicBezTo>
                  <a:cubicBezTo>
                    <a:pt x="1" y="23"/>
                    <a:pt x="9" y="24"/>
                    <a:pt x="17" y="19"/>
                  </a:cubicBezTo>
                  <a:cubicBezTo>
                    <a:pt x="24" y="15"/>
                    <a:pt x="30" y="9"/>
                    <a:pt x="29" y="4"/>
                  </a:cubicBezTo>
                  <a:cubicBezTo>
                    <a:pt x="28" y="0"/>
                    <a:pt x="22" y="0"/>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27" name="Freeform 1125"/>
            <p:cNvSpPr/>
            <p:nvPr/>
          </p:nvSpPr>
          <p:spPr bwMode="auto">
            <a:xfrm>
              <a:off x="6174091" y="10817003"/>
              <a:ext cx="80963" cy="68263"/>
            </a:xfrm>
            <a:custGeom>
              <a:avLst/>
              <a:gdLst>
                <a:gd name="T0" fmla="*/ 12 w 30"/>
                <a:gd name="T1" fmla="*/ 5 h 25"/>
                <a:gd name="T2" fmla="*/ 0 w 30"/>
                <a:gd name="T3" fmla="*/ 20 h 25"/>
                <a:gd name="T4" fmla="*/ 17 w 30"/>
                <a:gd name="T5" fmla="*/ 20 h 25"/>
                <a:gd name="T6" fmla="*/ 29 w 30"/>
                <a:gd name="T7" fmla="*/ 5 h 25"/>
                <a:gd name="T8" fmla="*/ 12 w 30"/>
                <a:gd name="T9" fmla="*/ 5 h 25"/>
              </a:gdLst>
              <a:ahLst/>
              <a:cxnLst>
                <a:cxn ang="0">
                  <a:pos x="T0" y="T1"/>
                </a:cxn>
                <a:cxn ang="0">
                  <a:pos x="T2" y="T3"/>
                </a:cxn>
                <a:cxn ang="0">
                  <a:pos x="T4" y="T5"/>
                </a:cxn>
                <a:cxn ang="0">
                  <a:pos x="T6" y="T7"/>
                </a:cxn>
                <a:cxn ang="0">
                  <a:pos x="T8" y="T9"/>
                </a:cxn>
              </a:cxnLst>
              <a:rect l="0" t="0" r="r" b="b"/>
              <a:pathLst>
                <a:path w="30" h="25">
                  <a:moveTo>
                    <a:pt x="12" y="5"/>
                  </a:moveTo>
                  <a:cubicBezTo>
                    <a:pt x="5" y="9"/>
                    <a:pt x="0" y="16"/>
                    <a:pt x="0" y="20"/>
                  </a:cubicBezTo>
                  <a:cubicBezTo>
                    <a:pt x="1" y="25"/>
                    <a:pt x="9" y="25"/>
                    <a:pt x="17" y="20"/>
                  </a:cubicBezTo>
                  <a:cubicBezTo>
                    <a:pt x="24" y="16"/>
                    <a:pt x="30" y="9"/>
                    <a:pt x="29" y="5"/>
                  </a:cubicBezTo>
                  <a:cubicBezTo>
                    <a:pt x="28" y="0"/>
                    <a:pt x="21" y="0"/>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28" name="Freeform 1126"/>
            <p:cNvSpPr/>
            <p:nvPr/>
          </p:nvSpPr>
          <p:spPr bwMode="auto">
            <a:xfrm>
              <a:off x="11820829" y="8932640"/>
              <a:ext cx="68263" cy="106363"/>
            </a:xfrm>
            <a:custGeom>
              <a:avLst/>
              <a:gdLst>
                <a:gd name="T0" fmla="*/ 4 w 25"/>
                <a:gd name="T1" fmla="*/ 30 h 39"/>
                <a:gd name="T2" fmla="*/ 6 w 25"/>
                <a:gd name="T3" fmla="*/ 34 h 39"/>
                <a:gd name="T4" fmla="*/ 25 w 25"/>
                <a:gd name="T5" fmla="*/ 4 h 39"/>
                <a:gd name="T6" fmla="*/ 23 w 25"/>
                <a:gd name="T7" fmla="*/ 0 h 39"/>
                <a:gd name="T8" fmla="*/ 11 w 25"/>
                <a:gd name="T9" fmla="*/ 16 h 39"/>
                <a:gd name="T10" fmla="*/ 4 w 25"/>
                <a:gd name="T11" fmla="*/ 30 h 39"/>
              </a:gdLst>
              <a:ahLst/>
              <a:cxnLst>
                <a:cxn ang="0">
                  <a:pos x="T0" y="T1"/>
                </a:cxn>
                <a:cxn ang="0">
                  <a:pos x="T2" y="T3"/>
                </a:cxn>
                <a:cxn ang="0">
                  <a:pos x="T4" y="T5"/>
                </a:cxn>
                <a:cxn ang="0">
                  <a:pos x="T6" y="T7"/>
                </a:cxn>
                <a:cxn ang="0">
                  <a:pos x="T8" y="T9"/>
                </a:cxn>
                <a:cxn ang="0">
                  <a:pos x="T10" y="T11"/>
                </a:cxn>
              </a:cxnLst>
              <a:rect l="0" t="0" r="r" b="b"/>
              <a:pathLst>
                <a:path w="25" h="39">
                  <a:moveTo>
                    <a:pt x="4" y="30"/>
                  </a:moveTo>
                  <a:cubicBezTo>
                    <a:pt x="0" y="38"/>
                    <a:pt x="1" y="39"/>
                    <a:pt x="6" y="34"/>
                  </a:cubicBezTo>
                  <a:cubicBezTo>
                    <a:pt x="11" y="27"/>
                    <a:pt x="16" y="18"/>
                    <a:pt x="25" y="4"/>
                  </a:cubicBezTo>
                  <a:cubicBezTo>
                    <a:pt x="24" y="3"/>
                    <a:pt x="23" y="1"/>
                    <a:pt x="23" y="0"/>
                  </a:cubicBezTo>
                  <a:cubicBezTo>
                    <a:pt x="15" y="9"/>
                    <a:pt x="13" y="12"/>
                    <a:pt x="11" y="16"/>
                  </a:cubicBezTo>
                  <a:cubicBezTo>
                    <a:pt x="9" y="21"/>
                    <a:pt x="6" y="26"/>
                    <a:pt x="4"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29" name="Freeform 1127"/>
            <p:cNvSpPr/>
            <p:nvPr/>
          </p:nvSpPr>
          <p:spPr bwMode="auto">
            <a:xfrm>
              <a:off x="-61609" y="12399740"/>
              <a:ext cx="74613" cy="57150"/>
            </a:xfrm>
            <a:custGeom>
              <a:avLst/>
              <a:gdLst>
                <a:gd name="T0" fmla="*/ 23 w 27"/>
                <a:gd name="T1" fmla="*/ 15 h 21"/>
                <a:gd name="T2" fmla="*/ 21 w 27"/>
                <a:gd name="T3" fmla="*/ 3 h 21"/>
                <a:gd name="T4" fmla="*/ 0 w 27"/>
                <a:gd name="T5" fmla="*/ 7 h 21"/>
                <a:gd name="T6" fmla="*/ 2 w 27"/>
                <a:gd name="T7" fmla="*/ 20 h 21"/>
                <a:gd name="T8" fmla="*/ 23 w 27"/>
                <a:gd name="T9" fmla="*/ 15 h 21"/>
              </a:gdLst>
              <a:ahLst/>
              <a:cxnLst>
                <a:cxn ang="0">
                  <a:pos x="T0" y="T1"/>
                </a:cxn>
                <a:cxn ang="0">
                  <a:pos x="T2" y="T3"/>
                </a:cxn>
                <a:cxn ang="0">
                  <a:pos x="T4" y="T5"/>
                </a:cxn>
                <a:cxn ang="0">
                  <a:pos x="T6" y="T7"/>
                </a:cxn>
                <a:cxn ang="0">
                  <a:pos x="T8" y="T9"/>
                </a:cxn>
              </a:cxnLst>
              <a:rect l="0" t="0" r="r" b="b"/>
              <a:pathLst>
                <a:path w="27" h="21">
                  <a:moveTo>
                    <a:pt x="23" y="15"/>
                  </a:moveTo>
                  <a:cubicBezTo>
                    <a:pt x="27" y="10"/>
                    <a:pt x="26" y="6"/>
                    <a:pt x="21" y="3"/>
                  </a:cubicBezTo>
                  <a:cubicBezTo>
                    <a:pt x="15" y="0"/>
                    <a:pt x="9" y="1"/>
                    <a:pt x="0" y="7"/>
                  </a:cubicBezTo>
                  <a:cubicBezTo>
                    <a:pt x="1" y="11"/>
                    <a:pt x="2" y="16"/>
                    <a:pt x="2" y="20"/>
                  </a:cubicBezTo>
                  <a:cubicBezTo>
                    <a:pt x="13" y="21"/>
                    <a:pt x="19" y="20"/>
                    <a:pt x="23"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30" name="Freeform 1128"/>
            <p:cNvSpPr/>
            <p:nvPr/>
          </p:nvSpPr>
          <p:spPr bwMode="auto">
            <a:xfrm>
              <a:off x="5850241" y="10934478"/>
              <a:ext cx="79375" cy="61913"/>
            </a:xfrm>
            <a:custGeom>
              <a:avLst/>
              <a:gdLst>
                <a:gd name="T0" fmla="*/ 13 w 29"/>
                <a:gd name="T1" fmla="*/ 5 h 23"/>
                <a:gd name="T2" fmla="*/ 0 w 29"/>
                <a:gd name="T3" fmla="*/ 19 h 23"/>
                <a:gd name="T4" fmla="*/ 15 w 29"/>
                <a:gd name="T5" fmla="*/ 19 h 23"/>
                <a:gd name="T6" fmla="*/ 28 w 29"/>
                <a:gd name="T7" fmla="*/ 4 h 23"/>
                <a:gd name="T8" fmla="*/ 13 w 29"/>
                <a:gd name="T9" fmla="*/ 5 h 23"/>
              </a:gdLst>
              <a:ahLst/>
              <a:cxnLst>
                <a:cxn ang="0">
                  <a:pos x="T0" y="T1"/>
                </a:cxn>
                <a:cxn ang="0">
                  <a:pos x="T2" y="T3"/>
                </a:cxn>
                <a:cxn ang="0">
                  <a:pos x="T4" y="T5"/>
                </a:cxn>
                <a:cxn ang="0">
                  <a:pos x="T6" y="T7"/>
                </a:cxn>
                <a:cxn ang="0">
                  <a:pos x="T8" y="T9"/>
                </a:cxn>
              </a:cxnLst>
              <a:rect l="0" t="0" r="r" b="b"/>
              <a:pathLst>
                <a:path w="29" h="23">
                  <a:moveTo>
                    <a:pt x="13" y="5"/>
                  </a:moveTo>
                  <a:cubicBezTo>
                    <a:pt x="5" y="9"/>
                    <a:pt x="0" y="15"/>
                    <a:pt x="0" y="19"/>
                  </a:cubicBezTo>
                  <a:cubicBezTo>
                    <a:pt x="1" y="23"/>
                    <a:pt x="7" y="23"/>
                    <a:pt x="15" y="19"/>
                  </a:cubicBezTo>
                  <a:cubicBezTo>
                    <a:pt x="23" y="15"/>
                    <a:pt x="29" y="8"/>
                    <a:pt x="28" y="4"/>
                  </a:cubicBezTo>
                  <a:cubicBezTo>
                    <a:pt x="27" y="0"/>
                    <a:pt x="20" y="1"/>
                    <a:pt x="1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31" name="Freeform 1129"/>
            <p:cNvSpPr/>
            <p:nvPr/>
          </p:nvSpPr>
          <p:spPr bwMode="auto">
            <a:xfrm>
              <a:off x="5640691" y="11050365"/>
              <a:ext cx="79375" cy="63500"/>
            </a:xfrm>
            <a:custGeom>
              <a:avLst/>
              <a:gdLst>
                <a:gd name="T0" fmla="*/ 13 w 29"/>
                <a:gd name="T1" fmla="*/ 4 h 23"/>
                <a:gd name="T2" fmla="*/ 1 w 29"/>
                <a:gd name="T3" fmla="*/ 19 h 23"/>
                <a:gd name="T4" fmla="*/ 16 w 29"/>
                <a:gd name="T5" fmla="*/ 18 h 23"/>
                <a:gd name="T6" fmla="*/ 28 w 29"/>
                <a:gd name="T7" fmla="*/ 3 h 23"/>
                <a:gd name="T8" fmla="*/ 13 w 29"/>
                <a:gd name="T9" fmla="*/ 4 h 23"/>
              </a:gdLst>
              <a:ahLst/>
              <a:cxnLst>
                <a:cxn ang="0">
                  <a:pos x="T0" y="T1"/>
                </a:cxn>
                <a:cxn ang="0">
                  <a:pos x="T2" y="T3"/>
                </a:cxn>
                <a:cxn ang="0">
                  <a:pos x="T4" y="T5"/>
                </a:cxn>
                <a:cxn ang="0">
                  <a:pos x="T6" y="T7"/>
                </a:cxn>
                <a:cxn ang="0">
                  <a:pos x="T8" y="T9"/>
                </a:cxn>
              </a:cxnLst>
              <a:rect l="0" t="0" r="r" b="b"/>
              <a:pathLst>
                <a:path w="29" h="23">
                  <a:moveTo>
                    <a:pt x="13" y="4"/>
                  </a:moveTo>
                  <a:cubicBezTo>
                    <a:pt x="5" y="8"/>
                    <a:pt x="0" y="15"/>
                    <a:pt x="1" y="19"/>
                  </a:cubicBezTo>
                  <a:cubicBezTo>
                    <a:pt x="2" y="23"/>
                    <a:pt x="9" y="23"/>
                    <a:pt x="16" y="18"/>
                  </a:cubicBezTo>
                  <a:cubicBezTo>
                    <a:pt x="24" y="14"/>
                    <a:pt x="29" y="7"/>
                    <a:pt x="28" y="3"/>
                  </a:cubicBezTo>
                  <a:cubicBezTo>
                    <a:pt x="27" y="0"/>
                    <a:pt x="20" y="0"/>
                    <a:pt x="1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32" name="Freeform 1130"/>
            <p:cNvSpPr/>
            <p:nvPr/>
          </p:nvSpPr>
          <p:spPr bwMode="auto">
            <a:xfrm>
              <a:off x="5432729" y="11161490"/>
              <a:ext cx="77788" cy="66675"/>
            </a:xfrm>
            <a:custGeom>
              <a:avLst/>
              <a:gdLst>
                <a:gd name="T0" fmla="*/ 1 w 29"/>
                <a:gd name="T1" fmla="*/ 19 h 24"/>
                <a:gd name="T2" fmla="*/ 16 w 29"/>
                <a:gd name="T3" fmla="*/ 20 h 24"/>
                <a:gd name="T4" fmla="*/ 28 w 29"/>
                <a:gd name="T5" fmla="*/ 5 h 24"/>
                <a:gd name="T6" fmla="*/ 13 w 29"/>
                <a:gd name="T7" fmla="*/ 5 h 24"/>
                <a:gd name="T8" fmla="*/ 1 w 29"/>
                <a:gd name="T9" fmla="*/ 19 h 24"/>
              </a:gdLst>
              <a:ahLst/>
              <a:cxnLst>
                <a:cxn ang="0">
                  <a:pos x="T0" y="T1"/>
                </a:cxn>
                <a:cxn ang="0">
                  <a:pos x="T2" y="T3"/>
                </a:cxn>
                <a:cxn ang="0">
                  <a:pos x="T4" y="T5"/>
                </a:cxn>
                <a:cxn ang="0">
                  <a:pos x="T6" y="T7"/>
                </a:cxn>
                <a:cxn ang="0">
                  <a:pos x="T8" y="T9"/>
                </a:cxn>
              </a:cxnLst>
              <a:rect l="0" t="0" r="r" b="b"/>
              <a:pathLst>
                <a:path w="29" h="24">
                  <a:moveTo>
                    <a:pt x="1" y="19"/>
                  </a:moveTo>
                  <a:cubicBezTo>
                    <a:pt x="2" y="24"/>
                    <a:pt x="8" y="24"/>
                    <a:pt x="16" y="20"/>
                  </a:cubicBezTo>
                  <a:cubicBezTo>
                    <a:pt x="23" y="16"/>
                    <a:pt x="29" y="9"/>
                    <a:pt x="28" y="5"/>
                  </a:cubicBezTo>
                  <a:cubicBezTo>
                    <a:pt x="28" y="0"/>
                    <a:pt x="20" y="1"/>
                    <a:pt x="13" y="5"/>
                  </a:cubicBezTo>
                  <a:cubicBezTo>
                    <a:pt x="5" y="9"/>
                    <a:pt x="0" y="15"/>
                    <a:pt x="1"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33" name="Freeform 1131"/>
            <p:cNvSpPr/>
            <p:nvPr/>
          </p:nvSpPr>
          <p:spPr bwMode="auto">
            <a:xfrm>
              <a:off x="5223179" y="11275790"/>
              <a:ext cx="79375" cy="63500"/>
            </a:xfrm>
            <a:custGeom>
              <a:avLst/>
              <a:gdLst>
                <a:gd name="T0" fmla="*/ 14 w 29"/>
                <a:gd name="T1" fmla="*/ 3 h 23"/>
                <a:gd name="T2" fmla="*/ 1 w 29"/>
                <a:gd name="T3" fmla="*/ 18 h 23"/>
                <a:gd name="T4" fmla="*/ 15 w 29"/>
                <a:gd name="T5" fmla="*/ 19 h 23"/>
                <a:gd name="T6" fmla="*/ 28 w 29"/>
                <a:gd name="T7" fmla="*/ 4 h 23"/>
                <a:gd name="T8" fmla="*/ 14 w 29"/>
                <a:gd name="T9" fmla="*/ 3 h 23"/>
              </a:gdLst>
              <a:ahLst/>
              <a:cxnLst>
                <a:cxn ang="0">
                  <a:pos x="T0" y="T1"/>
                </a:cxn>
                <a:cxn ang="0">
                  <a:pos x="T2" y="T3"/>
                </a:cxn>
                <a:cxn ang="0">
                  <a:pos x="T4" y="T5"/>
                </a:cxn>
                <a:cxn ang="0">
                  <a:pos x="T6" y="T7"/>
                </a:cxn>
                <a:cxn ang="0">
                  <a:pos x="T8" y="T9"/>
                </a:cxn>
              </a:cxnLst>
              <a:rect l="0" t="0" r="r" b="b"/>
              <a:pathLst>
                <a:path w="29" h="23">
                  <a:moveTo>
                    <a:pt x="14" y="3"/>
                  </a:moveTo>
                  <a:cubicBezTo>
                    <a:pt x="6" y="7"/>
                    <a:pt x="0" y="13"/>
                    <a:pt x="1" y="18"/>
                  </a:cubicBezTo>
                  <a:cubicBezTo>
                    <a:pt x="1" y="22"/>
                    <a:pt x="7" y="23"/>
                    <a:pt x="15" y="19"/>
                  </a:cubicBezTo>
                  <a:cubicBezTo>
                    <a:pt x="23" y="16"/>
                    <a:pt x="29" y="8"/>
                    <a:pt x="28" y="4"/>
                  </a:cubicBezTo>
                  <a:cubicBezTo>
                    <a:pt x="28" y="0"/>
                    <a:pt x="21" y="0"/>
                    <a:pt x="1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34" name="Freeform 1132"/>
            <p:cNvSpPr/>
            <p:nvPr/>
          </p:nvSpPr>
          <p:spPr bwMode="auto">
            <a:xfrm>
              <a:off x="5015216" y="11382153"/>
              <a:ext cx="77788" cy="61913"/>
            </a:xfrm>
            <a:custGeom>
              <a:avLst/>
              <a:gdLst>
                <a:gd name="T0" fmla="*/ 13 w 29"/>
                <a:gd name="T1" fmla="*/ 3 h 23"/>
                <a:gd name="T2" fmla="*/ 1 w 29"/>
                <a:gd name="T3" fmla="*/ 18 h 23"/>
                <a:gd name="T4" fmla="*/ 16 w 29"/>
                <a:gd name="T5" fmla="*/ 19 h 23"/>
                <a:gd name="T6" fmla="*/ 28 w 29"/>
                <a:gd name="T7" fmla="*/ 4 h 23"/>
                <a:gd name="T8" fmla="*/ 13 w 29"/>
                <a:gd name="T9" fmla="*/ 3 h 23"/>
              </a:gdLst>
              <a:ahLst/>
              <a:cxnLst>
                <a:cxn ang="0">
                  <a:pos x="T0" y="T1"/>
                </a:cxn>
                <a:cxn ang="0">
                  <a:pos x="T2" y="T3"/>
                </a:cxn>
                <a:cxn ang="0">
                  <a:pos x="T4" y="T5"/>
                </a:cxn>
                <a:cxn ang="0">
                  <a:pos x="T6" y="T7"/>
                </a:cxn>
                <a:cxn ang="0">
                  <a:pos x="T8" y="T9"/>
                </a:cxn>
              </a:cxnLst>
              <a:rect l="0" t="0" r="r" b="b"/>
              <a:pathLst>
                <a:path w="29" h="23">
                  <a:moveTo>
                    <a:pt x="13" y="3"/>
                  </a:moveTo>
                  <a:cubicBezTo>
                    <a:pt x="5" y="7"/>
                    <a:pt x="0" y="14"/>
                    <a:pt x="1" y="18"/>
                  </a:cubicBezTo>
                  <a:cubicBezTo>
                    <a:pt x="2" y="22"/>
                    <a:pt x="9" y="23"/>
                    <a:pt x="16" y="19"/>
                  </a:cubicBezTo>
                  <a:cubicBezTo>
                    <a:pt x="24" y="15"/>
                    <a:pt x="29" y="8"/>
                    <a:pt x="28" y="4"/>
                  </a:cubicBezTo>
                  <a:cubicBezTo>
                    <a:pt x="28" y="0"/>
                    <a:pt x="21" y="0"/>
                    <a:pt x="1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35" name="Freeform 1133"/>
            <p:cNvSpPr/>
            <p:nvPr/>
          </p:nvSpPr>
          <p:spPr bwMode="auto">
            <a:xfrm>
              <a:off x="4805666" y="11480578"/>
              <a:ext cx="77788" cy="65088"/>
            </a:xfrm>
            <a:custGeom>
              <a:avLst/>
              <a:gdLst>
                <a:gd name="T0" fmla="*/ 1 w 29"/>
                <a:gd name="T1" fmla="*/ 18 h 24"/>
                <a:gd name="T2" fmla="*/ 16 w 29"/>
                <a:gd name="T3" fmla="*/ 20 h 24"/>
                <a:gd name="T4" fmla="*/ 28 w 29"/>
                <a:gd name="T5" fmla="*/ 6 h 24"/>
                <a:gd name="T6" fmla="*/ 12 w 29"/>
                <a:gd name="T7" fmla="*/ 4 h 24"/>
                <a:gd name="T8" fmla="*/ 1 w 29"/>
                <a:gd name="T9" fmla="*/ 18 h 24"/>
              </a:gdLst>
              <a:ahLst/>
              <a:cxnLst>
                <a:cxn ang="0">
                  <a:pos x="T0" y="T1"/>
                </a:cxn>
                <a:cxn ang="0">
                  <a:pos x="T2" y="T3"/>
                </a:cxn>
                <a:cxn ang="0">
                  <a:pos x="T4" y="T5"/>
                </a:cxn>
                <a:cxn ang="0">
                  <a:pos x="T6" y="T7"/>
                </a:cxn>
                <a:cxn ang="0">
                  <a:pos x="T8" y="T9"/>
                </a:cxn>
              </a:cxnLst>
              <a:rect l="0" t="0" r="r" b="b"/>
              <a:pathLst>
                <a:path w="29" h="24">
                  <a:moveTo>
                    <a:pt x="1" y="18"/>
                  </a:moveTo>
                  <a:cubicBezTo>
                    <a:pt x="1" y="23"/>
                    <a:pt x="8" y="24"/>
                    <a:pt x="16" y="20"/>
                  </a:cubicBezTo>
                  <a:cubicBezTo>
                    <a:pt x="23" y="17"/>
                    <a:pt x="29" y="10"/>
                    <a:pt x="28" y="6"/>
                  </a:cubicBezTo>
                  <a:cubicBezTo>
                    <a:pt x="28" y="1"/>
                    <a:pt x="20" y="0"/>
                    <a:pt x="12" y="4"/>
                  </a:cubicBezTo>
                  <a:cubicBezTo>
                    <a:pt x="5" y="7"/>
                    <a:pt x="0" y="13"/>
                    <a:pt x="1"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36" name="Freeform 1134"/>
            <p:cNvSpPr/>
            <p:nvPr/>
          </p:nvSpPr>
          <p:spPr bwMode="auto">
            <a:xfrm>
              <a:off x="4594529" y="11572653"/>
              <a:ext cx="80963" cy="61913"/>
            </a:xfrm>
            <a:custGeom>
              <a:avLst/>
              <a:gdLst>
                <a:gd name="T0" fmla="*/ 1 w 30"/>
                <a:gd name="T1" fmla="*/ 17 h 23"/>
                <a:gd name="T2" fmla="*/ 17 w 30"/>
                <a:gd name="T3" fmla="*/ 20 h 23"/>
                <a:gd name="T4" fmla="*/ 29 w 30"/>
                <a:gd name="T5" fmla="*/ 5 h 23"/>
                <a:gd name="T6" fmla="*/ 14 w 30"/>
                <a:gd name="T7" fmla="*/ 2 h 23"/>
                <a:gd name="T8" fmla="*/ 1 w 30"/>
                <a:gd name="T9" fmla="*/ 17 h 23"/>
              </a:gdLst>
              <a:ahLst/>
              <a:cxnLst>
                <a:cxn ang="0">
                  <a:pos x="T0" y="T1"/>
                </a:cxn>
                <a:cxn ang="0">
                  <a:pos x="T2" y="T3"/>
                </a:cxn>
                <a:cxn ang="0">
                  <a:pos x="T4" y="T5"/>
                </a:cxn>
                <a:cxn ang="0">
                  <a:pos x="T6" y="T7"/>
                </a:cxn>
                <a:cxn ang="0">
                  <a:pos x="T8" y="T9"/>
                </a:cxn>
              </a:cxnLst>
              <a:rect l="0" t="0" r="r" b="b"/>
              <a:pathLst>
                <a:path w="30" h="23">
                  <a:moveTo>
                    <a:pt x="1" y="17"/>
                  </a:moveTo>
                  <a:cubicBezTo>
                    <a:pt x="2" y="22"/>
                    <a:pt x="9" y="23"/>
                    <a:pt x="17" y="20"/>
                  </a:cubicBezTo>
                  <a:cubicBezTo>
                    <a:pt x="24" y="17"/>
                    <a:pt x="30" y="10"/>
                    <a:pt x="29" y="5"/>
                  </a:cubicBezTo>
                  <a:cubicBezTo>
                    <a:pt x="28" y="1"/>
                    <a:pt x="21" y="0"/>
                    <a:pt x="14" y="2"/>
                  </a:cubicBezTo>
                  <a:cubicBezTo>
                    <a:pt x="6" y="5"/>
                    <a:pt x="0" y="12"/>
                    <a:pt x="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37" name="Freeform 1135"/>
            <p:cNvSpPr/>
            <p:nvPr/>
          </p:nvSpPr>
          <p:spPr bwMode="auto">
            <a:xfrm>
              <a:off x="4381804" y="11650440"/>
              <a:ext cx="80963" cy="63500"/>
            </a:xfrm>
            <a:custGeom>
              <a:avLst/>
              <a:gdLst>
                <a:gd name="T0" fmla="*/ 2 w 30"/>
                <a:gd name="T1" fmla="*/ 17 h 23"/>
                <a:gd name="T2" fmla="*/ 18 w 30"/>
                <a:gd name="T3" fmla="*/ 20 h 23"/>
                <a:gd name="T4" fmla="*/ 29 w 30"/>
                <a:gd name="T5" fmla="*/ 6 h 23"/>
                <a:gd name="T6" fmla="*/ 14 w 30"/>
                <a:gd name="T7" fmla="*/ 3 h 23"/>
                <a:gd name="T8" fmla="*/ 2 w 30"/>
                <a:gd name="T9" fmla="*/ 17 h 23"/>
              </a:gdLst>
              <a:ahLst/>
              <a:cxnLst>
                <a:cxn ang="0">
                  <a:pos x="T0" y="T1"/>
                </a:cxn>
                <a:cxn ang="0">
                  <a:pos x="T2" y="T3"/>
                </a:cxn>
                <a:cxn ang="0">
                  <a:pos x="T4" y="T5"/>
                </a:cxn>
                <a:cxn ang="0">
                  <a:pos x="T6" y="T7"/>
                </a:cxn>
                <a:cxn ang="0">
                  <a:pos x="T8" y="T9"/>
                </a:cxn>
              </a:cxnLst>
              <a:rect l="0" t="0" r="r" b="b"/>
              <a:pathLst>
                <a:path w="30" h="23">
                  <a:moveTo>
                    <a:pt x="2" y="17"/>
                  </a:moveTo>
                  <a:cubicBezTo>
                    <a:pt x="3" y="21"/>
                    <a:pt x="10" y="23"/>
                    <a:pt x="18" y="20"/>
                  </a:cubicBezTo>
                  <a:cubicBezTo>
                    <a:pt x="25" y="17"/>
                    <a:pt x="30" y="11"/>
                    <a:pt x="29" y="6"/>
                  </a:cubicBezTo>
                  <a:cubicBezTo>
                    <a:pt x="28" y="2"/>
                    <a:pt x="21" y="0"/>
                    <a:pt x="14" y="3"/>
                  </a:cubicBezTo>
                  <a:cubicBezTo>
                    <a:pt x="6" y="5"/>
                    <a:pt x="0" y="12"/>
                    <a:pt x="2"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38" name="Freeform 1136"/>
            <p:cNvSpPr/>
            <p:nvPr/>
          </p:nvSpPr>
          <p:spPr bwMode="auto">
            <a:xfrm>
              <a:off x="4172254" y="11718703"/>
              <a:ext cx="79375" cy="61913"/>
            </a:xfrm>
            <a:custGeom>
              <a:avLst/>
              <a:gdLst>
                <a:gd name="T0" fmla="*/ 14 w 29"/>
                <a:gd name="T1" fmla="*/ 2 h 23"/>
                <a:gd name="T2" fmla="*/ 1 w 29"/>
                <a:gd name="T3" fmla="*/ 15 h 23"/>
                <a:gd name="T4" fmla="*/ 16 w 29"/>
                <a:gd name="T5" fmla="*/ 20 h 23"/>
                <a:gd name="T6" fmla="*/ 29 w 29"/>
                <a:gd name="T7" fmla="*/ 7 h 23"/>
                <a:gd name="T8" fmla="*/ 14 w 29"/>
                <a:gd name="T9" fmla="*/ 2 h 23"/>
              </a:gdLst>
              <a:ahLst/>
              <a:cxnLst>
                <a:cxn ang="0">
                  <a:pos x="T0" y="T1"/>
                </a:cxn>
                <a:cxn ang="0">
                  <a:pos x="T2" y="T3"/>
                </a:cxn>
                <a:cxn ang="0">
                  <a:pos x="T4" y="T5"/>
                </a:cxn>
                <a:cxn ang="0">
                  <a:pos x="T6" y="T7"/>
                </a:cxn>
                <a:cxn ang="0">
                  <a:pos x="T8" y="T9"/>
                </a:cxn>
              </a:cxnLst>
              <a:rect l="0" t="0" r="r" b="b"/>
              <a:pathLst>
                <a:path w="29" h="23">
                  <a:moveTo>
                    <a:pt x="14" y="2"/>
                  </a:moveTo>
                  <a:cubicBezTo>
                    <a:pt x="5" y="4"/>
                    <a:pt x="0" y="10"/>
                    <a:pt x="1" y="15"/>
                  </a:cubicBezTo>
                  <a:cubicBezTo>
                    <a:pt x="2" y="20"/>
                    <a:pt x="9" y="23"/>
                    <a:pt x="16" y="20"/>
                  </a:cubicBezTo>
                  <a:cubicBezTo>
                    <a:pt x="24" y="18"/>
                    <a:pt x="29" y="12"/>
                    <a:pt x="29" y="7"/>
                  </a:cubicBezTo>
                  <a:cubicBezTo>
                    <a:pt x="28" y="2"/>
                    <a:pt x="21" y="0"/>
                    <a:pt x="1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39" name="Freeform 1137"/>
            <p:cNvSpPr/>
            <p:nvPr/>
          </p:nvSpPr>
          <p:spPr bwMode="auto">
            <a:xfrm>
              <a:off x="3961116" y="11771090"/>
              <a:ext cx="79375" cy="58738"/>
            </a:xfrm>
            <a:custGeom>
              <a:avLst/>
              <a:gdLst>
                <a:gd name="T0" fmla="*/ 13 w 29"/>
                <a:gd name="T1" fmla="*/ 2 h 22"/>
                <a:gd name="T2" fmla="*/ 0 w 29"/>
                <a:gd name="T3" fmla="*/ 14 h 22"/>
                <a:gd name="T4" fmla="*/ 15 w 29"/>
                <a:gd name="T5" fmla="*/ 21 h 22"/>
                <a:gd name="T6" fmla="*/ 29 w 29"/>
                <a:gd name="T7" fmla="*/ 9 h 22"/>
                <a:gd name="T8" fmla="*/ 13 w 29"/>
                <a:gd name="T9" fmla="*/ 2 h 22"/>
              </a:gdLst>
              <a:ahLst/>
              <a:cxnLst>
                <a:cxn ang="0">
                  <a:pos x="T0" y="T1"/>
                </a:cxn>
                <a:cxn ang="0">
                  <a:pos x="T2" y="T3"/>
                </a:cxn>
                <a:cxn ang="0">
                  <a:pos x="T4" y="T5"/>
                </a:cxn>
                <a:cxn ang="0">
                  <a:pos x="T6" y="T7"/>
                </a:cxn>
                <a:cxn ang="0">
                  <a:pos x="T8" y="T9"/>
                </a:cxn>
              </a:cxnLst>
              <a:rect l="0" t="0" r="r" b="b"/>
              <a:pathLst>
                <a:path w="29" h="22">
                  <a:moveTo>
                    <a:pt x="13" y="2"/>
                  </a:moveTo>
                  <a:cubicBezTo>
                    <a:pt x="5" y="3"/>
                    <a:pt x="0" y="8"/>
                    <a:pt x="0" y="14"/>
                  </a:cubicBezTo>
                  <a:cubicBezTo>
                    <a:pt x="1" y="19"/>
                    <a:pt x="7" y="22"/>
                    <a:pt x="15" y="21"/>
                  </a:cubicBezTo>
                  <a:cubicBezTo>
                    <a:pt x="23" y="20"/>
                    <a:pt x="29" y="14"/>
                    <a:pt x="29" y="9"/>
                  </a:cubicBezTo>
                  <a:cubicBezTo>
                    <a:pt x="28" y="3"/>
                    <a:pt x="21"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40" name="Freeform 1138"/>
            <p:cNvSpPr/>
            <p:nvPr/>
          </p:nvSpPr>
          <p:spPr bwMode="auto">
            <a:xfrm>
              <a:off x="3749979" y="11807603"/>
              <a:ext cx="77788" cy="57150"/>
            </a:xfrm>
            <a:custGeom>
              <a:avLst/>
              <a:gdLst>
                <a:gd name="T0" fmla="*/ 0 w 29"/>
                <a:gd name="T1" fmla="*/ 10 h 21"/>
                <a:gd name="T2" fmla="*/ 15 w 29"/>
                <a:gd name="T3" fmla="*/ 20 h 21"/>
                <a:gd name="T4" fmla="*/ 28 w 29"/>
                <a:gd name="T5" fmla="*/ 9 h 21"/>
                <a:gd name="T6" fmla="*/ 14 w 29"/>
                <a:gd name="T7" fmla="*/ 0 h 21"/>
                <a:gd name="T8" fmla="*/ 0 w 29"/>
                <a:gd name="T9" fmla="*/ 10 h 21"/>
              </a:gdLst>
              <a:ahLst/>
              <a:cxnLst>
                <a:cxn ang="0">
                  <a:pos x="T0" y="T1"/>
                </a:cxn>
                <a:cxn ang="0">
                  <a:pos x="T2" y="T3"/>
                </a:cxn>
                <a:cxn ang="0">
                  <a:pos x="T4" y="T5"/>
                </a:cxn>
                <a:cxn ang="0">
                  <a:pos x="T6" y="T7"/>
                </a:cxn>
                <a:cxn ang="0">
                  <a:pos x="T8" y="T9"/>
                </a:cxn>
              </a:cxnLst>
              <a:rect l="0" t="0" r="r" b="b"/>
              <a:pathLst>
                <a:path w="29" h="21">
                  <a:moveTo>
                    <a:pt x="0" y="10"/>
                  </a:moveTo>
                  <a:cubicBezTo>
                    <a:pt x="0" y="16"/>
                    <a:pt x="7" y="21"/>
                    <a:pt x="15" y="20"/>
                  </a:cubicBezTo>
                  <a:cubicBezTo>
                    <a:pt x="23" y="19"/>
                    <a:pt x="29" y="14"/>
                    <a:pt x="28" y="9"/>
                  </a:cubicBezTo>
                  <a:cubicBezTo>
                    <a:pt x="28" y="3"/>
                    <a:pt x="21" y="0"/>
                    <a:pt x="14" y="0"/>
                  </a:cubicBezTo>
                  <a:cubicBezTo>
                    <a:pt x="6" y="0"/>
                    <a:pt x="0" y="5"/>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41" name="Freeform 1139"/>
            <p:cNvSpPr/>
            <p:nvPr/>
          </p:nvSpPr>
          <p:spPr bwMode="auto">
            <a:xfrm>
              <a:off x="3532491" y="11829828"/>
              <a:ext cx="80963" cy="57150"/>
            </a:xfrm>
            <a:custGeom>
              <a:avLst/>
              <a:gdLst>
                <a:gd name="T0" fmla="*/ 1 w 30"/>
                <a:gd name="T1" fmla="*/ 12 h 21"/>
                <a:gd name="T2" fmla="*/ 17 w 30"/>
                <a:gd name="T3" fmla="*/ 20 h 21"/>
                <a:gd name="T4" fmla="*/ 30 w 30"/>
                <a:gd name="T5" fmla="*/ 9 h 21"/>
                <a:gd name="T6" fmla="*/ 15 w 30"/>
                <a:gd name="T7" fmla="*/ 1 h 21"/>
                <a:gd name="T8" fmla="*/ 1 w 30"/>
                <a:gd name="T9" fmla="*/ 12 h 21"/>
              </a:gdLst>
              <a:ahLst/>
              <a:cxnLst>
                <a:cxn ang="0">
                  <a:pos x="T0" y="T1"/>
                </a:cxn>
                <a:cxn ang="0">
                  <a:pos x="T2" y="T3"/>
                </a:cxn>
                <a:cxn ang="0">
                  <a:pos x="T4" y="T5"/>
                </a:cxn>
                <a:cxn ang="0">
                  <a:pos x="T6" y="T7"/>
                </a:cxn>
                <a:cxn ang="0">
                  <a:pos x="T8" y="T9"/>
                </a:cxn>
              </a:cxnLst>
              <a:rect l="0" t="0" r="r" b="b"/>
              <a:pathLst>
                <a:path w="30" h="21">
                  <a:moveTo>
                    <a:pt x="1" y="12"/>
                  </a:moveTo>
                  <a:cubicBezTo>
                    <a:pt x="2" y="18"/>
                    <a:pt x="9" y="21"/>
                    <a:pt x="17" y="20"/>
                  </a:cubicBezTo>
                  <a:cubicBezTo>
                    <a:pt x="24" y="20"/>
                    <a:pt x="30" y="15"/>
                    <a:pt x="30" y="9"/>
                  </a:cubicBezTo>
                  <a:cubicBezTo>
                    <a:pt x="29" y="4"/>
                    <a:pt x="22" y="0"/>
                    <a:pt x="15" y="1"/>
                  </a:cubicBezTo>
                  <a:cubicBezTo>
                    <a:pt x="6" y="1"/>
                    <a:pt x="0" y="6"/>
                    <a:pt x="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42" name="Freeform 1140"/>
            <p:cNvSpPr/>
            <p:nvPr/>
          </p:nvSpPr>
          <p:spPr bwMode="auto">
            <a:xfrm>
              <a:off x="3321354" y="11855228"/>
              <a:ext cx="77788" cy="55563"/>
            </a:xfrm>
            <a:custGeom>
              <a:avLst/>
              <a:gdLst>
                <a:gd name="T0" fmla="*/ 13 w 29"/>
                <a:gd name="T1" fmla="*/ 1 h 21"/>
                <a:gd name="T2" fmla="*/ 0 w 29"/>
                <a:gd name="T3" fmla="*/ 12 h 21"/>
                <a:gd name="T4" fmla="*/ 15 w 29"/>
                <a:gd name="T5" fmla="*/ 20 h 21"/>
                <a:gd name="T6" fmla="*/ 29 w 29"/>
                <a:gd name="T7" fmla="*/ 10 h 21"/>
                <a:gd name="T8" fmla="*/ 13 w 29"/>
                <a:gd name="T9" fmla="*/ 1 h 21"/>
              </a:gdLst>
              <a:ahLst/>
              <a:cxnLst>
                <a:cxn ang="0">
                  <a:pos x="T0" y="T1"/>
                </a:cxn>
                <a:cxn ang="0">
                  <a:pos x="T2" y="T3"/>
                </a:cxn>
                <a:cxn ang="0">
                  <a:pos x="T4" y="T5"/>
                </a:cxn>
                <a:cxn ang="0">
                  <a:pos x="T6" y="T7"/>
                </a:cxn>
                <a:cxn ang="0">
                  <a:pos x="T8" y="T9"/>
                </a:cxn>
              </a:cxnLst>
              <a:rect l="0" t="0" r="r" b="b"/>
              <a:pathLst>
                <a:path w="29" h="21">
                  <a:moveTo>
                    <a:pt x="13" y="1"/>
                  </a:moveTo>
                  <a:cubicBezTo>
                    <a:pt x="5" y="1"/>
                    <a:pt x="0" y="6"/>
                    <a:pt x="0" y="12"/>
                  </a:cubicBezTo>
                  <a:cubicBezTo>
                    <a:pt x="1" y="17"/>
                    <a:pt x="8" y="21"/>
                    <a:pt x="15" y="20"/>
                  </a:cubicBezTo>
                  <a:cubicBezTo>
                    <a:pt x="23" y="19"/>
                    <a:pt x="29" y="15"/>
                    <a:pt x="29" y="10"/>
                  </a:cubicBezTo>
                  <a:cubicBezTo>
                    <a:pt x="29" y="4"/>
                    <a:pt x="21"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43" name="Freeform 1141"/>
            <p:cNvSpPr/>
            <p:nvPr/>
          </p:nvSpPr>
          <p:spPr bwMode="auto">
            <a:xfrm>
              <a:off x="3107041" y="11879040"/>
              <a:ext cx="80963" cy="53975"/>
            </a:xfrm>
            <a:custGeom>
              <a:avLst/>
              <a:gdLst>
                <a:gd name="T0" fmla="*/ 1 w 30"/>
                <a:gd name="T1" fmla="*/ 12 h 20"/>
                <a:gd name="T2" fmla="*/ 17 w 30"/>
                <a:gd name="T3" fmla="*/ 19 h 20"/>
                <a:gd name="T4" fmla="*/ 29 w 30"/>
                <a:gd name="T5" fmla="*/ 9 h 20"/>
                <a:gd name="T6" fmla="*/ 14 w 30"/>
                <a:gd name="T7" fmla="*/ 0 h 20"/>
                <a:gd name="T8" fmla="*/ 1 w 30"/>
                <a:gd name="T9" fmla="*/ 12 h 20"/>
              </a:gdLst>
              <a:ahLst/>
              <a:cxnLst>
                <a:cxn ang="0">
                  <a:pos x="T0" y="T1"/>
                </a:cxn>
                <a:cxn ang="0">
                  <a:pos x="T2" y="T3"/>
                </a:cxn>
                <a:cxn ang="0">
                  <a:pos x="T4" y="T5"/>
                </a:cxn>
                <a:cxn ang="0">
                  <a:pos x="T6" y="T7"/>
                </a:cxn>
                <a:cxn ang="0">
                  <a:pos x="T8" y="T9"/>
                </a:cxn>
              </a:cxnLst>
              <a:rect l="0" t="0" r="r" b="b"/>
              <a:pathLst>
                <a:path w="30" h="20">
                  <a:moveTo>
                    <a:pt x="1" y="12"/>
                  </a:moveTo>
                  <a:cubicBezTo>
                    <a:pt x="2" y="17"/>
                    <a:pt x="9" y="20"/>
                    <a:pt x="17" y="19"/>
                  </a:cubicBezTo>
                  <a:cubicBezTo>
                    <a:pt x="24" y="19"/>
                    <a:pt x="30" y="14"/>
                    <a:pt x="29" y="9"/>
                  </a:cubicBezTo>
                  <a:cubicBezTo>
                    <a:pt x="28" y="4"/>
                    <a:pt x="21" y="0"/>
                    <a:pt x="14" y="0"/>
                  </a:cubicBezTo>
                  <a:cubicBezTo>
                    <a:pt x="6" y="1"/>
                    <a:pt x="0" y="6"/>
                    <a:pt x="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44" name="Freeform 1142"/>
            <p:cNvSpPr/>
            <p:nvPr/>
          </p:nvSpPr>
          <p:spPr bwMode="auto">
            <a:xfrm>
              <a:off x="2892729" y="11901265"/>
              <a:ext cx="80963" cy="57150"/>
            </a:xfrm>
            <a:custGeom>
              <a:avLst/>
              <a:gdLst>
                <a:gd name="T0" fmla="*/ 14 w 30"/>
                <a:gd name="T1" fmla="*/ 1 h 21"/>
                <a:gd name="T2" fmla="*/ 1 w 30"/>
                <a:gd name="T3" fmla="*/ 13 h 21"/>
                <a:gd name="T4" fmla="*/ 17 w 30"/>
                <a:gd name="T5" fmla="*/ 20 h 21"/>
                <a:gd name="T6" fmla="*/ 29 w 30"/>
                <a:gd name="T7" fmla="*/ 9 h 21"/>
                <a:gd name="T8" fmla="*/ 14 w 30"/>
                <a:gd name="T9" fmla="*/ 1 h 21"/>
              </a:gdLst>
              <a:ahLst/>
              <a:cxnLst>
                <a:cxn ang="0">
                  <a:pos x="T0" y="T1"/>
                </a:cxn>
                <a:cxn ang="0">
                  <a:pos x="T2" y="T3"/>
                </a:cxn>
                <a:cxn ang="0">
                  <a:pos x="T4" y="T5"/>
                </a:cxn>
                <a:cxn ang="0">
                  <a:pos x="T6" y="T7"/>
                </a:cxn>
                <a:cxn ang="0">
                  <a:pos x="T8" y="T9"/>
                </a:cxn>
              </a:cxnLst>
              <a:rect l="0" t="0" r="r" b="b"/>
              <a:pathLst>
                <a:path w="30" h="21">
                  <a:moveTo>
                    <a:pt x="14" y="1"/>
                  </a:moveTo>
                  <a:cubicBezTo>
                    <a:pt x="6" y="2"/>
                    <a:pt x="0" y="8"/>
                    <a:pt x="1" y="13"/>
                  </a:cubicBezTo>
                  <a:cubicBezTo>
                    <a:pt x="3" y="18"/>
                    <a:pt x="9" y="21"/>
                    <a:pt x="17" y="20"/>
                  </a:cubicBezTo>
                  <a:cubicBezTo>
                    <a:pt x="25" y="19"/>
                    <a:pt x="30" y="14"/>
                    <a:pt x="29" y="9"/>
                  </a:cubicBezTo>
                  <a:cubicBezTo>
                    <a:pt x="28" y="4"/>
                    <a:pt x="21"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45" name="Freeform 1143"/>
            <p:cNvSpPr/>
            <p:nvPr/>
          </p:nvSpPr>
          <p:spPr bwMode="auto">
            <a:xfrm>
              <a:off x="2676829" y="11925078"/>
              <a:ext cx="84138" cy="53975"/>
            </a:xfrm>
            <a:custGeom>
              <a:avLst/>
              <a:gdLst>
                <a:gd name="T0" fmla="*/ 14 w 31"/>
                <a:gd name="T1" fmla="*/ 1 h 20"/>
                <a:gd name="T2" fmla="*/ 2 w 31"/>
                <a:gd name="T3" fmla="*/ 12 h 20"/>
                <a:gd name="T4" fmla="*/ 18 w 31"/>
                <a:gd name="T5" fmla="*/ 19 h 20"/>
                <a:gd name="T6" fmla="*/ 30 w 31"/>
                <a:gd name="T7" fmla="*/ 9 h 20"/>
                <a:gd name="T8" fmla="*/ 14 w 31"/>
                <a:gd name="T9" fmla="*/ 1 h 20"/>
              </a:gdLst>
              <a:ahLst/>
              <a:cxnLst>
                <a:cxn ang="0">
                  <a:pos x="T0" y="T1"/>
                </a:cxn>
                <a:cxn ang="0">
                  <a:pos x="T2" y="T3"/>
                </a:cxn>
                <a:cxn ang="0">
                  <a:pos x="T4" y="T5"/>
                </a:cxn>
                <a:cxn ang="0">
                  <a:pos x="T6" y="T7"/>
                </a:cxn>
                <a:cxn ang="0">
                  <a:pos x="T8" y="T9"/>
                </a:cxn>
              </a:cxnLst>
              <a:rect l="0" t="0" r="r" b="b"/>
              <a:pathLst>
                <a:path w="31" h="20">
                  <a:moveTo>
                    <a:pt x="14" y="1"/>
                  </a:moveTo>
                  <a:cubicBezTo>
                    <a:pt x="6" y="2"/>
                    <a:pt x="0" y="7"/>
                    <a:pt x="2" y="12"/>
                  </a:cubicBezTo>
                  <a:cubicBezTo>
                    <a:pt x="3" y="17"/>
                    <a:pt x="10" y="20"/>
                    <a:pt x="18" y="19"/>
                  </a:cubicBezTo>
                  <a:cubicBezTo>
                    <a:pt x="25" y="18"/>
                    <a:pt x="31" y="13"/>
                    <a:pt x="30" y="9"/>
                  </a:cubicBezTo>
                  <a:cubicBezTo>
                    <a:pt x="29" y="4"/>
                    <a:pt x="21"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46" name="Freeform 1144"/>
            <p:cNvSpPr/>
            <p:nvPr/>
          </p:nvSpPr>
          <p:spPr bwMode="auto">
            <a:xfrm>
              <a:off x="2465691" y="11948890"/>
              <a:ext cx="80963" cy="49213"/>
            </a:xfrm>
            <a:custGeom>
              <a:avLst/>
              <a:gdLst>
                <a:gd name="T0" fmla="*/ 13 w 30"/>
                <a:gd name="T1" fmla="*/ 1 h 18"/>
                <a:gd name="T2" fmla="*/ 1 w 30"/>
                <a:gd name="T3" fmla="*/ 11 h 18"/>
                <a:gd name="T4" fmla="*/ 15 w 30"/>
                <a:gd name="T5" fmla="*/ 18 h 18"/>
                <a:gd name="T6" fmla="*/ 29 w 30"/>
                <a:gd name="T7" fmla="*/ 8 h 18"/>
                <a:gd name="T8" fmla="*/ 13 w 30"/>
                <a:gd name="T9" fmla="*/ 1 h 18"/>
              </a:gdLst>
              <a:ahLst/>
              <a:cxnLst>
                <a:cxn ang="0">
                  <a:pos x="T0" y="T1"/>
                </a:cxn>
                <a:cxn ang="0">
                  <a:pos x="T2" y="T3"/>
                </a:cxn>
                <a:cxn ang="0">
                  <a:pos x="T4" y="T5"/>
                </a:cxn>
                <a:cxn ang="0">
                  <a:pos x="T6" y="T7"/>
                </a:cxn>
                <a:cxn ang="0">
                  <a:pos x="T8" y="T9"/>
                </a:cxn>
              </a:cxnLst>
              <a:rect l="0" t="0" r="r" b="b"/>
              <a:pathLst>
                <a:path w="30" h="18">
                  <a:moveTo>
                    <a:pt x="13" y="1"/>
                  </a:moveTo>
                  <a:cubicBezTo>
                    <a:pt x="6" y="2"/>
                    <a:pt x="0" y="6"/>
                    <a:pt x="1" y="11"/>
                  </a:cubicBezTo>
                  <a:cubicBezTo>
                    <a:pt x="1" y="15"/>
                    <a:pt x="8" y="18"/>
                    <a:pt x="15" y="18"/>
                  </a:cubicBezTo>
                  <a:cubicBezTo>
                    <a:pt x="24" y="17"/>
                    <a:pt x="30" y="13"/>
                    <a:pt x="29" y="8"/>
                  </a:cubicBezTo>
                  <a:cubicBezTo>
                    <a:pt x="28" y="4"/>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47" name="Freeform 1145"/>
            <p:cNvSpPr/>
            <p:nvPr/>
          </p:nvSpPr>
          <p:spPr bwMode="auto">
            <a:xfrm>
              <a:off x="2251379" y="11974290"/>
              <a:ext cx="80963" cy="46038"/>
            </a:xfrm>
            <a:custGeom>
              <a:avLst/>
              <a:gdLst>
                <a:gd name="T0" fmla="*/ 14 w 30"/>
                <a:gd name="T1" fmla="*/ 0 h 17"/>
                <a:gd name="T2" fmla="*/ 1 w 30"/>
                <a:gd name="T3" fmla="*/ 10 h 17"/>
                <a:gd name="T4" fmla="*/ 16 w 30"/>
                <a:gd name="T5" fmla="*/ 16 h 17"/>
                <a:gd name="T6" fmla="*/ 29 w 30"/>
                <a:gd name="T7" fmla="*/ 8 h 17"/>
                <a:gd name="T8" fmla="*/ 14 w 30"/>
                <a:gd name="T9" fmla="*/ 0 h 17"/>
              </a:gdLst>
              <a:ahLst/>
              <a:cxnLst>
                <a:cxn ang="0">
                  <a:pos x="T0" y="T1"/>
                </a:cxn>
                <a:cxn ang="0">
                  <a:pos x="T2" y="T3"/>
                </a:cxn>
                <a:cxn ang="0">
                  <a:pos x="T4" y="T5"/>
                </a:cxn>
                <a:cxn ang="0">
                  <a:pos x="T6" y="T7"/>
                </a:cxn>
                <a:cxn ang="0">
                  <a:pos x="T8" y="T9"/>
                </a:cxn>
              </a:cxnLst>
              <a:rect l="0" t="0" r="r" b="b"/>
              <a:pathLst>
                <a:path w="30" h="17">
                  <a:moveTo>
                    <a:pt x="14" y="0"/>
                  </a:moveTo>
                  <a:cubicBezTo>
                    <a:pt x="6" y="1"/>
                    <a:pt x="0" y="6"/>
                    <a:pt x="1" y="10"/>
                  </a:cubicBezTo>
                  <a:cubicBezTo>
                    <a:pt x="2" y="15"/>
                    <a:pt x="8" y="17"/>
                    <a:pt x="16" y="16"/>
                  </a:cubicBezTo>
                  <a:cubicBezTo>
                    <a:pt x="24" y="16"/>
                    <a:pt x="30" y="12"/>
                    <a:pt x="29" y="8"/>
                  </a:cubicBezTo>
                  <a:cubicBezTo>
                    <a:pt x="29" y="3"/>
                    <a:pt x="22"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48" name="Freeform 1146"/>
            <p:cNvSpPr/>
            <p:nvPr/>
          </p:nvSpPr>
          <p:spPr bwMode="auto">
            <a:xfrm>
              <a:off x="2037066" y="11994928"/>
              <a:ext cx="80963" cy="47625"/>
            </a:xfrm>
            <a:custGeom>
              <a:avLst/>
              <a:gdLst>
                <a:gd name="T0" fmla="*/ 14 w 30"/>
                <a:gd name="T1" fmla="*/ 1 h 17"/>
                <a:gd name="T2" fmla="*/ 1 w 30"/>
                <a:gd name="T3" fmla="*/ 11 h 17"/>
                <a:gd name="T4" fmla="*/ 17 w 30"/>
                <a:gd name="T5" fmla="*/ 16 h 17"/>
                <a:gd name="T6" fmla="*/ 30 w 30"/>
                <a:gd name="T7" fmla="*/ 8 h 17"/>
                <a:gd name="T8" fmla="*/ 14 w 30"/>
                <a:gd name="T9" fmla="*/ 1 h 17"/>
              </a:gdLst>
              <a:ahLst/>
              <a:cxnLst>
                <a:cxn ang="0">
                  <a:pos x="T0" y="T1"/>
                </a:cxn>
                <a:cxn ang="0">
                  <a:pos x="T2" y="T3"/>
                </a:cxn>
                <a:cxn ang="0">
                  <a:pos x="T4" y="T5"/>
                </a:cxn>
                <a:cxn ang="0">
                  <a:pos x="T6" y="T7"/>
                </a:cxn>
                <a:cxn ang="0">
                  <a:pos x="T8" y="T9"/>
                </a:cxn>
              </a:cxnLst>
              <a:rect l="0" t="0" r="r" b="b"/>
              <a:pathLst>
                <a:path w="30" h="17">
                  <a:moveTo>
                    <a:pt x="14" y="1"/>
                  </a:moveTo>
                  <a:cubicBezTo>
                    <a:pt x="6" y="2"/>
                    <a:pt x="0" y="6"/>
                    <a:pt x="1" y="11"/>
                  </a:cubicBezTo>
                  <a:cubicBezTo>
                    <a:pt x="2" y="15"/>
                    <a:pt x="9" y="17"/>
                    <a:pt x="17" y="16"/>
                  </a:cubicBezTo>
                  <a:cubicBezTo>
                    <a:pt x="24" y="15"/>
                    <a:pt x="30" y="12"/>
                    <a:pt x="30" y="8"/>
                  </a:cubicBezTo>
                  <a:cubicBezTo>
                    <a:pt x="29" y="4"/>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49" name="Freeform 1147"/>
            <p:cNvSpPr/>
            <p:nvPr/>
          </p:nvSpPr>
          <p:spPr bwMode="auto">
            <a:xfrm>
              <a:off x="1825929" y="12020328"/>
              <a:ext cx="77788" cy="42863"/>
            </a:xfrm>
            <a:custGeom>
              <a:avLst/>
              <a:gdLst>
                <a:gd name="T0" fmla="*/ 16 w 29"/>
                <a:gd name="T1" fmla="*/ 15 h 16"/>
                <a:gd name="T2" fmla="*/ 29 w 29"/>
                <a:gd name="T3" fmla="*/ 7 h 16"/>
                <a:gd name="T4" fmla="*/ 14 w 29"/>
                <a:gd name="T5" fmla="*/ 0 h 16"/>
                <a:gd name="T6" fmla="*/ 0 w 29"/>
                <a:gd name="T7" fmla="*/ 9 h 16"/>
                <a:gd name="T8" fmla="*/ 16 w 29"/>
                <a:gd name="T9" fmla="*/ 15 h 16"/>
              </a:gdLst>
              <a:ahLst/>
              <a:cxnLst>
                <a:cxn ang="0">
                  <a:pos x="T0" y="T1"/>
                </a:cxn>
                <a:cxn ang="0">
                  <a:pos x="T2" y="T3"/>
                </a:cxn>
                <a:cxn ang="0">
                  <a:pos x="T4" y="T5"/>
                </a:cxn>
                <a:cxn ang="0">
                  <a:pos x="T6" y="T7"/>
                </a:cxn>
                <a:cxn ang="0">
                  <a:pos x="T8" y="T9"/>
                </a:cxn>
              </a:cxnLst>
              <a:rect l="0" t="0" r="r" b="b"/>
              <a:pathLst>
                <a:path w="29" h="16">
                  <a:moveTo>
                    <a:pt x="16" y="15"/>
                  </a:moveTo>
                  <a:cubicBezTo>
                    <a:pt x="23" y="14"/>
                    <a:pt x="29" y="11"/>
                    <a:pt x="29" y="7"/>
                  </a:cubicBezTo>
                  <a:cubicBezTo>
                    <a:pt x="28" y="3"/>
                    <a:pt x="22" y="0"/>
                    <a:pt x="14" y="0"/>
                  </a:cubicBezTo>
                  <a:cubicBezTo>
                    <a:pt x="6" y="1"/>
                    <a:pt x="0" y="5"/>
                    <a:pt x="0" y="9"/>
                  </a:cubicBezTo>
                  <a:cubicBezTo>
                    <a:pt x="1" y="13"/>
                    <a:pt x="8" y="16"/>
                    <a:pt x="16"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50" name="Freeform 1148"/>
            <p:cNvSpPr/>
            <p:nvPr/>
          </p:nvSpPr>
          <p:spPr bwMode="auto">
            <a:xfrm>
              <a:off x="1611616" y="12042553"/>
              <a:ext cx="80963" cy="39688"/>
            </a:xfrm>
            <a:custGeom>
              <a:avLst/>
              <a:gdLst>
                <a:gd name="T0" fmla="*/ 15 w 30"/>
                <a:gd name="T1" fmla="*/ 15 h 15"/>
                <a:gd name="T2" fmla="*/ 29 w 30"/>
                <a:gd name="T3" fmla="*/ 6 h 15"/>
                <a:gd name="T4" fmla="*/ 13 w 30"/>
                <a:gd name="T5" fmla="*/ 1 h 15"/>
                <a:gd name="T6" fmla="*/ 1 w 30"/>
                <a:gd name="T7" fmla="*/ 9 h 15"/>
                <a:gd name="T8" fmla="*/ 15 w 30"/>
                <a:gd name="T9" fmla="*/ 15 h 15"/>
              </a:gdLst>
              <a:ahLst/>
              <a:cxnLst>
                <a:cxn ang="0">
                  <a:pos x="T0" y="T1"/>
                </a:cxn>
                <a:cxn ang="0">
                  <a:pos x="T2" y="T3"/>
                </a:cxn>
                <a:cxn ang="0">
                  <a:pos x="T4" y="T5"/>
                </a:cxn>
                <a:cxn ang="0">
                  <a:pos x="T6" y="T7"/>
                </a:cxn>
                <a:cxn ang="0">
                  <a:pos x="T8" y="T9"/>
                </a:cxn>
              </a:cxnLst>
              <a:rect l="0" t="0" r="r" b="b"/>
              <a:pathLst>
                <a:path w="30" h="15">
                  <a:moveTo>
                    <a:pt x="15" y="15"/>
                  </a:moveTo>
                  <a:cubicBezTo>
                    <a:pt x="24" y="14"/>
                    <a:pt x="30" y="10"/>
                    <a:pt x="29" y="6"/>
                  </a:cubicBezTo>
                  <a:cubicBezTo>
                    <a:pt x="28" y="3"/>
                    <a:pt x="21" y="0"/>
                    <a:pt x="13" y="1"/>
                  </a:cubicBezTo>
                  <a:cubicBezTo>
                    <a:pt x="6" y="2"/>
                    <a:pt x="0" y="6"/>
                    <a:pt x="1" y="9"/>
                  </a:cubicBezTo>
                  <a:cubicBezTo>
                    <a:pt x="1" y="13"/>
                    <a:pt x="8" y="15"/>
                    <a:pt x="15"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51" name="Freeform 1149"/>
            <p:cNvSpPr/>
            <p:nvPr/>
          </p:nvSpPr>
          <p:spPr bwMode="auto">
            <a:xfrm>
              <a:off x="1395716" y="12066365"/>
              <a:ext cx="82550" cy="41275"/>
            </a:xfrm>
            <a:custGeom>
              <a:avLst/>
              <a:gdLst>
                <a:gd name="T0" fmla="*/ 17 w 30"/>
                <a:gd name="T1" fmla="*/ 14 h 15"/>
                <a:gd name="T2" fmla="*/ 29 w 30"/>
                <a:gd name="T3" fmla="*/ 6 h 15"/>
                <a:gd name="T4" fmla="*/ 14 w 30"/>
                <a:gd name="T5" fmla="*/ 1 h 15"/>
                <a:gd name="T6" fmla="*/ 1 w 30"/>
                <a:gd name="T7" fmla="*/ 10 h 15"/>
                <a:gd name="T8" fmla="*/ 17 w 30"/>
                <a:gd name="T9" fmla="*/ 14 h 15"/>
              </a:gdLst>
              <a:ahLst/>
              <a:cxnLst>
                <a:cxn ang="0">
                  <a:pos x="T0" y="T1"/>
                </a:cxn>
                <a:cxn ang="0">
                  <a:pos x="T2" y="T3"/>
                </a:cxn>
                <a:cxn ang="0">
                  <a:pos x="T4" y="T5"/>
                </a:cxn>
                <a:cxn ang="0">
                  <a:pos x="T6" y="T7"/>
                </a:cxn>
                <a:cxn ang="0">
                  <a:pos x="T8" y="T9"/>
                </a:cxn>
              </a:cxnLst>
              <a:rect l="0" t="0" r="r" b="b"/>
              <a:pathLst>
                <a:path w="30" h="15">
                  <a:moveTo>
                    <a:pt x="17" y="14"/>
                  </a:moveTo>
                  <a:cubicBezTo>
                    <a:pt x="25" y="13"/>
                    <a:pt x="30" y="10"/>
                    <a:pt x="29" y="6"/>
                  </a:cubicBezTo>
                  <a:cubicBezTo>
                    <a:pt x="28" y="2"/>
                    <a:pt x="21" y="0"/>
                    <a:pt x="14" y="1"/>
                  </a:cubicBezTo>
                  <a:cubicBezTo>
                    <a:pt x="6" y="1"/>
                    <a:pt x="0" y="6"/>
                    <a:pt x="1" y="10"/>
                  </a:cubicBezTo>
                  <a:cubicBezTo>
                    <a:pt x="2" y="13"/>
                    <a:pt x="9" y="15"/>
                    <a:pt x="17"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52" name="Freeform 1150"/>
            <p:cNvSpPr/>
            <p:nvPr/>
          </p:nvSpPr>
          <p:spPr bwMode="auto">
            <a:xfrm>
              <a:off x="1184579" y="12090178"/>
              <a:ext cx="80963" cy="41275"/>
            </a:xfrm>
            <a:custGeom>
              <a:avLst/>
              <a:gdLst>
                <a:gd name="T0" fmla="*/ 15 w 30"/>
                <a:gd name="T1" fmla="*/ 14 h 15"/>
                <a:gd name="T2" fmla="*/ 29 w 30"/>
                <a:gd name="T3" fmla="*/ 6 h 15"/>
                <a:gd name="T4" fmla="*/ 13 w 30"/>
                <a:gd name="T5" fmla="*/ 1 h 15"/>
                <a:gd name="T6" fmla="*/ 0 w 30"/>
                <a:gd name="T7" fmla="*/ 9 h 15"/>
                <a:gd name="T8" fmla="*/ 15 w 30"/>
                <a:gd name="T9" fmla="*/ 14 h 15"/>
              </a:gdLst>
              <a:ahLst/>
              <a:cxnLst>
                <a:cxn ang="0">
                  <a:pos x="T0" y="T1"/>
                </a:cxn>
                <a:cxn ang="0">
                  <a:pos x="T2" y="T3"/>
                </a:cxn>
                <a:cxn ang="0">
                  <a:pos x="T4" y="T5"/>
                </a:cxn>
                <a:cxn ang="0">
                  <a:pos x="T6" y="T7"/>
                </a:cxn>
                <a:cxn ang="0">
                  <a:pos x="T8" y="T9"/>
                </a:cxn>
              </a:cxnLst>
              <a:rect l="0" t="0" r="r" b="b"/>
              <a:pathLst>
                <a:path w="30" h="15">
                  <a:moveTo>
                    <a:pt x="15" y="14"/>
                  </a:moveTo>
                  <a:cubicBezTo>
                    <a:pt x="23" y="13"/>
                    <a:pt x="30" y="10"/>
                    <a:pt x="29" y="6"/>
                  </a:cubicBezTo>
                  <a:cubicBezTo>
                    <a:pt x="28" y="2"/>
                    <a:pt x="20" y="0"/>
                    <a:pt x="13" y="1"/>
                  </a:cubicBezTo>
                  <a:cubicBezTo>
                    <a:pt x="5" y="1"/>
                    <a:pt x="0" y="5"/>
                    <a:pt x="0" y="9"/>
                  </a:cubicBezTo>
                  <a:cubicBezTo>
                    <a:pt x="1" y="13"/>
                    <a:pt x="7" y="15"/>
                    <a:pt x="15"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53" name="Freeform 1151"/>
            <p:cNvSpPr/>
            <p:nvPr/>
          </p:nvSpPr>
          <p:spPr bwMode="auto">
            <a:xfrm>
              <a:off x="967091" y="12115578"/>
              <a:ext cx="84138" cy="42863"/>
            </a:xfrm>
            <a:custGeom>
              <a:avLst/>
              <a:gdLst>
                <a:gd name="T0" fmla="*/ 14 w 31"/>
                <a:gd name="T1" fmla="*/ 1 h 16"/>
                <a:gd name="T2" fmla="*/ 2 w 31"/>
                <a:gd name="T3" fmla="*/ 11 h 16"/>
                <a:gd name="T4" fmla="*/ 18 w 31"/>
                <a:gd name="T5" fmla="*/ 15 h 16"/>
                <a:gd name="T6" fmla="*/ 30 w 31"/>
                <a:gd name="T7" fmla="*/ 6 h 16"/>
                <a:gd name="T8" fmla="*/ 14 w 31"/>
                <a:gd name="T9" fmla="*/ 1 h 16"/>
              </a:gdLst>
              <a:ahLst/>
              <a:cxnLst>
                <a:cxn ang="0">
                  <a:pos x="T0" y="T1"/>
                </a:cxn>
                <a:cxn ang="0">
                  <a:pos x="T2" y="T3"/>
                </a:cxn>
                <a:cxn ang="0">
                  <a:pos x="T4" y="T5"/>
                </a:cxn>
                <a:cxn ang="0">
                  <a:pos x="T6" y="T7"/>
                </a:cxn>
                <a:cxn ang="0">
                  <a:pos x="T8" y="T9"/>
                </a:cxn>
              </a:cxnLst>
              <a:rect l="0" t="0" r="r" b="b"/>
              <a:pathLst>
                <a:path w="31" h="16">
                  <a:moveTo>
                    <a:pt x="14" y="1"/>
                  </a:moveTo>
                  <a:cubicBezTo>
                    <a:pt x="6" y="2"/>
                    <a:pt x="0" y="7"/>
                    <a:pt x="2" y="11"/>
                  </a:cubicBezTo>
                  <a:cubicBezTo>
                    <a:pt x="3" y="14"/>
                    <a:pt x="10" y="16"/>
                    <a:pt x="18" y="15"/>
                  </a:cubicBezTo>
                  <a:cubicBezTo>
                    <a:pt x="26" y="13"/>
                    <a:pt x="31" y="10"/>
                    <a:pt x="30" y="6"/>
                  </a:cubicBezTo>
                  <a:cubicBezTo>
                    <a:pt x="29" y="3"/>
                    <a:pt x="21"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54" name="Freeform 1152"/>
            <p:cNvSpPr/>
            <p:nvPr/>
          </p:nvSpPr>
          <p:spPr bwMode="auto">
            <a:xfrm>
              <a:off x="755954" y="12139390"/>
              <a:ext cx="80963" cy="41275"/>
            </a:xfrm>
            <a:custGeom>
              <a:avLst/>
              <a:gdLst>
                <a:gd name="T0" fmla="*/ 17 w 30"/>
                <a:gd name="T1" fmla="*/ 14 h 15"/>
                <a:gd name="T2" fmla="*/ 29 w 30"/>
                <a:gd name="T3" fmla="*/ 6 h 15"/>
                <a:gd name="T4" fmla="*/ 14 w 30"/>
                <a:gd name="T5" fmla="*/ 0 h 15"/>
                <a:gd name="T6" fmla="*/ 1 w 30"/>
                <a:gd name="T7" fmla="*/ 10 h 15"/>
                <a:gd name="T8" fmla="*/ 17 w 30"/>
                <a:gd name="T9" fmla="*/ 14 h 15"/>
              </a:gdLst>
              <a:ahLst/>
              <a:cxnLst>
                <a:cxn ang="0">
                  <a:pos x="T0" y="T1"/>
                </a:cxn>
                <a:cxn ang="0">
                  <a:pos x="T2" y="T3"/>
                </a:cxn>
                <a:cxn ang="0">
                  <a:pos x="T4" y="T5"/>
                </a:cxn>
                <a:cxn ang="0">
                  <a:pos x="T6" y="T7"/>
                </a:cxn>
                <a:cxn ang="0">
                  <a:pos x="T8" y="T9"/>
                </a:cxn>
              </a:cxnLst>
              <a:rect l="0" t="0" r="r" b="b"/>
              <a:pathLst>
                <a:path w="30" h="15">
                  <a:moveTo>
                    <a:pt x="17" y="14"/>
                  </a:moveTo>
                  <a:cubicBezTo>
                    <a:pt x="25" y="13"/>
                    <a:pt x="30" y="10"/>
                    <a:pt x="29" y="6"/>
                  </a:cubicBezTo>
                  <a:cubicBezTo>
                    <a:pt x="28" y="3"/>
                    <a:pt x="21" y="0"/>
                    <a:pt x="14" y="0"/>
                  </a:cubicBezTo>
                  <a:cubicBezTo>
                    <a:pt x="6" y="1"/>
                    <a:pt x="0" y="6"/>
                    <a:pt x="1" y="10"/>
                  </a:cubicBezTo>
                  <a:cubicBezTo>
                    <a:pt x="2" y="13"/>
                    <a:pt x="9" y="15"/>
                    <a:pt x="17"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55" name="Freeform 1153"/>
            <p:cNvSpPr/>
            <p:nvPr/>
          </p:nvSpPr>
          <p:spPr bwMode="auto">
            <a:xfrm>
              <a:off x="541641" y="12164790"/>
              <a:ext cx="80963" cy="46038"/>
            </a:xfrm>
            <a:custGeom>
              <a:avLst/>
              <a:gdLst>
                <a:gd name="T0" fmla="*/ 17 w 30"/>
                <a:gd name="T1" fmla="*/ 16 h 17"/>
                <a:gd name="T2" fmla="*/ 30 w 30"/>
                <a:gd name="T3" fmla="*/ 7 h 17"/>
                <a:gd name="T4" fmla="*/ 15 w 30"/>
                <a:gd name="T5" fmla="*/ 1 h 17"/>
                <a:gd name="T6" fmla="*/ 1 w 30"/>
                <a:gd name="T7" fmla="*/ 11 h 17"/>
                <a:gd name="T8" fmla="*/ 17 w 30"/>
                <a:gd name="T9" fmla="*/ 16 h 17"/>
              </a:gdLst>
              <a:ahLst/>
              <a:cxnLst>
                <a:cxn ang="0">
                  <a:pos x="T0" y="T1"/>
                </a:cxn>
                <a:cxn ang="0">
                  <a:pos x="T2" y="T3"/>
                </a:cxn>
                <a:cxn ang="0">
                  <a:pos x="T4" y="T5"/>
                </a:cxn>
                <a:cxn ang="0">
                  <a:pos x="T6" y="T7"/>
                </a:cxn>
                <a:cxn ang="0">
                  <a:pos x="T8" y="T9"/>
                </a:cxn>
              </a:cxnLst>
              <a:rect l="0" t="0" r="r" b="b"/>
              <a:pathLst>
                <a:path w="30" h="17">
                  <a:moveTo>
                    <a:pt x="17" y="16"/>
                  </a:moveTo>
                  <a:cubicBezTo>
                    <a:pt x="24" y="14"/>
                    <a:pt x="30" y="11"/>
                    <a:pt x="30" y="7"/>
                  </a:cubicBezTo>
                  <a:cubicBezTo>
                    <a:pt x="29" y="3"/>
                    <a:pt x="22" y="0"/>
                    <a:pt x="15" y="1"/>
                  </a:cubicBezTo>
                  <a:cubicBezTo>
                    <a:pt x="7" y="2"/>
                    <a:pt x="0" y="6"/>
                    <a:pt x="1" y="11"/>
                  </a:cubicBezTo>
                  <a:cubicBezTo>
                    <a:pt x="2" y="15"/>
                    <a:pt x="9" y="17"/>
                    <a:pt x="17"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56" name="Freeform 1154"/>
            <p:cNvSpPr/>
            <p:nvPr/>
          </p:nvSpPr>
          <p:spPr bwMode="auto">
            <a:xfrm>
              <a:off x="330504" y="12193365"/>
              <a:ext cx="77788" cy="52388"/>
            </a:xfrm>
            <a:custGeom>
              <a:avLst/>
              <a:gdLst>
                <a:gd name="T0" fmla="*/ 16 w 29"/>
                <a:gd name="T1" fmla="*/ 18 h 19"/>
                <a:gd name="T2" fmla="*/ 29 w 29"/>
                <a:gd name="T3" fmla="*/ 8 h 19"/>
                <a:gd name="T4" fmla="*/ 13 w 29"/>
                <a:gd name="T5" fmla="*/ 2 h 19"/>
                <a:gd name="T6" fmla="*/ 1 w 29"/>
                <a:gd name="T7" fmla="*/ 12 h 19"/>
                <a:gd name="T8" fmla="*/ 16 w 29"/>
                <a:gd name="T9" fmla="*/ 18 h 19"/>
              </a:gdLst>
              <a:ahLst/>
              <a:cxnLst>
                <a:cxn ang="0">
                  <a:pos x="T0" y="T1"/>
                </a:cxn>
                <a:cxn ang="0">
                  <a:pos x="T2" y="T3"/>
                </a:cxn>
                <a:cxn ang="0">
                  <a:pos x="T4" y="T5"/>
                </a:cxn>
                <a:cxn ang="0">
                  <a:pos x="T6" y="T7"/>
                </a:cxn>
                <a:cxn ang="0">
                  <a:pos x="T8" y="T9"/>
                </a:cxn>
              </a:cxnLst>
              <a:rect l="0" t="0" r="r" b="b"/>
              <a:pathLst>
                <a:path w="29" h="19">
                  <a:moveTo>
                    <a:pt x="16" y="18"/>
                  </a:moveTo>
                  <a:cubicBezTo>
                    <a:pt x="23" y="17"/>
                    <a:pt x="29" y="12"/>
                    <a:pt x="29" y="8"/>
                  </a:cubicBezTo>
                  <a:cubicBezTo>
                    <a:pt x="29" y="4"/>
                    <a:pt x="21" y="0"/>
                    <a:pt x="13" y="2"/>
                  </a:cubicBezTo>
                  <a:cubicBezTo>
                    <a:pt x="6" y="3"/>
                    <a:pt x="0" y="7"/>
                    <a:pt x="1" y="12"/>
                  </a:cubicBezTo>
                  <a:cubicBezTo>
                    <a:pt x="1" y="17"/>
                    <a:pt x="8" y="19"/>
                    <a:pt x="1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57" name="Freeform 1155"/>
            <p:cNvSpPr/>
            <p:nvPr/>
          </p:nvSpPr>
          <p:spPr bwMode="auto">
            <a:xfrm>
              <a:off x="117779" y="12229878"/>
              <a:ext cx="79375" cy="53975"/>
            </a:xfrm>
            <a:custGeom>
              <a:avLst/>
              <a:gdLst>
                <a:gd name="T0" fmla="*/ 16 w 29"/>
                <a:gd name="T1" fmla="*/ 19 h 20"/>
                <a:gd name="T2" fmla="*/ 29 w 29"/>
                <a:gd name="T3" fmla="*/ 8 h 20"/>
                <a:gd name="T4" fmla="*/ 13 w 29"/>
                <a:gd name="T5" fmla="*/ 1 h 20"/>
                <a:gd name="T6" fmla="*/ 0 w 29"/>
                <a:gd name="T7" fmla="*/ 12 h 20"/>
                <a:gd name="T8" fmla="*/ 16 w 29"/>
                <a:gd name="T9" fmla="*/ 19 h 20"/>
              </a:gdLst>
              <a:ahLst/>
              <a:cxnLst>
                <a:cxn ang="0">
                  <a:pos x="T0" y="T1"/>
                </a:cxn>
                <a:cxn ang="0">
                  <a:pos x="T2" y="T3"/>
                </a:cxn>
                <a:cxn ang="0">
                  <a:pos x="T4" y="T5"/>
                </a:cxn>
                <a:cxn ang="0">
                  <a:pos x="T6" y="T7"/>
                </a:cxn>
                <a:cxn ang="0">
                  <a:pos x="T8" y="T9"/>
                </a:cxn>
              </a:cxnLst>
              <a:rect l="0" t="0" r="r" b="b"/>
              <a:pathLst>
                <a:path w="29" h="20">
                  <a:moveTo>
                    <a:pt x="16" y="19"/>
                  </a:moveTo>
                  <a:cubicBezTo>
                    <a:pt x="23" y="18"/>
                    <a:pt x="29" y="13"/>
                    <a:pt x="29" y="8"/>
                  </a:cubicBezTo>
                  <a:cubicBezTo>
                    <a:pt x="28" y="3"/>
                    <a:pt x="20" y="0"/>
                    <a:pt x="13" y="1"/>
                  </a:cubicBezTo>
                  <a:cubicBezTo>
                    <a:pt x="5" y="2"/>
                    <a:pt x="0" y="7"/>
                    <a:pt x="0" y="12"/>
                  </a:cubicBezTo>
                  <a:cubicBezTo>
                    <a:pt x="1" y="17"/>
                    <a:pt x="8" y="20"/>
                    <a:pt x="16"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58" name="Freeform 1156"/>
            <p:cNvSpPr/>
            <p:nvPr/>
          </p:nvSpPr>
          <p:spPr bwMode="auto">
            <a:xfrm>
              <a:off x="11614454" y="9229503"/>
              <a:ext cx="74613" cy="152400"/>
            </a:xfrm>
            <a:custGeom>
              <a:avLst/>
              <a:gdLst>
                <a:gd name="T0" fmla="*/ 12 w 27"/>
                <a:gd name="T1" fmla="*/ 23 h 56"/>
                <a:gd name="T2" fmla="*/ 1 w 27"/>
                <a:gd name="T3" fmla="*/ 54 h 56"/>
                <a:gd name="T4" fmla="*/ 15 w 27"/>
                <a:gd name="T5" fmla="*/ 30 h 56"/>
                <a:gd name="T6" fmla="*/ 26 w 27"/>
                <a:gd name="T7" fmla="*/ 1 h 56"/>
                <a:gd name="T8" fmla="*/ 12 w 27"/>
                <a:gd name="T9" fmla="*/ 23 h 56"/>
              </a:gdLst>
              <a:ahLst/>
              <a:cxnLst>
                <a:cxn ang="0">
                  <a:pos x="T0" y="T1"/>
                </a:cxn>
                <a:cxn ang="0">
                  <a:pos x="T2" y="T3"/>
                </a:cxn>
                <a:cxn ang="0">
                  <a:pos x="T4" y="T5"/>
                </a:cxn>
                <a:cxn ang="0">
                  <a:pos x="T6" y="T7"/>
                </a:cxn>
                <a:cxn ang="0">
                  <a:pos x="T8" y="T9"/>
                </a:cxn>
              </a:cxnLst>
              <a:rect l="0" t="0" r="r" b="b"/>
              <a:pathLst>
                <a:path w="27" h="56">
                  <a:moveTo>
                    <a:pt x="12" y="23"/>
                  </a:moveTo>
                  <a:cubicBezTo>
                    <a:pt x="5" y="38"/>
                    <a:pt x="0" y="53"/>
                    <a:pt x="1" y="54"/>
                  </a:cubicBezTo>
                  <a:cubicBezTo>
                    <a:pt x="2" y="56"/>
                    <a:pt x="9" y="45"/>
                    <a:pt x="15" y="30"/>
                  </a:cubicBezTo>
                  <a:cubicBezTo>
                    <a:pt x="22" y="15"/>
                    <a:pt x="27" y="2"/>
                    <a:pt x="26" y="1"/>
                  </a:cubicBezTo>
                  <a:cubicBezTo>
                    <a:pt x="25" y="0"/>
                    <a:pt x="18" y="10"/>
                    <a:pt x="12"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59" name="Freeform 1157"/>
            <p:cNvSpPr/>
            <p:nvPr/>
          </p:nvSpPr>
          <p:spPr bwMode="auto">
            <a:xfrm>
              <a:off x="11430304" y="9620028"/>
              <a:ext cx="71438" cy="152400"/>
            </a:xfrm>
            <a:custGeom>
              <a:avLst/>
              <a:gdLst>
                <a:gd name="T0" fmla="*/ 14 w 26"/>
                <a:gd name="T1" fmla="*/ 36 h 56"/>
                <a:gd name="T2" fmla="*/ 25 w 26"/>
                <a:gd name="T3" fmla="*/ 4 h 56"/>
                <a:gd name="T4" fmla="*/ 12 w 26"/>
                <a:gd name="T5" fmla="*/ 20 h 56"/>
                <a:gd name="T6" fmla="*/ 0 w 26"/>
                <a:gd name="T7" fmla="*/ 50 h 56"/>
                <a:gd name="T8" fmla="*/ 14 w 26"/>
                <a:gd name="T9" fmla="*/ 36 h 56"/>
              </a:gdLst>
              <a:ahLst/>
              <a:cxnLst>
                <a:cxn ang="0">
                  <a:pos x="T0" y="T1"/>
                </a:cxn>
                <a:cxn ang="0">
                  <a:pos x="T2" y="T3"/>
                </a:cxn>
                <a:cxn ang="0">
                  <a:pos x="T4" y="T5"/>
                </a:cxn>
                <a:cxn ang="0">
                  <a:pos x="T6" y="T7"/>
                </a:cxn>
                <a:cxn ang="0">
                  <a:pos x="T8" y="T9"/>
                </a:cxn>
              </a:cxnLst>
              <a:rect l="0" t="0" r="r" b="b"/>
              <a:pathLst>
                <a:path w="26" h="56">
                  <a:moveTo>
                    <a:pt x="14" y="36"/>
                  </a:moveTo>
                  <a:cubicBezTo>
                    <a:pt x="21" y="23"/>
                    <a:pt x="26" y="8"/>
                    <a:pt x="25" y="4"/>
                  </a:cubicBezTo>
                  <a:cubicBezTo>
                    <a:pt x="25" y="0"/>
                    <a:pt x="19" y="8"/>
                    <a:pt x="12" y="20"/>
                  </a:cubicBezTo>
                  <a:cubicBezTo>
                    <a:pt x="5" y="32"/>
                    <a:pt x="0" y="45"/>
                    <a:pt x="0" y="50"/>
                  </a:cubicBezTo>
                  <a:cubicBezTo>
                    <a:pt x="1" y="56"/>
                    <a:pt x="7" y="50"/>
                    <a:pt x="14"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60" name="Freeform 1158"/>
            <p:cNvSpPr/>
            <p:nvPr/>
          </p:nvSpPr>
          <p:spPr bwMode="auto">
            <a:xfrm>
              <a:off x="11230279" y="9918478"/>
              <a:ext cx="77788" cy="87313"/>
            </a:xfrm>
            <a:custGeom>
              <a:avLst/>
              <a:gdLst>
                <a:gd name="T0" fmla="*/ 12 w 29"/>
                <a:gd name="T1" fmla="*/ 8 h 32"/>
                <a:gd name="T2" fmla="*/ 2 w 29"/>
                <a:gd name="T3" fmla="*/ 25 h 32"/>
                <a:gd name="T4" fmla="*/ 17 w 29"/>
                <a:gd name="T5" fmla="*/ 27 h 32"/>
                <a:gd name="T6" fmla="*/ 29 w 29"/>
                <a:gd name="T7" fmla="*/ 6 h 32"/>
                <a:gd name="T8" fmla="*/ 12 w 29"/>
                <a:gd name="T9" fmla="*/ 8 h 32"/>
              </a:gdLst>
              <a:ahLst/>
              <a:cxnLst>
                <a:cxn ang="0">
                  <a:pos x="T0" y="T1"/>
                </a:cxn>
                <a:cxn ang="0">
                  <a:pos x="T2" y="T3"/>
                </a:cxn>
                <a:cxn ang="0">
                  <a:pos x="T4" y="T5"/>
                </a:cxn>
                <a:cxn ang="0">
                  <a:pos x="T6" y="T7"/>
                </a:cxn>
                <a:cxn ang="0">
                  <a:pos x="T8" y="T9"/>
                </a:cxn>
              </a:cxnLst>
              <a:rect l="0" t="0" r="r" b="b"/>
              <a:pathLst>
                <a:path w="29" h="32">
                  <a:moveTo>
                    <a:pt x="12" y="8"/>
                  </a:moveTo>
                  <a:cubicBezTo>
                    <a:pt x="5" y="13"/>
                    <a:pt x="0" y="20"/>
                    <a:pt x="2" y="25"/>
                  </a:cubicBezTo>
                  <a:cubicBezTo>
                    <a:pt x="3" y="31"/>
                    <a:pt x="9" y="32"/>
                    <a:pt x="17" y="27"/>
                  </a:cubicBezTo>
                  <a:cubicBezTo>
                    <a:pt x="24" y="21"/>
                    <a:pt x="29" y="11"/>
                    <a:pt x="29" y="6"/>
                  </a:cubicBezTo>
                  <a:cubicBezTo>
                    <a:pt x="28" y="0"/>
                    <a:pt x="20" y="2"/>
                    <a:pt x="1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61" name="Freeform 1159"/>
            <p:cNvSpPr/>
            <p:nvPr/>
          </p:nvSpPr>
          <p:spPr bwMode="auto">
            <a:xfrm>
              <a:off x="11015966" y="9956578"/>
              <a:ext cx="84138" cy="60325"/>
            </a:xfrm>
            <a:custGeom>
              <a:avLst/>
              <a:gdLst>
                <a:gd name="T0" fmla="*/ 14 w 31"/>
                <a:gd name="T1" fmla="*/ 1 h 22"/>
                <a:gd name="T2" fmla="*/ 1 w 31"/>
                <a:gd name="T3" fmla="*/ 11 h 22"/>
                <a:gd name="T4" fmla="*/ 18 w 31"/>
                <a:gd name="T5" fmla="*/ 21 h 22"/>
                <a:gd name="T6" fmla="*/ 30 w 31"/>
                <a:gd name="T7" fmla="*/ 12 h 22"/>
                <a:gd name="T8" fmla="*/ 14 w 31"/>
                <a:gd name="T9" fmla="*/ 1 h 22"/>
              </a:gdLst>
              <a:ahLst/>
              <a:cxnLst>
                <a:cxn ang="0">
                  <a:pos x="T0" y="T1"/>
                </a:cxn>
                <a:cxn ang="0">
                  <a:pos x="T2" y="T3"/>
                </a:cxn>
                <a:cxn ang="0">
                  <a:pos x="T4" y="T5"/>
                </a:cxn>
                <a:cxn ang="0">
                  <a:pos x="T6" y="T7"/>
                </a:cxn>
                <a:cxn ang="0">
                  <a:pos x="T8" y="T9"/>
                </a:cxn>
              </a:cxnLst>
              <a:rect l="0" t="0" r="r" b="b"/>
              <a:pathLst>
                <a:path w="31" h="22">
                  <a:moveTo>
                    <a:pt x="14" y="1"/>
                  </a:moveTo>
                  <a:cubicBezTo>
                    <a:pt x="5" y="0"/>
                    <a:pt x="0" y="5"/>
                    <a:pt x="1" y="11"/>
                  </a:cubicBezTo>
                  <a:cubicBezTo>
                    <a:pt x="3" y="16"/>
                    <a:pt x="10" y="21"/>
                    <a:pt x="18" y="21"/>
                  </a:cubicBezTo>
                  <a:cubicBezTo>
                    <a:pt x="26" y="22"/>
                    <a:pt x="31" y="18"/>
                    <a:pt x="30" y="12"/>
                  </a:cubicBezTo>
                  <a:cubicBezTo>
                    <a:pt x="29" y="7"/>
                    <a:pt x="21" y="2"/>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62" name="Freeform 1160"/>
            <p:cNvSpPr/>
            <p:nvPr/>
          </p:nvSpPr>
          <p:spPr bwMode="auto">
            <a:xfrm>
              <a:off x="10798479" y="9948640"/>
              <a:ext cx="84138" cy="52388"/>
            </a:xfrm>
            <a:custGeom>
              <a:avLst/>
              <a:gdLst>
                <a:gd name="T0" fmla="*/ 14 w 31"/>
                <a:gd name="T1" fmla="*/ 0 h 19"/>
                <a:gd name="T2" fmla="*/ 1 w 31"/>
                <a:gd name="T3" fmla="*/ 9 h 19"/>
                <a:gd name="T4" fmla="*/ 17 w 31"/>
                <a:gd name="T5" fmla="*/ 19 h 19"/>
                <a:gd name="T6" fmla="*/ 30 w 31"/>
                <a:gd name="T7" fmla="*/ 10 h 19"/>
                <a:gd name="T8" fmla="*/ 14 w 31"/>
                <a:gd name="T9" fmla="*/ 0 h 19"/>
              </a:gdLst>
              <a:ahLst/>
              <a:cxnLst>
                <a:cxn ang="0">
                  <a:pos x="T0" y="T1"/>
                </a:cxn>
                <a:cxn ang="0">
                  <a:pos x="T2" y="T3"/>
                </a:cxn>
                <a:cxn ang="0">
                  <a:pos x="T4" y="T5"/>
                </a:cxn>
                <a:cxn ang="0">
                  <a:pos x="T6" y="T7"/>
                </a:cxn>
                <a:cxn ang="0">
                  <a:pos x="T8" y="T9"/>
                </a:cxn>
              </a:cxnLst>
              <a:rect l="0" t="0" r="r" b="b"/>
              <a:pathLst>
                <a:path w="31" h="19">
                  <a:moveTo>
                    <a:pt x="14" y="0"/>
                  </a:moveTo>
                  <a:cubicBezTo>
                    <a:pt x="6" y="0"/>
                    <a:pt x="0" y="4"/>
                    <a:pt x="1" y="9"/>
                  </a:cubicBezTo>
                  <a:cubicBezTo>
                    <a:pt x="2" y="14"/>
                    <a:pt x="9" y="18"/>
                    <a:pt x="17" y="19"/>
                  </a:cubicBezTo>
                  <a:cubicBezTo>
                    <a:pt x="25" y="19"/>
                    <a:pt x="31" y="15"/>
                    <a:pt x="30" y="10"/>
                  </a:cubicBezTo>
                  <a:cubicBezTo>
                    <a:pt x="29" y="5"/>
                    <a:pt x="21"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63" name="Freeform 1161"/>
            <p:cNvSpPr/>
            <p:nvPr/>
          </p:nvSpPr>
          <p:spPr bwMode="auto">
            <a:xfrm>
              <a:off x="10577816" y="9948640"/>
              <a:ext cx="87313" cy="46038"/>
            </a:xfrm>
            <a:custGeom>
              <a:avLst/>
              <a:gdLst>
                <a:gd name="T0" fmla="*/ 14 w 32"/>
                <a:gd name="T1" fmla="*/ 0 h 17"/>
                <a:gd name="T2" fmla="*/ 2 w 32"/>
                <a:gd name="T3" fmla="*/ 9 h 17"/>
                <a:gd name="T4" fmla="*/ 19 w 32"/>
                <a:gd name="T5" fmla="*/ 17 h 17"/>
                <a:gd name="T6" fmla="*/ 31 w 32"/>
                <a:gd name="T7" fmla="*/ 8 h 17"/>
                <a:gd name="T8" fmla="*/ 14 w 32"/>
                <a:gd name="T9" fmla="*/ 0 h 17"/>
              </a:gdLst>
              <a:ahLst/>
              <a:cxnLst>
                <a:cxn ang="0">
                  <a:pos x="T0" y="T1"/>
                </a:cxn>
                <a:cxn ang="0">
                  <a:pos x="T2" y="T3"/>
                </a:cxn>
                <a:cxn ang="0">
                  <a:pos x="T4" y="T5"/>
                </a:cxn>
                <a:cxn ang="0">
                  <a:pos x="T6" y="T7"/>
                </a:cxn>
                <a:cxn ang="0">
                  <a:pos x="T8" y="T9"/>
                </a:cxn>
              </a:cxnLst>
              <a:rect l="0" t="0" r="r" b="b"/>
              <a:pathLst>
                <a:path w="32" h="17">
                  <a:moveTo>
                    <a:pt x="14" y="0"/>
                  </a:moveTo>
                  <a:cubicBezTo>
                    <a:pt x="6" y="0"/>
                    <a:pt x="0" y="4"/>
                    <a:pt x="2" y="9"/>
                  </a:cubicBezTo>
                  <a:cubicBezTo>
                    <a:pt x="4" y="13"/>
                    <a:pt x="11" y="17"/>
                    <a:pt x="19" y="17"/>
                  </a:cubicBezTo>
                  <a:cubicBezTo>
                    <a:pt x="27" y="17"/>
                    <a:pt x="32" y="13"/>
                    <a:pt x="31" y="8"/>
                  </a:cubicBezTo>
                  <a:cubicBezTo>
                    <a:pt x="30" y="4"/>
                    <a:pt x="22"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64" name="Freeform 1162"/>
            <p:cNvSpPr/>
            <p:nvPr/>
          </p:nvSpPr>
          <p:spPr bwMode="auto">
            <a:xfrm>
              <a:off x="10361916" y="9953403"/>
              <a:ext cx="84138" cy="44450"/>
            </a:xfrm>
            <a:custGeom>
              <a:avLst/>
              <a:gdLst>
                <a:gd name="T0" fmla="*/ 15 w 31"/>
                <a:gd name="T1" fmla="*/ 0 h 16"/>
                <a:gd name="T2" fmla="*/ 1 w 31"/>
                <a:gd name="T3" fmla="*/ 8 h 16"/>
                <a:gd name="T4" fmla="*/ 17 w 31"/>
                <a:gd name="T5" fmla="*/ 16 h 16"/>
                <a:gd name="T6" fmla="*/ 30 w 31"/>
                <a:gd name="T7" fmla="*/ 8 h 16"/>
                <a:gd name="T8" fmla="*/ 15 w 31"/>
                <a:gd name="T9" fmla="*/ 0 h 16"/>
              </a:gdLst>
              <a:ahLst/>
              <a:cxnLst>
                <a:cxn ang="0">
                  <a:pos x="T0" y="T1"/>
                </a:cxn>
                <a:cxn ang="0">
                  <a:pos x="T2" y="T3"/>
                </a:cxn>
                <a:cxn ang="0">
                  <a:pos x="T4" y="T5"/>
                </a:cxn>
                <a:cxn ang="0">
                  <a:pos x="T6" y="T7"/>
                </a:cxn>
                <a:cxn ang="0">
                  <a:pos x="T8" y="T9"/>
                </a:cxn>
              </a:cxnLst>
              <a:rect l="0" t="0" r="r" b="b"/>
              <a:pathLst>
                <a:path w="31" h="16">
                  <a:moveTo>
                    <a:pt x="15" y="0"/>
                  </a:moveTo>
                  <a:cubicBezTo>
                    <a:pt x="7" y="0"/>
                    <a:pt x="0" y="4"/>
                    <a:pt x="1" y="8"/>
                  </a:cubicBezTo>
                  <a:cubicBezTo>
                    <a:pt x="3" y="13"/>
                    <a:pt x="9" y="16"/>
                    <a:pt x="17" y="16"/>
                  </a:cubicBezTo>
                  <a:cubicBezTo>
                    <a:pt x="25" y="15"/>
                    <a:pt x="31" y="12"/>
                    <a:pt x="30" y="8"/>
                  </a:cubicBezTo>
                  <a:cubicBezTo>
                    <a:pt x="30" y="3"/>
                    <a:pt x="23" y="0"/>
                    <a:pt x="1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65" name="Freeform 1163"/>
            <p:cNvSpPr/>
            <p:nvPr/>
          </p:nvSpPr>
          <p:spPr bwMode="auto">
            <a:xfrm>
              <a:off x="10141254" y="9964515"/>
              <a:ext cx="87313" cy="41275"/>
            </a:xfrm>
            <a:custGeom>
              <a:avLst/>
              <a:gdLst>
                <a:gd name="T0" fmla="*/ 14 w 32"/>
                <a:gd name="T1" fmla="*/ 0 h 15"/>
                <a:gd name="T2" fmla="*/ 2 w 32"/>
                <a:gd name="T3" fmla="*/ 9 h 15"/>
                <a:gd name="T4" fmla="*/ 19 w 32"/>
                <a:gd name="T5" fmla="*/ 15 h 15"/>
                <a:gd name="T6" fmla="*/ 31 w 32"/>
                <a:gd name="T7" fmla="*/ 6 h 15"/>
                <a:gd name="T8" fmla="*/ 14 w 32"/>
                <a:gd name="T9" fmla="*/ 0 h 15"/>
              </a:gdLst>
              <a:ahLst/>
              <a:cxnLst>
                <a:cxn ang="0">
                  <a:pos x="T0" y="T1"/>
                </a:cxn>
                <a:cxn ang="0">
                  <a:pos x="T2" y="T3"/>
                </a:cxn>
                <a:cxn ang="0">
                  <a:pos x="T4" y="T5"/>
                </a:cxn>
                <a:cxn ang="0">
                  <a:pos x="T6" y="T7"/>
                </a:cxn>
                <a:cxn ang="0">
                  <a:pos x="T8" y="T9"/>
                </a:cxn>
              </a:cxnLst>
              <a:rect l="0" t="0" r="r" b="b"/>
              <a:pathLst>
                <a:path w="32" h="15">
                  <a:moveTo>
                    <a:pt x="14" y="0"/>
                  </a:moveTo>
                  <a:cubicBezTo>
                    <a:pt x="6" y="1"/>
                    <a:pt x="0" y="5"/>
                    <a:pt x="2" y="9"/>
                  </a:cubicBezTo>
                  <a:cubicBezTo>
                    <a:pt x="3" y="13"/>
                    <a:pt x="11" y="15"/>
                    <a:pt x="19" y="15"/>
                  </a:cubicBezTo>
                  <a:cubicBezTo>
                    <a:pt x="27" y="14"/>
                    <a:pt x="32" y="10"/>
                    <a:pt x="31" y="6"/>
                  </a:cubicBezTo>
                  <a:cubicBezTo>
                    <a:pt x="29" y="3"/>
                    <a:pt x="22"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66" name="Freeform 1164"/>
            <p:cNvSpPr/>
            <p:nvPr/>
          </p:nvSpPr>
          <p:spPr bwMode="auto">
            <a:xfrm>
              <a:off x="9923766" y="9981978"/>
              <a:ext cx="82550" cy="38100"/>
            </a:xfrm>
            <a:custGeom>
              <a:avLst/>
              <a:gdLst>
                <a:gd name="T0" fmla="*/ 13 w 30"/>
                <a:gd name="T1" fmla="*/ 1 h 14"/>
                <a:gd name="T2" fmla="*/ 1 w 30"/>
                <a:gd name="T3" fmla="*/ 8 h 14"/>
                <a:gd name="T4" fmla="*/ 16 w 30"/>
                <a:gd name="T5" fmla="*/ 14 h 14"/>
                <a:gd name="T6" fmla="*/ 30 w 30"/>
                <a:gd name="T7" fmla="*/ 7 h 14"/>
                <a:gd name="T8" fmla="*/ 13 w 30"/>
                <a:gd name="T9" fmla="*/ 1 h 14"/>
              </a:gdLst>
              <a:ahLst/>
              <a:cxnLst>
                <a:cxn ang="0">
                  <a:pos x="T0" y="T1"/>
                </a:cxn>
                <a:cxn ang="0">
                  <a:pos x="T2" y="T3"/>
                </a:cxn>
                <a:cxn ang="0">
                  <a:pos x="T4" y="T5"/>
                </a:cxn>
                <a:cxn ang="0">
                  <a:pos x="T6" y="T7"/>
                </a:cxn>
                <a:cxn ang="0">
                  <a:pos x="T8" y="T9"/>
                </a:cxn>
              </a:cxnLst>
              <a:rect l="0" t="0" r="r" b="b"/>
              <a:pathLst>
                <a:path w="30" h="14">
                  <a:moveTo>
                    <a:pt x="13" y="1"/>
                  </a:moveTo>
                  <a:cubicBezTo>
                    <a:pt x="6" y="1"/>
                    <a:pt x="0" y="5"/>
                    <a:pt x="1" y="8"/>
                  </a:cubicBezTo>
                  <a:cubicBezTo>
                    <a:pt x="2" y="12"/>
                    <a:pt x="8" y="14"/>
                    <a:pt x="16" y="14"/>
                  </a:cubicBezTo>
                  <a:cubicBezTo>
                    <a:pt x="24" y="14"/>
                    <a:pt x="30" y="10"/>
                    <a:pt x="30" y="7"/>
                  </a:cubicBezTo>
                  <a:cubicBezTo>
                    <a:pt x="30" y="3"/>
                    <a:pt x="22"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67" name="Freeform 1165"/>
            <p:cNvSpPr/>
            <p:nvPr/>
          </p:nvSpPr>
          <p:spPr bwMode="auto">
            <a:xfrm>
              <a:off x="9704691" y="10001028"/>
              <a:ext cx="80963" cy="36513"/>
            </a:xfrm>
            <a:custGeom>
              <a:avLst/>
              <a:gdLst>
                <a:gd name="T0" fmla="*/ 13 w 30"/>
                <a:gd name="T1" fmla="*/ 1 h 14"/>
                <a:gd name="T2" fmla="*/ 1 w 30"/>
                <a:gd name="T3" fmla="*/ 9 h 14"/>
                <a:gd name="T4" fmla="*/ 17 w 30"/>
                <a:gd name="T5" fmla="*/ 14 h 14"/>
                <a:gd name="T6" fmla="*/ 30 w 30"/>
                <a:gd name="T7" fmla="*/ 6 h 14"/>
                <a:gd name="T8" fmla="*/ 13 w 30"/>
                <a:gd name="T9" fmla="*/ 1 h 14"/>
              </a:gdLst>
              <a:ahLst/>
              <a:cxnLst>
                <a:cxn ang="0">
                  <a:pos x="T0" y="T1"/>
                </a:cxn>
                <a:cxn ang="0">
                  <a:pos x="T2" y="T3"/>
                </a:cxn>
                <a:cxn ang="0">
                  <a:pos x="T4" y="T5"/>
                </a:cxn>
                <a:cxn ang="0">
                  <a:pos x="T6" y="T7"/>
                </a:cxn>
                <a:cxn ang="0">
                  <a:pos x="T8" y="T9"/>
                </a:cxn>
              </a:cxnLst>
              <a:rect l="0" t="0" r="r" b="b"/>
              <a:pathLst>
                <a:path w="30" h="14">
                  <a:moveTo>
                    <a:pt x="13" y="1"/>
                  </a:moveTo>
                  <a:cubicBezTo>
                    <a:pt x="6" y="2"/>
                    <a:pt x="0" y="5"/>
                    <a:pt x="1" y="9"/>
                  </a:cubicBezTo>
                  <a:cubicBezTo>
                    <a:pt x="2" y="12"/>
                    <a:pt x="8" y="14"/>
                    <a:pt x="17" y="14"/>
                  </a:cubicBezTo>
                  <a:cubicBezTo>
                    <a:pt x="24" y="13"/>
                    <a:pt x="30" y="10"/>
                    <a:pt x="30" y="6"/>
                  </a:cubicBezTo>
                  <a:cubicBezTo>
                    <a:pt x="30" y="3"/>
                    <a:pt x="21"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68" name="Freeform 1166"/>
            <p:cNvSpPr/>
            <p:nvPr/>
          </p:nvSpPr>
          <p:spPr bwMode="auto">
            <a:xfrm>
              <a:off x="9484029" y="10024840"/>
              <a:ext cx="84138" cy="34925"/>
            </a:xfrm>
            <a:custGeom>
              <a:avLst/>
              <a:gdLst>
                <a:gd name="T0" fmla="*/ 15 w 31"/>
                <a:gd name="T1" fmla="*/ 1 h 13"/>
                <a:gd name="T2" fmla="*/ 1 w 31"/>
                <a:gd name="T3" fmla="*/ 8 h 13"/>
                <a:gd name="T4" fmla="*/ 17 w 31"/>
                <a:gd name="T5" fmla="*/ 12 h 13"/>
                <a:gd name="T6" fmla="*/ 30 w 31"/>
                <a:gd name="T7" fmla="*/ 5 h 13"/>
                <a:gd name="T8" fmla="*/ 15 w 31"/>
                <a:gd name="T9" fmla="*/ 1 h 13"/>
              </a:gdLst>
              <a:ahLst/>
              <a:cxnLst>
                <a:cxn ang="0">
                  <a:pos x="T0" y="T1"/>
                </a:cxn>
                <a:cxn ang="0">
                  <a:pos x="T2" y="T3"/>
                </a:cxn>
                <a:cxn ang="0">
                  <a:pos x="T4" y="T5"/>
                </a:cxn>
                <a:cxn ang="0">
                  <a:pos x="T6" y="T7"/>
                </a:cxn>
                <a:cxn ang="0">
                  <a:pos x="T8" y="T9"/>
                </a:cxn>
              </a:cxnLst>
              <a:rect l="0" t="0" r="r" b="b"/>
              <a:pathLst>
                <a:path w="31" h="13">
                  <a:moveTo>
                    <a:pt x="15" y="1"/>
                  </a:moveTo>
                  <a:cubicBezTo>
                    <a:pt x="6" y="2"/>
                    <a:pt x="0" y="5"/>
                    <a:pt x="1" y="8"/>
                  </a:cubicBezTo>
                  <a:cubicBezTo>
                    <a:pt x="2" y="11"/>
                    <a:pt x="9" y="13"/>
                    <a:pt x="17" y="12"/>
                  </a:cubicBezTo>
                  <a:cubicBezTo>
                    <a:pt x="25" y="12"/>
                    <a:pt x="31" y="8"/>
                    <a:pt x="30" y="5"/>
                  </a:cubicBezTo>
                  <a:cubicBezTo>
                    <a:pt x="30" y="2"/>
                    <a:pt x="22" y="0"/>
                    <a:pt x="1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69" name="Freeform 1167"/>
            <p:cNvSpPr/>
            <p:nvPr/>
          </p:nvSpPr>
          <p:spPr bwMode="auto">
            <a:xfrm>
              <a:off x="9264954" y="10051828"/>
              <a:ext cx="84138" cy="33338"/>
            </a:xfrm>
            <a:custGeom>
              <a:avLst/>
              <a:gdLst>
                <a:gd name="T0" fmla="*/ 13 w 31"/>
                <a:gd name="T1" fmla="*/ 0 h 12"/>
                <a:gd name="T2" fmla="*/ 1 w 31"/>
                <a:gd name="T3" fmla="*/ 7 h 12"/>
                <a:gd name="T4" fmla="*/ 18 w 31"/>
                <a:gd name="T5" fmla="*/ 11 h 12"/>
                <a:gd name="T6" fmla="*/ 30 w 31"/>
                <a:gd name="T7" fmla="*/ 4 h 12"/>
                <a:gd name="T8" fmla="*/ 13 w 31"/>
                <a:gd name="T9" fmla="*/ 0 h 12"/>
              </a:gdLst>
              <a:ahLst/>
              <a:cxnLst>
                <a:cxn ang="0">
                  <a:pos x="T0" y="T1"/>
                </a:cxn>
                <a:cxn ang="0">
                  <a:pos x="T2" y="T3"/>
                </a:cxn>
                <a:cxn ang="0">
                  <a:pos x="T4" y="T5"/>
                </a:cxn>
                <a:cxn ang="0">
                  <a:pos x="T6" y="T7"/>
                </a:cxn>
                <a:cxn ang="0">
                  <a:pos x="T8" y="T9"/>
                </a:cxn>
              </a:cxnLst>
              <a:rect l="0" t="0" r="r" b="b"/>
              <a:pathLst>
                <a:path w="31" h="12">
                  <a:moveTo>
                    <a:pt x="13" y="0"/>
                  </a:moveTo>
                  <a:cubicBezTo>
                    <a:pt x="5" y="2"/>
                    <a:pt x="0" y="4"/>
                    <a:pt x="1" y="7"/>
                  </a:cubicBezTo>
                  <a:cubicBezTo>
                    <a:pt x="2" y="10"/>
                    <a:pt x="9" y="12"/>
                    <a:pt x="18" y="11"/>
                  </a:cubicBezTo>
                  <a:cubicBezTo>
                    <a:pt x="26" y="10"/>
                    <a:pt x="31" y="6"/>
                    <a:pt x="30" y="4"/>
                  </a:cubicBezTo>
                  <a:cubicBezTo>
                    <a:pt x="28" y="1"/>
                    <a:pt x="21"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70" name="Freeform 1168"/>
            <p:cNvSpPr/>
            <p:nvPr/>
          </p:nvSpPr>
          <p:spPr bwMode="auto">
            <a:xfrm>
              <a:off x="9044291" y="10075640"/>
              <a:ext cx="84138" cy="33338"/>
            </a:xfrm>
            <a:custGeom>
              <a:avLst/>
              <a:gdLst>
                <a:gd name="T0" fmla="*/ 14 w 31"/>
                <a:gd name="T1" fmla="*/ 1 h 12"/>
                <a:gd name="T2" fmla="*/ 1 w 31"/>
                <a:gd name="T3" fmla="*/ 8 h 12"/>
                <a:gd name="T4" fmla="*/ 18 w 31"/>
                <a:gd name="T5" fmla="*/ 11 h 12"/>
                <a:gd name="T6" fmla="*/ 30 w 31"/>
                <a:gd name="T7" fmla="*/ 4 h 12"/>
                <a:gd name="T8" fmla="*/ 14 w 31"/>
                <a:gd name="T9" fmla="*/ 1 h 12"/>
              </a:gdLst>
              <a:ahLst/>
              <a:cxnLst>
                <a:cxn ang="0">
                  <a:pos x="T0" y="T1"/>
                </a:cxn>
                <a:cxn ang="0">
                  <a:pos x="T2" y="T3"/>
                </a:cxn>
                <a:cxn ang="0">
                  <a:pos x="T4" y="T5"/>
                </a:cxn>
                <a:cxn ang="0">
                  <a:pos x="T6" y="T7"/>
                </a:cxn>
                <a:cxn ang="0">
                  <a:pos x="T8" y="T9"/>
                </a:cxn>
              </a:cxnLst>
              <a:rect l="0" t="0" r="r" b="b"/>
              <a:pathLst>
                <a:path w="31" h="12">
                  <a:moveTo>
                    <a:pt x="14" y="1"/>
                  </a:moveTo>
                  <a:cubicBezTo>
                    <a:pt x="5" y="2"/>
                    <a:pt x="0" y="5"/>
                    <a:pt x="1" y="8"/>
                  </a:cubicBezTo>
                  <a:cubicBezTo>
                    <a:pt x="2" y="11"/>
                    <a:pt x="10" y="12"/>
                    <a:pt x="18" y="11"/>
                  </a:cubicBezTo>
                  <a:cubicBezTo>
                    <a:pt x="26" y="10"/>
                    <a:pt x="31" y="7"/>
                    <a:pt x="30" y="4"/>
                  </a:cubicBezTo>
                  <a:cubicBezTo>
                    <a:pt x="29" y="2"/>
                    <a:pt x="21"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71" name="Freeform 1169"/>
            <p:cNvSpPr/>
            <p:nvPr/>
          </p:nvSpPr>
          <p:spPr bwMode="auto">
            <a:xfrm>
              <a:off x="6059791" y="10823353"/>
              <a:ext cx="76200" cy="58738"/>
            </a:xfrm>
            <a:custGeom>
              <a:avLst/>
              <a:gdLst>
                <a:gd name="T0" fmla="*/ 14 w 28"/>
                <a:gd name="T1" fmla="*/ 4 h 22"/>
                <a:gd name="T2" fmla="*/ 0 w 28"/>
                <a:gd name="T3" fmla="*/ 17 h 22"/>
                <a:gd name="T4" fmla="*/ 15 w 28"/>
                <a:gd name="T5" fmla="*/ 18 h 22"/>
                <a:gd name="T6" fmla="*/ 28 w 28"/>
                <a:gd name="T7" fmla="*/ 4 h 22"/>
                <a:gd name="T8" fmla="*/ 14 w 28"/>
                <a:gd name="T9" fmla="*/ 4 h 22"/>
              </a:gdLst>
              <a:ahLst/>
              <a:cxnLst>
                <a:cxn ang="0">
                  <a:pos x="T0" y="T1"/>
                </a:cxn>
                <a:cxn ang="0">
                  <a:pos x="T2" y="T3"/>
                </a:cxn>
                <a:cxn ang="0">
                  <a:pos x="T4" y="T5"/>
                </a:cxn>
                <a:cxn ang="0">
                  <a:pos x="T6" y="T7"/>
                </a:cxn>
                <a:cxn ang="0">
                  <a:pos x="T8" y="T9"/>
                </a:cxn>
              </a:cxnLst>
              <a:rect l="0" t="0" r="r" b="b"/>
              <a:pathLst>
                <a:path w="28" h="22">
                  <a:moveTo>
                    <a:pt x="14" y="4"/>
                  </a:moveTo>
                  <a:cubicBezTo>
                    <a:pt x="7" y="7"/>
                    <a:pt x="0" y="13"/>
                    <a:pt x="0" y="17"/>
                  </a:cubicBezTo>
                  <a:cubicBezTo>
                    <a:pt x="0" y="22"/>
                    <a:pt x="7" y="22"/>
                    <a:pt x="15" y="18"/>
                  </a:cubicBezTo>
                  <a:cubicBezTo>
                    <a:pt x="23" y="14"/>
                    <a:pt x="28" y="7"/>
                    <a:pt x="28" y="4"/>
                  </a:cubicBezTo>
                  <a:cubicBezTo>
                    <a:pt x="28" y="0"/>
                    <a:pt x="21" y="0"/>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72" name="Freeform 1170"/>
            <p:cNvSpPr/>
            <p:nvPr/>
          </p:nvSpPr>
          <p:spPr bwMode="auto">
            <a:xfrm>
              <a:off x="6266166" y="10712228"/>
              <a:ext cx="80963" cy="58738"/>
            </a:xfrm>
            <a:custGeom>
              <a:avLst/>
              <a:gdLst>
                <a:gd name="T0" fmla="*/ 14 w 30"/>
                <a:gd name="T1" fmla="*/ 5 h 22"/>
                <a:gd name="T2" fmla="*/ 1 w 30"/>
                <a:gd name="T3" fmla="*/ 18 h 22"/>
                <a:gd name="T4" fmla="*/ 17 w 30"/>
                <a:gd name="T5" fmla="*/ 17 h 22"/>
                <a:gd name="T6" fmla="*/ 29 w 30"/>
                <a:gd name="T7" fmla="*/ 4 h 22"/>
                <a:gd name="T8" fmla="*/ 14 w 30"/>
                <a:gd name="T9" fmla="*/ 5 h 22"/>
              </a:gdLst>
              <a:ahLst/>
              <a:cxnLst>
                <a:cxn ang="0">
                  <a:pos x="T0" y="T1"/>
                </a:cxn>
                <a:cxn ang="0">
                  <a:pos x="T2" y="T3"/>
                </a:cxn>
                <a:cxn ang="0">
                  <a:pos x="T4" y="T5"/>
                </a:cxn>
                <a:cxn ang="0">
                  <a:pos x="T6" y="T7"/>
                </a:cxn>
                <a:cxn ang="0">
                  <a:pos x="T8" y="T9"/>
                </a:cxn>
              </a:cxnLst>
              <a:rect l="0" t="0" r="r" b="b"/>
              <a:pathLst>
                <a:path w="30" h="22">
                  <a:moveTo>
                    <a:pt x="14" y="5"/>
                  </a:moveTo>
                  <a:cubicBezTo>
                    <a:pt x="6" y="9"/>
                    <a:pt x="0" y="15"/>
                    <a:pt x="1" y="18"/>
                  </a:cubicBezTo>
                  <a:cubicBezTo>
                    <a:pt x="3" y="22"/>
                    <a:pt x="10" y="21"/>
                    <a:pt x="17" y="17"/>
                  </a:cubicBezTo>
                  <a:cubicBezTo>
                    <a:pt x="25" y="13"/>
                    <a:pt x="30" y="7"/>
                    <a:pt x="29" y="4"/>
                  </a:cubicBezTo>
                  <a:cubicBezTo>
                    <a:pt x="28" y="0"/>
                    <a:pt x="21" y="1"/>
                    <a:pt x="1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73" name="Freeform 1171"/>
            <p:cNvSpPr/>
            <p:nvPr/>
          </p:nvSpPr>
          <p:spPr bwMode="auto">
            <a:xfrm>
              <a:off x="6477304" y="10609040"/>
              <a:ext cx="79375" cy="53975"/>
            </a:xfrm>
            <a:custGeom>
              <a:avLst/>
              <a:gdLst>
                <a:gd name="T0" fmla="*/ 14 w 29"/>
                <a:gd name="T1" fmla="*/ 3 h 20"/>
                <a:gd name="T2" fmla="*/ 0 w 29"/>
                <a:gd name="T3" fmla="*/ 17 h 20"/>
                <a:gd name="T4" fmla="*/ 15 w 29"/>
                <a:gd name="T5" fmla="*/ 16 h 20"/>
                <a:gd name="T6" fmla="*/ 28 w 29"/>
                <a:gd name="T7" fmla="*/ 3 h 20"/>
                <a:gd name="T8" fmla="*/ 14 w 29"/>
                <a:gd name="T9" fmla="*/ 3 h 20"/>
              </a:gdLst>
              <a:ahLst/>
              <a:cxnLst>
                <a:cxn ang="0">
                  <a:pos x="T0" y="T1"/>
                </a:cxn>
                <a:cxn ang="0">
                  <a:pos x="T2" y="T3"/>
                </a:cxn>
                <a:cxn ang="0">
                  <a:pos x="T4" y="T5"/>
                </a:cxn>
                <a:cxn ang="0">
                  <a:pos x="T6" y="T7"/>
                </a:cxn>
                <a:cxn ang="0">
                  <a:pos x="T8" y="T9"/>
                </a:cxn>
              </a:cxnLst>
              <a:rect l="0" t="0" r="r" b="b"/>
              <a:pathLst>
                <a:path w="29" h="20">
                  <a:moveTo>
                    <a:pt x="14" y="3"/>
                  </a:moveTo>
                  <a:cubicBezTo>
                    <a:pt x="6" y="7"/>
                    <a:pt x="0" y="13"/>
                    <a:pt x="0" y="17"/>
                  </a:cubicBezTo>
                  <a:cubicBezTo>
                    <a:pt x="1" y="20"/>
                    <a:pt x="8" y="20"/>
                    <a:pt x="15" y="16"/>
                  </a:cubicBezTo>
                  <a:cubicBezTo>
                    <a:pt x="23" y="13"/>
                    <a:pt x="29" y="7"/>
                    <a:pt x="28" y="3"/>
                  </a:cubicBezTo>
                  <a:cubicBezTo>
                    <a:pt x="28" y="0"/>
                    <a:pt x="21" y="0"/>
                    <a:pt x="1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74" name="Freeform 1172"/>
            <p:cNvSpPr/>
            <p:nvPr/>
          </p:nvSpPr>
          <p:spPr bwMode="auto">
            <a:xfrm>
              <a:off x="6683679" y="10510615"/>
              <a:ext cx="80963" cy="52388"/>
            </a:xfrm>
            <a:custGeom>
              <a:avLst/>
              <a:gdLst>
                <a:gd name="T0" fmla="*/ 14 w 30"/>
                <a:gd name="T1" fmla="*/ 4 h 19"/>
                <a:gd name="T2" fmla="*/ 2 w 30"/>
                <a:gd name="T3" fmla="*/ 16 h 19"/>
                <a:gd name="T4" fmla="*/ 17 w 30"/>
                <a:gd name="T5" fmla="*/ 15 h 19"/>
                <a:gd name="T6" fmla="*/ 29 w 30"/>
                <a:gd name="T7" fmla="*/ 3 h 19"/>
                <a:gd name="T8" fmla="*/ 14 w 30"/>
                <a:gd name="T9" fmla="*/ 4 h 19"/>
              </a:gdLst>
              <a:ahLst/>
              <a:cxnLst>
                <a:cxn ang="0">
                  <a:pos x="T0" y="T1"/>
                </a:cxn>
                <a:cxn ang="0">
                  <a:pos x="T2" y="T3"/>
                </a:cxn>
                <a:cxn ang="0">
                  <a:pos x="T4" y="T5"/>
                </a:cxn>
                <a:cxn ang="0">
                  <a:pos x="T6" y="T7"/>
                </a:cxn>
                <a:cxn ang="0">
                  <a:pos x="T8" y="T9"/>
                </a:cxn>
              </a:cxnLst>
              <a:rect l="0" t="0" r="r" b="b"/>
              <a:pathLst>
                <a:path w="30" h="19">
                  <a:moveTo>
                    <a:pt x="14" y="4"/>
                  </a:moveTo>
                  <a:cubicBezTo>
                    <a:pt x="6" y="7"/>
                    <a:pt x="0" y="13"/>
                    <a:pt x="2" y="16"/>
                  </a:cubicBezTo>
                  <a:cubicBezTo>
                    <a:pt x="3" y="19"/>
                    <a:pt x="10" y="19"/>
                    <a:pt x="17" y="15"/>
                  </a:cubicBezTo>
                  <a:cubicBezTo>
                    <a:pt x="25" y="12"/>
                    <a:pt x="30" y="6"/>
                    <a:pt x="29" y="3"/>
                  </a:cubicBezTo>
                  <a:cubicBezTo>
                    <a:pt x="28" y="0"/>
                    <a:pt x="21" y="0"/>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75" name="Freeform 1173"/>
            <p:cNvSpPr/>
            <p:nvPr/>
          </p:nvSpPr>
          <p:spPr bwMode="auto">
            <a:xfrm>
              <a:off x="6894816" y="10423303"/>
              <a:ext cx="79375" cy="46038"/>
            </a:xfrm>
            <a:custGeom>
              <a:avLst/>
              <a:gdLst>
                <a:gd name="T0" fmla="*/ 14 w 29"/>
                <a:gd name="T1" fmla="*/ 2 h 17"/>
                <a:gd name="T2" fmla="*/ 1 w 29"/>
                <a:gd name="T3" fmla="*/ 14 h 17"/>
                <a:gd name="T4" fmla="*/ 16 w 29"/>
                <a:gd name="T5" fmla="*/ 14 h 17"/>
                <a:gd name="T6" fmla="*/ 29 w 29"/>
                <a:gd name="T7" fmla="*/ 3 h 17"/>
                <a:gd name="T8" fmla="*/ 14 w 29"/>
                <a:gd name="T9" fmla="*/ 2 h 17"/>
              </a:gdLst>
              <a:ahLst/>
              <a:cxnLst>
                <a:cxn ang="0">
                  <a:pos x="T0" y="T1"/>
                </a:cxn>
                <a:cxn ang="0">
                  <a:pos x="T2" y="T3"/>
                </a:cxn>
                <a:cxn ang="0">
                  <a:pos x="T4" y="T5"/>
                </a:cxn>
                <a:cxn ang="0">
                  <a:pos x="T6" y="T7"/>
                </a:cxn>
                <a:cxn ang="0">
                  <a:pos x="T8" y="T9"/>
                </a:cxn>
              </a:cxnLst>
              <a:rect l="0" t="0" r="r" b="b"/>
              <a:pathLst>
                <a:path w="29" h="17">
                  <a:moveTo>
                    <a:pt x="14" y="2"/>
                  </a:moveTo>
                  <a:cubicBezTo>
                    <a:pt x="6" y="5"/>
                    <a:pt x="0" y="11"/>
                    <a:pt x="1" y="14"/>
                  </a:cubicBezTo>
                  <a:cubicBezTo>
                    <a:pt x="2" y="17"/>
                    <a:pt x="8" y="17"/>
                    <a:pt x="16" y="14"/>
                  </a:cubicBezTo>
                  <a:cubicBezTo>
                    <a:pt x="24" y="11"/>
                    <a:pt x="29" y="6"/>
                    <a:pt x="29" y="3"/>
                  </a:cubicBezTo>
                  <a:cubicBezTo>
                    <a:pt x="28" y="0"/>
                    <a:pt x="21" y="0"/>
                    <a:pt x="1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76" name="Freeform 1174"/>
            <p:cNvSpPr/>
            <p:nvPr/>
          </p:nvSpPr>
          <p:spPr bwMode="auto">
            <a:xfrm>
              <a:off x="7104366" y="10345515"/>
              <a:ext cx="84138" cy="42863"/>
            </a:xfrm>
            <a:custGeom>
              <a:avLst/>
              <a:gdLst>
                <a:gd name="T0" fmla="*/ 14 w 31"/>
                <a:gd name="T1" fmla="*/ 3 h 16"/>
                <a:gd name="T2" fmla="*/ 2 w 31"/>
                <a:gd name="T3" fmla="*/ 14 h 16"/>
                <a:gd name="T4" fmla="*/ 18 w 31"/>
                <a:gd name="T5" fmla="*/ 14 h 16"/>
                <a:gd name="T6" fmla="*/ 29 w 31"/>
                <a:gd name="T7" fmla="*/ 3 h 16"/>
                <a:gd name="T8" fmla="*/ 14 w 31"/>
                <a:gd name="T9" fmla="*/ 3 h 16"/>
              </a:gdLst>
              <a:ahLst/>
              <a:cxnLst>
                <a:cxn ang="0">
                  <a:pos x="T0" y="T1"/>
                </a:cxn>
                <a:cxn ang="0">
                  <a:pos x="T2" y="T3"/>
                </a:cxn>
                <a:cxn ang="0">
                  <a:pos x="T4" y="T5"/>
                </a:cxn>
                <a:cxn ang="0">
                  <a:pos x="T6" y="T7"/>
                </a:cxn>
                <a:cxn ang="0">
                  <a:pos x="T8" y="T9"/>
                </a:cxn>
              </a:cxnLst>
              <a:rect l="0" t="0" r="r" b="b"/>
              <a:pathLst>
                <a:path w="31" h="16">
                  <a:moveTo>
                    <a:pt x="14" y="3"/>
                  </a:moveTo>
                  <a:cubicBezTo>
                    <a:pt x="6" y="6"/>
                    <a:pt x="0" y="11"/>
                    <a:pt x="2" y="14"/>
                  </a:cubicBezTo>
                  <a:cubicBezTo>
                    <a:pt x="3" y="16"/>
                    <a:pt x="10" y="16"/>
                    <a:pt x="18" y="14"/>
                  </a:cubicBezTo>
                  <a:cubicBezTo>
                    <a:pt x="25" y="11"/>
                    <a:pt x="31" y="6"/>
                    <a:pt x="29" y="3"/>
                  </a:cubicBezTo>
                  <a:cubicBezTo>
                    <a:pt x="28" y="0"/>
                    <a:pt x="21" y="0"/>
                    <a:pt x="1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77" name="Freeform 1175"/>
            <p:cNvSpPr/>
            <p:nvPr/>
          </p:nvSpPr>
          <p:spPr bwMode="auto">
            <a:xfrm>
              <a:off x="7315504" y="10282015"/>
              <a:ext cx="82550" cy="38100"/>
            </a:xfrm>
            <a:custGeom>
              <a:avLst/>
              <a:gdLst>
                <a:gd name="T0" fmla="*/ 1 w 30"/>
                <a:gd name="T1" fmla="*/ 11 h 14"/>
                <a:gd name="T2" fmla="*/ 18 w 30"/>
                <a:gd name="T3" fmla="*/ 12 h 14"/>
                <a:gd name="T4" fmla="*/ 29 w 30"/>
                <a:gd name="T5" fmla="*/ 3 h 14"/>
                <a:gd name="T6" fmla="*/ 14 w 30"/>
                <a:gd name="T7" fmla="*/ 2 h 14"/>
                <a:gd name="T8" fmla="*/ 1 w 30"/>
                <a:gd name="T9" fmla="*/ 11 h 14"/>
              </a:gdLst>
              <a:ahLst/>
              <a:cxnLst>
                <a:cxn ang="0">
                  <a:pos x="T0" y="T1"/>
                </a:cxn>
                <a:cxn ang="0">
                  <a:pos x="T2" y="T3"/>
                </a:cxn>
                <a:cxn ang="0">
                  <a:pos x="T4" y="T5"/>
                </a:cxn>
                <a:cxn ang="0">
                  <a:pos x="T6" y="T7"/>
                </a:cxn>
                <a:cxn ang="0">
                  <a:pos x="T8" y="T9"/>
                </a:cxn>
              </a:cxnLst>
              <a:rect l="0" t="0" r="r" b="b"/>
              <a:pathLst>
                <a:path w="30" h="14">
                  <a:moveTo>
                    <a:pt x="1" y="11"/>
                  </a:moveTo>
                  <a:cubicBezTo>
                    <a:pt x="3" y="14"/>
                    <a:pt x="10" y="14"/>
                    <a:pt x="18" y="12"/>
                  </a:cubicBezTo>
                  <a:cubicBezTo>
                    <a:pt x="25" y="10"/>
                    <a:pt x="30" y="5"/>
                    <a:pt x="29" y="3"/>
                  </a:cubicBezTo>
                  <a:cubicBezTo>
                    <a:pt x="28" y="0"/>
                    <a:pt x="21" y="0"/>
                    <a:pt x="14" y="2"/>
                  </a:cubicBezTo>
                  <a:cubicBezTo>
                    <a:pt x="5" y="4"/>
                    <a:pt x="0" y="8"/>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78" name="Freeform 1176"/>
            <p:cNvSpPr/>
            <p:nvPr/>
          </p:nvSpPr>
          <p:spPr bwMode="auto">
            <a:xfrm>
              <a:off x="7529816" y="10231215"/>
              <a:ext cx="79375" cy="38100"/>
            </a:xfrm>
            <a:custGeom>
              <a:avLst/>
              <a:gdLst>
                <a:gd name="T0" fmla="*/ 16 w 29"/>
                <a:gd name="T1" fmla="*/ 12 h 14"/>
                <a:gd name="T2" fmla="*/ 29 w 29"/>
                <a:gd name="T3" fmla="*/ 4 h 14"/>
                <a:gd name="T4" fmla="*/ 14 w 29"/>
                <a:gd name="T5" fmla="*/ 1 h 14"/>
                <a:gd name="T6" fmla="*/ 0 w 29"/>
                <a:gd name="T7" fmla="*/ 10 h 14"/>
                <a:gd name="T8" fmla="*/ 16 w 29"/>
                <a:gd name="T9" fmla="*/ 12 h 14"/>
              </a:gdLst>
              <a:ahLst/>
              <a:cxnLst>
                <a:cxn ang="0">
                  <a:pos x="T0" y="T1"/>
                </a:cxn>
                <a:cxn ang="0">
                  <a:pos x="T2" y="T3"/>
                </a:cxn>
                <a:cxn ang="0">
                  <a:pos x="T4" y="T5"/>
                </a:cxn>
                <a:cxn ang="0">
                  <a:pos x="T6" y="T7"/>
                </a:cxn>
                <a:cxn ang="0">
                  <a:pos x="T8" y="T9"/>
                </a:cxn>
              </a:cxnLst>
              <a:rect l="0" t="0" r="r" b="b"/>
              <a:pathLst>
                <a:path w="29" h="14">
                  <a:moveTo>
                    <a:pt x="16" y="12"/>
                  </a:moveTo>
                  <a:cubicBezTo>
                    <a:pt x="23" y="11"/>
                    <a:pt x="29" y="7"/>
                    <a:pt x="29" y="4"/>
                  </a:cubicBezTo>
                  <a:cubicBezTo>
                    <a:pt x="28" y="1"/>
                    <a:pt x="21" y="0"/>
                    <a:pt x="14" y="1"/>
                  </a:cubicBezTo>
                  <a:cubicBezTo>
                    <a:pt x="6" y="3"/>
                    <a:pt x="0" y="7"/>
                    <a:pt x="0" y="10"/>
                  </a:cubicBezTo>
                  <a:cubicBezTo>
                    <a:pt x="1" y="13"/>
                    <a:pt x="8" y="14"/>
                    <a:pt x="16"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79" name="Freeform 1177"/>
            <p:cNvSpPr/>
            <p:nvPr/>
          </p:nvSpPr>
          <p:spPr bwMode="auto">
            <a:xfrm>
              <a:off x="7742541" y="10197878"/>
              <a:ext cx="80963" cy="33338"/>
            </a:xfrm>
            <a:custGeom>
              <a:avLst/>
              <a:gdLst>
                <a:gd name="T0" fmla="*/ 17 w 30"/>
                <a:gd name="T1" fmla="*/ 11 h 12"/>
                <a:gd name="T2" fmla="*/ 29 w 30"/>
                <a:gd name="T3" fmla="*/ 4 h 12"/>
                <a:gd name="T4" fmla="*/ 14 w 30"/>
                <a:gd name="T5" fmla="*/ 1 h 12"/>
                <a:gd name="T6" fmla="*/ 1 w 30"/>
                <a:gd name="T7" fmla="*/ 8 h 12"/>
                <a:gd name="T8" fmla="*/ 17 w 30"/>
                <a:gd name="T9" fmla="*/ 11 h 12"/>
              </a:gdLst>
              <a:ahLst/>
              <a:cxnLst>
                <a:cxn ang="0">
                  <a:pos x="T0" y="T1"/>
                </a:cxn>
                <a:cxn ang="0">
                  <a:pos x="T2" y="T3"/>
                </a:cxn>
                <a:cxn ang="0">
                  <a:pos x="T4" y="T5"/>
                </a:cxn>
                <a:cxn ang="0">
                  <a:pos x="T6" y="T7"/>
                </a:cxn>
                <a:cxn ang="0">
                  <a:pos x="T8" y="T9"/>
                </a:cxn>
              </a:cxnLst>
              <a:rect l="0" t="0" r="r" b="b"/>
              <a:pathLst>
                <a:path w="30" h="12">
                  <a:moveTo>
                    <a:pt x="17" y="11"/>
                  </a:moveTo>
                  <a:cubicBezTo>
                    <a:pt x="24" y="10"/>
                    <a:pt x="30" y="7"/>
                    <a:pt x="29" y="4"/>
                  </a:cubicBezTo>
                  <a:cubicBezTo>
                    <a:pt x="28" y="2"/>
                    <a:pt x="21" y="0"/>
                    <a:pt x="14" y="1"/>
                  </a:cubicBezTo>
                  <a:cubicBezTo>
                    <a:pt x="6" y="2"/>
                    <a:pt x="0" y="5"/>
                    <a:pt x="1" y="8"/>
                  </a:cubicBezTo>
                  <a:cubicBezTo>
                    <a:pt x="2" y="11"/>
                    <a:pt x="9" y="12"/>
                    <a:pt x="17"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80" name="Freeform 1178"/>
            <p:cNvSpPr/>
            <p:nvPr/>
          </p:nvSpPr>
          <p:spPr bwMode="auto">
            <a:xfrm>
              <a:off x="7956854" y="10185178"/>
              <a:ext cx="80963" cy="30163"/>
            </a:xfrm>
            <a:custGeom>
              <a:avLst/>
              <a:gdLst>
                <a:gd name="T0" fmla="*/ 14 w 30"/>
                <a:gd name="T1" fmla="*/ 0 h 11"/>
                <a:gd name="T2" fmla="*/ 1 w 30"/>
                <a:gd name="T3" fmla="*/ 6 h 11"/>
                <a:gd name="T4" fmla="*/ 16 w 30"/>
                <a:gd name="T5" fmla="*/ 10 h 11"/>
                <a:gd name="T6" fmla="*/ 29 w 30"/>
                <a:gd name="T7" fmla="*/ 4 h 11"/>
                <a:gd name="T8" fmla="*/ 14 w 30"/>
                <a:gd name="T9" fmla="*/ 0 h 11"/>
              </a:gdLst>
              <a:ahLst/>
              <a:cxnLst>
                <a:cxn ang="0">
                  <a:pos x="T0" y="T1"/>
                </a:cxn>
                <a:cxn ang="0">
                  <a:pos x="T2" y="T3"/>
                </a:cxn>
                <a:cxn ang="0">
                  <a:pos x="T4" y="T5"/>
                </a:cxn>
                <a:cxn ang="0">
                  <a:pos x="T6" y="T7"/>
                </a:cxn>
                <a:cxn ang="0">
                  <a:pos x="T8" y="T9"/>
                </a:cxn>
              </a:cxnLst>
              <a:rect l="0" t="0" r="r" b="b"/>
              <a:pathLst>
                <a:path w="30" h="11">
                  <a:moveTo>
                    <a:pt x="14" y="0"/>
                  </a:moveTo>
                  <a:cubicBezTo>
                    <a:pt x="6" y="0"/>
                    <a:pt x="0" y="3"/>
                    <a:pt x="1" y="6"/>
                  </a:cubicBezTo>
                  <a:cubicBezTo>
                    <a:pt x="2" y="9"/>
                    <a:pt x="8" y="11"/>
                    <a:pt x="16" y="10"/>
                  </a:cubicBezTo>
                  <a:cubicBezTo>
                    <a:pt x="24" y="10"/>
                    <a:pt x="30" y="7"/>
                    <a:pt x="29" y="4"/>
                  </a:cubicBezTo>
                  <a:cubicBezTo>
                    <a:pt x="29" y="2"/>
                    <a:pt x="22"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81" name="Freeform 1179"/>
            <p:cNvSpPr/>
            <p:nvPr/>
          </p:nvSpPr>
          <p:spPr bwMode="auto">
            <a:xfrm>
              <a:off x="8171166" y="10169303"/>
              <a:ext cx="80963" cy="28575"/>
            </a:xfrm>
            <a:custGeom>
              <a:avLst/>
              <a:gdLst>
                <a:gd name="T0" fmla="*/ 17 w 30"/>
                <a:gd name="T1" fmla="*/ 10 h 11"/>
                <a:gd name="T2" fmla="*/ 30 w 30"/>
                <a:gd name="T3" fmla="*/ 4 h 11"/>
                <a:gd name="T4" fmla="*/ 15 w 30"/>
                <a:gd name="T5" fmla="*/ 1 h 11"/>
                <a:gd name="T6" fmla="*/ 1 w 30"/>
                <a:gd name="T7" fmla="*/ 6 h 11"/>
                <a:gd name="T8" fmla="*/ 17 w 30"/>
                <a:gd name="T9" fmla="*/ 10 h 11"/>
              </a:gdLst>
              <a:ahLst/>
              <a:cxnLst>
                <a:cxn ang="0">
                  <a:pos x="T0" y="T1"/>
                </a:cxn>
                <a:cxn ang="0">
                  <a:pos x="T2" y="T3"/>
                </a:cxn>
                <a:cxn ang="0">
                  <a:pos x="T4" y="T5"/>
                </a:cxn>
                <a:cxn ang="0">
                  <a:pos x="T6" y="T7"/>
                </a:cxn>
                <a:cxn ang="0">
                  <a:pos x="T8" y="T9"/>
                </a:cxn>
              </a:cxnLst>
              <a:rect l="0" t="0" r="r" b="b"/>
              <a:pathLst>
                <a:path w="30" h="11">
                  <a:moveTo>
                    <a:pt x="17" y="10"/>
                  </a:moveTo>
                  <a:cubicBezTo>
                    <a:pt x="24" y="10"/>
                    <a:pt x="30" y="7"/>
                    <a:pt x="30" y="4"/>
                  </a:cubicBezTo>
                  <a:cubicBezTo>
                    <a:pt x="30" y="2"/>
                    <a:pt x="23" y="0"/>
                    <a:pt x="15" y="1"/>
                  </a:cubicBezTo>
                  <a:cubicBezTo>
                    <a:pt x="7" y="1"/>
                    <a:pt x="0" y="4"/>
                    <a:pt x="1" y="6"/>
                  </a:cubicBezTo>
                  <a:cubicBezTo>
                    <a:pt x="2" y="9"/>
                    <a:pt x="9" y="11"/>
                    <a:pt x="1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82" name="Freeform 1180"/>
            <p:cNvSpPr/>
            <p:nvPr/>
          </p:nvSpPr>
          <p:spPr bwMode="auto">
            <a:xfrm>
              <a:off x="8388654" y="10150253"/>
              <a:ext cx="84138" cy="28575"/>
            </a:xfrm>
            <a:custGeom>
              <a:avLst/>
              <a:gdLst>
                <a:gd name="T0" fmla="*/ 14 w 31"/>
                <a:gd name="T1" fmla="*/ 1 h 11"/>
                <a:gd name="T2" fmla="*/ 1 w 31"/>
                <a:gd name="T3" fmla="*/ 7 h 11"/>
                <a:gd name="T4" fmla="*/ 17 w 31"/>
                <a:gd name="T5" fmla="*/ 10 h 11"/>
                <a:gd name="T6" fmla="*/ 30 w 31"/>
                <a:gd name="T7" fmla="*/ 4 h 11"/>
                <a:gd name="T8" fmla="*/ 14 w 31"/>
                <a:gd name="T9" fmla="*/ 1 h 11"/>
              </a:gdLst>
              <a:ahLst/>
              <a:cxnLst>
                <a:cxn ang="0">
                  <a:pos x="T0" y="T1"/>
                </a:cxn>
                <a:cxn ang="0">
                  <a:pos x="T2" y="T3"/>
                </a:cxn>
                <a:cxn ang="0">
                  <a:pos x="T4" y="T5"/>
                </a:cxn>
                <a:cxn ang="0">
                  <a:pos x="T6" y="T7"/>
                </a:cxn>
                <a:cxn ang="0">
                  <a:pos x="T8" y="T9"/>
                </a:cxn>
              </a:cxnLst>
              <a:rect l="0" t="0" r="r" b="b"/>
              <a:pathLst>
                <a:path w="31" h="11">
                  <a:moveTo>
                    <a:pt x="14" y="1"/>
                  </a:moveTo>
                  <a:cubicBezTo>
                    <a:pt x="6" y="1"/>
                    <a:pt x="0" y="4"/>
                    <a:pt x="1" y="7"/>
                  </a:cubicBezTo>
                  <a:cubicBezTo>
                    <a:pt x="2" y="9"/>
                    <a:pt x="9" y="11"/>
                    <a:pt x="17" y="10"/>
                  </a:cubicBezTo>
                  <a:cubicBezTo>
                    <a:pt x="25" y="9"/>
                    <a:pt x="31" y="6"/>
                    <a:pt x="30" y="4"/>
                  </a:cubicBezTo>
                  <a:cubicBezTo>
                    <a:pt x="29" y="1"/>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83" name="Freeform 1181"/>
            <p:cNvSpPr/>
            <p:nvPr/>
          </p:nvSpPr>
          <p:spPr bwMode="auto">
            <a:xfrm>
              <a:off x="8607729" y="10128028"/>
              <a:ext cx="80963" cy="30163"/>
            </a:xfrm>
            <a:custGeom>
              <a:avLst/>
              <a:gdLst>
                <a:gd name="T0" fmla="*/ 14 w 30"/>
                <a:gd name="T1" fmla="*/ 0 h 11"/>
                <a:gd name="T2" fmla="*/ 0 w 30"/>
                <a:gd name="T3" fmla="*/ 6 h 11"/>
                <a:gd name="T4" fmla="*/ 15 w 30"/>
                <a:gd name="T5" fmla="*/ 10 h 11"/>
                <a:gd name="T6" fmla="*/ 30 w 30"/>
                <a:gd name="T7" fmla="*/ 4 h 11"/>
                <a:gd name="T8" fmla="*/ 14 w 30"/>
                <a:gd name="T9" fmla="*/ 0 h 11"/>
              </a:gdLst>
              <a:ahLst/>
              <a:cxnLst>
                <a:cxn ang="0">
                  <a:pos x="T0" y="T1"/>
                </a:cxn>
                <a:cxn ang="0">
                  <a:pos x="T2" y="T3"/>
                </a:cxn>
                <a:cxn ang="0">
                  <a:pos x="T4" y="T5"/>
                </a:cxn>
                <a:cxn ang="0">
                  <a:pos x="T6" y="T7"/>
                </a:cxn>
                <a:cxn ang="0">
                  <a:pos x="T8" y="T9"/>
                </a:cxn>
              </a:cxnLst>
              <a:rect l="0" t="0" r="r" b="b"/>
              <a:pathLst>
                <a:path w="30" h="11">
                  <a:moveTo>
                    <a:pt x="14" y="0"/>
                  </a:moveTo>
                  <a:cubicBezTo>
                    <a:pt x="6" y="1"/>
                    <a:pt x="0" y="4"/>
                    <a:pt x="0" y="6"/>
                  </a:cubicBezTo>
                  <a:cubicBezTo>
                    <a:pt x="1" y="9"/>
                    <a:pt x="7" y="11"/>
                    <a:pt x="15" y="10"/>
                  </a:cubicBezTo>
                  <a:cubicBezTo>
                    <a:pt x="24" y="9"/>
                    <a:pt x="30" y="6"/>
                    <a:pt x="30" y="4"/>
                  </a:cubicBezTo>
                  <a:cubicBezTo>
                    <a:pt x="29" y="1"/>
                    <a:pt x="22"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84" name="Freeform 1182"/>
            <p:cNvSpPr/>
            <p:nvPr/>
          </p:nvSpPr>
          <p:spPr bwMode="auto">
            <a:xfrm>
              <a:off x="8828391" y="10104215"/>
              <a:ext cx="77788" cy="28575"/>
            </a:xfrm>
            <a:custGeom>
              <a:avLst/>
              <a:gdLst>
                <a:gd name="T0" fmla="*/ 13 w 29"/>
                <a:gd name="T1" fmla="*/ 1 h 11"/>
                <a:gd name="T2" fmla="*/ 0 w 29"/>
                <a:gd name="T3" fmla="*/ 7 h 11"/>
                <a:gd name="T4" fmla="*/ 15 w 29"/>
                <a:gd name="T5" fmla="*/ 10 h 11"/>
                <a:gd name="T6" fmla="*/ 29 w 29"/>
                <a:gd name="T7" fmla="*/ 4 h 11"/>
                <a:gd name="T8" fmla="*/ 13 w 29"/>
                <a:gd name="T9" fmla="*/ 1 h 11"/>
              </a:gdLst>
              <a:ahLst/>
              <a:cxnLst>
                <a:cxn ang="0">
                  <a:pos x="T0" y="T1"/>
                </a:cxn>
                <a:cxn ang="0">
                  <a:pos x="T2" y="T3"/>
                </a:cxn>
                <a:cxn ang="0">
                  <a:pos x="T4" y="T5"/>
                </a:cxn>
                <a:cxn ang="0">
                  <a:pos x="T6" y="T7"/>
                </a:cxn>
                <a:cxn ang="0">
                  <a:pos x="T8" y="T9"/>
                </a:cxn>
              </a:cxnLst>
              <a:rect l="0" t="0" r="r" b="b"/>
              <a:pathLst>
                <a:path w="29" h="11">
                  <a:moveTo>
                    <a:pt x="13" y="1"/>
                  </a:moveTo>
                  <a:cubicBezTo>
                    <a:pt x="5" y="1"/>
                    <a:pt x="0" y="4"/>
                    <a:pt x="0" y="7"/>
                  </a:cubicBezTo>
                  <a:cubicBezTo>
                    <a:pt x="1" y="9"/>
                    <a:pt x="7" y="11"/>
                    <a:pt x="15" y="10"/>
                  </a:cubicBezTo>
                  <a:cubicBezTo>
                    <a:pt x="23" y="9"/>
                    <a:pt x="29" y="7"/>
                    <a:pt x="29" y="4"/>
                  </a:cubicBezTo>
                  <a:cubicBezTo>
                    <a:pt x="29" y="1"/>
                    <a:pt x="21"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85" name="Freeform 1183"/>
            <p:cNvSpPr/>
            <p:nvPr/>
          </p:nvSpPr>
          <p:spPr bwMode="auto">
            <a:xfrm>
              <a:off x="3200704" y="11799665"/>
              <a:ext cx="79375" cy="49213"/>
            </a:xfrm>
            <a:custGeom>
              <a:avLst/>
              <a:gdLst>
                <a:gd name="T0" fmla="*/ 14 w 29"/>
                <a:gd name="T1" fmla="*/ 0 h 18"/>
                <a:gd name="T2" fmla="*/ 1 w 29"/>
                <a:gd name="T3" fmla="*/ 10 h 18"/>
                <a:gd name="T4" fmla="*/ 15 w 29"/>
                <a:gd name="T5" fmla="*/ 18 h 18"/>
                <a:gd name="T6" fmla="*/ 28 w 29"/>
                <a:gd name="T7" fmla="*/ 8 h 18"/>
                <a:gd name="T8" fmla="*/ 14 w 29"/>
                <a:gd name="T9" fmla="*/ 0 h 18"/>
              </a:gdLst>
              <a:ahLst/>
              <a:cxnLst>
                <a:cxn ang="0">
                  <a:pos x="T0" y="T1"/>
                </a:cxn>
                <a:cxn ang="0">
                  <a:pos x="T2" y="T3"/>
                </a:cxn>
                <a:cxn ang="0">
                  <a:pos x="T4" y="T5"/>
                </a:cxn>
                <a:cxn ang="0">
                  <a:pos x="T6" y="T7"/>
                </a:cxn>
                <a:cxn ang="0">
                  <a:pos x="T8" y="T9"/>
                </a:cxn>
              </a:cxnLst>
              <a:rect l="0" t="0" r="r" b="b"/>
              <a:pathLst>
                <a:path w="29" h="18">
                  <a:moveTo>
                    <a:pt x="14" y="0"/>
                  </a:moveTo>
                  <a:cubicBezTo>
                    <a:pt x="6" y="1"/>
                    <a:pt x="0" y="5"/>
                    <a:pt x="1" y="10"/>
                  </a:cubicBezTo>
                  <a:cubicBezTo>
                    <a:pt x="1" y="14"/>
                    <a:pt x="8" y="18"/>
                    <a:pt x="15" y="18"/>
                  </a:cubicBezTo>
                  <a:cubicBezTo>
                    <a:pt x="23" y="17"/>
                    <a:pt x="29" y="12"/>
                    <a:pt x="28" y="8"/>
                  </a:cubicBezTo>
                  <a:cubicBezTo>
                    <a:pt x="28" y="3"/>
                    <a:pt x="22"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86" name="Freeform 1184"/>
            <p:cNvSpPr/>
            <p:nvPr/>
          </p:nvSpPr>
          <p:spPr bwMode="auto">
            <a:xfrm>
              <a:off x="3413429" y="11779028"/>
              <a:ext cx="80963" cy="47625"/>
            </a:xfrm>
            <a:custGeom>
              <a:avLst/>
              <a:gdLst>
                <a:gd name="T0" fmla="*/ 13 w 30"/>
                <a:gd name="T1" fmla="*/ 1 h 18"/>
                <a:gd name="T2" fmla="*/ 2 w 30"/>
                <a:gd name="T3" fmla="*/ 10 h 18"/>
                <a:gd name="T4" fmla="*/ 18 w 30"/>
                <a:gd name="T5" fmla="*/ 17 h 18"/>
                <a:gd name="T6" fmla="*/ 29 w 30"/>
                <a:gd name="T7" fmla="*/ 7 h 18"/>
                <a:gd name="T8" fmla="*/ 13 w 30"/>
                <a:gd name="T9" fmla="*/ 1 h 18"/>
              </a:gdLst>
              <a:ahLst/>
              <a:cxnLst>
                <a:cxn ang="0">
                  <a:pos x="T0" y="T1"/>
                </a:cxn>
                <a:cxn ang="0">
                  <a:pos x="T2" y="T3"/>
                </a:cxn>
                <a:cxn ang="0">
                  <a:pos x="T4" y="T5"/>
                </a:cxn>
                <a:cxn ang="0">
                  <a:pos x="T6" y="T7"/>
                </a:cxn>
                <a:cxn ang="0">
                  <a:pos x="T8" y="T9"/>
                </a:cxn>
              </a:cxnLst>
              <a:rect l="0" t="0" r="r" b="b"/>
              <a:pathLst>
                <a:path w="30" h="18">
                  <a:moveTo>
                    <a:pt x="13" y="1"/>
                  </a:moveTo>
                  <a:cubicBezTo>
                    <a:pt x="6" y="1"/>
                    <a:pt x="0" y="6"/>
                    <a:pt x="2" y="10"/>
                  </a:cubicBezTo>
                  <a:cubicBezTo>
                    <a:pt x="3" y="15"/>
                    <a:pt x="10" y="18"/>
                    <a:pt x="18" y="17"/>
                  </a:cubicBezTo>
                  <a:cubicBezTo>
                    <a:pt x="25" y="16"/>
                    <a:pt x="30" y="11"/>
                    <a:pt x="29" y="7"/>
                  </a:cubicBezTo>
                  <a:cubicBezTo>
                    <a:pt x="28" y="2"/>
                    <a:pt x="21"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87" name="Freeform 1185"/>
            <p:cNvSpPr/>
            <p:nvPr/>
          </p:nvSpPr>
          <p:spPr bwMode="auto">
            <a:xfrm>
              <a:off x="3627741" y="11753628"/>
              <a:ext cx="80963" cy="52388"/>
            </a:xfrm>
            <a:custGeom>
              <a:avLst/>
              <a:gdLst>
                <a:gd name="T0" fmla="*/ 13 w 30"/>
                <a:gd name="T1" fmla="*/ 1 h 19"/>
                <a:gd name="T2" fmla="*/ 1 w 30"/>
                <a:gd name="T3" fmla="*/ 11 h 19"/>
                <a:gd name="T4" fmla="*/ 17 w 30"/>
                <a:gd name="T5" fmla="*/ 18 h 19"/>
                <a:gd name="T6" fmla="*/ 29 w 30"/>
                <a:gd name="T7" fmla="*/ 7 h 19"/>
                <a:gd name="T8" fmla="*/ 13 w 30"/>
                <a:gd name="T9" fmla="*/ 1 h 19"/>
              </a:gdLst>
              <a:ahLst/>
              <a:cxnLst>
                <a:cxn ang="0">
                  <a:pos x="T0" y="T1"/>
                </a:cxn>
                <a:cxn ang="0">
                  <a:pos x="T2" y="T3"/>
                </a:cxn>
                <a:cxn ang="0">
                  <a:pos x="T4" y="T5"/>
                </a:cxn>
                <a:cxn ang="0">
                  <a:pos x="T6" y="T7"/>
                </a:cxn>
                <a:cxn ang="0">
                  <a:pos x="T8" y="T9"/>
                </a:cxn>
              </a:cxnLst>
              <a:rect l="0" t="0" r="r" b="b"/>
              <a:pathLst>
                <a:path w="30" h="19">
                  <a:moveTo>
                    <a:pt x="13" y="1"/>
                  </a:moveTo>
                  <a:cubicBezTo>
                    <a:pt x="6" y="2"/>
                    <a:pt x="0" y="7"/>
                    <a:pt x="1" y="11"/>
                  </a:cubicBezTo>
                  <a:cubicBezTo>
                    <a:pt x="2" y="15"/>
                    <a:pt x="10" y="19"/>
                    <a:pt x="17" y="18"/>
                  </a:cubicBezTo>
                  <a:cubicBezTo>
                    <a:pt x="25" y="17"/>
                    <a:pt x="30" y="12"/>
                    <a:pt x="29" y="7"/>
                  </a:cubicBezTo>
                  <a:cubicBezTo>
                    <a:pt x="28" y="3"/>
                    <a:pt x="21"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88" name="Freeform 1186"/>
            <p:cNvSpPr/>
            <p:nvPr/>
          </p:nvSpPr>
          <p:spPr bwMode="auto">
            <a:xfrm>
              <a:off x="3842054" y="11729815"/>
              <a:ext cx="77788" cy="49213"/>
            </a:xfrm>
            <a:custGeom>
              <a:avLst/>
              <a:gdLst>
                <a:gd name="T0" fmla="*/ 14 w 29"/>
                <a:gd name="T1" fmla="*/ 1 h 18"/>
                <a:gd name="T2" fmla="*/ 1 w 29"/>
                <a:gd name="T3" fmla="*/ 10 h 18"/>
                <a:gd name="T4" fmla="*/ 16 w 29"/>
                <a:gd name="T5" fmla="*/ 17 h 18"/>
                <a:gd name="T6" fmla="*/ 28 w 29"/>
                <a:gd name="T7" fmla="*/ 7 h 18"/>
                <a:gd name="T8" fmla="*/ 14 w 29"/>
                <a:gd name="T9" fmla="*/ 1 h 18"/>
              </a:gdLst>
              <a:ahLst/>
              <a:cxnLst>
                <a:cxn ang="0">
                  <a:pos x="T0" y="T1"/>
                </a:cxn>
                <a:cxn ang="0">
                  <a:pos x="T2" y="T3"/>
                </a:cxn>
                <a:cxn ang="0">
                  <a:pos x="T4" y="T5"/>
                </a:cxn>
                <a:cxn ang="0">
                  <a:pos x="T6" y="T7"/>
                </a:cxn>
                <a:cxn ang="0">
                  <a:pos x="T8" y="T9"/>
                </a:cxn>
              </a:cxnLst>
              <a:rect l="0" t="0" r="r" b="b"/>
              <a:pathLst>
                <a:path w="29" h="18">
                  <a:moveTo>
                    <a:pt x="14" y="1"/>
                  </a:moveTo>
                  <a:cubicBezTo>
                    <a:pt x="6" y="2"/>
                    <a:pt x="0" y="6"/>
                    <a:pt x="1" y="10"/>
                  </a:cubicBezTo>
                  <a:cubicBezTo>
                    <a:pt x="1" y="15"/>
                    <a:pt x="8" y="18"/>
                    <a:pt x="16" y="17"/>
                  </a:cubicBezTo>
                  <a:cubicBezTo>
                    <a:pt x="23" y="16"/>
                    <a:pt x="29" y="11"/>
                    <a:pt x="28" y="7"/>
                  </a:cubicBezTo>
                  <a:cubicBezTo>
                    <a:pt x="28" y="2"/>
                    <a:pt x="21"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89" name="Freeform 1187"/>
            <p:cNvSpPr/>
            <p:nvPr/>
          </p:nvSpPr>
          <p:spPr bwMode="auto">
            <a:xfrm>
              <a:off x="4053191" y="11686953"/>
              <a:ext cx="82550" cy="50800"/>
            </a:xfrm>
            <a:custGeom>
              <a:avLst/>
              <a:gdLst>
                <a:gd name="T0" fmla="*/ 13 w 30"/>
                <a:gd name="T1" fmla="*/ 2 h 19"/>
                <a:gd name="T2" fmla="*/ 1 w 30"/>
                <a:gd name="T3" fmla="*/ 13 h 19"/>
                <a:gd name="T4" fmla="*/ 17 w 30"/>
                <a:gd name="T5" fmla="*/ 17 h 19"/>
                <a:gd name="T6" fmla="*/ 28 w 30"/>
                <a:gd name="T7" fmla="*/ 6 h 19"/>
                <a:gd name="T8" fmla="*/ 13 w 30"/>
                <a:gd name="T9" fmla="*/ 2 h 19"/>
              </a:gdLst>
              <a:ahLst/>
              <a:cxnLst>
                <a:cxn ang="0">
                  <a:pos x="T0" y="T1"/>
                </a:cxn>
                <a:cxn ang="0">
                  <a:pos x="T2" y="T3"/>
                </a:cxn>
                <a:cxn ang="0">
                  <a:pos x="T4" y="T5"/>
                </a:cxn>
                <a:cxn ang="0">
                  <a:pos x="T6" y="T7"/>
                </a:cxn>
                <a:cxn ang="0">
                  <a:pos x="T8" y="T9"/>
                </a:cxn>
              </a:cxnLst>
              <a:rect l="0" t="0" r="r" b="b"/>
              <a:pathLst>
                <a:path w="30" h="19">
                  <a:moveTo>
                    <a:pt x="13" y="2"/>
                  </a:moveTo>
                  <a:cubicBezTo>
                    <a:pt x="5" y="4"/>
                    <a:pt x="0" y="9"/>
                    <a:pt x="1" y="13"/>
                  </a:cubicBezTo>
                  <a:cubicBezTo>
                    <a:pt x="3" y="17"/>
                    <a:pt x="10" y="19"/>
                    <a:pt x="17" y="17"/>
                  </a:cubicBezTo>
                  <a:cubicBezTo>
                    <a:pt x="25" y="15"/>
                    <a:pt x="30" y="10"/>
                    <a:pt x="28" y="6"/>
                  </a:cubicBezTo>
                  <a:cubicBezTo>
                    <a:pt x="27" y="1"/>
                    <a:pt x="20"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90" name="Freeform 1188"/>
            <p:cNvSpPr/>
            <p:nvPr/>
          </p:nvSpPr>
          <p:spPr bwMode="auto">
            <a:xfrm>
              <a:off x="4267504" y="11629803"/>
              <a:ext cx="76200" cy="50800"/>
            </a:xfrm>
            <a:custGeom>
              <a:avLst/>
              <a:gdLst>
                <a:gd name="T0" fmla="*/ 13 w 28"/>
                <a:gd name="T1" fmla="*/ 2 h 19"/>
                <a:gd name="T2" fmla="*/ 0 w 28"/>
                <a:gd name="T3" fmla="*/ 13 h 19"/>
                <a:gd name="T4" fmla="*/ 15 w 28"/>
                <a:gd name="T5" fmla="*/ 17 h 19"/>
                <a:gd name="T6" fmla="*/ 28 w 28"/>
                <a:gd name="T7" fmla="*/ 5 h 19"/>
                <a:gd name="T8" fmla="*/ 13 w 28"/>
                <a:gd name="T9" fmla="*/ 2 h 19"/>
              </a:gdLst>
              <a:ahLst/>
              <a:cxnLst>
                <a:cxn ang="0">
                  <a:pos x="T0" y="T1"/>
                </a:cxn>
                <a:cxn ang="0">
                  <a:pos x="T2" y="T3"/>
                </a:cxn>
                <a:cxn ang="0">
                  <a:pos x="T4" y="T5"/>
                </a:cxn>
                <a:cxn ang="0">
                  <a:pos x="T6" y="T7"/>
                </a:cxn>
                <a:cxn ang="0">
                  <a:pos x="T8" y="T9"/>
                </a:cxn>
              </a:cxnLst>
              <a:rect l="0" t="0" r="r" b="b"/>
              <a:pathLst>
                <a:path w="28" h="19">
                  <a:moveTo>
                    <a:pt x="13" y="2"/>
                  </a:moveTo>
                  <a:cubicBezTo>
                    <a:pt x="5" y="4"/>
                    <a:pt x="0" y="9"/>
                    <a:pt x="0" y="13"/>
                  </a:cubicBezTo>
                  <a:cubicBezTo>
                    <a:pt x="1" y="17"/>
                    <a:pt x="8" y="19"/>
                    <a:pt x="15" y="17"/>
                  </a:cubicBezTo>
                  <a:cubicBezTo>
                    <a:pt x="22" y="15"/>
                    <a:pt x="28" y="9"/>
                    <a:pt x="28" y="5"/>
                  </a:cubicBezTo>
                  <a:cubicBezTo>
                    <a:pt x="27" y="1"/>
                    <a:pt x="21"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91" name="Freeform 1189"/>
            <p:cNvSpPr/>
            <p:nvPr/>
          </p:nvSpPr>
          <p:spPr bwMode="auto">
            <a:xfrm>
              <a:off x="4477054" y="11555190"/>
              <a:ext cx="79375" cy="55563"/>
            </a:xfrm>
            <a:custGeom>
              <a:avLst/>
              <a:gdLst>
                <a:gd name="T0" fmla="*/ 13 w 29"/>
                <a:gd name="T1" fmla="*/ 3 h 20"/>
                <a:gd name="T2" fmla="*/ 1 w 29"/>
                <a:gd name="T3" fmla="*/ 15 h 20"/>
                <a:gd name="T4" fmla="*/ 17 w 29"/>
                <a:gd name="T5" fmla="*/ 17 h 20"/>
                <a:gd name="T6" fmla="*/ 28 w 29"/>
                <a:gd name="T7" fmla="*/ 5 h 20"/>
                <a:gd name="T8" fmla="*/ 13 w 29"/>
                <a:gd name="T9" fmla="*/ 3 h 20"/>
              </a:gdLst>
              <a:ahLst/>
              <a:cxnLst>
                <a:cxn ang="0">
                  <a:pos x="T0" y="T1"/>
                </a:cxn>
                <a:cxn ang="0">
                  <a:pos x="T2" y="T3"/>
                </a:cxn>
                <a:cxn ang="0">
                  <a:pos x="T4" y="T5"/>
                </a:cxn>
                <a:cxn ang="0">
                  <a:pos x="T6" y="T7"/>
                </a:cxn>
                <a:cxn ang="0">
                  <a:pos x="T8" y="T9"/>
                </a:cxn>
              </a:cxnLst>
              <a:rect l="0" t="0" r="r" b="b"/>
              <a:pathLst>
                <a:path w="29" h="20">
                  <a:moveTo>
                    <a:pt x="13" y="3"/>
                  </a:moveTo>
                  <a:cubicBezTo>
                    <a:pt x="5" y="6"/>
                    <a:pt x="0" y="11"/>
                    <a:pt x="1" y="15"/>
                  </a:cubicBezTo>
                  <a:cubicBezTo>
                    <a:pt x="2" y="19"/>
                    <a:pt x="10" y="20"/>
                    <a:pt x="17" y="17"/>
                  </a:cubicBezTo>
                  <a:cubicBezTo>
                    <a:pt x="24" y="14"/>
                    <a:pt x="29" y="9"/>
                    <a:pt x="28" y="5"/>
                  </a:cubicBezTo>
                  <a:cubicBezTo>
                    <a:pt x="27" y="1"/>
                    <a:pt x="20" y="0"/>
                    <a:pt x="1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92" name="Freeform 1190"/>
            <p:cNvSpPr/>
            <p:nvPr/>
          </p:nvSpPr>
          <p:spPr bwMode="auto">
            <a:xfrm>
              <a:off x="4686604" y="11474228"/>
              <a:ext cx="80963" cy="53975"/>
            </a:xfrm>
            <a:custGeom>
              <a:avLst/>
              <a:gdLst>
                <a:gd name="T0" fmla="*/ 13 w 30"/>
                <a:gd name="T1" fmla="*/ 3 h 20"/>
                <a:gd name="T2" fmla="*/ 2 w 30"/>
                <a:gd name="T3" fmla="*/ 15 h 20"/>
                <a:gd name="T4" fmla="*/ 17 w 30"/>
                <a:gd name="T5" fmla="*/ 16 h 20"/>
                <a:gd name="T6" fmla="*/ 29 w 30"/>
                <a:gd name="T7" fmla="*/ 3 h 20"/>
                <a:gd name="T8" fmla="*/ 13 w 30"/>
                <a:gd name="T9" fmla="*/ 3 h 20"/>
              </a:gdLst>
              <a:ahLst/>
              <a:cxnLst>
                <a:cxn ang="0">
                  <a:pos x="T0" y="T1"/>
                </a:cxn>
                <a:cxn ang="0">
                  <a:pos x="T2" y="T3"/>
                </a:cxn>
                <a:cxn ang="0">
                  <a:pos x="T4" y="T5"/>
                </a:cxn>
                <a:cxn ang="0">
                  <a:pos x="T6" y="T7"/>
                </a:cxn>
                <a:cxn ang="0">
                  <a:pos x="T8" y="T9"/>
                </a:cxn>
              </a:cxnLst>
              <a:rect l="0" t="0" r="r" b="b"/>
              <a:pathLst>
                <a:path w="30" h="20">
                  <a:moveTo>
                    <a:pt x="13" y="3"/>
                  </a:moveTo>
                  <a:cubicBezTo>
                    <a:pt x="6" y="6"/>
                    <a:pt x="0" y="12"/>
                    <a:pt x="2" y="15"/>
                  </a:cubicBezTo>
                  <a:cubicBezTo>
                    <a:pt x="3" y="19"/>
                    <a:pt x="10" y="20"/>
                    <a:pt x="17" y="16"/>
                  </a:cubicBezTo>
                  <a:cubicBezTo>
                    <a:pt x="25" y="13"/>
                    <a:pt x="30" y="7"/>
                    <a:pt x="29" y="3"/>
                  </a:cubicBezTo>
                  <a:cubicBezTo>
                    <a:pt x="28" y="0"/>
                    <a:pt x="21" y="0"/>
                    <a:pt x="1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93" name="Freeform 1191"/>
            <p:cNvSpPr/>
            <p:nvPr/>
          </p:nvSpPr>
          <p:spPr bwMode="auto">
            <a:xfrm>
              <a:off x="4897741" y="11378978"/>
              <a:ext cx="79375" cy="53975"/>
            </a:xfrm>
            <a:custGeom>
              <a:avLst/>
              <a:gdLst>
                <a:gd name="T0" fmla="*/ 14 w 29"/>
                <a:gd name="T1" fmla="*/ 3 h 20"/>
                <a:gd name="T2" fmla="*/ 1 w 29"/>
                <a:gd name="T3" fmla="*/ 16 h 20"/>
                <a:gd name="T4" fmla="*/ 16 w 29"/>
                <a:gd name="T5" fmla="*/ 17 h 20"/>
                <a:gd name="T6" fmla="*/ 28 w 29"/>
                <a:gd name="T7" fmla="*/ 4 h 20"/>
                <a:gd name="T8" fmla="*/ 14 w 29"/>
                <a:gd name="T9" fmla="*/ 3 h 20"/>
              </a:gdLst>
              <a:ahLst/>
              <a:cxnLst>
                <a:cxn ang="0">
                  <a:pos x="T0" y="T1"/>
                </a:cxn>
                <a:cxn ang="0">
                  <a:pos x="T2" y="T3"/>
                </a:cxn>
                <a:cxn ang="0">
                  <a:pos x="T4" y="T5"/>
                </a:cxn>
                <a:cxn ang="0">
                  <a:pos x="T6" y="T7"/>
                </a:cxn>
                <a:cxn ang="0">
                  <a:pos x="T8" y="T9"/>
                </a:cxn>
              </a:cxnLst>
              <a:rect l="0" t="0" r="r" b="b"/>
              <a:pathLst>
                <a:path w="29" h="20">
                  <a:moveTo>
                    <a:pt x="14" y="3"/>
                  </a:moveTo>
                  <a:cubicBezTo>
                    <a:pt x="6" y="7"/>
                    <a:pt x="0" y="12"/>
                    <a:pt x="1" y="16"/>
                  </a:cubicBezTo>
                  <a:cubicBezTo>
                    <a:pt x="1" y="20"/>
                    <a:pt x="8" y="20"/>
                    <a:pt x="16" y="17"/>
                  </a:cubicBezTo>
                  <a:cubicBezTo>
                    <a:pt x="23" y="14"/>
                    <a:pt x="29" y="8"/>
                    <a:pt x="28" y="4"/>
                  </a:cubicBezTo>
                  <a:cubicBezTo>
                    <a:pt x="27" y="0"/>
                    <a:pt x="21" y="0"/>
                    <a:pt x="1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94" name="Freeform 1192"/>
            <p:cNvSpPr/>
            <p:nvPr/>
          </p:nvSpPr>
          <p:spPr bwMode="auto">
            <a:xfrm>
              <a:off x="5108879" y="11278965"/>
              <a:ext cx="76200" cy="53975"/>
            </a:xfrm>
            <a:custGeom>
              <a:avLst/>
              <a:gdLst>
                <a:gd name="T0" fmla="*/ 13 w 28"/>
                <a:gd name="T1" fmla="*/ 3 h 20"/>
                <a:gd name="T2" fmla="*/ 0 w 28"/>
                <a:gd name="T3" fmla="*/ 16 h 20"/>
                <a:gd name="T4" fmla="*/ 15 w 28"/>
                <a:gd name="T5" fmla="*/ 17 h 20"/>
                <a:gd name="T6" fmla="*/ 27 w 28"/>
                <a:gd name="T7" fmla="*/ 4 h 20"/>
                <a:gd name="T8" fmla="*/ 13 w 28"/>
                <a:gd name="T9" fmla="*/ 3 h 20"/>
              </a:gdLst>
              <a:ahLst/>
              <a:cxnLst>
                <a:cxn ang="0">
                  <a:pos x="T0" y="T1"/>
                </a:cxn>
                <a:cxn ang="0">
                  <a:pos x="T2" y="T3"/>
                </a:cxn>
                <a:cxn ang="0">
                  <a:pos x="T4" y="T5"/>
                </a:cxn>
                <a:cxn ang="0">
                  <a:pos x="T6" y="T7"/>
                </a:cxn>
                <a:cxn ang="0">
                  <a:pos x="T8" y="T9"/>
                </a:cxn>
              </a:cxnLst>
              <a:rect l="0" t="0" r="r" b="b"/>
              <a:pathLst>
                <a:path w="28" h="20">
                  <a:moveTo>
                    <a:pt x="13" y="3"/>
                  </a:moveTo>
                  <a:cubicBezTo>
                    <a:pt x="5" y="7"/>
                    <a:pt x="0" y="13"/>
                    <a:pt x="0" y="16"/>
                  </a:cubicBezTo>
                  <a:cubicBezTo>
                    <a:pt x="0" y="20"/>
                    <a:pt x="7" y="20"/>
                    <a:pt x="15" y="17"/>
                  </a:cubicBezTo>
                  <a:cubicBezTo>
                    <a:pt x="22" y="13"/>
                    <a:pt x="28" y="7"/>
                    <a:pt x="27" y="4"/>
                  </a:cubicBezTo>
                  <a:cubicBezTo>
                    <a:pt x="27" y="0"/>
                    <a:pt x="20" y="0"/>
                    <a:pt x="1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95" name="Freeform 1193"/>
            <p:cNvSpPr/>
            <p:nvPr/>
          </p:nvSpPr>
          <p:spPr bwMode="auto">
            <a:xfrm>
              <a:off x="5315254" y="11171015"/>
              <a:ext cx="79375" cy="57150"/>
            </a:xfrm>
            <a:custGeom>
              <a:avLst/>
              <a:gdLst>
                <a:gd name="T0" fmla="*/ 13 w 29"/>
                <a:gd name="T1" fmla="*/ 5 h 21"/>
                <a:gd name="T2" fmla="*/ 1 w 29"/>
                <a:gd name="T3" fmla="*/ 18 h 21"/>
                <a:gd name="T4" fmla="*/ 16 w 29"/>
                <a:gd name="T5" fmla="*/ 17 h 21"/>
                <a:gd name="T6" fmla="*/ 28 w 29"/>
                <a:gd name="T7" fmla="*/ 3 h 21"/>
                <a:gd name="T8" fmla="*/ 13 w 29"/>
                <a:gd name="T9" fmla="*/ 5 h 21"/>
              </a:gdLst>
              <a:ahLst/>
              <a:cxnLst>
                <a:cxn ang="0">
                  <a:pos x="T0" y="T1"/>
                </a:cxn>
                <a:cxn ang="0">
                  <a:pos x="T2" y="T3"/>
                </a:cxn>
                <a:cxn ang="0">
                  <a:pos x="T4" y="T5"/>
                </a:cxn>
                <a:cxn ang="0">
                  <a:pos x="T6" y="T7"/>
                </a:cxn>
                <a:cxn ang="0">
                  <a:pos x="T8" y="T9"/>
                </a:cxn>
              </a:cxnLst>
              <a:rect l="0" t="0" r="r" b="b"/>
              <a:pathLst>
                <a:path w="29" h="21">
                  <a:moveTo>
                    <a:pt x="13" y="5"/>
                  </a:moveTo>
                  <a:cubicBezTo>
                    <a:pt x="6" y="9"/>
                    <a:pt x="0" y="15"/>
                    <a:pt x="1" y="18"/>
                  </a:cubicBezTo>
                  <a:cubicBezTo>
                    <a:pt x="2" y="21"/>
                    <a:pt x="9" y="21"/>
                    <a:pt x="16" y="17"/>
                  </a:cubicBezTo>
                  <a:cubicBezTo>
                    <a:pt x="24" y="13"/>
                    <a:pt x="29" y="7"/>
                    <a:pt x="28" y="3"/>
                  </a:cubicBezTo>
                  <a:cubicBezTo>
                    <a:pt x="27" y="0"/>
                    <a:pt x="21" y="1"/>
                    <a:pt x="1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96" name="Freeform 1194"/>
            <p:cNvSpPr/>
            <p:nvPr/>
          </p:nvSpPr>
          <p:spPr bwMode="auto">
            <a:xfrm>
              <a:off x="5524804" y="11058303"/>
              <a:ext cx="79375" cy="57150"/>
            </a:xfrm>
            <a:custGeom>
              <a:avLst/>
              <a:gdLst>
                <a:gd name="T0" fmla="*/ 13 w 29"/>
                <a:gd name="T1" fmla="*/ 5 h 21"/>
                <a:gd name="T2" fmla="*/ 1 w 29"/>
                <a:gd name="T3" fmla="*/ 18 h 21"/>
                <a:gd name="T4" fmla="*/ 16 w 29"/>
                <a:gd name="T5" fmla="*/ 17 h 21"/>
                <a:gd name="T6" fmla="*/ 28 w 29"/>
                <a:gd name="T7" fmla="*/ 3 h 21"/>
                <a:gd name="T8" fmla="*/ 13 w 29"/>
                <a:gd name="T9" fmla="*/ 5 h 21"/>
              </a:gdLst>
              <a:ahLst/>
              <a:cxnLst>
                <a:cxn ang="0">
                  <a:pos x="T0" y="T1"/>
                </a:cxn>
                <a:cxn ang="0">
                  <a:pos x="T2" y="T3"/>
                </a:cxn>
                <a:cxn ang="0">
                  <a:pos x="T4" y="T5"/>
                </a:cxn>
                <a:cxn ang="0">
                  <a:pos x="T6" y="T7"/>
                </a:cxn>
                <a:cxn ang="0">
                  <a:pos x="T8" y="T9"/>
                </a:cxn>
              </a:cxnLst>
              <a:rect l="0" t="0" r="r" b="b"/>
              <a:pathLst>
                <a:path w="29" h="21">
                  <a:moveTo>
                    <a:pt x="13" y="5"/>
                  </a:moveTo>
                  <a:cubicBezTo>
                    <a:pt x="6" y="9"/>
                    <a:pt x="0" y="15"/>
                    <a:pt x="1" y="18"/>
                  </a:cubicBezTo>
                  <a:cubicBezTo>
                    <a:pt x="2" y="21"/>
                    <a:pt x="9" y="21"/>
                    <a:pt x="16" y="17"/>
                  </a:cubicBezTo>
                  <a:cubicBezTo>
                    <a:pt x="24" y="13"/>
                    <a:pt x="29" y="7"/>
                    <a:pt x="28" y="3"/>
                  </a:cubicBezTo>
                  <a:cubicBezTo>
                    <a:pt x="27" y="0"/>
                    <a:pt x="21" y="1"/>
                    <a:pt x="1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97" name="Freeform 1195"/>
            <p:cNvSpPr/>
            <p:nvPr/>
          </p:nvSpPr>
          <p:spPr bwMode="auto">
            <a:xfrm>
              <a:off x="5735941" y="10947178"/>
              <a:ext cx="76200" cy="55563"/>
            </a:xfrm>
            <a:custGeom>
              <a:avLst/>
              <a:gdLst>
                <a:gd name="T0" fmla="*/ 13 w 28"/>
                <a:gd name="T1" fmla="*/ 4 h 20"/>
                <a:gd name="T2" fmla="*/ 0 w 28"/>
                <a:gd name="T3" fmla="*/ 17 h 20"/>
                <a:gd name="T4" fmla="*/ 14 w 28"/>
                <a:gd name="T5" fmla="*/ 16 h 20"/>
                <a:gd name="T6" fmla="*/ 27 w 28"/>
                <a:gd name="T7" fmla="*/ 3 h 20"/>
                <a:gd name="T8" fmla="*/ 13 w 28"/>
                <a:gd name="T9" fmla="*/ 4 h 20"/>
              </a:gdLst>
              <a:ahLst/>
              <a:cxnLst>
                <a:cxn ang="0">
                  <a:pos x="T0" y="T1"/>
                </a:cxn>
                <a:cxn ang="0">
                  <a:pos x="T2" y="T3"/>
                </a:cxn>
                <a:cxn ang="0">
                  <a:pos x="T4" y="T5"/>
                </a:cxn>
                <a:cxn ang="0">
                  <a:pos x="T6" y="T7"/>
                </a:cxn>
                <a:cxn ang="0">
                  <a:pos x="T8" y="T9"/>
                </a:cxn>
              </a:cxnLst>
              <a:rect l="0" t="0" r="r" b="b"/>
              <a:pathLst>
                <a:path w="28" h="20">
                  <a:moveTo>
                    <a:pt x="13" y="4"/>
                  </a:moveTo>
                  <a:cubicBezTo>
                    <a:pt x="6" y="8"/>
                    <a:pt x="0" y="14"/>
                    <a:pt x="0" y="17"/>
                  </a:cubicBezTo>
                  <a:cubicBezTo>
                    <a:pt x="0" y="20"/>
                    <a:pt x="7" y="20"/>
                    <a:pt x="14" y="16"/>
                  </a:cubicBezTo>
                  <a:cubicBezTo>
                    <a:pt x="22" y="13"/>
                    <a:pt x="28" y="7"/>
                    <a:pt x="27" y="3"/>
                  </a:cubicBezTo>
                  <a:cubicBezTo>
                    <a:pt x="27" y="0"/>
                    <a:pt x="21" y="1"/>
                    <a:pt x="1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98" name="Freeform 1196"/>
            <p:cNvSpPr/>
            <p:nvPr/>
          </p:nvSpPr>
          <p:spPr bwMode="auto">
            <a:xfrm>
              <a:off x="5942316" y="10836053"/>
              <a:ext cx="79375" cy="53975"/>
            </a:xfrm>
            <a:custGeom>
              <a:avLst/>
              <a:gdLst>
                <a:gd name="T0" fmla="*/ 13 w 29"/>
                <a:gd name="T1" fmla="*/ 5 h 20"/>
                <a:gd name="T2" fmla="*/ 1 w 29"/>
                <a:gd name="T3" fmla="*/ 17 h 20"/>
                <a:gd name="T4" fmla="*/ 16 w 29"/>
                <a:gd name="T5" fmla="*/ 15 h 20"/>
                <a:gd name="T6" fmla="*/ 28 w 29"/>
                <a:gd name="T7" fmla="*/ 3 h 20"/>
                <a:gd name="T8" fmla="*/ 13 w 29"/>
                <a:gd name="T9" fmla="*/ 5 h 20"/>
              </a:gdLst>
              <a:ahLst/>
              <a:cxnLst>
                <a:cxn ang="0">
                  <a:pos x="T0" y="T1"/>
                </a:cxn>
                <a:cxn ang="0">
                  <a:pos x="T2" y="T3"/>
                </a:cxn>
                <a:cxn ang="0">
                  <a:pos x="T4" y="T5"/>
                </a:cxn>
                <a:cxn ang="0">
                  <a:pos x="T6" y="T7"/>
                </a:cxn>
                <a:cxn ang="0">
                  <a:pos x="T8" y="T9"/>
                </a:cxn>
              </a:cxnLst>
              <a:rect l="0" t="0" r="r" b="b"/>
              <a:pathLst>
                <a:path w="29" h="20">
                  <a:moveTo>
                    <a:pt x="13" y="5"/>
                  </a:moveTo>
                  <a:cubicBezTo>
                    <a:pt x="6" y="8"/>
                    <a:pt x="0" y="14"/>
                    <a:pt x="1" y="17"/>
                  </a:cubicBezTo>
                  <a:cubicBezTo>
                    <a:pt x="2" y="20"/>
                    <a:pt x="9" y="19"/>
                    <a:pt x="16" y="15"/>
                  </a:cubicBezTo>
                  <a:cubicBezTo>
                    <a:pt x="23" y="11"/>
                    <a:pt x="29" y="5"/>
                    <a:pt x="28" y="3"/>
                  </a:cubicBezTo>
                  <a:cubicBezTo>
                    <a:pt x="27" y="0"/>
                    <a:pt x="21" y="1"/>
                    <a:pt x="1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199" name="Freeform 1197"/>
            <p:cNvSpPr/>
            <p:nvPr/>
          </p:nvSpPr>
          <p:spPr bwMode="auto">
            <a:xfrm>
              <a:off x="2986391" y="11818715"/>
              <a:ext cx="82550" cy="55563"/>
            </a:xfrm>
            <a:custGeom>
              <a:avLst/>
              <a:gdLst>
                <a:gd name="T0" fmla="*/ 13 w 30"/>
                <a:gd name="T1" fmla="*/ 1 h 20"/>
                <a:gd name="T2" fmla="*/ 1 w 30"/>
                <a:gd name="T3" fmla="*/ 11 h 20"/>
                <a:gd name="T4" fmla="*/ 17 w 30"/>
                <a:gd name="T5" fmla="*/ 19 h 20"/>
                <a:gd name="T6" fmla="*/ 29 w 30"/>
                <a:gd name="T7" fmla="*/ 8 h 20"/>
                <a:gd name="T8" fmla="*/ 13 w 30"/>
                <a:gd name="T9" fmla="*/ 1 h 20"/>
              </a:gdLst>
              <a:ahLst/>
              <a:cxnLst>
                <a:cxn ang="0">
                  <a:pos x="T0" y="T1"/>
                </a:cxn>
                <a:cxn ang="0">
                  <a:pos x="T2" y="T3"/>
                </a:cxn>
                <a:cxn ang="0">
                  <a:pos x="T4" y="T5"/>
                </a:cxn>
                <a:cxn ang="0">
                  <a:pos x="T6" y="T7"/>
                </a:cxn>
                <a:cxn ang="0">
                  <a:pos x="T8" y="T9"/>
                </a:cxn>
              </a:cxnLst>
              <a:rect l="0" t="0" r="r" b="b"/>
              <a:pathLst>
                <a:path w="30" h="20">
                  <a:moveTo>
                    <a:pt x="13" y="1"/>
                  </a:moveTo>
                  <a:cubicBezTo>
                    <a:pt x="5" y="2"/>
                    <a:pt x="0" y="6"/>
                    <a:pt x="1" y="11"/>
                  </a:cubicBezTo>
                  <a:cubicBezTo>
                    <a:pt x="2" y="16"/>
                    <a:pt x="10" y="20"/>
                    <a:pt x="17" y="19"/>
                  </a:cubicBezTo>
                  <a:cubicBezTo>
                    <a:pt x="25" y="18"/>
                    <a:pt x="30" y="13"/>
                    <a:pt x="29" y="8"/>
                  </a:cubicBezTo>
                  <a:cubicBezTo>
                    <a:pt x="27" y="3"/>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00" name="Freeform 1198"/>
            <p:cNvSpPr/>
            <p:nvPr/>
          </p:nvSpPr>
          <p:spPr bwMode="auto">
            <a:xfrm>
              <a:off x="2775254" y="11840940"/>
              <a:ext cx="79375" cy="57150"/>
            </a:xfrm>
            <a:custGeom>
              <a:avLst/>
              <a:gdLst>
                <a:gd name="T0" fmla="*/ 13 w 29"/>
                <a:gd name="T1" fmla="*/ 0 h 21"/>
                <a:gd name="T2" fmla="*/ 0 w 29"/>
                <a:gd name="T3" fmla="*/ 11 h 21"/>
                <a:gd name="T4" fmla="*/ 15 w 29"/>
                <a:gd name="T5" fmla="*/ 20 h 21"/>
                <a:gd name="T6" fmla="*/ 28 w 29"/>
                <a:gd name="T7" fmla="*/ 9 h 21"/>
                <a:gd name="T8" fmla="*/ 13 w 29"/>
                <a:gd name="T9" fmla="*/ 0 h 21"/>
              </a:gdLst>
              <a:ahLst/>
              <a:cxnLst>
                <a:cxn ang="0">
                  <a:pos x="T0" y="T1"/>
                </a:cxn>
                <a:cxn ang="0">
                  <a:pos x="T2" y="T3"/>
                </a:cxn>
                <a:cxn ang="0">
                  <a:pos x="T4" y="T5"/>
                </a:cxn>
                <a:cxn ang="0">
                  <a:pos x="T6" y="T7"/>
                </a:cxn>
                <a:cxn ang="0">
                  <a:pos x="T8" y="T9"/>
                </a:cxn>
              </a:cxnLst>
              <a:rect l="0" t="0" r="r" b="b"/>
              <a:pathLst>
                <a:path w="29" h="21">
                  <a:moveTo>
                    <a:pt x="13" y="0"/>
                  </a:moveTo>
                  <a:cubicBezTo>
                    <a:pt x="5" y="1"/>
                    <a:pt x="0" y="6"/>
                    <a:pt x="0" y="11"/>
                  </a:cubicBezTo>
                  <a:cubicBezTo>
                    <a:pt x="1" y="16"/>
                    <a:pt x="8" y="21"/>
                    <a:pt x="15" y="20"/>
                  </a:cubicBezTo>
                  <a:cubicBezTo>
                    <a:pt x="23" y="19"/>
                    <a:pt x="29" y="14"/>
                    <a:pt x="28" y="9"/>
                  </a:cubicBezTo>
                  <a:cubicBezTo>
                    <a:pt x="27" y="3"/>
                    <a:pt x="21"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01" name="Freeform 1199"/>
            <p:cNvSpPr/>
            <p:nvPr/>
          </p:nvSpPr>
          <p:spPr bwMode="auto">
            <a:xfrm>
              <a:off x="2560941" y="11863165"/>
              <a:ext cx="79375" cy="58738"/>
            </a:xfrm>
            <a:custGeom>
              <a:avLst/>
              <a:gdLst>
                <a:gd name="T0" fmla="*/ 13 w 29"/>
                <a:gd name="T1" fmla="*/ 0 h 22"/>
                <a:gd name="T2" fmla="*/ 1 w 29"/>
                <a:gd name="T3" fmla="*/ 12 h 22"/>
                <a:gd name="T4" fmla="*/ 16 w 29"/>
                <a:gd name="T5" fmla="*/ 21 h 22"/>
                <a:gd name="T6" fmla="*/ 28 w 29"/>
                <a:gd name="T7" fmla="*/ 10 h 22"/>
                <a:gd name="T8" fmla="*/ 13 w 29"/>
                <a:gd name="T9" fmla="*/ 0 h 22"/>
              </a:gdLst>
              <a:ahLst/>
              <a:cxnLst>
                <a:cxn ang="0">
                  <a:pos x="T0" y="T1"/>
                </a:cxn>
                <a:cxn ang="0">
                  <a:pos x="T2" y="T3"/>
                </a:cxn>
                <a:cxn ang="0">
                  <a:pos x="T4" y="T5"/>
                </a:cxn>
                <a:cxn ang="0">
                  <a:pos x="T6" y="T7"/>
                </a:cxn>
                <a:cxn ang="0">
                  <a:pos x="T8" y="T9"/>
                </a:cxn>
              </a:cxnLst>
              <a:rect l="0" t="0" r="r" b="b"/>
              <a:pathLst>
                <a:path w="29" h="22">
                  <a:moveTo>
                    <a:pt x="13" y="0"/>
                  </a:moveTo>
                  <a:cubicBezTo>
                    <a:pt x="6" y="1"/>
                    <a:pt x="0" y="6"/>
                    <a:pt x="1" y="12"/>
                  </a:cubicBezTo>
                  <a:cubicBezTo>
                    <a:pt x="1" y="17"/>
                    <a:pt x="8" y="22"/>
                    <a:pt x="16" y="21"/>
                  </a:cubicBezTo>
                  <a:cubicBezTo>
                    <a:pt x="23" y="21"/>
                    <a:pt x="29" y="15"/>
                    <a:pt x="28" y="10"/>
                  </a:cubicBezTo>
                  <a:cubicBezTo>
                    <a:pt x="28" y="4"/>
                    <a:pt x="21"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02" name="Freeform 1200"/>
            <p:cNvSpPr/>
            <p:nvPr/>
          </p:nvSpPr>
          <p:spPr bwMode="auto">
            <a:xfrm>
              <a:off x="2346629" y="11883803"/>
              <a:ext cx="80963" cy="63500"/>
            </a:xfrm>
            <a:custGeom>
              <a:avLst/>
              <a:gdLst>
                <a:gd name="T0" fmla="*/ 12 w 30"/>
                <a:gd name="T1" fmla="*/ 1 h 23"/>
                <a:gd name="T2" fmla="*/ 1 w 30"/>
                <a:gd name="T3" fmla="*/ 14 h 23"/>
                <a:gd name="T4" fmla="*/ 17 w 30"/>
                <a:gd name="T5" fmla="*/ 22 h 23"/>
                <a:gd name="T6" fmla="*/ 28 w 30"/>
                <a:gd name="T7" fmla="*/ 10 h 23"/>
                <a:gd name="T8" fmla="*/ 12 w 30"/>
                <a:gd name="T9" fmla="*/ 1 h 23"/>
              </a:gdLst>
              <a:ahLst/>
              <a:cxnLst>
                <a:cxn ang="0">
                  <a:pos x="T0" y="T1"/>
                </a:cxn>
                <a:cxn ang="0">
                  <a:pos x="T2" y="T3"/>
                </a:cxn>
                <a:cxn ang="0">
                  <a:pos x="T4" y="T5"/>
                </a:cxn>
                <a:cxn ang="0">
                  <a:pos x="T6" y="T7"/>
                </a:cxn>
                <a:cxn ang="0">
                  <a:pos x="T8" y="T9"/>
                </a:cxn>
              </a:cxnLst>
              <a:rect l="0" t="0" r="r" b="b"/>
              <a:pathLst>
                <a:path w="30" h="23">
                  <a:moveTo>
                    <a:pt x="12" y="1"/>
                  </a:moveTo>
                  <a:cubicBezTo>
                    <a:pt x="5" y="2"/>
                    <a:pt x="0" y="8"/>
                    <a:pt x="1" y="14"/>
                  </a:cubicBezTo>
                  <a:cubicBezTo>
                    <a:pt x="2" y="20"/>
                    <a:pt x="10" y="23"/>
                    <a:pt x="17" y="22"/>
                  </a:cubicBezTo>
                  <a:cubicBezTo>
                    <a:pt x="25" y="21"/>
                    <a:pt x="30" y="16"/>
                    <a:pt x="28" y="10"/>
                  </a:cubicBezTo>
                  <a:cubicBezTo>
                    <a:pt x="27" y="4"/>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03" name="Freeform 1201"/>
            <p:cNvSpPr/>
            <p:nvPr/>
          </p:nvSpPr>
          <p:spPr bwMode="auto">
            <a:xfrm>
              <a:off x="2132316" y="11909203"/>
              <a:ext cx="80963" cy="61913"/>
            </a:xfrm>
            <a:custGeom>
              <a:avLst/>
              <a:gdLst>
                <a:gd name="T0" fmla="*/ 13 w 30"/>
                <a:gd name="T1" fmla="*/ 1 h 23"/>
                <a:gd name="T2" fmla="*/ 1 w 30"/>
                <a:gd name="T3" fmla="*/ 15 h 23"/>
                <a:gd name="T4" fmla="*/ 17 w 30"/>
                <a:gd name="T5" fmla="*/ 22 h 23"/>
                <a:gd name="T6" fmla="*/ 29 w 30"/>
                <a:gd name="T7" fmla="*/ 11 h 23"/>
                <a:gd name="T8" fmla="*/ 13 w 30"/>
                <a:gd name="T9" fmla="*/ 1 h 23"/>
              </a:gdLst>
              <a:ahLst/>
              <a:cxnLst>
                <a:cxn ang="0">
                  <a:pos x="T0" y="T1"/>
                </a:cxn>
                <a:cxn ang="0">
                  <a:pos x="T2" y="T3"/>
                </a:cxn>
                <a:cxn ang="0">
                  <a:pos x="T4" y="T5"/>
                </a:cxn>
                <a:cxn ang="0">
                  <a:pos x="T6" y="T7"/>
                </a:cxn>
                <a:cxn ang="0">
                  <a:pos x="T8" y="T9"/>
                </a:cxn>
              </a:cxnLst>
              <a:rect l="0" t="0" r="r" b="b"/>
              <a:pathLst>
                <a:path w="30" h="23">
                  <a:moveTo>
                    <a:pt x="13" y="1"/>
                  </a:moveTo>
                  <a:cubicBezTo>
                    <a:pt x="6" y="3"/>
                    <a:pt x="0" y="9"/>
                    <a:pt x="1" y="15"/>
                  </a:cubicBezTo>
                  <a:cubicBezTo>
                    <a:pt x="2" y="20"/>
                    <a:pt x="10" y="23"/>
                    <a:pt x="17" y="22"/>
                  </a:cubicBezTo>
                  <a:cubicBezTo>
                    <a:pt x="25" y="21"/>
                    <a:pt x="30" y="17"/>
                    <a:pt x="29" y="11"/>
                  </a:cubicBezTo>
                  <a:cubicBezTo>
                    <a:pt x="28" y="5"/>
                    <a:pt x="21"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04" name="Freeform 1202"/>
            <p:cNvSpPr/>
            <p:nvPr/>
          </p:nvSpPr>
          <p:spPr bwMode="auto">
            <a:xfrm>
              <a:off x="1919591" y="11936190"/>
              <a:ext cx="79375" cy="58738"/>
            </a:xfrm>
            <a:custGeom>
              <a:avLst/>
              <a:gdLst>
                <a:gd name="T0" fmla="*/ 13 w 29"/>
                <a:gd name="T1" fmla="*/ 1 h 22"/>
                <a:gd name="T2" fmla="*/ 1 w 29"/>
                <a:gd name="T3" fmla="*/ 14 h 22"/>
                <a:gd name="T4" fmla="*/ 16 w 29"/>
                <a:gd name="T5" fmla="*/ 21 h 22"/>
                <a:gd name="T6" fmla="*/ 28 w 29"/>
                <a:gd name="T7" fmla="*/ 11 h 22"/>
                <a:gd name="T8" fmla="*/ 13 w 29"/>
                <a:gd name="T9" fmla="*/ 1 h 22"/>
              </a:gdLst>
              <a:ahLst/>
              <a:cxnLst>
                <a:cxn ang="0">
                  <a:pos x="T0" y="T1"/>
                </a:cxn>
                <a:cxn ang="0">
                  <a:pos x="T2" y="T3"/>
                </a:cxn>
                <a:cxn ang="0">
                  <a:pos x="T4" y="T5"/>
                </a:cxn>
                <a:cxn ang="0">
                  <a:pos x="T6" y="T7"/>
                </a:cxn>
                <a:cxn ang="0">
                  <a:pos x="T8" y="T9"/>
                </a:cxn>
              </a:cxnLst>
              <a:rect l="0" t="0" r="r" b="b"/>
              <a:pathLst>
                <a:path w="29" h="22">
                  <a:moveTo>
                    <a:pt x="13" y="1"/>
                  </a:moveTo>
                  <a:cubicBezTo>
                    <a:pt x="5" y="2"/>
                    <a:pt x="0" y="9"/>
                    <a:pt x="1" y="14"/>
                  </a:cubicBezTo>
                  <a:cubicBezTo>
                    <a:pt x="2" y="19"/>
                    <a:pt x="9" y="22"/>
                    <a:pt x="16" y="21"/>
                  </a:cubicBezTo>
                  <a:cubicBezTo>
                    <a:pt x="24" y="20"/>
                    <a:pt x="29" y="16"/>
                    <a:pt x="28" y="11"/>
                  </a:cubicBezTo>
                  <a:cubicBezTo>
                    <a:pt x="27" y="6"/>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05" name="Freeform 1203"/>
            <p:cNvSpPr/>
            <p:nvPr/>
          </p:nvSpPr>
          <p:spPr bwMode="auto">
            <a:xfrm>
              <a:off x="1705279" y="11963178"/>
              <a:ext cx="82550" cy="53975"/>
            </a:xfrm>
            <a:custGeom>
              <a:avLst/>
              <a:gdLst>
                <a:gd name="T0" fmla="*/ 17 w 30"/>
                <a:gd name="T1" fmla="*/ 19 h 20"/>
                <a:gd name="T2" fmla="*/ 28 w 30"/>
                <a:gd name="T3" fmla="*/ 9 h 20"/>
                <a:gd name="T4" fmla="*/ 13 w 30"/>
                <a:gd name="T5" fmla="*/ 2 h 20"/>
                <a:gd name="T6" fmla="*/ 1 w 30"/>
                <a:gd name="T7" fmla="*/ 13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25" y="18"/>
                    <a:pt x="30" y="14"/>
                    <a:pt x="28" y="9"/>
                  </a:cubicBezTo>
                  <a:cubicBezTo>
                    <a:pt x="27" y="4"/>
                    <a:pt x="20" y="0"/>
                    <a:pt x="13" y="2"/>
                  </a:cubicBezTo>
                  <a:cubicBezTo>
                    <a:pt x="5" y="3"/>
                    <a:pt x="0" y="9"/>
                    <a:pt x="1" y="13"/>
                  </a:cubicBezTo>
                  <a:cubicBezTo>
                    <a:pt x="2" y="18"/>
                    <a:pt x="10" y="20"/>
                    <a:pt x="17"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06" name="Freeform 1204"/>
            <p:cNvSpPr/>
            <p:nvPr/>
          </p:nvSpPr>
          <p:spPr bwMode="auto">
            <a:xfrm>
              <a:off x="1494141" y="11993340"/>
              <a:ext cx="76200" cy="49213"/>
            </a:xfrm>
            <a:custGeom>
              <a:avLst/>
              <a:gdLst>
                <a:gd name="T0" fmla="*/ 15 w 28"/>
                <a:gd name="T1" fmla="*/ 17 h 18"/>
                <a:gd name="T2" fmla="*/ 28 w 28"/>
                <a:gd name="T3" fmla="*/ 8 h 18"/>
                <a:gd name="T4" fmla="*/ 13 w 28"/>
                <a:gd name="T5" fmla="*/ 0 h 18"/>
                <a:gd name="T6" fmla="*/ 0 w 28"/>
                <a:gd name="T7" fmla="*/ 10 h 18"/>
                <a:gd name="T8" fmla="*/ 15 w 28"/>
                <a:gd name="T9" fmla="*/ 17 h 18"/>
              </a:gdLst>
              <a:ahLst/>
              <a:cxnLst>
                <a:cxn ang="0">
                  <a:pos x="T0" y="T1"/>
                </a:cxn>
                <a:cxn ang="0">
                  <a:pos x="T2" y="T3"/>
                </a:cxn>
                <a:cxn ang="0">
                  <a:pos x="T4" y="T5"/>
                </a:cxn>
                <a:cxn ang="0">
                  <a:pos x="T6" y="T7"/>
                </a:cxn>
                <a:cxn ang="0">
                  <a:pos x="T8" y="T9"/>
                </a:cxn>
              </a:cxnLst>
              <a:rect l="0" t="0" r="r" b="b"/>
              <a:pathLst>
                <a:path w="28" h="18">
                  <a:moveTo>
                    <a:pt x="15" y="17"/>
                  </a:moveTo>
                  <a:cubicBezTo>
                    <a:pt x="22" y="17"/>
                    <a:pt x="28" y="13"/>
                    <a:pt x="28" y="8"/>
                  </a:cubicBezTo>
                  <a:cubicBezTo>
                    <a:pt x="27" y="3"/>
                    <a:pt x="21" y="0"/>
                    <a:pt x="13" y="0"/>
                  </a:cubicBezTo>
                  <a:cubicBezTo>
                    <a:pt x="6" y="1"/>
                    <a:pt x="0" y="6"/>
                    <a:pt x="0" y="10"/>
                  </a:cubicBezTo>
                  <a:cubicBezTo>
                    <a:pt x="1" y="15"/>
                    <a:pt x="8" y="18"/>
                    <a:pt x="1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07" name="Freeform 1205"/>
            <p:cNvSpPr/>
            <p:nvPr/>
          </p:nvSpPr>
          <p:spPr bwMode="auto">
            <a:xfrm>
              <a:off x="1276654" y="12017153"/>
              <a:ext cx="82550" cy="49213"/>
            </a:xfrm>
            <a:custGeom>
              <a:avLst/>
              <a:gdLst>
                <a:gd name="T0" fmla="*/ 18 w 30"/>
                <a:gd name="T1" fmla="*/ 17 h 18"/>
                <a:gd name="T2" fmla="*/ 29 w 30"/>
                <a:gd name="T3" fmla="*/ 7 h 18"/>
                <a:gd name="T4" fmla="*/ 13 w 30"/>
                <a:gd name="T5" fmla="*/ 1 h 18"/>
                <a:gd name="T6" fmla="*/ 2 w 30"/>
                <a:gd name="T7" fmla="*/ 11 h 18"/>
                <a:gd name="T8" fmla="*/ 18 w 30"/>
                <a:gd name="T9" fmla="*/ 17 h 18"/>
              </a:gdLst>
              <a:ahLst/>
              <a:cxnLst>
                <a:cxn ang="0">
                  <a:pos x="T0" y="T1"/>
                </a:cxn>
                <a:cxn ang="0">
                  <a:pos x="T2" y="T3"/>
                </a:cxn>
                <a:cxn ang="0">
                  <a:pos x="T4" y="T5"/>
                </a:cxn>
                <a:cxn ang="0">
                  <a:pos x="T6" y="T7"/>
                </a:cxn>
                <a:cxn ang="0">
                  <a:pos x="T8" y="T9"/>
                </a:cxn>
              </a:cxnLst>
              <a:rect l="0" t="0" r="r" b="b"/>
              <a:pathLst>
                <a:path w="30" h="18">
                  <a:moveTo>
                    <a:pt x="18" y="17"/>
                  </a:moveTo>
                  <a:cubicBezTo>
                    <a:pt x="25" y="16"/>
                    <a:pt x="30" y="12"/>
                    <a:pt x="29" y="7"/>
                  </a:cubicBezTo>
                  <a:cubicBezTo>
                    <a:pt x="28" y="3"/>
                    <a:pt x="21" y="0"/>
                    <a:pt x="13" y="1"/>
                  </a:cubicBezTo>
                  <a:cubicBezTo>
                    <a:pt x="6" y="2"/>
                    <a:pt x="0" y="7"/>
                    <a:pt x="2" y="11"/>
                  </a:cubicBezTo>
                  <a:cubicBezTo>
                    <a:pt x="3" y="15"/>
                    <a:pt x="10" y="18"/>
                    <a:pt x="1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08" name="Freeform 1206"/>
            <p:cNvSpPr/>
            <p:nvPr/>
          </p:nvSpPr>
          <p:spPr bwMode="auto">
            <a:xfrm>
              <a:off x="1065516" y="12042553"/>
              <a:ext cx="77788" cy="47625"/>
            </a:xfrm>
            <a:custGeom>
              <a:avLst/>
              <a:gdLst>
                <a:gd name="T0" fmla="*/ 13 w 29"/>
                <a:gd name="T1" fmla="*/ 1 h 18"/>
                <a:gd name="T2" fmla="*/ 1 w 29"/>
                <a:gd name="T3" fmla="*/ 11 h 18"/>
                <a:gd name="T4" fmla="*/ 16 w 29"/>
                <a:gd name="T5" fmla="*/ 17 h 18"/>
                <a:gd name="T6" fmla="*/ 29 w 29"/>
                <a:gd name="T7" fmla="*/ 8 h 18"/>
                <a:gd name="T8" fmla="*/ 13 w 29"/>
                <a:gd name="T9" fmla="*/ 1 h 18"/>
              </a:gdLst>
              <a:ahLst/>
              <a:cxnLst>
                <a:cxn ang="0">
                  <a:pos x="T0" y="T1"/>
                </a:cxn>
                <a:cxn ang="0">
                  <a:pos x="T2" y="T3"/>
                </a:cxn>
                <a:cxn ang="0">
                  <a:pos x="T4" y="T5"/>
                </a:cxn>
                <a:cxn ang="0">
                  <a:pos x="T6" y="T7"/>
                </a:cxn>
                <a:cxn ang="0">
                  <a:pos x="T8" y="T9"/>
                </a:cxn>
              </a:cxnLst>
              <a:rect l="0" t="0" r="r" b="b"/>
              <a:pathLst>
                <a:path w="29" h="18">
                  <a:moveTo>
                    <a:pt x="13" y="1"/>
                  </a:moveTo>
                  <a:cubicBezTo>
                    <a:pt x="6" y="2"/>
                    <a:pt x="0" y="7"/>
                    <a:pt x="1" y="11"/>
                  </a:cubicBezTo>
                  <a:cubicBezTo>
                    <a:pt x="2" y="15"/>
                    <a:pt x="9" y="18"/>
                    <a:pt x="16" y="17"/>
                  </a:cubicBezTo>
                  <a:cubicBezTo>
                    <a:pt x="24" y="17"/>
                    <a:pt x="29" y="12"/>
                    <a:pt x="29" y="8"/>
                  </a:cubicBezTo>
                  <a:cubicBezTo>
                    <a:pt x="28" y="3"/>
                    <a:pt x="21"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09" name="Freeform 1207"/>
            <p:cNvSpPr/>
            <p:nvPr/>
          </p:nvSpPr>
          <p:spPr bwMode="auto">
            <a:xfrm>
              <a:off x="854379" y="12066365"/>
              <a:ext cx="74613" cy="49213"/>
            </a:xfrm>
            <a:custGeom>
              <a:avLst/>
              <a:gdLst>
                <a:gd name="T0" fmla="*/ 13 w 28"/>
                <a:gd name="T1" fmla="*/ 1 h 18"/>
                <a:gd name="T2" fmla="*/ 0 w 28"/>
                <a:gd name="T3" fmla="*/ 11 h 18"/>
                <a:gd name="T4" fmla="*/ 15 w 28"/>
                <a:gd name="T5" fmla="*/ 18 h 18"/>
                <a:gd name="T6" fmla="*/ 28 w 28"/>
                <a:gd name="T7" fmla="*/ 9 h 18"/>
                <a:gd name="T8" fmla="*/ 13 w 28"/>
                <a:gd name="T9" fmla="*/ 1 h 18"/>
              </a:gdLst>
              <a:ahLst/>
              <a:cxnLst>
                <a:cxn ang="0">
                  <a:pos x="T0" y="T1"/>
                </a:cxn>
                <a:cxn ang="0">
                  <a:pos x="T2" y="T3"/>
                </a:cxn>
                <a:cxn ang="0">
                  <a:pos x="T4" y="T5"/>
                </a:cxn>
                <a:cxn ang="0">
                  <a:pos x="T6" y="T7"/>
                </a:cxn>
                <a:cxn ang="0">
                  <a:pos x="T8" y="T9"/>
                </a:cxn>
              </a:cxnLst>
              <a:rect l="0" t="0" r="r" b="b"/>
              <a:pathLst>
                <a:path w="28" h="18">
                  <a:moveTo>
                    <a:pt x="13" y="1"/>
                  </a:moveTo>
                  <a:cubicBezTo>
                    <a:pt x="6" y="2"/>
                    <a:pt x="0" y="6"/>
                    <a:pt x="0" y="11"/>
                  </a:cubicBezTo>
                  <a:cubicBezTo>
                    <a:pt x="0" y="15"/>
                    <a:pt x="7" y="18"/>
                    <a:pt x="15" y="18"/>
                  </a:cubicBezTo>
                  <a:cubicBezTo>
                    <a:pt x="22" y="17"/>
                    <a:pt x="28" y="13"/>
                    <a:pt x="28" y="9"/>
                  </a:cubicBezTo>
                  <a:cubicBezTo>
                    <a:pt x="27" y="4"/>
                    <a:pt x="21"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10" name="Freeform 1208"/>
            <p:cNvSpPr/>
            <p:nvPr/>
          </p:nvSpPr>
          <p:spPr bwMode="auto">
            <a:xfrm>
              <a:off x="638479" y="12090178"/>
              <a:ext cx="79375" cy="49213"/>
            </a:xfrm>
            <a:custGeom>
              <a:avLst/>
              <a:gdLst>
                <a:gd name="T0" fmla="*/ 13 w 29"/>
                <a:gd name="T1" fmla="*/ 1 h 18"/>
                <a:gd name="T2" fmla="*/ 0 w 29"/>
                <a:gd name="T3" fmla="*/ 11 h 18"/>
                <a:gd name="T4" fmla="*/ 16 w 29"/>
                <a:gd name="T5" fmla="*/ 17 h 18"/>
                <a:gd name="T6" fmla="*/ 28 w 29"/>
                <a:gd name="T7" fmla="*/ 8 h 18"/>
                <a:gd name="T8" fmla="*/ 13 w 29"/>
                <a:gd name="T9" fmla="*/ 1 h 18"/>
              </a:gdLst>
              <a:ahLst/>
              <a:cxnLst>
                <a:cxn ang="0">
                  <a:pos x="T0" y="T1"/>
                </a:cxn>
                <a:cxn ang="0">
                  <a:pos x="T2" y="T3"/>
                </a:cxn>
                <a:cxn ang="0">
                  <a:pos x="T4" y="T5"/>
                </a:cxn>
                <a:cxn ang="0">
                  <a:pos x="T6" y="T7"/>
                </a:cxn>
                <a:cxn ang="0">
                  <a:pos x="T8" y="T9"/>
                </a:cxn>
              </a:cxnLst>
              <a:rect l="0" t="0" r="r" b="b"/>
              <a:pathLst>
                <a:path w="29" h="18">
                  <a:moveTo>
                    <a:pt x="13" y="1"/>
                  </a:moveTo>
                  <a:cubicBezTo>
                    <a:pt x="6" y="2"/>
                    <a:pt x="0" y="6"/>
                    <a:pt x="0" y="11"/>
                  </a:cubicBezTo>
                  <a:cubicBezTo>
                    <a:pt x="1" y="15"/>
                    <a:pt x="8" y="18"/>
                    <a:pt x="16" y="17"/>
                  </a:cubicBezTo>
                  <a:cubicBezTo>
                    <a:pt x="23" y="16"/>
                    <a:pt x="29" y="12"/>
                    <a:pt x="28" y="8"/>
                  </a:cubicBezTo>
                  <a:cubicBezTo>
                    <a:pt x="28" y="3"/>
                    <a:pt x="21"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11" name="Freeform 1209"/>
            <p:cNvSpPr/>
            <p:nvPr/>
          </p:nvSpPr>
          <p:spPr bwMode="auto">
            <a:xfrm>
              <a:off x="424166" y="12115578"/>
              <a:ext cx="82550" cy="53975"/>
            </a:xfrm>
            <a:custGeom>
              <a:avLst/>
              <a:gdLst>
                <a:gd name="T0" fmla="*/ 12 w 30"/>
                <a:gd name="T1" fmla="*/ 1 h 20"/>
                <a:gd name="T2" fmla="*/ 1 w 30"/>
                <a:gd name="T3" fmla="*/ 12 h 20"/>
                <a:gd name="T4" fmla="*/ 17 w 30"/>
                <a:gd name="T5" fmla="*/ 18 h 20"/>
                <a:gd name="T6" fmla="*/ 28 w 30"/>
                <a:gd name="T7" fmla="*/ 8 h 20"/>
                <a:gd name="T8" fmla="*/ 12 w 30"/>
                <a:gd name="T9" fmla="*/ 1 h 20"/>
              </a:gdLst>
              <a:ahLst/>
              <a:cxnLst>
                <a:cxn ang="0">
                  <a:pos x="T0" y="T1"/>
                </a:cxn>
                <a:cxn ang="0">
                  <a:pos x="T2" y="T3"/>
                </a:cxn>
                <a:cxn ang="0">
                  <a:pos x="T4" y="T5"/>
                </a:cxn>
                <a:cxn ang="0">
                  <a:pos x="T6" y="T7"/>
                </a:cxn>
                <a:cxn ang="0">
                  <a:pos x="T8" y="T9"/>
                </a:cxn>
              </a:cxnLst>
              <a:rect l="0" t="0" r="r" b="b"/>
              <a:pathLst>
                <a:path w="30" h="20">
                  <a:moveTo>
                    <a:pt x="12" y="1"/>
                  </a:moveTo>
                  <a:cubicBezTo>
                    <a:pt x="5" y="3"/>
                    <a:pt x="0" y="8"/>
                    <a:pt x="1" y="12"/>
                  </a:cubicBezTo>
                  <a:cubicBezTo>
                    <a:pt x="2" y="17"/>
                    <a:pt x="10" y="20"/>
                    <a:pt x="17" y="18"/>
                  </a:cubicBezTo>
                  <a:cubicBezTo>
                    <a:pt x="25" y="17"/>
                    <a:pt x="30" y="12"/>
                    <a:pt x="28" y="8"/>
                  </a:cubicBezTo>
                  <a:cubicBezTo>
                    <a:pt x="27" y="3"/>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12" name="Freeform 1211"/>
            <p:cNvSpPr/>
            <p:nvPr/>
          </p:nvSpPr>
          <p:spPr bwMode="auto">
            <a:xfrm>
              <a:off x="209854" y="12142566"/>
              <a:ext cx="82550" cy="57150"/>
            </a:xfrm>
            <a:custGeom>
              <a:avLst/>
              <a:gdLst>
                <a:gd name="T0" fmla="*/ 17 w 30"/>
                <a:gd name="T1" fmla="*/ 20 h 21"/>
                <a:gd name="T2" fmla="*/ 29 w 30"/>
                <a:gd name="T3" fmla="*/ 9 h 21"/>
                <a:gd name="T4" fmla="*/ 14 w 30"/>
                <a:gd name="T5" fmla="*/ 2 h 21"/>
                <a:gd name="T6" fmla="*/ 1 w 30"/>
                <a:gd name="T7" fmla="*/ 13 h 21"/>
                <a:gd name="T8" fmla="*/ 17 w 30"/>
                <a:gd name="T9" fmla="*/ 20 h 21"/>
              </a:gdLst>
              <a:ahLst/>
              <a:cxnLst>
                <a:cxn ang="0">
                  <a:pos x="T0" y="T1"/>
                </a:cxn>
                <a:cxn ang="0">
                  <a:pos x="T2" y="T3"/>
                </a:cxn>
                <a:cxn ang="0">
                  <a:pos x="T4" y="T5"/>
                </a:cxn>
                <a:cxn ang="0">
                  <a:pos x="T6" y="T7"/>
                </a:cxn>
                <a:cxn ang="0">
                  <a:pos x="T8" y="T9"/>
                </a:cxn>
              </a:cxnLst>
              <a:rect l="0" t="0" r="r" b="b"/>
              <a:pathLst>
                <a:path w="30" h="21">
                  <a:moveTo>
                    <a:pt x="17" y="20"/>
                  </a:moveTo>
                  <a:cubicBezTo>
                    <a:pt x="24" y="19"/>
                    <a:pt x="30" y="14"/>
                    <a:pt x="29" y="9"/>
                  </a:cubicBezTo>
                  <a:cubicBezTo>
                    <a:pt x="28" y="4"/>
                    <a:pt x="21" y="0"/>
                    <a:pt x="14" y="2"/>
                  </a:cubicBezTo>
                  <a:cubicBezTo>
                    <a:pt x="6" y="3"/>
                    <a:pt x="0" y="8"/>
                    <a:pt x="1" y="13"/>
                  </a:cubicBezTo>
                  <a:cubicBezTo>
                    <a:pt x="2" y="18"/>
                    <a:pt x="10" y="21"/>
                    <a:pt x="17"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13" name="Freeform 1212"/>
            <p:cNvSpPr/>
            <p:nvPr/>
          </p:nvSpPr>
          <p:spPr bwMode="auto">
            <a:xfrm>
              <a:off x="-1284" y="12172728"/>
              <a:ext cx="79375" cy="58738"/>
            </a:xfrm>
            <a:custGeom>
              <a:avLst/>
              <a:gdLst>
                <a:gd name="T0" fmla="*/ 16 w 29"/>
                <a:gd name="T1" fmla="*/ 20 h 22"/>
                <a:gd name="T2" fmla="*/ 28 w 29"/>
                <a:gd name="T3" fmla="*/ 9 h 22"/>
                <a:gd name="T4" fmla="*/ 13 w 29"/>
                <a:gd name="T5" fmla="*/ 1 h 22"/>
                <a:gd name="T6" fmla="*/ 1 w 29"/>
                <a:gd name="T7" fmla="*/ 13 h 22"/>
                <a:gd name="T8" fmla="*/ 16 w 29"/>
                <a:gd name="T9" fmla="*/ 20 h 22"/>
              </a:gdLst>
              <a:ahLst/>
              <a:cxnLst>
                <a:cxn ang="0">
                  <a:pos x="T0" y="T1"/>
                </a:cxn>
                <a:cxn ang="0">
                  <a:pos x="T2" y="T3"/>
                </a:cxn>
                <a:cxn ang="0">
                  <a:pos x="T4" y="T5"/>
                </a:cxn>
                <a:cxn ang="0">
                  <a:pos x="T6" y="T7"/>
                </a:cxn>
                <a:cxn ang="0">
                  <a:pos x="T8" y="T9"/>
                </a:cxn>
              </a:cxnLst>
              <a:rect l="0" t="0" r="r" b="b"/>
              <a:pathLst>
                <a:path w="29" h="22">
                  <a:moveTo>
                    <a:pt x="16" y="20"/>
                  </a:moveTo>
                  <a:cubicBezTo>
                    <a:pt x="24" y="19"/>
                    <a:pt x="29" y="14"/>
                    <a:pt x="28" y="9"/>
                  </a:cubicBezTo>
                  <a:cubicBezTo>
                    <a:pt x="27" y="3"/>
                    <a:pt x="21" y="0"/>
                    <a:pt x="13" y="1"/>
                  </a:cubicBezTo>
                  <a:cubicBezTo>
                    <a:pt x="6" y="2"/>
                    <a:pt x="0" y="7"/>
                    <a:pt x="1" y="13"/>
                  </a:cubicBezTo>
                  <a:cubicBezTo>
                    <a:pt x="2" y="18"/>
                    <a:pt x="9" y="22"/>
                    <a:pt x="16"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14" name="Freeform 1213"/>
            <p:cNvSpPr/>
            <p:nvPr/>
          </p:nvSpPr>
          <p:spPr bwMode="auto">
            <a:xfrm>
              <a:off x="11697004" y="9035828"/>
              <a:ext cx="69850" cy="128588"/>
            </a:xfrm>
            <a:custGeom>
              <a:avLst/>
              <a:gdLst>
                <a:gd name="T0" fmla="*/ 12 w 26"/>
                <a:gd name="T1" fmla="*/ 21 h 47"/>
                <a:gd name="T2" fmla="*/ 1 w 26"/>
                <a:gd name="T3" fmla="*/ 45 h 47"/>
                <a:gd name="T4" fmla="*/ 15 w 26"/>
                <a:gd name="T5" fmla="*/ 24 h 47"/>
                <a:gd name="T6" fmla="*/ 26 w 26"/>
                <a:gd name="T7" fmla="*/ 1 h 47"/>
                <a:gd name="T8" fmla="*/ 12 w 26"/>
                <a:gd name="T9" fmla="*/ 21 h 47"/>
              </a:gdLst>
              <a:ahLst/>
              <a:cxnLst>
                <a:cxn ang="0">
                  <a:pos x="T0" y="T1"/>
                </a:cxn>
                <a:cxn ang="0">
                  <a:pos x="T2" y="T3"/>
                </a:cxn>
                <a:cxn ang="0">
                  <a:pos x="T4" y="T5"/>
                </a:cxn>
                <a:cxn ang="0">
                  <a:pos x="T6" y="T7"/>
                </a:cxn>
                <a:cxn ang="0">
                  <a:pos x="T8" y="T9"/>
                </a:cxn>
              </a:cxnLst>
              <a:rect l="0" t="0" r="r" b="b"/>
              <a:pathLst>
                <a:path w="26" h="47">
                  <a:moveTo>
                    <a:pt x="12" y="21"/>
                  </a:moveTo>
                  <a:cubicBezTo>
                    <a:pt x="5" y="33"/>
                    <a:pt x="0" y="44"/>
                    <a:pt x="1" y="45"/>
                  </a:cubicBezTo>
                  <a:cubicBezTo>
                    <a:pt x="2" y="47"/>
                    <a:pt x="8" y="36"/>
                    <a:pt x="15" y="24"/>
                  </a:cubicBezTo>
                  <a:cubicBezTo>
                    <a:pt x="22" y="12"/>
                    <a:pt x="26" y="2"/>
                    <a:pt x="26" y="1"/>
                  </a:cubicBezTo>
                  <a:cubicBezTo>
                    <a:pt x="25" y="0"/>
                    <a:pt x="19" y="9"/>
                    <a:pt x="12"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15" name="Freeform 1214"/>
            <p:cNvSpPr/>
            <p:nvPr/>
          </p:nvSpPr>
          <p:spPr bwMode="auto">
            <a:xfrm>
              <a:off x="11509679" y="9397778"/>
              <a:ext cx="69850" cy="144463"/>
            </a:xfrm>
            <a:custGeom>
              <a:avLst/>
              <a:gdLst>
                <a:gd name="T0" fmla="*/ 11 w 26"/>
                <a:gd name="T1" fmla="*/ 23 h 53"/>
                <a:gd name="T2" fmla="*/ 1 w 26"/>
                <a:gd name="T3" fmla="*/ 50 h 53"/>
                <a:gd name="T4" fmla="*/ 16 w 26"/>
                <a:gd name="T5" fmla="*/ 30 h 53"/>
                <a:gd name="T6" fmla="*/ 25 w 26"/>
                <a:gd name="T7" fmla="*/ 2 h 53"/>
                <a:gd name="T8" fmla="*/ 11 w 26"/>
                <a:gd name="T9" fmla="*/ 23 h 53"/>
              </a:gdLst>
              <a:ahLst/>
              <a:cxnLst>
                <a:cxn ang="0">
                  <a:pos x="T0" y="T1"/>
                </a:cxn>
                <a:cxn ang="0">
                  <a:pos x="T2" y="T3"/>
                </a:cxn>
                <a:cxn ang="0">
                  <a:pos x="T4" y="T5"/>
                </a:cxn>
                <a:cxn ang="0">
                  <a:pos x="T6" y="T7"/>
                </a:cxn>
                <a:cxn ang="0">
                  <a:pos x="T8" y="T9"/>
                </a:cxn>
              </a:cxnLst>
              <a:rect l="0" t="0" r="r" b="b"/>
              <a:pathLst>
                <a:path w="26" h="53">
                  <a:moveTo>
                    <a:pt x="11" y="23"/>
                  </a:moveTo>
                  <a:cubicBezTo>
                    <a:pt x="4" y="35"/>
                    <a:pt x="0" y="48"/>
                    <a:pt x="1" y="50"/>
                  </a:cubicBezTo>
                  <a:cubicBezTo>
                    <a:pt x="2" y="53"/>
                    <a:pt x="9" y="43"/>
                    <a:pt x="16" y="30"/>
                  </a:cubicBezTo>
                  <a:cubicBezTo>
                    <a:pt x="22" y="16"/>
                    <a:pt x="26" y="4"/>
                    <a:pt x="25" y="2"/>
                  </a:cubicBezTo>
                  <a:cubicBezTo>
                    <a:pt x="24" y="0"/>
                    <a:pt x="18" y="9"/>
                    <a:pt x="11"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16" name="Freeform 1215"/>
            <p:cNvSpPr/>
            <p:nvPr/>
          </p:nvSpPr>
          <p:spPr bwMode="auto">
            <a:xfrm>
              <a:off x="11316004" y="9737503"/>
              <a:ext cx="76200" cy="111125"/>
            </a:xfrm>
            <a:custGeom>
              <a:avLst/>
              <a:gdLst>
                <a:gd name="T0" fmla="*/ 11 w 28"/>
                <a:gd name="T1" fmla="*/ 14 h 41"/>
                <a:gd name="T2" fmla="*/ 1 w 28"/>
                <a:gd name="T3" fmla="*/ 37 h 41"/>
                <a:gd name="T4" fmla="*/ 17 w 28"/>
                <a:gd name="T5" fmla="*/ 29 h 41"/>
                <a:gd name="T6" fmla="*/ 26 w 28"/>
                <a:gd name="T7" fmla="*/ 4 h 41"/>
                <a:gd name="T8" fmla="*/ 11 w 28"/>
                <a:gd name="T9" fmla="*/ 14 h 41"/>
              </a:gdLst>
              <a:ahLst/>
              <a:cxnLst>
                <a:cxn ang="0">
                  <a:pos x="T0" y="T1"/>
                </a:cxn>
                <a:cxn ang="0">
                  <a:pos x="T2" y="T3"/>
                </a:cxn>
                <a:cxn ang="0">
                  <a:pos x="T4" y="T5"/>
                </a:cxn>
                <a:cxn ang="0">
                  <a:pos x="T6" y="T7"/>
                </a:cxn>
                <a:cxn ang="0">
                  <a:pos x="T8" y="T9"/>
                </a:cxn>
              </a:cxnLst>
              <a:rect l="0" t="0" r="r" b="b"/>
              <a:pathLst>
                <a:path w="28" h="41">
                  <a:moveTo>
                    <a:pt x="11" y="14"/>
                  </a:moveTo>
                  <a:cubicBezTo>
                    <a:pt x="5" y="23"/>
                    <a:pt x="0" y="33"/>
                    <a:pt x="1" y="37"/>
                  </a:cubicBezTo>
                  <a:cubicBezTo>
                    <a:pt x="3" y="41"/>
                    <a:pt x="10" y="38"/>
                    <a:pt x="17" y="29"/>
                  </a:cubicBezTo>
                  <a:cubicBezTo>
                    <a:pt x="24" y="19"/>
                    <a:pt x="28" y="8"/>
                    <a:pt x="26" y="4"/>
                  </a:cubicBezTo>
                  <a:cubicBezTo>
                    <a:pt x="25" y="0"/>
                    <a:pt x="18" y="5"/>
                    <a:pt x="11"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17" name="Freeform 1216"/>
            <p:cNvSpPr/>
            <p:nvPr/>
          </p:nvSpPr>
          <p:spPr bwMode="auto">
            <a:xfrm>
              <a:off x="11108041" y="9888316"/>
              <a:ext cx="80963" cy="60325"/>
            </a:xfrm>
            <a:custGeom>
              <a:avLst/>
              <a:gdLst>
                <a:gd name="T0" fmla="*/ 13 w 30"/>
                <a:gd name="T1" fmla="*/ 1 h 22"/>
                <a:gd name="T2" fmla="*/ 1 w 30"/>
                <a:gd name="T3" fmla="*/ 10 h 22"/>
                <a:gd name="T4" fmla="*/ 17 w 30"/>
                <a:gd name="T5" fmla="*/ 21 h 22"/>
                <a:gd name="T6" fmla="*/ 29 w 30"/>
                <a:gd name="T7" fmla="*/ 11 h 22"/>
                <a:gd name="T8" fmla="*/ 13 w 30"/>
                <a:gd name="T9" fmla="*/ 1 h 22"/>
              </a:gdLst>
              <a:ahLst/>
              <a:cxnLst>
                <a:cxn ang="0">
                  <a:pos x="T0" y="T1"/>
                </a:cxn>
                <a:cxn ang="0">
                  <a:pos x="T2" y="T3"/>
                </a:cxn>
                <a:cxn ang="0">
                  <a:pos x="T4" y="T5"/>
                </a:cxn>
                <a:cxn ang="0">
                  <a:pos x="T6" y="T7"/>
                </a:cxn>
                <a:cxn ang="0">
                  <a:pos x="T8" y="T9"/>
                </a:cxn>
              </a:cxnLst>
              <a:rect l="0" t="0" r="r" b="b"/>
              <a:pathLst>
                <a:path w="30" h="22">
                  <a:moveTo>
                    <a:pt x="13" y="1"/>
                  </a:moveTo>
                  <a:cubicBezTo>
                    <a:pt x="6" y="0"/>
                    <a:pt x="0" y="4"/>
                    <a:pt x="1" y="10"/>
                  </a:cubicBezTo>
                  <a:cubicBezTo>
                    <a:pt x="2" y="15"/>
                    <a:pt x="10" y="20"/>
                    <a:pt x="17" y="21"/>
                  </a:cubicBezTo>
                  <a:cubicBezTo>
                    <a:pt x="25" y="22"/>
                    <a:pt x="30" y="17"/>
                    <a:pt x="29" y="11"/>
                  </a:cubicBezTo>
                  <a:cubicBezTo>
                    <a:pt x="28" y="6"/>
                    <a:pt x="21" y="1"/>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18" name="Freeform 1217"/>
            <p:cNvSpPr/>
            <p:nvPr/>
          </p:nvSpPr>
          <p:spPr bwMode="auto">
            <a:xfrm>
              <a:off x="10890554" y="9880378"/>
              <a:ext cx="84138" cy="52388"/>
            </a:xfrm>
            <a:custGeom>
              <a:avLst/>
              <a:gdLst>
                <a:gd name="T0" fmla="*/ 14 w 31"/>
                <a:gd name="T1" fmla="*/ 0 h 19"/>
                <a:gd name="T2" fmla="*/ 2 w 31"/>
                <a:gd name="T3" fmla="*/ 9 h 19"/>
                <a:gd name="T4" fmla="*/ 18 w 31"/>
                <a:gd name="T5" fmla="*/ 19 h 19"/>
                <a:gd name="T6" fmla="*/ 30 w 31"/>
                <a:gd name="T7" fmla="*/ 10 h 19"/>
                <a:gd name="T8" fmla="*/ 14 w 31"/>
                <a:gd name="T9" fmla="*/ 0 h 19"/>
              </a:gdLst>
              <a:ahLst/>
              <a:cxnLst>
                <a:cxn ang="0">
                  <a:pos x="T0" y="T1"/>
                </a:cxn>
                <a:cxn ang="0">
                  <a:pos x="T2" y="T3"/>
                </a:cxn>
                <a:cxn ang="0">
                  <a:pos x="T4" y="T5"/>
                </a:cxn>
                <a:cxn ang="0">
                  <a:pos x="T6" y="T7"/>
                </a:cxn>
                <a:cxn ang="0">
                  <a:pos x="T8" y="T9"/>
                </a:cxn>
              </a:cxnLst>
              <a:rect l="0" t="0" r="r" b="b"/>
              <a:pathLst>
                <a:path w="31" h="19">
                  <a:moveTo>
                    <a:pt x="14" y="0"/>
                  </a:moveTo>
                  <a:cubicBezTo>
                    <a:pt x="6" y="0"/>
                    <a:pt x="0" y="4"/>
                    <a:pt x="2" y="9"/>
                  </a:cubicBezTo>
                  <a:cubicBezTo>
                    <a:pt x="3" y="14"/>
                    <a:pt x="10" y="19"/>
                    <a:pt x="18" y="19"/>
                  </a:cubicBezTo>
                  <a:cubicBezTo>
                    <a:pt x="25" y="19"/>
                    <a:pt x="31" y="15"/>
                    <a:pt x="30" y="10"/>
                  </a:cubicBezTo>
                  <a:cubicBezTo>
                    <a:pt x="28" y="5"/>
                    <a:pt x="21"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19" name="Freeform 1218"/>
            <p:cNvSpPr/>
            <p:nvPr/>
          </p:nvSpPr>
          <p:spPr bwMode="auto">
            <a:xfrm>
              <a:off x="10673066" y="9880378"/>
              <a:ext cx="84138" cy="49213"/>
            </a:xfrm>
            <a:custGeom>
              <a:avLst/>
              <a:gdLst>
                <a:gd name="T0" fmla="*/ 2 w 31"/>
                <a:gd name="T1" fmla="*/ 9 h 18"/>
                <a:gd name="T2" fmla="*/ 18 w 31"/>
                <a:gd name="T3" fmla="*/ 18 h 18"/>
                <a:gd name="T4" fmla="*/ 30 w 31"/>
                <a:gd name="T5" fmla="*/ 8 h 18"/>
                <a:gd name="T6" fmla="*/ 13 w 31"/>
                <a:gd name="T7" fmla="*/ 0 h 18"/>
                <a:gd name="T8" fmla="*/ 2 w 31"/>
                <a:gd name="T9" fmla="*/ 9 h 18"/>
              </a:gdLst>
              <a:ahLst/>
              <a:cxnLst>
                <a:cxn ang="0">
                  <a:pos x="T0" y="T1"/>
                </a:cxn>
                <a:cxn ang="0">
                  <a:pos x="T2" y="T3"/>
                </a:cxn>
                <a:cxn ang="0">
                  <a:pos x="T4" y="T5"/>
                </a:cxn>
                <a:cxn ang="0">
                  <a:pos x="T6" y="T7"/>
                </a:cxn>
                <a:cxn ang="0">
                  <a:pos x="T8" y="T9"/>
                </a:cxn>
              </a:cxnLst>
              <a:rect l="0" t="0" r="r" b="b"/>
              <a:pathLst>
                <a:path w="31" h="18">
                  <a:moveTo>
                    <a:pt x="2" y="9"/>
                  </a:moveTo>
                  <a:cubicBezTo>
                    <a:pt x="3" y="14"/>
                    <a:pt x="11" y="18"/>
                    <a:pt x="18" y="18"/>
                  </a:cubicBezTo>
                  <a:cubicBezTo>
                    <a:pt x="26" y="17"/>
                    <a:pt x="31" y="13"/>
                    <a:pt x="30" y="8"/>
                  </a:cubicBezTo>
                  <a:cubicBezTo>
                    <a:pt x="28" y="4"/>
                    <a:pt x="21" y="0"/>
                    <a:pt x="13" y="0"/>
                  </a:cubicBezTo>
                  <a:cubicBezTo>
                    <a:pt x="6" y="1"/>
                    <a:pt x="0" y="5"/>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20" name="Freeform 1219"/>
            <p:cNvSpPr/>
            <p:nvPr/>
          </p:nvSpPr>
          <p:spPr bwMode="auto">
            <a:xfrm>
              <a:off x="10455579" y="9888316"/>
              <a:ext cx="82550" cy="44450"/>
            </a:xfrm>
            <a:custGeom>
              <a:avLst/>
              <a:gdLst>
                <a:gd name="T0" fmla="*/ 1 w 30"/>
                <a:gd name="T1" fmla="*/ 8 h 16"/>
                <a:gd name="T2" fmla="*/ 17 w 30"/>
                <a:gd name="T3" fmla="*/ 16 h 16"/>
                <a:gd name="T4" fmla="*/ 30 w 30"/>
                <a:gd name="T5" fmla="*/ 8 h 16"/>
                <a:gd name="T6" fmla="*/ 14 w 30"/>
                <a:gd name="T7" fmla="*/ 0 h 16"/>
                <a:gd name="T8" fmla="*/ 1 w 30"/>
                <a:gd name="T9" fmla="*/ 8 h 16"/>
              </a:gdLst>
              <a:ahLst/>
              <a:cxnLst>
                <a:cxn ang="0">
                  <a:pos x="T0" y="T1"/>
                </a:cxn>
                <a:cxn ang="0">
                  <a:pos x="T2" y="T3"/>
                </a:cxn>
                <a:cxn ang="0">
                  <a:pos x="T4" y="T5"/>
                </a:cxn>
                <a:cxn ang="0">
                  <a:pos x="T6" y="T7"/>
                </a:cxn>
                <a:cxn ang="0">
                  <a:pos x="T8" y="T9"/>
                </a:cxn>
              </a:cxnLst>
              <a:rect l="0" t="0" r="r" b="b"/>
              <a:pathLst>
                <a:path w="30" h="16">
                  <a:moveTo>
                    <a:pt x="1" y="8"/>
                  </a:moveTo>
                  <a:cubicBezTo>
                    <a:pt x="2" y="13"/>
                    <a:pt x="9" y="16"/>
                    <a:pt x="17" y="16"/>
                  </a:cubicBezTo>
                  <a:cubicBezTo>
                    <a:pt x="25" y="16"/>
                    <a:pt x="30" y="12"/>
                    <a:pt x="30" y="8"/>
                  </a:cubicBezTo>
                  <a:cubicBezTo>
                    <a:pt x="29" y="3"/>
                    <a:pt x="22" y="0"/>
                    <a:pt x="14" y="0"/>
                  </a:cubicBezTo>
                  <a:cubicBezTo>
                    <a:pt x="6" y="1"/>
                    <a:pt x="0" y="4"/>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21" name="Freeform 1220"/>
            <p:cNvSpPr/>
            <p:nvPr/>
          </p:nvSpPr>
          <p:spPr bwMode="auto">
            <a:xfrm>
              <a:off x="10239679" y="9902603"/>
              <a:ext cx="80963" cy="41275"/>
            </a:xfrm>
            <a:custGeom>
              <a:avLst/>
              <a:gdLst>
                <a:gd name="T0" fmla="*/ 14 w 30"/>
                <a:gd name="T1" fmla="*/ 1 h 15"/>
                <a:gd name="T2" fmla="*/ 1 w 30"/>
                <a:gd name="T3" fmla="*/ 8 h 15"/>
                <a:gd name="T4" fmla="*/ 16 w 30"/>
                <a:gd name="T5" fmla="*/ 15 h 15"/>
                <a:gd name="T6" fmla="*/ 29 w 30"/>
                <a:gd name="T7" fmla="*/ 7 h 15"/>
                <a:gd name="T8" fmla="*/ 14 w 30"/>
                <a:gd name="T9" fmla="*/ 1 h 15"/>
              </a:gdLst>
              <a:ahLst/>
              <a:cxnLst>
                <a:cxn ang="0">
                  <a:pos x="T0" y="T1"/>
                </a:cxn>
                <a:cxn ang="0">
                  <a:pos x="T2" y="T3"/>
                </a:cxn>
                <a:cxn ang="0">
                  <a:pos x="T4" y="T5"/>
                </a:cxn>
                <a:cxn ang="0">
                  <a:pos x="T6" y="T7"/>
                </a:cxn>
                <a:cxn ang="0">
                  <a:pos x="T8" y="T9"/>
                </a:cxn>
              </a:cxnLst>
              <a:rect l="0" t="0" r="r" b="b"/>
              <a:pathLst>
                <a:path w="30" h="15">
                  <a:moveTo>
                    <a:pt x="14" y="1"/>
                  </a:moveTo>
                  <a:cubicBezTo>
                    <a:pt x="6" y="1"/>
                    <a:pt x="0" y="5"/>
                    <a:pt x="1" y="8"/>
                  </a:cubicBezTo>
                  <a:cubicBezTo>
                    <a:pt x="1" y="12"/>
                    <a:pt x="9" y="15"/>
                    <a:pt x="16" y="15"/>
                  </a:cubicBezTo>
                  <a:cubicBezTo>
                    <a:pt x="24" y="15"/>
                    <a:pt x="30" y="11"/>
                    <a:pt x="29" y="7"/>
                  </a:cubicBezTo>
                  <a:cubicBezTo>
                    <a:pt x="29" y="3"/>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22" name="Freeform 1221"/>
            <p:cNvSpPr/>
            <p:nvPr/>
          </p:nvSpPr>
          <p:spPr bwMode="auto">
            <a:xfrm>
              <a:off x="10022191" y="9921653"/>
              <a:ext cx="77788" cy="38100"/>
            </a:xfrm>
            <a:custGeom>
              <a:avLst/>
              <a:gdLst>
                <a:gd name="T0" fmla="*/ 13 w 29"/>
                <a:gd name="T1" fmla="*/ 1 h 14"/>
                <a:gd name="T2" fmla="*/ 0 w 29"/>
                <a:gd name="T3" fmla="*/ 8 h 14"/>
                <a:gd name="T4" fmla="*/ 16 w 29"/>
                <a:gd name="T5" fmla="*/ 14 h 14"/>
                <a:gd name="T6" fmla="*/ 29 w 29"/>
                <a:gd name="T7" fmla="*/ 6 h 14"/>
                <a:gd name="T8" fmla="*/ 13 w 29"/>
                <a:gd name="T9" fmla="*/ 1 h 14"/>
              </a:gdLst>
              <a:ahLst/>
              <a:cxnLst>
                <a:cxn ang="0">
                  <a:pos x="T0" y="T1"/>
                </a:cxn>
                <a:cxn ang="0">
                  <a:pos x="T2" y="T3"/>
                </a:cxn>
                <a:cxn ang="0">
                  <a:pos x="T4" y="T5"/>
                </a:cxn>
                <a:cxn ang="0">
                  <a:pos x="T6" y="T7"/>
                </a:cxn>
                <a:cxn ang="0">
                  <a:pos x="T8" y="T9"/>
                </a:cxn>
              </a:cxnLst>
              <a:rect l="0" t="0" r="r" b="b"/>
              <a:pathLst>
                <a:path w="29" h="14">
                  <a:moveTo>
                    <a:pt x="13" y="1"/>
                  </a:moveTo>
                  <a:cubicBezTo>
                    <a:pt x="6" y="2"/>
                    <a:pt x="0" y="5"/>
                    <a:pt x="0" y="8"/>
                  </a:cubicBezTo>
                  <a:cubicBezTo>
                    <a:pt x="1" y="12"/>
                    <a:pt x="8" y="14"/>
                    <a:pt x="16" y="14"/>
                  </a:cubicBezTo>
                  <a:cubicBezTo>
                    <a:pt x="24" y="13"/>
                    <a:pt x="29" y="10"/>
                    <a:pt x="29" y="6"/>
                  </a:cubicBezTo>
                  <a:cubicBezTo>
                    <a:pt x="28" y="3"/>
                    <a:pt x="21"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23" name="Freeform 1222"/>
            <p:cNvSpPr/>
            <p:nvPr/>
          </p:nvSpPr>
          <p:spPr bwMode="auto">
            <a:xfrm>
              <a:off x="9799941" y="9945466"/>
              <a:ext cx="84138" cy="36513"/>
            </a:xfrm>
            <a:custGeom>
              <a:avLst/>
              <a:gdLst>
                <a:gd name="T0" fmla="*/ 14 w 31"/>
                <a:gd name="T1" fmla="*/ 1 h 13"/>
                <a:gd name="T2" fmla="*/ 2 w 31"/>
                <a:gd name="T3" fmla="*/ 8 h 13"/>
                <a:gd name="T4" fmla="*/ 18 w 31"/>
                <a:gd name="T5" fmla="*/ 12 h 13"/>
                <a:gd name="T6" fmla="*/ 30 w 31"/>
                <a:gd name="T7" fmla="*/ 5 h 13"/>
                <a:gd name="T8" fmla="*/ 14 w 31"/>
                <a:gd name="T9" fmla="*/ 1 h 13"/>
              </a:gdLst>
              <a:ahLst/>
              <a:cxnLst>
                <a:cxn ang="0">
                  <a:pos x="T0" y="T1"/>
                </a:cxn>
                <a:cxn ang="0">
                  <a:pos x="T2" y="T3"/>
                </a:cxn>
                <a:cxn ang="0">
                  <a:pos x="T4" y="T5"/>
                </a:cxn>
                <a:cxn ang="0">
                  <a:pos x="T6" y="T7"/>
                </a:cxn>
                <a:cxn ang="0">
                  <a:pos x="T8" y="T9"/>
                </a:cxn>
              </a:cxnLst>
              <a:rect l="0" t="0" r="r" b="b"/>
              <a:pathLst>
                <a:path w="31" h="13">
                  <a:moveTo>
                    <a:pt x="14" y="1"/>
                  </a:moveTo>
                  <a:cubicBezTo>
                    <a:pt x="6" y="2"/>
                    <a:pt x="0" y="5"/>
                    <a:pt x="2" y="8"/>
                  </a:cubicBezTo>
                  <a:cubicBezTo>
                    <a:pt x="3" y="11"/>
                    <a:pt x="11" y="13"/>
                    <a:pt x="18" y="12"/>
                  </a:cubicBezTo>
                  <a:cubicBezTo>
                    <a:pt x="26" y="12"/>
                    <a:pt x="31" y="8"/>
                    <a:pt x="30" y="5"/>
                  </a:cubicBezTo>
                  <a:cubicBezTo>
                    <a:pt x="29" y="1"/>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24" name="Freeform 1223"/>
            <p:cNvSpPr/>
            <p:nvPr/>
          </p:nvSpPr>
          <p:spPr bwMode="auto">
            <a:xfrm>
              <a:off x="9582454" y="9972453"/>
              <a:ext cx="80963" cy="33338"/>
            </a:xfrm>
            <a:custGeom>
              <a:avLst/>
              <a:gdLst>
                <a:gd name="T0" fmla="*/ 14 w 30"/>
                <a:gd name="T1" fmla="*/ 1 h 12"/>
                <a:gd name="T2" fmla="*/ 1 w 30"/>
                <a:gd name="T3" fmla="*/ 7 h 12"/>
                <a:gd name="T4" fmla="*/ 17 w 30"/>
                <a:gd name="T5" fmla="*/ 11 h 12"/>
                <a:gd name="T6" fmla="*/ 29 w 30"/>
                <a:gd name="T7" fmla="*/ 4 h 12"/>
                <a:gd name="T8" fmla="*/ 14 w 30"/>
                <a:gd name="T9" fmla="*/ 1 h 12"/>
              </a:gdLst>
              <a:ahLst/>
              <a:cxnLst>
                <a:cxn ang="0">
                  <a:pos x="T0" y="T1"/>
                </a:cxn>
                <a:cxn ang="0">
                  <a:pos x="T2" y="T3"/>
                </a:cxn>
                <a:cxn ang="0">
                  <a:pos x="T4" y="T5"/>
                </a:cxn>
                <a:cxn ang="0">
                  <a:pos x="T6" y="T7"/>
                </a:cxn>
                <a:cxn ang="0">
                  <a:pos x="T8" y="T9"/>
                </a:cxn>
              </a:cxnLst>
              <a:rect l="0" t="0" r="r" b="b"/>
              <a:pathLst>
                <a:path w="30" h="12">
                  <a:moveTo>
                    <a:pt x="14" y="1"/>
                  </a:moveTo>
                  <a:cubicBezTo>
                    <a:pt x="6" y="2"/>
                    <a:pt x="0" y="5"/>
                    <a:pt x="1" y="7"/>
                  </a:cubicBezTo>
                  <a:cubicBezTo>
                    <a:pt x="2" y="10"/>
                    <a:pt x="9" y="12"/>
                    <a:pt x="17" y="11"/>
                  </a:cubicBezTo>
                  <a:cubicBezTo>
                    <a:pt x="24" y="10"/>
                    <a:pt x="30" y="7"/>
                    <a:pt x="29" y="4"/>
                  </a:cubicBezTo>
                  <a:cubicBezTo>
                    <a:pt x="28" y="1"/>
                    <a:pt x="21"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25" name="Freeform 1224"/>
            <p:cNvSpPr/>
            <p:nvPr/>
          </p:nvSpPr>
          <p:spPr bwMode="auto">
            <a:xfrm>
              <a:off x="9361791" y="10001028"/>
              <a:ext cx="82550" cy="31750"/>
            </a:xfrm>
            <a:custGeom>
              <a:avLst/>
              <a:gdLst>
                <a:gd name="T0" fmla="*/ 14 w 30"/>
                <a:gd name="T1" fmla="*/ 1 h 12"/>
                <a:gd name="T2" fmla="*/ 1 w 30"/>
                <a:gd name="T3" fmla="*/ 8 h 12"/>
                <a:gd name="T4" fmla="*/ 17 w 30"/>
                <a:gd name="T5" fmla="*/ 11 h 12"/>
                <a:gd name="T6" fmla="*/ 29 w 30"/>
                <a:gd name="T7" fmla="*/ 4 h 12"/>
                <a:gd name="T8" fmla="*/ 14 w 30"/>
                <a:gd name="T9" fmla="*/ 1 h 12"/>
              </a:gdLst>
              <a:ahLst/>
              <a:cxnLst>
                <a:cxn ang="0">
                  <a:pos x="T0" y="T1"/>
                </a:cxn>
                <a:cxn ang="0">
                  <a:pos x="T2" y="T3"/>
                </a:cxn>
                <a:cxn ang="0">
                  <a:pos x="T4" y="T5"/>
                </a:cxn>
                <a:cxn ang="0">
                  <a:pos x="T6" y="T7"/>
                </a:cxn>
                <a:cxn ang="0">
                  <a:pos x="T8" y="T9"/>
                </a:cxn>
              </a:cxnLst>
              <a:rect l="0" t="0" r="r" b="b"/>
              <a:pathLst>
                <a:path w="30" h="12">
                  <a:moveTo>
                    <a:pt x="14" y="1"/>
                  </a:moveTo>
                  <a:cubicBezTo>
                    <a:pt x="6" y="2"/>
                    <a:pt x="0" y="5"/>
                    <a:pt x="1" y="8"/>
                  </a:cubicBezTo>
                  <a:cubicBezTo>
                    <a:pt x="2" y="10"/>
                    <a:pt x="10" y="12"/>
                    <a:pt x="17" y="11"/>
                  </a:cubicBezTo>
                  <a:cubicBezTo>
                    <a:pt x="25" y="10"/>
                    <a:pt x="30" y="7"/>
                    <a:pt x="29" y="4"/>
                  </a:cubicBezTo>
                  <a:cubicBezTo>
                    <a:pt x="28" y="1"/>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26" name="Freeform 1225"/>
            <p:cNvSpPr/>
            <p:nvPr/>
          </p:nvSpPr>
          <p:spPr bwMode="auto">
            <a:xfrm>
              <a:off x="9142716" y="10029603"/>
              <a:ext cx="80963" cy="26988"/>
            </a:xfrm>
            <a:custGeom>
              <a:avLst/>
              <a:gdLst>
                <a:gd name="T0" fmla="*/ 14 w 30"/>
                <a:gd name="T1" fmla="*/ 1 h 10"/>
                <a:gd name="T2" fmla="*/ 1 w 30"/>
                <a:gd name="T3" fmla="*/ 7 h 10"/>
                <a:gd name="T4" fmla="*/ 17 w 30"/>
                <a:gd name="T5" fmla="*/ 10 h 10"/>
                <a:gd name="T6" fmla="*/ 30 w 30"/>
                <a:gd name="T7" fmla="*/ 3 h 10"/>
                <a:gd name="T8" fmla="*/ 14 w 30"/>
                <a:gd name="T9" fmla="*/ 1 h 10"/>
              </a:gdLst>
              <a:ahLst/>
              <a:cxnLst>
                <a:cxn ang="0">
                  <a:pos x="T0" y="T1"/>
                </a:cxn>
                <a:cxn ang="0">
                  <a:pos x="T2" y="T3"/>
                </a:cxn>
                <a:cxn ang="0">
                  <a:pos x="T4" y="T5"/>
                </a:cxn>
                <a:cxn ang="0">
                  <a:pos x="T6" y="T7"/>
                </a:cxn>
                <a:cxn ang="0">
                  <a:pos x="T8" y="T9"/>
                </a:cxn>
              </a:cxnLst>
              <a:rect l="0" t="0" r="r" b="b"/>
              <a:pathLst>
                <a:path w="30" h="10">
                  <a:moveTo>
                    <a:pt x="14" y="1"/>
                  </a:moveTo>
                  <a:cubicBezTo>
                    <a:pt x="6" y="2"/>
                    <a:pt x="0" y="5"/>
                    <a:pt x="1" y="7"/>
                  </a:cubicBezTo>
                  <a:cubicBezTo>
                    <a:pt x="2" y="9"/>
                    <a:pt x="10" y="10"/>
                    <a:pt x="17" y="10"/>
                  </a:cubicBezTo>
                  <a:cubicBezTo>
                    <a:pt x="25" y="9"/>
                    <a:pt x="30" y="6"/>
                    <a:pt x="30" y="3"/>
                  </a:cubicBezTo>
                  <a:cubicBezTo>
                    <a:pt x="29" y="1"/>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27" name="Freeform 1226"/>
            <p:cNvSpPr/>
            <p:nvPr/>
          </p:nvSpPr>
          <p:spPr bwMode="auto">
            <a:xfrm>
              <a:off x="8925229" y="10056591"/>
              <a:ext cx="79375" cy="28575"/>
            </a:xfrm>
            <a:custGeom>
              <a:avLst/>
              <a:gdLst>
                <a:gd name="T0" fmla="*/ 14 w 29"/>
                <a:gd name="T1" fmla="*/ 1 h 10"/>
                <a:gd name="T2" fmla="*/ 0 w 29"/>
                <a:gd name="T3" fmla="*/ 7 h 10"/>
                <a:gd name="T4" fmla="*/ 16 w 29"/>
                <a:gd name="T5" fmla="*/ 9 h 10"/>
                <a:gd name="T6" fmla="*/ 29 w 29"/>
                <a:gd name="T7" fmla="*/ 4 h 10"/>
                <a:gd name="T8" fmla="*/ 14 w 29"/>
                <a:gd name="T9" fmla="*/ 1 h 10"/>
              </a:gdLst>
              <a:ahLst/>
              <a:cxnLst>
                <a:cxn ang="0">
                  <a:pos x="T0" y="T1"/>
                </a:cxn>
                <a:cxn ang="0">
                  <a:pos x="T2" y="T3"/>
                </a:cxn>
                <a:cxn ang="0">
                  <a:pos x="T4" y="T5"/>
                </a:cxn>
                <a:cxn ang="0">
                  <a:pos x="T6" y="T7"/>
                </a:cxn>
                <a:cxn ang="0">
                  <a:pos x="T8" y="T9"/>
                </a:cxn>
              </a:cxnLst>
              <a:rect l="0" t="0" r="r" b="b"/>
              <a:pathLst>
                <a:path w="29" h="10">
                  <a:moveTo>
                    <a:pt x="14" y="1"/>
                  </a:moveTo>
                  <a:cubicBezTo>
                    <a:pt x="6" y="2"/>
                    <a:pt x="0" y="5"/>
                    <a:pt x="0" y="7"/>
                  </a:cubicBezTo>
                  <a:cubicBezTo>
                    <a:pt x="1" y="9"/>
                    <a:pt x="8" y="10"/>
                    <a:pt x="16" y="9"/>
                  </a:cubicBezTo>
                  <a:cubicBezTo>
                    <a:pt x="23" y="9"/>
                    <a:pt x="29" y="6"/>
                    <a:pt x="29" y="4"/>
                  </a:cubicBezTo>
                  <a:cubicBezTo>
                    <a:pt x="28" y="1"/>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28" name="Freeform 1227"/>
            <p:cNvSpPr/>
            <p:nvPr/>
          </p:nvSpPr>
          <p:spPr bwMode="auto">
            <a:xfrm>
              <a:off x="8706154" y="10085166"/>
              <a:ext cx="80963" cy="26988"/>
            </a:xfrm>
            <a:custGeom>
              <a:avLst/>
              <a:gdLst>
                <a:gd name="T0" fmla="*/ 14 w 30"/>
                <a:gd name="T1" fmla="*/ 1 h 10"/>
                <a:gd name="T2" fmla="*/ 1 w 30"/>
                <a:gd name="T3" fmla="*/ 6 h 10"/>
                <a:gd name="T4" fmla="*/ 16 w 30"/>
                <a:gd name="T5" fmla="*/ 9 h 10"/>
                <a:gd name="T6" fmla="*/ 29 w 30"/>
                <a:gd name="T7" fmla="*/ 3 h 10"/>
                <a:gd name="T8" fmla="*/ 14 w 30"/>
                <a:gd name="T9" fmla="*/ 1 h 10"/>
              </a:gdLst>
              <a:ahLst/>
              <a:cxnLst>
                <a:cxn ang="0">
                  <a:pos x="T0" y="T1"/>
                </a:cxn>
                <a:cxn ang="0">
                  <a:pos x="T2" y="T3"/>
                </a:cxn>
                <a:cxn ang="0">
                  <a:pos x="T4" y="T5"/>
                </a:cxn>
                <a:cxn ang="0">
                  <a:pos x="T6" y="T7"/>
                </a:cxn>
                <a:cxn ang="0">
                  <a:pos x="T8" y="T9"/>
                </a:cxn>
              </a:cxnLst>
              <a:rect l="0" t="0" r="r" b="b"/>
              <a:pathLst>
                <a:path w="30" h="10">
                  <a:moveTo>
                    <a:pt x="14" y="1"/>
                  </a:moveTo>
                  <a:cubicBezTo>
                    <a:pt x="6" y="2"/>
                    <a:pt x="0" y="4"/>
                    <a:pt x="1" y="6"/>
                  </a:cubicBezTo>
                  <a:cubicBezTo>
                    <a:pt x="2" y="8"/>
                    <a:pt x="9" y="10"/>
                    <a:pt x="16" y="9"/>
                  </a:cubicBezTo>
                  <a:cubicBezTo>
                    <a:pt x="24" y="8"/>
                    <a:pt x="30" y="5"/>
                    <a:pt x="29" y="3"/>
                  </a:cubicBezTo>
                  <a:cubicBezTo>
                    <a:pt x="29" y="1"/>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29" name="Freeform 1228"/>
            <p:cNvSpPr/>
            <p:nvPr/>
          </p:nvSpPr>
          <p:spPr bwMode="auto">
            <a:xfrm>
              <a:off x="8488666" y="10108978"/>
              <a:ext cx="77788" cy="23813"/>
            </a:xfrm>
            <a:custGeom>
              <a:avLst/>
              <a:gdLst>
                <a:gd name="T0" fmla="*/ 14 w 29"/>
                <a:gd name="T1" fmla="*/ 1 h 9"/>
                <a:gd name="T2" fmla="*/ 1 w 29"/>
                <a:gd name="T3" fmla="*/ 6 h 9"/>
                <a:gd name="T4" fmla="*/ 15 w 29"/>
                <a:gd name="T5" fmla="*/ 9 h 9"/>
                <a:gd name="T6" fmla="*/ 29 w 29"/>
                <a:gd name="T7" fmla="*/ 3 h 9"/>
                <a:gd name="T8" fmla="*/ 14 w 29"/>
                <a:gd name="T9" fmla="*/ 1 h 9"/>
              </a:gdLst>
              <a:ahLst/>
              <a:cxnLst>
                <a:cxn ang="0">
                  <a:pos x="T0" y="T1"/>
                </a:cxn>
                <a:cxn ang="0">
                  <a:pos x="T2" y="T3"/>
                </a:cxn>
                <a:cxn ang="0">
                  <a:pos x="T4" y="T5"/>
                </a:cxn>
                <a:cxn ang="0">
                  <a:pos x="T6" y="T7"/>
                </a:cxn>
                <a:cxn ang="0">
                  <a:pos x="T8" y="T9"/>
                </a:cxn>
              </a:cxnLst>
              <a:rect l="0" t="0" r="r" b="b"/>
              <a:pathLst>
                <a:path w="29" h="9">
                  <a:moveTo>
                    <a:pt x="14" y="1"/>
                  </a:moveTo>
                  <a:cubicBezTo>
                    <a:pt x="7" y="2"/>
                    <a:pt x="0" y="4"/>
                    <a:pt x="1" y="6"/>
                  </a:cubicBezTo>
                  <a:cubicBezTo>
                    <a:pt x="1" y="8"/>
                    <a:pt x="8" y="9"/>
                    <a:pt x="15" y="9"/>
                  </a:cubicBezTo>
                  <a:cubicBezTo>
                    <a:pt x="23" y="8"/>
                    <a:pt x="29" y="5"/>
                    <a:pt x="29" y="3"/>
                  </a:cubicBezTo>
                  <a:cubicBezTo>
                    <a:pt x="28" y="1"/>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30" name="Freeform 1229"/>
            <p:cNvSpPr/>
            <p:nvPr/>
          </p:nvSpPr>
          <p:spPr bwMode="auto">
            <a:xfrm>
              <a:off x="8268004" y="10131203"/>
              <a:ext cx="84138" cy="23813"/>
            </a:xfrm>
            <a:custGeom>
              <a:avLst/>
              <a:gdLst>
                <a:gd name="T0" fmla="*/ 14 w 31"/>
                <a:gd name="T1" fmla="*/ 1 h 9"/>
                <a:gd name="T2" fmla="*/ 2 w 31"/>
                <a:gd name="T3" fmla="*/ 6 h 9"/>
                <a:gd name="T4" fmla="*/ 18 w 31"/>
                <a:gd name="T5" fmla="*/ 8 h 9"/>
                <a:gd name="T6" fmla="*/ 29 w 31"/>
                <a:gd name="T7" fmla="*/ 3 h 9"/>
                <a:gd name="T8" fmla="*/ 14 w 31"/>
                <a:gd name="T9" fmla="*/ 1 h 9"/>
              </a:gdLst>
              <a:ahLst/>
              <a:cxnLst>
                <a:cxn ang="0">
                  <a:pos x="T0" y="T1"/>
                </a:cxn>
                <a:cxn ang="0">
                  <a:pos x="T2" y="T3"/>
                </a:cxn>
                <a:cxn ang="0">
                  <a:pos x="T4" y="T5"/>
                </a:cxn>
                <a:cxn ang="0">
                  <a:pos x="T6" y="T7"/>
                </a:cxn>
                <a:cxn ang="0">
                  <a:pos x="T8" y="T9"/>
                </a:cxn>
              </a:cxnLst>
              <a:rect l="0" t="0" r="r" b="b"/>
              <a:pathLst>
                <a:path w="31" h="9">
                  <a:moveTo>
                    <a:pt x="14" y="1"/>
                  </a:moveTo>
                  <a:cubicBezTo>
                    <a:pt x="6" y="2"/>
                    <a:pt x="0" y="4"/>
                    <a:pt x="2" y="6"/>
                  </a:cubicBezTo>
                  <a:cubicBezTo>
                    <a:pt x="3" y="8"/>
                    <a:pt x="10" y="9"/>
                    <a:pt x="18" y="8"/>
                  </a:cubicBezTo>
                  <a:cubicBezTo>
                    <a:pt x="25" y="7"/>
                    <a:pt x="31" y="5"/>
                    <a:pt x="29" y="3"/>
                  </a:cubicBezTo>
                  <a:cubicBezTo>
                    <a:pt x="28" y="1"/>
                    <a:pt x="21"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31" name="Freeform 1230"/>
            <p:cNvSpPr/>
            <p:nvPr/>
          </p:nvSpPr>
          <p:spPr bwMode="auto">
            <a:xfrm>
              <a:off x="8053691" y="10147078"/>
              <a:ext cx="82550" cy="23813"/>
            </a:xfrm>
            <a:custGeom>
              <a:avLst/>
              <a:gdLst>
                <a:gd name="T0" fmla="*/ 13 w 30"/>
                <a:gd name="T1" fmla="*/ 1 h 9"/>
                <a:gd name="T2" fmla="*/ 1 w 30"/>
                <a:gd name="T3" fmla="*/ 6 h 9"/>
                <a:gd name="T4" fmla="*/ 17 w 30"/>
                <a:gd name="T5" fmla="*/ 8 h 9"/>
                <a:gd name="T6" fmla="*/ 29 w 30"/>
                <a:gd name="T7" fmla="*/ 3 h 9"/>
                <a:gd name="T8" fmla="*/ 13 w 30"/>
                <a:gd name="T9" fmla="*/ 1 h 9"/>
              </a:gdLst>
              <a:ahLst/>
              <a:cxnLst>
                <a:cxn ang="0">
                  <a:pos x="T0" y="T1"/>
                </a:cxn>
                <a:cxn ang="0">
                  <a:pos x="T2" y="T3"/>
                </a:cxn>
                <a:cxn ang="0">
                  <a:pos x="T4" y="T5"/>
                </a:cxn>
                <a:cxn ang="0">
                  <a:pos x="T6" y="T7"/>
                </a:cxn>
                <a:cxn ang="0">
                  <a:pos x="T8" y="T9"/>
                </a:cxn>
              </a:cxnLst>
              <a:rect l="0" t="0" r="r" b="b"/>
              <a:pathLst>
                <a:path w="30" h="9">
                  <a:moveTo>
                    <a:pt x="13" y="1"/>
                  </a:moveTo>
                  <a:cubicBezTo>
                    <a:pt x="5" y="2"/>
                    <a:pt x="0" y="4"/>
                    <a:pt x="1" y="6"/>
                  </a:cubicBezTo>
                  <a:cubicBezTo>
                    <a:pt x="2" y="7"/>
                    <a:pt x="10" y="9"/>
                    <a:pt x="17" y="8"/>
                  </a:cubicBezTo>
                  <a:cubicBezTo>
                    <a:pt x="25" y="8"/>
                    <a:pt x="30" y="5"/>
                    <a:pt x="29" y="3"/>
                  </a:cubicBezTo>
                  <a:cubicBezTo>
                    <a:pt x="28" y="1"/>
                    <a:pt x="21"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32" name="Freeform 1231"/>
            <p:cNvSpPr/>
            <p:nvPr/>
          </p:nvSpPr>
          <p:spPr bwMode="auto">
            <a:xfrm>
              <a:off x="7839379" y="10159778"/>
              <a:ext cx="79375" cy="22225"/>
            </a:xfrm>
            <a:custGeom>
              <a:avLst/>
              <a:gdLst>
                <a:gd name="T0" fmla="*/ 13 w 29"/>
                <a:gd name="T1" fmla="*/ 0 h 8"/>
                <a:gd name="T2" fmla="*/ 0 w 29"/>
                <a:gd name="T3" fmla="*/ 5 h 8"/>
                <a:gd name="T4" fmla="*/ 16 w 29"/>
                <a:gd name="T5" fmla="*/ 8 h 8"/>
                <a:gd name="T6" fmla="*/ 28 w 29"/>
                <a:gd name="T7" fmla="*/ 3 h 8"/>
                <a:gd name="T8" fmla="*/ 13 w 29"/>
                <a:gd name="T9" fmla="*/ 0 h 8"/>
              </a:gdLst>
              <a:ahLst/>
              <a:cxnLst>
                <a:cxn ang="0">
                  <a:pos x="T0" y="T1"/>
                </a:cxn>
                <a:cxn ang="0">
                  <a:pos x="T2" y="T3"/>
                </a:cxn>
                <a:cxn ang="0">
                  <a:pos x="T4" y="T5"/>
                </a:cxn>
                <a:cxn ang="0">
                  <a:pos x="T6" y="T7"/>
                </a:cxn>
                <a:cxn ang="0">
                  <a:pos x="T8" y="T9"/>
                </a:cxn>
              </a:cxnLst>
              <a:rect l="0" t="0" r="r" b="b"/>
              <a:pathLst>
                <a:path w="29" h="8">
                  <a:moveTo>
                    <a:pt x="13" y="0"/>
                  </a:moveTo>
                  <a:cubicBezTo>
                    <a:pt x="6" y="0"/>
                    <a:pt x="0" y="3"/>
                    <a:pt x="0" y="5"/>
                  </a:cubicBezTo>
                  <a:cubicBezTo>
                    <a:pt x="1" y="7"/>
                    <a:pt x="8" y="8"/>
                    <a:pt x="16" y="8"/>
                  </a:cubicBezTo>
                  <a:cubicBezTo>
                    <a:pt x="23" y="7"/>
                    <a:pt x="29" y="5"/>
                    <a:pt x="28" y="3"/>
                  </a:cubicBezTo>
                  <a:cubicBezTo>
                    <a:pt x="28" y="1"/>
                    <a:pt x="21"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33" name="Freeform 1232"/>
            <p:cNvSpPr/>
            <p:nvPr/>
          </p:nvSpPr>
          <p:spPr bwMode="auto">
            <a:xfrm>
              <a:off x="7625066" y="10182003"/>
              <a:ext cx="79375" cy="26988"/>
            </a:xfrm>
            <a:custGeom>
              <a:avLst/>
              <a:gdLst>
                <a:gd name="T0" fmla="*/ 16 w 29"/>
                <a:gd name="T1" fmla="*/ 9 h 10"/>
                <a:gd name="T2" fmla="*/ 28 w 29"/>
                <a:gd name="T3" fmla="*/ 3 h 10"/>
                <a:gd name="T4" fmla="*/ 14 w 29"/>
                <a:gd name="T5" fmla="*/ 1 h 10"/>
                <a:gd name="T6" fmla="*/ 1 w 29"/>
                <a:gd name="T7" fmla="*/ 7 h 10"/>
                <a:gd name="T8" fmla="*/ 16 w 29"/>
                <a:gd name="T9" fmla="*/ 9 h 10"/>
              </a:gdLst>
              <a:ahLst/>
              <a:cxnLst>
                <a:cxn ang="0">
                  <a:pos x="T0" y="T1"/>
                </a:cxn>
                <a:cxn ang="0">
                  <a:pos x="T2" y="T3"/>
                </a:cxn>
                <a:cxn ang="0">
                  <a:pos x="T4" y="T5"/>
                </a:cxn>
                <a:cxn ang="0">
                  <a:pos x="T6" y="T7"/>
                </a:cxn>
                <a:cxn ang="0">
                  <a:pos x="T8" y="T9"/>
                </a:cxn>
              </a:cxnLst>
              <a:rect l="0" t="0" r="r" b="b"/>
              <a:pathLst>
                <a:path w="29" h="10">
                  <a:moveTo>
                    <a:pt x="16" y="9"/>
                  </a:moveTo>
                  <a:cubicBezTo>
                    <a:pt x="23" y="8"/>
                    <a:pt x="29" y="5"/>
                    <a:pt x="28" y="3"/>
                  </a:cubicBezTo>
                  <a:cubicBezTo>
                    <a:pt x="28" y="1"/>
                    <a:pt x="21" y="0"/>
                    <a:pt x="14" y="1"/>
                  </a:cubicBezTo>
                  <a:cubicBezTo>
                    <a:pt x="6" y="2"/>
                    <a:pt x="0" y="5"/>
                    <a:pt x="1" y="7"/>
                  </a:cubicBezTo>
                  <a:cubicBezTo>
                    <a:pt x="1" y="9"/>
                    <a:pt x="9" y="10"/>
                    <a:pt x="16"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34" name="Freeform 1233"/>
            <p:cNvSpPr/>
            <p:nvPr/>
          </p:nvSpPr>
          <p:spPr bwMode="auto">
            <a:xfrm>
              <a:off x="7413929" y="10223278"/>
              <a:ext cx="77788" cy="30163"/>
            </a:xfrm>
            <a:custGeom>
              <a:avLst/>
              <a:gdLst>
                <a:gd name="T0" fmla="*/ 12 w 29"/>
                <a:gd name="T1" fmla="*/ 2 h 11"/>
                <a:gd name="T2" fmla="*/ 1 w 29"/>
                <a:gd name="T3" fmla="*/ 9 h 11"/>
                <a:gd name="T4" fmla="*/ 16 w 29"/>
                <a:gd name="T5" fmla="*/ 10 h 11"/>
                <a:gd name="T6" fmla="*/ 28 w 29"/>
                <a:gd name="T7" fmla="*/ 2 h 11"/>
                <a:gd name="T8" fmla="*/ 12 w 29"/>
                <a:gd name="T9" fmla="*/ 2 h 11"/>
              </a:gdLst>
              <a:ahLst/>
              <a:cxnLst>
                <a:cxn ang="0">
                  <a:pos x="T0" y="T1"/>
                </a:cxn>
                <a:cxn ang="0">
                  <a:pos x="T2" y="T3"/>
                </a:cxn>
                <a:cxn ang="0">
                  <a:pos x="T4" y="T5"/>
                </a:cxn>
                <a:cxn ang="0">
                  <a:pos x="T6" y="T7"/>
                </a:cxn>
                <a:cxn ang="0">
                  <a:pos x="T8" y="T9"/>
                </a:cxn>
              </a:cxnLst>
              <a:rect l="0" t="0" r="r" b="b"/>
              <a:pathLst>
                <a:path w="29" h="11">
                  <a:moveTo>
                    <a:pt x="12" y="2"/>
                  </a:moveTo>
                  <a:cubicBezTo>
                    <a:pt x="5" y="4"/>
                    <a:pt x="0" y="7"/>
                    <a:pt x="1" y="9"/>
                  </a:cubicBezTo>
                  <a:cubicBezTo>
                    <a:pt x="2" y="11"/>
                    <a:pt x="9" y="11"/>
                    <a:pt x="16" y="10"/>
                  </a:cubicBezTo>
                  <a:cubicBezTo>
                    <a:pt x="24" y="8"/>
                    <a:pt x="29" y="4"/>
                    <a:pt x="28" y="2"/>
                  </a:cubicBezTo>
                  <a:cubicBezTo>
                    <a:pt x="27" y="0"/>
                    <a:pt x="20"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35" name="Freeform 1234"/>
            <p:cNvSpPr/>
            <p:nvPr/>
          </p:nvSpPr>
          <p:spPr bwMode="auto">
            <a:xfrm>
              <a:off x="7202791" y="10277253"/>
              <a:ext cx="77788" cy="38100"/>
            </a:xfrm>
            <a:custGeom>
              <a:avLst/>
              <a:gdLst>
                <a:gd name="T0" fmla="*/ 13 w 29"/>
                <a:gd name="T1" fmla="*/ 3 h 14"/>
                <a:gd name="T2" fmla="*/ 1 w 29"/>
                <a:gd name="T3" fmla="*/ 11 h 14"/>
                <a:gd name="T4" fmla="*/ 16 w 29"/>
                <a:gd name="T5" fmla="*/ 11 h 14"/>
                <a:gd name="T6" fmla="*/ 28 w 29"/>
                <a:gd name="T7" fmla="*/ 3 h 14"/>
                <a:gd name="T8" fmla="*/ 13 w 29"/>
                <a:gd name="T9" fmla="*/ 3 h 14"/>
              </a:gdLst>
              <a:ahLst/>
              <a:cxnLst>
                <a:cxn ang="0">
                  <a:pos x="T0" y="T1"/>
                </a:cxn>
                <a:cxn ang="0">
                  <a:pos x="T2" y="T3"/>
                </a:cxn>
                <a:cxn ang="0">
                  <a:pos x="T4" y="T5"/>
                </a:cxn>
                <a:cxn ang="0">
                  <a:pos x="T6" y="T7"/>
                </a:cxn>
                <a:cxn ang="0">
                  <a:pos x="T8" y="T9"/>
                </a:cxn>
              </a:cxnLst>
              <a:rect l="0" t="0" r="r" b="b"/>
              <a:pathLst>
                <a:path w="29" h="14">
                  <a:moveTo>
                    <a:pt x="13" y="3"/>
                  </a:moveTo>
                  <a:cubicBezTo>
                    <a:pt x="6" y="5"/>
                    <a:pt x="0" y="9"/>
                    <a:pt x="1" y="11"/>
                  </a:cubicBezTo>
                  <a:cubicBezTo>
                    <a:pt x="1" y="13"/>
                    <a:pt x="8" y="14"/>
                    <a:pt x="16" y="11"/>
                  </a:cubicBezTo>
                  <a:cubicBezTo>
                    <a:pt x="23" y="9"/>
                    <a:pt x="29" y="5"/>
                    <a:pt x="28" y="3"/>
                  </a:cubicBezTo>
                  <a:cubicBezTo>
                    <a:pt x="27" y="0"/>
                    <a:pt x="21" y="1"/>
                    <a:pt x="1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36" name="Freeform 1235"/>
            <p:cNvSpPr/>
            <p:nvPr/>
          </p:nvSpPr>
          <p:spPr bwMode="auto">
            <a:xfrm>
              <a:off x="6990066" y="10347103"/>
              <a:ext cx="79375" cy="41275"/>
            </a:xfrm>
            <a:custGeom>
              <a:avLst/>
              <a:gdLst>
                <a:gd name="T0" fmla="*/ 13 w 29"/>
                <a:gd name="T1" fmla="*/ 3 h 15"/>
                <a:gd name="T2" fmla="*/ 1 w 29"/>
                <a:gd name="T3" fmla="*/ 13 h 15"/>
                <a:gd name="T4" fmla="*/ 16 w 29"/>
                <a:gd name="T5" fmla="*/ 12 h 15"/>
                <a:gd name="T6" fmla="*/ 28 w 29"/>
                <a:gd name="T7" fmla="*/ 2 h 15"/>
                <a:gd name="T8" fmla="*/ 13 w 29"/>
                <a:gd name="T9" fmla="*/ 3 h 15"/>
              </a:gdLst>
              <a:ahLst/>
              <a:cxnLst>
                <a:cxn ang="0">
                  <a:pos x="T0" y="T1"/>
                </a:cxn>
                <a:cxn ang="0">
                  <a:pos x="T2" y="T3"/>
                </a:cxn>
                <a:cxn ang="0">
                  <a:pos x="T4" y="T5"/>
                </a:cxn>
                <a:cxn ang="0">
                  <a:pos x="T6" y="T7"/>
                </a:cxn>
                <a:cxn ang="0">
                  <a:pos x="T8" y="T9"/>
                </a:cxn>
              </a:cxnLst>
              <a:rect l="0" t="0" r="r" b="b"/>
              <a:pathLst>
                <a:path w="29" h="15">
                  <a:moveTo>
                    <a:pt x="13" y="3"/>
                  </a:moveTo>
                  <a:cubicBezTo>
                    <a:pt x="6" y="6"/>
                    <a:pt x="0" y="10"/>
                    <a:pt x="1" y="13"/>
                  </a:cubicBezTo>
                  <a:cubicBezTo>
                    <a:pt x="2" y="15"/>
                    <a:pt x="9" y="14"/>
                    <a:pt x="16" y="12"/>
                  </a:cubicBezTo>
                  <a:cubicBezTo>
                    <a:pt x="24" y="9"/>
                    <a:pt x="29" y="5"/>
                    <a:pt x="28" y="2"/>
                  </a:cubicBezTo>
                  <a:cubicBezTo>
                    <a:pt x="27" y="0"/>
                    <a:pt x="20" y="1"/>
                    <a:pt x="1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37" name="Freeform 1236"/>
            <p:cNvSpPr/>
            <p:nvPr/>
          </p:nvSpPr>
          <p:spPr bwMode="auto">
            <a:xfrm>
              <a:off x="6782104" y="10429653"/>
              <a:ext cx="74613" cy="42863"/>
            </a:xfrm>
            <a:custGeom>
              <a:avLst/>
              <a:gdLst>
                <a:gd name="T0" fmla="*/ 13 w 28"/>
                <a:gd name="T1" fmla="*/ 4 h 16"/>
                <a:gd name="T2" fmla="*/ 0 w 28"/>
                <a:gd name="T3" fmla="*/ 14 h 16"/>
                <a:gd name="T4" fmla="*/ 15 w 28"/>
                <a:gd name="T5" fmla="*/ 13 h 16"/>
                <a:gd name="T6" fmla="*/ 28 w 28"/>
                <a:gd name="T7" fmla="*/ 2 h 16"/>
                <a:gd name="T8" fmla="*/ 13 w 28"/>
                <a:gd name="T9" fmla="*/ 4 h 16"/>
              </a:gdLst>
              <a:ahLst/>
              <a:cxnLst>
                <a:cxn ang="0">
                  <a:pos x="T0" y="T1"/>
                </a:cxn>
                <a:cxn ang="0">
                  <a:pos x="T2" y="T3"/>
                </a:cxn>
                <a:cxn ang="0">
                  <a:pos x="T4" y="T5"/>
                </a:cxn>
                <a:cxn ang="0">
                  <a:pos x="T6" y="T7"/>
                </a:cxn>
                <a:cxn ang="0">
                  <a:pos x="T8" y="T9"/>
                </a:cxn>
              </a:cxnLst>
              <a:rect l="0" t="0" r="r" b="b"/>
              <a:pathLst>
                <a:path w="28" h="16">
                  <a:moveTo>
                    <a:pt x="13" y="4"/>
                  </a:moveTo>
                  <a:cubicBezTo>
                    <a:pt x="5" y="7"/>
                    <a:pt x="0" y="11"/>
                    <a:pt x="0" y="14"/>
                  </a:cubicBezTo>
                  <a:cubicBezTo>
                    <a:pt x="1" y="16"/>
                    <a:pt x="8" y="16"/>
                    <a:pt x="15" y="13"/>
                  </a:cubicBezTo>
                  <a:cubicBezTo>
                    <a:pt x="23" y="10"/>
                    <a:pt x="28" y="5"/>
                    <a:pt x="28" y="2"/>
                  </a:cubicBezTo>
                  <a:cubicBezTo>
                    <a:pt x="27" y="0"/>
                    <a:pt x="20" y="1"/>
                    <a:pt x="1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38" name="Freeform 1237"/>
            <p:cNvSpPr/>
            <p:nvPr/>
          </p:nvSpPr>
          <p:spPr bwMode="auto">
            <a:xfrm>
              <a:off x="6572554" y="10521728"/>
              <a:ext cx="76200" cy="46038"/>
            </a:xfrm>
            <a:custGeom>
              <a:avLst/>
              <a:gdLst>
                <a:gd name="T0" fmla="*/ 13 w 28"/>
                <a:gd name="T1" fmla="*/ 4 h 17"/>
                <a:gd name="T2" fmla="*/ 0 w 28"/>
                <a:gd name="T3" fmla="*/ 15 h 17"/>
                <a:gd name="T4" fmla="*/ 15 w 28"/>
                <a:gd name="T5" fmla="*/ 13 h 17"/>
                <a:gd name="T6" fmla="*/ 27 w 28"/>
                <a:gd name="T7" fmla="*/ 2 h 17"/>
                <a:gd name="T8" fmla="*/ 13 w 28"/>
                <a:gd name="T9" fmla="*/ 4 h 17"/>
              </a:gdLst>
              <a:ahLst/>
              <a:cxnLst>
                <a:cxn ang="0">
                  <a:pos x="T0" y="T1"/>
                </a:cxn>
                <a:cxn ang="0">
                  <a:pos x="T2" y="T3"/>
                </a:cxn>
                <a:cxn ang="0">
                  <a:pos x="T4" y="T5"/>
                </a:cxn>
                <a:cxn ang="0">
                  <a:pos x="T6" y="T7"/>
                </a:cxn>
                <a:cxn ang="0">
                  <a:pos x="T8" y="T9"/>
                </a:cxn>
              </a:cxnLst>
              <a:rect l="0" t="0" r="r" b="b"/>
              <a:pathLst>
                <a:path w="28" h="17">
                  <a:moveTo>
                    <a:pt x="13" y="4"/>
                  </a:moveTo>
                  <a:cubicBezTo>
                    <a:pt x="5" y="7"/>
                    <a:pt x="0" y="12"/>
                    <a:pt x="0" y="15"/>
                  </a:cubicBezTo>
                  <a:cubicBezTo>
                    <a:pt x="1" y="17"/>
                    <a:pt x="8" y="17"/>
                    <a:pt x="15" y="13"/>
                  </a:cubicBezTo>
                  <a:cubicBezTo>
                    <a:pt x="22" y="10"/>
                    <a:pt x="28" y="5"/>
                    <a:pt x="27" y="2"/>
                  </a:cubicBezTo>
                  <a:cubicBezTo>
                    <a:pt x="27" y="0"/>
                    <a:pt x="20" y="0"/>
                    <a:pt x="1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39" name="Freeform 1238"/>
            <p:cNvSpPr/>
            <p:nvPr/>
          </p:nvSpPr>
          <p:spPr bwMode="auto">
            <a:xfrm>
              <a:off x="6361416" y="10618566"/>
              <a:ext cx="77788" cy="52388"/>
            </a:xfrm>
            <a:custGeom>
              <a:avLst/>
              <a:gdLst>
                <a:gd name="T0" fmla="*/ 13 w 29"/>
                <a:gd name="T1" fmla="*/ 5 h 19"/>
                <a:gd name="T2" fmla="*/ 1 w 29"/>
                <a:gd name="T3" fmla="*/ 17 h 19"/>
                <a:gd name="T4" fmla="*/ 17 w 29"/>
                <a:gd name="T5" fmla="*/ 14 h 19"/>
                <a:gd name="T6" fmla="*/ 28 w 29"/>
                <a:gd name="T7" fmla="*/ 3 h 19"/>
                <a:gd name="T8" fmla="*/ 13 w 29"/>
                <a:gd name="T9" fmla="*/ 5 h 19"/>
              </a:gdLst>
              <a:ahLst/>
              <a:cxnLst>
                <a:cxn ang="0">
                  <a:pos x="T0" y="T1"/>
                </a:cxn>
                <a:cxn ang="0">
                  <a:pos x="T2" y="T3"/>
                </a:cxn>
                <a:cxn ang="0">
                  <a:pos x="T4" y="T5"/>
                </a:cxn>
                <a:cxn ang="0">
                  <a:pos x="T6" y="T7"/>
                </a:cxn>
                <a:cxn ang="0">
                  <a:pos x="T8" y="T9"/>
                </a:cxn>
              </a:cxnLst>
              <a:rect l="0" t="0" r="r" b="b"/>
              <a:pathLst>
                <a:path w="29" h="19">
                  <a:moveTo>
                    <a:pt x="13" y="5"/>
                  </a:moveTo>
                  <a:cubicBezTo>
                    <a:pt x="5" y="9"/>
                    <a:pt x="0" y="14"/>
                    <a:pt x="1" y="17"/>
                  </a:cubicBezTo>
                  <a:cubicBezTo>
                    <a:pt x="2" y="19"/>
                    <a:pt x="10" y="18"/>
                    <a:pt x="17" y="14"/>
                  </a:cubicBezTo>
                  <a:cubicBezTo>
                    <a:pt x="24" y="10"/>
                    <a:pt x="29" y="5"/>
                    <a:pt x="28" y="3"/>
                  </a:cubicBezTo>
                  <a:cubicBezTo>
                    <a:pt x="27" y="0"/>
                    <a:pt x="20" y="1"/>
                    <a:pt x="1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40" name="Freeform 1239"/>
            <p:cNvSpPr/>
            <p:nvPr/>
          </p:nvSpPr>
          <p:spPr bwMode="auto">
            <a:xfrm>
              <a:off x="6151866" y="10724928"/>
              <a:ext cx="77788" cy="53975"/>
            </a:xfrm>
            <a:custGeom>
              <a:avLst/>
              <a:gdLst>
                <a:gd name="T0" fmla="*/ 13 w 29"/>
                <a:gd name="T1" fmla="*/ 5 h 20"/>
                <a:gd name="T2" fmla="*/ 1 w 29"/>
                <a:gd name="T3" fmla="*/ 17 h 20"/>
                <a:gd name="T4" fmla="*/ 16 w 29"/>
                <a:gd name="T5" fmla="*/ 15 h 20"/>
                <a:gd name="T6" fmla="*/ 28 w 29"/>
                <a:gd name="T7" fmla="*/ 3 h 20"/>
                <a:gd name="T8" fmla="*/ 13 w 29"/>
                <a:gd name="T9" fmla="*/ 5 h 20"/>
              </a:gdLst>
              <a:ahLst/>
              <a:cxnLst>
                <a:cxn ang="0">
                  <a:pos x="T0" y="T1"/>
                </a:cxn>
                <a:cxn ang="0">
                  <a:pos x="T2" y="T3"/>
                </a:cxn>
                <a:cxn ang="0">
                  <a:pos x="T4" y="T5"/>
                </a:cxn>
                <a:cxn ang="0">
                  <a:pos x="T6" y="T7"/>
                </a:cxn>
                <a:cxn ang="0">
                  <a:pos x="T8" y="T9"/>
                </a:cxn>
              </a:cxnLst>
              <a:rect l="0" t="0" r="r" b="b"/>
              <a:pathLst>
                <a:path w="29" h="20">
                  <a:moveTo>
                    <a:pt x="13" y="5"/>
                  </a:moveTo>
                  <a:cubicBezTo>
                    <a:pt x="6" y="9"/>
                    <a:pt x="0" y="14"/>
                    <a:pt x="1" y="17"/>
                  </a:cubicBezTo>
                  <a:cubicBezTo>
                    <a:pt x="2" y="20"/>
                    <a:pt x="9" y="19"/>
                    <a:pt x="16" y="15"/>
                  </a:cubicBezTo>
                  <a:cubicBezTo>
                    <a:pt x="23" y="11"/>
                    <a:pt x="29" y="6"/>
                    <a:pt x="28" y="3"/>
                  </a:cubicBezTo>
                  <a:cubicBezTo>
                    <a:pt x="27" y="0"/>
                    <a:pt x="21" y="1"/>
                    <a:pt x="1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41" name="Freeform 1240"/>
            <p:cNvSpPr/>
            <p:nvPr/>
          </p:nvSpPr>
          <p:spPr bwMode="auto">
            <a:xfrm>
              <a:off x="11801779" y="8912003"/>
              <a:ext cx="65088" cy="96838"/>
            </a:xfrm>
            <a:custGeom>
              <a:avLst/>
              <a:gdLst>
                <a:gd name="T0" fmla="*/ 6 w 24"/>
                <a:gd name="T1" fmla="*/ 23 h 36"/>
                <a:gd name="T2" fmla="*/ 3 w 24"/>
                <a:gd name="T3" fmla="*/ 32 h 36"/>
                <a:gd name="T4" fmla="*/ 18 w 24"/>
                <a:gd name="T5" fmla="*/ 10 h 36"/>
                <a:gd name="T6" fmla="*/ 23 w 24"/>
                <a:gd name="T7" fmla="*/ 0 h 36"/>
                <a:gd name="T8" fmla="*/ 23 w 24"/>
                <a:gd name="T9" fmla="*/ 0 h 36"/>
                <a:gd name="T10" fmla="*/ 15 w 24"/>
                <a:gd name="T11" fmla="*/ 9 h 36"/>
                <a:gd name="T12" fmla="*/ 6 w 24"/>
                <a:gd name="T13" fmla="*/ 23 h 36"/>
              </a:gdLst>
              <a:ahLst/>
              <a:cxnLst>
                <a:cxn ang="0">
                  <a:pos x="T0" y="T1"/>
                </a:cxn>
                <a:cxn ang="0">
                  <a:pos x="T2" y="T3"/>
                </a:cxn>
                <a:cxn ang="0">
                  <a:pos x="T4" y="T5"/>
                </a:cxn>
                <a:cxn ang="0">
                  <a:pos x="T6" y="T7"/>
                </a:cxn>
                <a:cxn ang="0">
                  <a:pos x="T8" y="T9"/>
                </a:cxn>
                <a:cxn ang="0">
                  <a:pos x="T10" y="T11"/>
                </a:cxn>
                <a:cxn ang="0">
                  <a:pos x="T12" y="T13"/>
                </a:cxn>
              </a:cxnLst>
              <a:rect l="0" t="0" r="r" b="b"/>
              <a:pathLst>
                <a:path w="24" h="36">
                  <a:moveTo>
                    <a:pt x="6" y="23"/>
                  </a:moveTo>
                  <a:cubicBezTo>
                    <a:pt x="0" y="32"/>
                    <a:pt x="0" y="36"/>
                    <a:pt x="3" y="32"/>
                  </a:cubicBezTo>
                  <a:cubicBezTo>
                    <a:pt x="6" y="28"/>
                    <a:pt x="12" y="20"/>
                    <a:pt x="18" y="10"/>
                  </a:cubicBezTo>
                  <a:cubicBezTo>
                    <a:pt x="23" y="3"/>
                    <a:pt x="24" y="1"/>
                    <a:pt x="23" y="0"/>
                  </a:cubicBezTo>
                  <a:cubicBezTo>
                    <a:pt x="23" y="0"/>
                    <a:pt x="23" y="0"/>
                    <a:pt x="23" y="0"/>
                  </a:cubicBezTo>
                  <a:cubicBezTo>
                    <a:pt x="22" y="0"/>
                    <a:pt x="19" y="3"/>
                    <a:pt x="15" y="9"/>
                  </a:cubicBezTo>
                  <a:cubicBezTo>
                    <a:pt x="11" y="14"/>
                    <a:pt x="8" y="19"/>
                    <a:pt x="6"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42" name="Freeform 1241"/>
            <p:cNvSpPr/>
            <p:nvPr/>
          </p:nvSpPr>
          <p:spPr bwMode="auto">
            <a:xfrm>
              <a:off x="-85422" y="12258453"/>
              <a:ext cx="73025" cy="60325"/>
            </a:xfrm>
            <a:custGeom>
              <a:avLst/>
              <a:gdLst>
                <a:gd name="T0" fmla="*/ 23 w 27"/>
                <a:gd name="T1" fmla="*/ 16 h 22"/>
                <a:gd name="T2" fmla="*/ 21 w 27"/>
                <a:gd name="T3" fmla="*/ 4 h 22"/>
                <a:gd name="T4" fmla="*/ 0 w 27"/>
                <a:gd name="T5" fmla="*/ 6 h 22"/>
                <a:gd name="T6" fmla="*/ 2 w 27"/>
                <a:gd name="T7" fmla="*/ 19 h 22"/>
                <a:gd name="T8" fmla="*/ 16 w 27"/>
                <a:gd name="T9" fmla="*/ 20 h 22"/>
                <a:gd name="T10" fmla="*/ 23 w 27"/>
                <a:gd name="T11" fmla="*/ 16 h 22"/>
              </a:gdLst>
              <a:ahLst/>
              <a:cxnLst>
                <a:cxn ang="0">
                  <a:pos x="T0" y="T1"/>
                </a:cxn>
                <a:cxn ang="0">
                  <a:pos x="T2" y="T3"/>
                </a:cxn>
                <a:cxn ang="0">
                  <a:pos x="T4" y="T5"/>
                </a:cxn>
                <a:cxn ang="0">
                  <a:pos x="T6" y="T7"/>
                </a:cxn>
                <a:cxn ang="0">
                  <a:pos x="T8" y="T9"/>
                </a:cxn>
                <a:cxn ang="0">
                  <a:pos x="T10" y="T11"/>
                </a:cxn>
              </a:cxnLst>
              <a:rect l="0" t="0" r="r" b="b"/>
              <a:pathLst>
                <a:path w="27" h="22">
                  <a:moveTo>
                    <a:pt x="23" y="16"/>
                  </a:moveTo>
                  <a:cubicBezTo>
                    <a:pt x="27" y="12"/>
                    <a:pt x="26" y="7"/>
                    <a:pt x="21" y="4"/>
                  </a:cubicBezTo>
                  <a:cubicBezTo>
                    <a:pt x="15" y="0"/>
                    <a:pt x="10" y="1"/>
                    <a:pt x="0" y="6"/>
                  </a:cubicBezTo>
                  <a:cubicBezTo>
                    <a:pt x="1" y="10"/>
                    <a:pt x="2" y="15"/>
                    <a:pt x="2" y="19"/>
                  </a:cubicBezTo>
                  <a:cubicBezTo>
                    <a:pt x="7" y="22"/>
                    <a:pt x="11" y="22"/>
                    <a:pt x="16" y="20"/>
                  </a:cubicBezTo>
                  <a:cubicBezTo>
                    <a:pt x="18" y="19"/>
                    <a:pt x="21" y="18"/>
                    <a:pt x="23"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43" name="Freeform 1242"/>
            <p:cNvSpPr/>
            <p:nvPr/>
          </p:nvSpPr>
          <p:spPr bwMode="auto">
            <a:xfrm>
              <a:off x="5926441" y="10777316"/>
              <a:ext cx="73025" cy="42863"/>
            </a:xfrm>
            <a:custGeom>
              <a:avLst/>
              <a:gdLst>
                <a:gd name="T0" fmla="*/ 11 w 27"/>
                <a:gd name="T1" fmla="*/ 5 h 16"/>
                <a:gd name="T2" fmla="*/ 0 w 27"/>
                <a:gd name="T3" fmla="*/ 15 h 16"/>
                <a:gd name="T4" fmla="*/ 14 w 27"/>
                <a:gd name="T5" fmla="*/ 11 h 16"/>
                <a:gd name="T6" fmla="*/ 26 w 27"/>
                <a:gd name="T7" fmla="*/ 1 h 16"/>
                <a:gd name="T8" fmla="*/ 11 w 27"/>
                <a:gd name="T9" fmla="*/ 5 h 16"/>
              </a:gdLst>
              <a:ahLst/>
              <a:cxnLst>
                <a:cxn ang="0">
                  <a:pos x="T0" y="T1"/>
                </a:cxn>
                <a:cxn ang="0">
                  <a:pos x="T2" y="T3"/>
                </a:cxn>
                <a:cxn ang="0">
                  <a:pos x="T4" y="T5"/>
                </a:cxn>
                <a:cxn ang="0">
                  <a:pos x="T6" y="T7"/>
                </a:cxn>
                <a:cxn ang="0">
                  <a:pos x="T8" y="T9"/>
                </a:cxn>
              </a:cxnLst>
              <a:rect l="0" t="0" r="r" b="b"/>
              <a:pathLst>
                <a:path w="27" h="16">
                  <a:moveTo>
                    <a:pt x="11" y="5"/>
                  </a:moveTo>
                  <a:cubicBezTo>
                    <a:pt x="4" y="9"/>
                    <a:pt x="0" y="13"/>
                    <a:pt x="0" y="15"/>
                  </a:cubicBezTo>
                  <a:cubicBezTo>
                    <a:pt x="1" y="16"/>
                    <a:pt x="7" y="15"/>
                    <a:pt x="14" y="11"/>
                  </a:cubicBezTo>
                  <a:cubicBezTo>
                    <a:pt x="21" y="7"/>
                    <a:pt x="27" y="3"/>
                    <a:pt x="26" y="1"/>
                  </a:cubicBezTo>
                  <a:cubicBezTo>
                    <a:pt x="25" y="0"/>
                    <a:pt x="18" y="2"/>
                    <a:pt x="1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44" name="Freeform 1243"/>
            <p:cNvSpPr/>
            <p:nvPr/>
          </p:nvSpPr>
          <p:spPr bwMode="auto">
            <a:xfrm>
              <a:off x="6132816" y="10667778"/>
              <a:ext cx="76200" cy="44450"/>
            </a:xfrm>
            <a:custGeom>
              <a:avLst/>
              <a:gdLst>
                <a:gd name="T0" fmla="*/ 11 w 28"/>
                <a:gd name="T1" fmla="*/ 7 h 16"/>
                <a:gd name="T2" fmla="*/ 2 w 28"/>
                <a:gd name="T3" fmla="*/ 15 h 16"/>
                <a:gd name="T4" fmla="*/ 16 w 28"/>
                <a:gd name="T5" fmla="*/ 11 h 16"/>
                <a:gd name="T6" fmla="*/ 27 w 28"/>
                <a:gd name="T7" fmla="*/ 2 h 16"/>
                <a:gd name="T8" fmla="*/ 11 w 28"/>
                <a:gd name="T9" fmla="*/ 7 h 16"/>
              </a:gdLst>
              <a:ahLst/>
              <a:cxnLst>
                <a:cxn ang="0">
                  <a:pos x="T0" y="T1"/>
                </a:cxn>
                <a:cxn ang="0">
                  <a:pos x="T2" y="T3"/>
                </a:cxn>
                <a:cxn ang="0">
                  <a:pos x="T4" y="T5"/>
                </a:cxn>
                <a:cxn ang="0">
                  <a:pos x="T6" y="T7"/>
                </a:cxn>
                <a:cxn ang="0">
                  <a:pos x="T8" y="T9"/>
                </a:cxn>
              </a:cxnLst>
              <a:rect l="0" t="0" r="r" b="b"/>
              <a:pathLst>
                <a:path w="28" h="16">
                  <a:moveTo>
                    <a:pt x="11" y="7"/>
                  </a:moveTo>
                  <a:cubicBezTo>
                    <a:pt x="5" y="10"/>
                    <a:pt x="0" y="14"/>
                    <a:pt x="2" y="15"/>
                  </a:cubicBezTo>
                  <a:cubicBezTo>
                    <a:pt x="3" y="16"/>
                    <a:pt x="9" y="15"/>
                    <a:pt x="16" y="11"/>
                  </a:cubicBezTo>
                  <a:cubicBezTo>
                    <a:pt x="23" y="7"/>
                    <a:pt x="28" y="3"/>
                    <a:pt x="27" y="2"/>
                  </a:cubicBezTo>
                  <a:cubicBezTo>
                    <a:pt x="26" y="0"/>
                    <a:pt x="18" y="3"/>
                    <a:pt x="1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45" name="Freeform 1244"/>
            <p:cNvSpPr/>
            <p:nvPr/>
          </p:nvSpPr>
          <p:spPr bwMode="auto">
            <a:xfrm>
              <a:off x="6343954" y="10567766"/>
              <a:ext cx="73025" cy="41275"/>
            </a:xfrm>
            <a:custGeom>
              <a:avLst/>
              <a:gdLst>
                <a:gd name="T0" fmla="*/ 12 w 27"/>
                <a:gd name="T1" fmla="*/ 5 h 15"/>
                <a:gd name="T2" fmla="*/ 0 w 27"/>
                <a:gd name="T3" fmla="*/ 13 h 15"/>
                <a:gd name="T4" fmla="*/ 14 w 27"/>
                <a:gd name="T5" fmla="*/ 10 h 15"/>
                <a:gd name="T6" fmla="*/ 26 w 27"/>
                <a:gd name="T7" fmla="*/ 1 h 15"/>
                <a:gd name="T8" fmla="*/ 12 w 27"/>
                <a:gd name="T9" fmla="*/ 5 h 15"/>
              </a:gdLst>
              <a:ahLst/>
              <a:cxnLst>
                <a:cxn ang="0">
                  <a:pos x="T0" y="T1"/>
                </a:cxn>
                <a:cxn ang="0">
                  <a:pos x="T2" y="T3"/>
                </a:cxn>
                <a:cxn ang="0">
                  <a:pos x="T4" y="T5"/>
                </a:cxn>
                <a:cxn ang="0">
                  <a:pos x="T6" y="T7"/>
                </a:cxn>
                <a:cxn ang="0">
                  <a:pos x="T8" y="T9"/>
                </a:cxn>
              </a:cxnLst>
              <a:rect l="0" t="0" r="r" b="b"/>
              <a:pathLst>
                <a:path w="27" h="15">
                  <a:moveTo>
                    <a:pt x="12" y="5"/>
                  </a:moveTo>
                  <a:cubicBezTo>
                    <a:pt x="5" y="8"/>
                    <a:pt x="0" y="12"/>
                    <a:pt x="0" y="13"/>
                  </a:cubicBezTo>
                  <a:cubicBezTo>
                    <a:pt x="1" y="15"/>
                    <a:pt x="7" y="14"/>
                    <a:pt x="14" y="10"/>
                  </a:cubicBezTo>
                  <a:cubicBezTo>
                    <a:pt x="21" y="7"/>
                    <a:pt x="27" y="3"/>
                    <a:pt x="26" y="1"/>
                  </a:cubicBezTo>
                  <a:cubicBezTo>
                    <a:pt x="25" y="0"/>
                    <a:pt x="19" y="2"/>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46" name="Freeform 1245"/>
            <p:cNvSpPr/>
            <p:nvPr/>
          </p:nvSpPr>
          <p:spPr bwMode="auto">
            <a:xfrm>
              <a:off x="6553504" y="10469341"/>
              <a:ext cx="73025" cy="38100"/>
            </a:xfrm>
            <a:custGeom>
              <a:avLst/>
              <a:gdLst>
                <a:gd name="T0" fmla="*/ 1 w 27"/>
                <a:gd name="T1" fmla="*/ 13 h 14"/>
                <a:gd name="T2" fmla="*/ 15 w 27"/>
                <a:gd name="T3" fmla="*/ 10 h 14"/>
                <a:gd name="T4" fmla="*/ 26 w 27"/>
                <a:gd name="T5" fmla="*/ 2 h 14"/>
                <a:gd name="T6" fmla="*/ 13 w 27"/>
                <a:gd name="T7" fmla="*/ 5 h 14"/>
                <a:gd name="T8" fmla="*/ 1 w 27"/>
                <a:gd name="T9" fmla="*/ 13 h 14"/>
              </a:gdLst>
              <a:ahLst/>
              <a:cxnLst>
                <a:cxn ang="0">
                  <a:pos x="T0" y="T1"/>
                </a:cxn>
                <a:cxn ang="0">
                  <a:pos x="T2" y="T3"/>
                </a:cxn>
                <a:cxn ang="0">
                  <a:pos x="T4" y="T5"/>
                </a:cxn>
                <a:cxn ang="0">
                  <a:pos x="T6" y="T7"/>
                </a:cxn>
                <a:cxn ang="0">
                  <a:pos x="T8" y="T9"/>
                </a:cxn>
              </a:cxnLst>
              <a:rect l="0" t="0" r="r" b="b"/>
              <a:pathLst>
                <a:path w="27" h="14">
                  <a:moveTo>
                    <a:pt x="1" y="13"/>
                  </a:moveTo>
                  <a:cubicBezTo>
                    <a:pt x="2" y="14"/>
                    <a:pt x="8" y="13"/>
                    <a:pt x="15" y="10"/>
                  </a:cubicBezTo>
                  <a:cubicBezTo>
                    <a:pt x="22" y="7"/>
                    <a:pt x="27" y="3"/>
                    <a:pt x="26" y="2"/>
                  </a:cubicBezTo>
                  <a:cubicBezTo>
                    <a:pt x="26" y="0"/>
                    <a:pt x="20" y="2"/>
                    <a:pt x="13" y="5"/>
                  </a:cubicBezTo>
                  <a:cubicBezTo>
                    <a:pt x="6" y="8"/>
                    <a:pt x="0" y="12"/>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47" name="Freeform 1246"/>
            <p:cNvSpPr/>
            <p:nvPr/>
          </p:nvSpPr>
          <p:spPr bwMode="auto">
            <a:xfrm>
              <a:off x="6763054" y="10380441"/>
              <a:ext cx="73025" cy="34925"/>
            </a:xfrm>
            <a:custGeom>
              <a:avLst/>
              <a:gdLst>
                <a:gd name="T0" fmla="*/ 12 w 27"/>
                <a:gd name="T1" fmla="*/ 5 h 13"/>
                <a:gd name="T2" fmla="*/ 1 w 27"/>
                <a:gd name="T3" fmla="*/ 12 h 13"/>
                <a:gd name="T4" fmla="*/ 15 w 27"/>
                <a:gd name="T5" fmla="*/ 9 h 13"/>
                <a:gd name="T6" fmla="*/ 27 w 27"/>
                <a:gd name="T7" fmla="*/ 2 h 13"/>
                <a:gd name="T8" fmla="*/ 12 w 27"/>
                <a:gd name="T9" fmla="*/ 5 h 13"/>
              </a:gdLst>
              <a:ahLst/>
              <a:cxnLst>
                <a:cxn ang="0">
                  <a:pos x="T0" y="T1"/>
                </a:cxn>
                <a:cxn ang="0">
                  <a:pos x="T2" y="T3"/>
                </a:cxn>
                <a:cxn ang="0">
                  <a:pos x="T4" y="T5"/>
                </a:cxn>
                <a:cxn ang="0">
                  <a:pos x="T6" y="T7"/>
                </a:cxn>
                <a:cxn ang="0">
                  <a:pos x="T8" y="T9"/>
                </a:cxn>
              </a:cxnLst>
              <a:rect l="0" t="0" r="r" b="b"/>
              <a:pathLst>
                <a:path w="27" h="13">
                  <a:moveTo>
                    <a:pt x="12" y="5"/>
                  </a:moveTo>
                  <a:cubicBezTo>
                    <a:pt x="5" y="8"/>
                    <a:pt x="0" y="11"/>
                    <a:pt x="1" y="12"/>
                  </a:cubicBezTo>
                  <a:cubicBezTo>
                    <a:pt x="2" y="13"/>
                    <a:pt x="8" y="12"/>
                    <a:pt x="15" y="9"/>
                  </a:cubicBezTo>
                  <a:cubicBezTo>
                    <a:pt x="22" y="7"/>
                    <a:pt x="27" y="3"/>
                    <a:pt x="27" y="2"/>
                  </a:cubicBezTo>
                  <a:cubicBezTo>
                    <a:pt x="27" y="0"/>
                    <a:pt x="20" y="2"/>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48" name="Freeform 1247"/>
            <p:cNvSpPr/>
            <p:nvPr/>
          </p:nvSpPr>
          <p:spPr bwMode="auto">
            <a:xfrm>
              <a:off x="6974191" y="10301066"/>
              <a:ext cx="73025" cy="33338"/>
            </a:xfrm>
            <a:custGeom>
              <a:avLst/>
              <a:gdLst>
                <a:gd name="T0" fmla="*/ 13 w 27"/>
                <a:gd name="T1" fmla="*/ 4 h 12"/>
                <a:gd name="T2" fmla="*/ 1 w 27"/>
                <a:gd name="T3" fmla="*/ 11 h 12"/>
                <a:gd name="T4" fmla="*/ 15 w 27"/>
                <a:gd name="T5" fmla="*/ 8 h 12"/>
                <a:gd name="T6" fmla="*/ 27 w 27"/>
                <a:gd name="T7" fmla="*/ 2 h 12"/>
                <a:gd name="T8" fmla="*/ 13 w 27"/>
                <a:gd name="T9" fmla="*/ 4 h 12"/>
              </a:gdLst>
              <a:ahLst/>
              <a:cxnLst>
                <a:cxn ang="0">
                  <a:pos x="T0" y="T1"/>
                </a:cxn>
                <a:cxn ang="0">
                  <a:pos x="T2" y="T3"/>
                </a:cxn>
                <a:cxn ang="0">
                  <a:pos x="T4" y="T5"/>
                </a:cxn>
                <a:cxn ang="0">
                  <a:pos x="T6" y="T7"/>
                </a:cxn>
                <a:cxn ang="0">
                  <a:pos x="T8" y="T9"/>
                </a:cxn>
              </a:cxnLst>
              <a:rect l="0" t="0" r="r" b="b"/>
              <a:pathLst>
                <a:path w="27" h="12">
                  <a:moveTo>
                    <a:pt x="13" y="4"/>
                  </a:moveTo>
                  <a:cubicBezTo>
                    <a:pt x="6" y="6"/>
                    <a:pt x="0" y="10"/>
                    <a:pt x="1" y="11"/>
                  </a:cubicBezTo>
                  <a:cubicBezTo>
                    <a:pt x="1" y="12"/>
                    <a:pt x="8" y="11"/>
                    <a:pt x="15" y="8"/>
                  </a:cubicBezTo>
                  <a:cubicBezTo>
                    <a:pt x="22" y="6"/>
                    <a:pt x="27" y="3"/>
                    <a:pt x="27" y="2"/>
                  </a:cubicBezTo>
                  <a:cubicBezTo>
                    <a:pt x="26" y="0"/>
                    <a:pt x="20" y="1"/>
                    <a:pt x="1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49" name="Freeform 1248"/>
            <p:cNvSpPr/>
            <p:nvPr/>
          </p:nvSpPr>
          <p:spPr bwMode="auto">
            <a:xfrm>
              <a:off x="7185329" y="10235978"/>
              <a:ext cx="73025" cy="26988"/>
            </a:xfrm>
            <a:custGeom>
              <a:avLst/>
              <a:gdLst>
                <a:gd name="T0" fmla="*/ 11 w 27"/>
                <a:gd name="T1" fmla="*/ 3 h 10"/>
                <a:gd name="T2" fmla="*/ 1 w 27"/>
                <a:gd name="T3" fmla="*/ 9 h 10"/>
                <a:gd name="T4" fmla="*/ 15 w 27"/>
                <a:gd name="T5" fmla="*/ 7 h 10"/>
                <a:gd name="T6" fmla="*/ 26 w 27"/>
                <a:gd name="T7" fmla="*/ 1 h 10"/>
                <a:gd name="T8" fmla="*/ 11 w 27"/>
                <a:gd name="T9" fmla="*/ 3 h 10"/>
              </a:gdLst>
              <a:ahLst/>
              <a:cxnLst>
                <a:cxn ang="0">
                  <a:pos x="T0" y="T1"/>
                </a:cxn>
                <a:cxn ang="0">
                  <a:pos x="T2" y="T3"/>
                </a:cxn>
                <a:cxn ang="0">
                  <a:pos x="T4" y="T5"/>
                </a:cxn>
                <a:cxn ang="0">
                  <a:pos x="T6" y="T7"/>
                </a:cxn>
                <a:cxn ang="0">
                  <a:pos x="T8" y="T9"/>
                </a:cxn>
              </a:cxnLst>
              <a:rect l="0" t="0" r="r" b="b"/>
              <a:pathLst>
                <a:path w="27" h="10">
                  <a:moveTo>
                    <a:pt x="11" y="3"/>
                  </a:moveTo>
                  <a:cubicBezTo>
                    <a:pt x="5" y="5"/>
                    <a:pt x="0" y="8"/>
                    <a:pt x="1" y="9"/>
                  </a:cubicBezTo>
                  <a:cubicBezTo>
                    <a:pt x="1" y="10"/>
                    <a:pt x="8" y="9"/>
                    <a:pt x="15" y="7"/>
                  </a:cubicBezTo>
                  <a:cubicBezTo>
                    <a:pt x="22" y="5"/>
                    <a:pt x="27" y="2"/>
                    <a:pt x="26" y="1"/>
                  </a:cubicBezTo>
                  <a:cubicBezTo>
                    <a:pt x="26" y="0"/>
                    <a:pt x="19" y="1"/>
                    <a:pt x="1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50" name="Freeform 1249"/>
            <p:cNvSpPr/>
            <p:nvPr/>
          </p:nvSpPr>
          <p:spPr bwMode="auto">
            <a:xfrm>
              <a:off x="7398054" y="10182003"/>
              <a:ext cx="73025" cy="22225"/>
            </a:xfrm>
            <a:custGeom>
              <a:avLst/>
              <a:gdLst>
                <a:gd name="T0" fmla="*/ 13 w 27"/>
                <a:gd name="T1" fmla="*/ 2 h 8"/>
                <a:gd name="T2" fmla="*/ 1 w 27"/>
                <a:gd name="T3" fmla="*/ 7 h 8"/>
                <a:gd name="T4" fmla="*/ 13 w 27"/>
                <a:gd name="T5" fmla="*/ 6 h 8"/>
                <a:gd name="T6" fmla="*/ 27 w 27"/>
                <a:gd name="T7" fmla="*/ 1 h 8"/>
                <a:gd name="T8" fmla="*/ 13 w 27"/>
                <a:gd name="T9" fmla="*/ 2 h 8"/>
              </a:gdLst>
              <a:ahLst/>
              <a:cxnLst>
                <a:cxn ang="0">
                  <a:pos x="T0" y="T1"/>
                </a:cxn>
                <a:cxn ang="0">
                  <a:pos x="T2" y="T3"/>
                </a:cxn>
                <a:cxn ang="0">
                  <a:pos x="T4" y="T5"/>
                </a:cxn>
                <a:cxn ang="0">
                  <a:pos x="T6" y="T7"/>
                </a:cxn>
                <a:cxn ang="0">
                  <a:pos x="T8" y="T9"/>
                </a:cxn>
              </a:cxnLst>
              <a:rect l="0" t="0" r="r" b="b"/>
              <a:pathLst>
                <a:path w="27" h="8">
                  <a:moveTo>
                    <a:pt x="13" y="2"/>
                  </a:moveTo>
                  <a:cubicBezTo>
                    <a:pt x="6" y="4"/>
                    <a:pt x="0" y="6"/>
                    <a:pt x="1" y="7"/>
                  </a:cubicBezTo>
                  <a:cubicBezTo>
                    <a:pt x="1" y="8"/>
                    <a:pt x="6" y="8"/>
                    <a:pt x="13" y="6"/>
                  </a:cubicBezTo>
                  <a:cubicBezTo>
                    <a:pt x="21" y="5"/>
                    <a:pt x="27" y="2"/>
                    <a:pt x="27" y="1"/>
                  </a:cubicBezTo>
                  <a:cubicBezTo>
                    <a:pt x="26" y="0"/>
                    <a:pt x="20"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51" name="Freeform 1250"/>
            <p:cNvSpPr/>
            <p:nvPr/>
          </p:nvSpPr>
          <p:spPr bwMode="auto">
            <a:xfrm>
              <a:off x="7612366" y="10143903"/>
              <a:ext cx="73025" cy="15875"/>
            </a:xfrm>
            <a:custGeom>
              <a:avLst/>
              <a:gdLst>
                <a:gd name="T0" fmla="*/ 0 w 27"/>
                <a:gd name="T1" fmla="*/ 5 h 6"/>
                <a:gd name="T2" fmla="*/ 14 w 27"/>
                <a:gd name="T3" fmla="*/ 5 h 6"/>
                <a:gd name="T4" fmla="*/ 26 w 27"/>
                <a:gd name="T5" fmla="*/ 1 h 6"/>
                <a:gd name="T6" fmla="*/ 12 w 27"/>
                <a:gd name="T7" fmla="*/ 1 h 6"/>
                <a:gd name="T8" fmla="*/ 0 w 27"/>
                <a:gd name="T9" fmla="*/ 5 h 6"/>
              </a:gdLst>
              <a:ahLst/>
              <a:cxnLst>
                <a:cxn ang="0">
                  <a:pos x="T0" y="T1"/>
                </a:cxn>
                <a:cxn ang="0">
                  <a:pos x="T2" y="T3"/>
                </a:cxn>
                <a:cxn ang="0">
                  <a:pos x="T4" y="T5"/>
                </a:cxn>
                <a:cxn ang="0">
                  <a:pos x="T6" y="T7"/>
                </a:cxn>
                <a:cxn ang="0">
                  <a:pos x="T8" y="T9"/>
                </a:cxn>
              </a:cxnLst>
              <a:rect l="0" t="0" r="r" b="b"/>
              <a:pathLst>
                <a:path w="27" h="6">
                  <a:moveTo>
                    <a:pt x="0" y="5"/>
                  </a:moveTo>
                  <a:cubicBezTo>
                    <a:pt x="0" y="6"/>
                    <a:pt x="7" y="6"/>
                    <a:pt x="14" y="5"/>
                  </a:cubicBezTo>
                  <a:cubicBezTo>
                    <a:pt x="21" y="3"/>
                    <a:pt x="27" y="2"/>
                    <a:pt x="26" y="1"/>
                  </a:cubicBezTo>
                  <a:cubicBezTo>
                    <a:pt x="25" y="0"/>
                    <a:pt x="19" y="0"/>
                    <a:pt x="12" y="1"/>
                  </a:cubicBezTo>
                  <a:cubicBezTo>
                    <a:pt x="5" y="2"/>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52" name="Freeform 1251"/>
            <p:cNvSpPr/>
            <p:nvPr/>
          </p:nvSpPr>
          <p:spPr bwMode="auto">
            <a:xfrm>
              <a:off x="7823504" y="10121678"/>
              <a:ext cx="73025" cy="11113"/>
            </a:xfrm>
            <a:custGeom>
              <a:avLst/>
              <a:gdLst>
                <a:gd name="T0" fmla="*/ 13 w 27"/>
                <a:gd name="T1" fmla="*/ 0 h 4"/>
                <a:gd name="T2" fmla="*/ 0 w 27"/>
                <a:gd name="T3" fmla="*/ 3 h 4"/>
                <a:gd name="T4" fmla="*/ 15 w 27"/>
                <a:gd name="T5" fmla="*/ 4 h 4"/>
                <a:gd name="T6" fmla="*/ 27 w 27"/>
                <a:gd name="T7" fmla="*/ 1 h 4"/>
                <a:gd name="T8" fmla="*/ 13 w 27"/>
                <a:gd name="T9" fmla="*/ 0 h 4"/>
              </a:gdLst>
              <a:ahLst/>
              <a:cxnLst>
                <a:cxn ang="0">
                  <a:pos x="T0" y="T1"/>
                </a:cxn>
                <a:cxn ang="0">
                  <a:pos x="T2" y="T3"/>
                </a:cxn>
                <a:cxn ang="0">
                  <a:pos x="T4" y="T5"/>
                </a:cxn>
                <a:cxn ang="0">
                  <a:pos x="T6" y="T7"/>
                </a:cxn>
                <a:cxn ang="0">
                  <a:pos x="T8" y="T9"/>
                </a:cxn>
              </a:cxnLst>
              <a:rect l="0" t="0" r="r" b="b"/>
              <a:pathLst>
                <a:path w="27" h="4">
                  <a:moveTo>
                    <a:pt x="13" y="0"/>
                  </a:moveTo>
                  <a:cubicBezTo>
                    <a:pt x="6" y="1"/>
                    <a:pt x="0" y="2"/>
                    <a:pt x="0" y="3"/>
                  </a:cubicBezTo>
                  <a:cubicBezTo>
                    <a:pt x="1" y="4"/>
                    <a:pt x="8" y="4"/>
                    <a:pt x="15" y="4"/>
                  </a:cubicBezTo>
                  <a:cubicBezTo>
                    <a:pt x="22" y="3"/>
                    <a:pt x="27" y="2"/>
                    <a:pt x="27" y="1"/>
                  </a:cubicBezTo>
                  <a:cubicBezTo>
                    <a:pt x="26" y="0"/>
                    <a:pt x="20"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53" name="Freeform 1252"/>
            <p:cNvSpPr/>
            <p:nvPr/>
          </p:nvSpPr>
          <p:spPr bwMode="auto">
            <a:xfrm>
              <a:off x="8040991" y="10112153"/>
              <a:ext cx="73025" cy="9525"/>
            </a:xfrm>
            <a:custGeom>
              <a:avLst/>
              <a:gdLst>
                <a:gd name="T0" fmla="*/ 13 w 27"/>
                <a:gd name="T1" fmla="*/ 4 h 4"/>
                <a:gd name="T2" fmla="*/ 26 w 27"/>
                <a:gd name="T3" fmla="*/ 1 h 4"/>
                <a:gd name="T4" fmla="*/ 12 w 27"/>
                <a:gd name="T5" fmla="*/ 0 h 4"/>
                <a:gd name="T6" fmla="*/ 0 w 27"/>
                <a:gd name="T7" fmla="*/ 3 h 4"/>
                <a:gd name="T8" fmla="*/ 13 w 27"/>
                <a:gd name="T9" fmla="*/ 4 h 4"/>
              </a:gdLst>
              <a:ahLst/>
              <a:cxnLst>
                <a:cxn ang="0">
                  <a:pos x="T0" y="T1"/>
                </a:cxn>
                <a:cxn ang="0">
                  <a:pos x="T2" y="T3"/>
                </a:cxn>
                <a:cxn ang="0">
                  <a:pos x="T4" y="T5"/>
                </a:cxn>
                <a:cxn ang="0">
                  <a:pos x="T6" y="T7"/>
                </a:cxn>
                <a:cxn ang="0">
                  <a:pos x="T8" y="T9"/>
                </a:cxn>
              </a:cxnLst>
              <a:rect l="0" t="0" r="r" b="b"/>
              <a:pathLst>
                <a:path w="27" h="4">
                  <a:moveTo>
                    <a:pt x="13" y="4"/>
                  </a:moveTo>
                  <a:cubicBezTo>
                    <a:pt x="20" y="4"/>
                    <a:pt x="27" y="2"/>
                    <a:pt x="26" y="1"/>
                  </a:cubicBezTo>
                  <a:cubicBezTo>
                    <a:pt x="26" y="0"/>
                    <a:pt x="19" y="0"/>
                    <a:pt x="12" y="0"/>
                  </a:cubicBezTo>
                  <a:cubicBezTo>
                    <a:pt x="5" y="1"/>
                    <a:pt x="0" y="2"/>
                    <a:pt x="0" y="3"/>
                  </a:cubicBezTo>
                  <a:cubicBezTo>
                    <a:pt x="0" y="4"/>
                    <a:pt x="5" y="4"/>
                    <a:pt x="1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54" name="Freeform 1253"/>
            <p:cNvSpPr/>
            <p:nvPr/>
          </p:nvSpPr>
          <p:spPr bwMode="auto">
            <a:xfrm>
              <a:off x="8252129" y="10094691"/>
              <a:ext cx="79375" cy="14288"/>
            </a:xfrm>
            <a:custGeom>
              <a:avLst/>
              <a:gdLst>
                <a:gd name="T0" fmla="*/ 12 w 29"/>
                <a:gd name="T1" fmla="*/ 0 h 5"/>
                <a:gd name="T2" fmla="*/ 2 w 29"/>
                <a:gd name="T3" fmla="*/ 3 h 5"/>
                <a:gd name="T4" fmla="*/ 17 w 29"/>
                <a:gd name="T5" fmla="*/ 4 h 5"/>
                <a:gd name="T6" fmla="*/ 28 w 29"/>
                <a:gd name="T7" fmla="*/ 1 h 5"/>
                <a:gd name="T8" fmla="*/ 12 w 29"/>
                <a:gd name="T9" fmla="*/ 0 h 5"/>
              </a:gdLst>
              <a:ahLst/>
              <a:cxnLst>
                <a:cxn ang="0">
                  <a:pos x="T0" y="T1"/>
                </a:cxn>
                <a:cxn ang="0">
                  <a:pos x="T2" y="T3"/>
                </a:cxn>
                <a:cxn ang="0">
                  <a:pos x="T4" y="T5"/>
                </a:cxn>
                <a:cxn ang="0">
                  <a:pos x="T6" y="T7"/>
                </a:cxn>
                <a:cxn ang="0">
                  <a:pos x="T8" y="T9"/>
                </a:cxn>
              </a:cxnLst>
              <a:rect l="0" t="0" r="r" b="b"/>
              <a:pathLst>
                <a:path w="29" h="5">
                  <a:moveTo>
                    <a:pt x="12" y="0"/>
                  </a:moveTo>
                  <a:cubicBezTo>
                    <a:pt x="5" y="1"/>
                    <a:pt x="0" y="2"/>
                    <a:pt x="2" y="3"/>
                  </a:cubicBezTo>
                  <a:cubicBezTo>
                    <a:pt x="3" y="4"/>
                    <a:pt x="9" y="5"/>
                    <a:pt x="17" y="4"/>
                  </a:cubicBezTo>
                  <a:cubicBezTo>
                    <a:pt x="24" y="3"/>
                    <a:pt x="29" y="2"/>
                    <a:pt x="28" y="1"/>
                  </a:cubicBezTo>
                  <a:cubicBezTo>
                    <a:pt x="27" y="0"/>
                    <a:pt x="19"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55" name="Freeform 1254"/>
            <p:cNvSpPr/>
            <p:nvPr/>
          </p:nvSpPr>
          <p:spPr bwMode="auto">
            <a:xfrm>
              <a:off x="8472791" y="10070878"/>
              <a:ext cx="76200" cy="15875"/>
            </a:xfrm>
            <a:custGeom>
              <a:avLst/>
              <a:gdLst>
                <a:gd name="T0" fmla="*/ 12 w 28"/>
                <a:gd name="T1" fmla="*/ 1 h 6"/>
                <a:gd name="T2" fmla="*/ 0 w 28"/>
                <a:gd name="T3" fmla="*/ 4 h 6"/>
                <a:gd name="T4" fmla="*/ 14 w 28"/>
                <a:gd name="T5" fmla="*/ 5 h 6"/>
                <a:gd name="T6" fmla="*/ 27 w 28"/>
                <a:gd name="T7" fmla="*/ 1 h 6"/>
                <a:gd name="T8" fmla="*/ 12 w 28"/>
                <a:gd name="T9" fmla="*/ 1 h 6"/>
              </a:gdLst>
              <a:ahLst/>
              <a:cxnLst>
                <a:cxn ang="0">
                  <a:pos x="T0" y="T1"/>
                </a:cxn>
                <a:cxn ang="0">
                  <a:pos x="T2" y="T3"/>
                </a:cxn>
                <a:cxn ang="0">
                  <a:pos x="T4" y="T5"/>
                </a:cxn>
                <a:cxn ang="0">
                  <a:pos x="T6" y="T7"/>
                </a:cxn>
                <a:cxn ang="0">
                  <a:pos x="T8" y="T9"/>
                </a:cxn>
              </a:cxnLst>
              <a:rect l="0" t="0" r="r" b="b"/>
              <a:pathLst>
                <a:path w="28" h="6">
                  <a:moveTo>
                    <a:pt x="12" y="1"/>
                  </a:moveTo>
                  <a:cubicBezTo>
                    <a:pt x="5" y="2"/>
                    <a:pt x="0" y="3"/>
                    <a:pt x="0" y="4"/>
                  </a:cubicBezTo>
                  <a:cubicBezTo>
                    <a:pt x="1" y="5"/>
                    <a:pt x="7" y="6"/>
                    <a:pt x="14" y="5"/>
                  </a:cubicBezTo>
                  <a:cubicBezTo>
                    <a:pt x="22" y="4"/>
                    <a:pt x="28" y="2"/>
                    <a:pt x="27" y="1"/>
                  </a:cubicBezTo>
                  <a:cubicBezTo>
                    <a:pt x="26" y="0"/>
                    <a:pt x="19"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56" name="Freeform 1255"/>
            <p:cNvSpPr/>
            <p:nvPr/>
          </p:nvSpPr>
          <p:spPr bwMode="auto">
            <a:xfrm>
              <a:off x="8688691" y="10040716"/>
              <a:ext cx="74613" cy="19050"/>
            </a:xfrm>
            <a:custGeom>
              <a:avLst/>
              <a:gdLst>
                <a:gd name="T0" fmla="*/ 12 w 27"/>
                <a:gd name="T1" fmla="*/ 1 h 7"/>
                <a:gd name="T2" fmla="*/ 0 w 27"/>
                <a:gd name="T3" fmla="*/ 5 h 7"/>
                <a:gd name="T4" fmla="*/ 14 w 27"/>
                <a:gd name="T5" fmla="*/ 6 h 7"/>
                <a:gd name="T6" fmla="*/ 27 w 27"/>
                <a:gd name="T7" fmla="*/ 2 h 7"/>
                <a:gd name="T8" fmla="*/ 12 w 27"/>
                <a:gd name="T9" fmla="*/ 1 h 7"/>
              </a:gdLst>
              <a:ahLst/>
              <a:cxnLst>
                <a:cxn ang="0">
                  <a:pos x="T0" y="T1"/>
                </a:cxn>
                <a:cxn ang="0">
                  <a:pos x="T2" y="T3"/>
                </a:cxn>
                <a:cxn ang="0">
                  <a:pos x="T4" y="T5"/>
                </a:cxn>
                <a:cxn ang="0">
                  <a:pos x="T6" y="T7"/>
                </a:cxn>
                <a:cxn ang="0">
                  <a:pos x="T8" y="T9"/>
                </a:cxn>
              </a:cxnLst>
              <a:rect l="0" t="0" r="r" b="b"/>
              <a:pathLst>
                <a:path w="27" h="7">
                  <a:moveTo>
                    <a:pt x="12" y="1"/>
                  </a:moveTo>
                  <a:cubicBezTo>
                    <a:pt x="5" y="2"/>
                    <a:pt x="0" y="4"/>
                    <a:pt x="0" y="5"/>
                  </a:cubicBezTo>
                  <a:cubicBezTo>
                    <a:pt x="1" y="7"/>
                    <a:pt x="7" y="7"/>
                    <a:pt x="14" y="6"/>
                  </a:cubicBezTo>
                  <a:cubicBezTo>
                    <a:pt x="21" y="5"/>
                    <a:pt x="27" y="3"/>
                    <a:pt x="27" y="2"/>
                  </a:cubicBezTo>
                  <a:cubicBezTo>
                    <a:pt x="27" y="0"/>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57" name="Freeform 1256"/>
            <p:cNvSpPr/>
            <p:nvPr/>
          </p:nvSpPr>
          <p:spPr bwMode="auto">
            <a:xfrm>
              <a:off x="8903004" y="10008966"/>
              <a:ext cx="79375" cy="20638"/>
            </a:xfrm>
            <a:custGeom>
              <a:avLst/>
              <a:gdLst>
                <a:gd name="T0" fmla="*/ 13 w 29"/>
                <a:gd name="T1" fmla="*/ 2 h 8"/>
                <a:gd name="T2" fmla="*/ 2 w 29"/>
                <a:gd name="T3" fmla="*/ 6 h 8"/>
                <a:gd name="T4" fmla="*/ 17 w 29"/>
                <a:gd name="T5" fmla="*/ 7 h 8"/>
                <a:gd name="T6" fmla="*/ 28 w 29"/>
                <a:gd name="T7" fmla="*/ 2 h 8"/>
                <a:gd name="T8" fmla="*/ 13 w 29"/>
                <a:gd name="T9" fmla="*/ 2 h 8"/>
              </a:gdLst>
              <a:ahLst/>
              <a:cxnLst>
                <a:cxn ang="0">
                  <a:pos x="T0" y="T1"/>
                </a:cxn>
                <a:cxn ang="0">
                  <a:pos x="T2" y="T3"/>
                </a:cxn>
                <a:cxn ang="0">
                  <a:pos x="T4" y="T5"/>
                </a:cxn>
                <a:cxn ang="0">
                  <a:pos x="T6" y="T7"/>
                </a:cxn>
                <a:cxn ang="0">
                  <a:pos x="T8" y="T9"/>
                </a:cxn>
              </a:cxnLst>
              <a:rect l="0" t="0" r="r" b="b"/>
              <a:pathLst>
                <a:path w="29" h="8">
                  <a:moveTo>
                    <a:pt x="13" y="2"/>
                  </a:moveTo>
                  <a:cubicBezTo>
                    <a:pt x="6" y="3"/>
                    <a:pt x="0" y="5"/>
                    <a:pt x="2" y="6"/>
                  </a:cubicBezTo>
                  <a:cubicBezTo>
                    <a:pt x="3" y="8"/>
                    <a:pt x="10" y="8"/>
                    <a:pt x="17" y="7"/>
                  </a:cubicBezTo>
                  <a:cubicBezTo>
                    <a:pt x="24" y="6"/>
                    <a:pt x="29" y="3"/>
                    <a:pt x="28" y="2"/>
                  </a:cubicBezTo>
                  <a:cubicBezTo>
                    <a:pt x="27" y="1"/>
                    <a:pt x="20"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58" name="Freeform 1257"/>
            <p:cNvSpPr/>
            <p:nvPr/>
          </p:nvSpPr>
          <p:spPr bwMode="auto">
            <a:xfrm>
              <a:off x="9123666" y="9972453"/>
              <a:ext cx="76200" cy="25400"/>
            </a:xfrm>
            <a:custGeom>
              <a:avLst/>
              <a:gdLst>
                <a:gd name="T0" fmla="*/ 12 w 28"/>
                <a:gd name="T1" fmla="*/ 2 h 9"/>
                <a:gd name="T2" fmla="*/ 1 w 28"/>
                <a:gd name="T3" fmla="*/ 7 h 9"/>
                <a:gd name="T4" fmla="*/ 16 w 28"/>
                <a:gd name="T5" fmla="*/ 8 h 9"/>
                <a:gd name="T6" fmla="*/ 28 w 28"/>
                <a:gd name="T7" fmla="*/ 3 h 9"/>
                <a:gd name="T8" fmla="*/ 12 w 28"/>
                <a:gd name="T9" fmla="*/ 2 h 9"/>
              </a:gdLst>
              <a:ahLst/>
              <a:cxnLst>
                <a:cxn ang="0">
                  <a:pos x="T0" y="T1"/>
                </a:cxn>
                <a:cxn ang="0">
                  <a:pos x="T2" y="T3"/>
                </a:cxn>
                <a:cxn ang="0">
                  <a:pos x="T4" y="T5"/>
                </a:cxn>
                <a:cxn ang="0">
                  <a:pos x="T6" y="T7"/>
                </a:cxn>
                <a:cxn ang="0">
                  <a:pos x="T8" y="T9"/>
                </a:cxn>
              </a:cxnLst>
              <a:rect l="0" t="0" r="r" b="b"/>
              <a:pathLst>
                <a:path w="28" h="9">
                  <a:moveTo>
                    <a:pt x="12" y="2"/>
                  </a:moveTo>
                  <a:cubicBezTo>
                    <a:pt x="5" y="3"/>
                    <a:pt x="0" y="5"/>
                    <a:pt x="1" y="7"/>
                  </a:cubicBezTo>
                  <a:cubicBezTo>
                    <a:pt x="2" y="8"/>
                    <a:pt x="8" y="9"/>
                    <a:pt x="16" y="8"/>
                  </a:cubicBezTo>
                  <a:cubicBezTo>
                    <a:pt x="23" y="7"/>
                    <a:pt x="28" y="4"/>
                    <a:pt x="28" y="3"/>
                  </a:cubicBezTo>
                  <a:cubicBezTo>
                    <a:pt x="27" y="1"/>
                    <a:pt x="19"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59" name="Freeform 1258"/>
            <p:cNvSpPr/>
            <p:nvPr/>
          </p:nvSpPr>
          <p:spPr bwMode="auto">
            <a:xfrm>
              <a:off x="9341154" y="9937528"/>
              <a:ext cx="77788" cy="25400"/>
            </a:xfrm>
            <a:custGeom>
              <a:avLst/>
              <a:gdLst>
                <a:gd name="T0" fmla="*/ 13 w 29"/>
                <a:gd name="T1" fmla="*/ 1 h 9"/>
                <a:gd name="T2" fmla="*/ 1 w 29"/>
                <a:gd name="T3" fmla="*/ 7 h 9"/>
                <a:gd name="T4" fmla="*/ 17 w 29"/>
                <a:gd name="T5" fmla="*/ 8 h 9"/>
                <a:gd name="T6" fmla="*/ 28 w 29"/>
                <a:gd name="T7" fmla="*/ 2 h 9"/>
                <a:gd name="T8" fmla="*/ 13 w 29"/>
                <a:gd name="T9" fmla="*/ 1 h 9"/>
              </a:gdLst>
              <a:ahLst/>
              <a:cxnLst>
                <a:cxn ang="0">
                  <a:pos x="T0" y="T1"/>
                </a:cxn>
                <a:cxn ang="0">
                  <a:pos x="T2" y="T3"/>
                </a:cxn>
                <a:cxn ang="0">
                  <a:pos x="T4" y="T5"/>
                </a:cxn>
                <a:cxn ang="0">
                  <a:pos x="T6" y="T7"/>
                </a:cxn>
                <a:cxn ang="0">
                  <a:pos x="T8" y="T9"/>
                </a:cxn>
              </a:cxnLst>
              <a:rect l="0" t="0" r="r" b="b"/>
              <a:pathLst>
                <a:path w="29" h="9">
                  <a:moveTo>
                    <a:pt x="13" y="1"/>
                  </a:moveTo>
                  <a:cubicBezTo>
                    <a:pt x="6" y="2"/>
                    <a:pt x="0" y="5"/>
                    <a:pt x="1" y="7"/>
                  </a:cubicBezTo>
                  <a:cubicBezTo>
                    <a:pt x="3" y="9"/>
                    <a:pt x="9" y="9"/>
                    <a:pt x="17" y="8"/>
                  </a:cubicBezTo>
                  <a:cubicBezTo>
                    <a:pt x="24" y="7"/>
                    <a:pt x="29" y="4"/>
                    <a:pt x="28" y="2"/>
                  </a:cubicBezTo>
                  <a:cubicBezTo>
                    <a:pt x="27" y="0"/>
                    <a:pt x="21"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60" name="Freeform 1259"/>
            <p:cNvSpPr/>
            <p:nvPr/>
          </p:nvSpPr>
          <p:spPr bwMode="auto">
            <a:xfrm>
              <a:off x="9560229" y="9899428"/>
              <a:ext cx="76200" cy="30163"/>
            </a:xfrm>
            <a:custGeom>
              <a:avLst/>
              <a:gdLst>
                <a:gd name="T0" fmla="*/ 13 w 28"/>
                <a:gd name="T1" fmla="*/ 1 h 11"/>
                <a:gd name="T2" fmla="*/ 1 w 28"/>
                <a:gd name="T3" fmla="*/ 7 h 11"/>
                <a:gd name="T4" fmla="*/ 16 w 28"/>
                <a:gd name="T5" fmla="*/ 10 h 11"/>
                <a:gd name="T6" fmla="*/ 27 w 28"/>
                <a:gd name="T7" fmla="*/ 3 h 11"/>
                <a:gd name="T8" fmla="*/ 13 w 28"/>
                <a:gd name="T9" fmla="*/ 1 h 11"/>
              </a:gdLst>
              <a:ahLst/>
              <a:cxnLst>
                <a:cxn ang="0">
                  <a:pos x="T0" y="T1"/>
                </a:cxn>
                <a:cxn ang="0">
                  <a:pos x="T2" y="T3"/>
                </a:cxn>
                <a:cxn ang="0">
                  <a:pos x="T4" y="T5"/>
                </a:cxn>
                <a:cxn ang="0">
                  <a:pos x="T6" y="T7"/>
                </a:cxn>
                <a:cxn ang="0">
                  <a:pos x="T8" y="T9"/>
                </a:cxn>
              </a:cxnLst>
              <a:rect l="0" t="0" r="r" b="b"/>
              <a:pathLst>
                <a:path w="28" h="11">
                  <a:moveTo>
                    <a:pt x="13" y="1"/>
                  </a:moveTo>
                  <a:cubicBezTo>
                    <a:pt x="6" y="2"/>
                    <a:pt x="0" y="5"/>
                    <a:pt x="1" y="7"/>
                  </a:cubicBezTo>
                  <a:cubicBezTo>
                    <a:pt x="1" y="10"/>
                    <a:pt x="8" y="11"/>
                    <a:pt x="16" y="10"/>
                  </a:cubicBezTo>
                  <a:cubicBezTo>
                    <a:pt x="23" y="8"/>
                    <a:pt x="28" y="6"/>
                    <a:pt x="27" y="3"/>
                  </a:cubicBezTo>
                  <a:cubicBezTo>
                    <a:pt x="27" y="1"/>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61" name="Freeform 1260"/>
            <p:cNvSpPr/>
            <p:nvPr/>
          </p:nvSpPr>
          <p:spPr bwMode="auto">
            <a:xfrm>
              <a:off x="9777716" y="9864503"/>
              <a:ext cx="79375" cy="30163"/>
            </a:xfrm>
            <a:custGeom>
              <a:avLst/>
              <a:gdLst>
                <a:gd name="T0" fmla="*/ 13 w 29"/>
                <a:gd name="T1" fmla="*/ 1 h 11"/>
                <a:gd name="T2" fmla="*/ 1 w 29"/>
                <a:gd name="T3" fmla="*/ 7 h 11"/>
                <a:gd name="T4" fmla="*/ 15 w 29"/>
                <a:gd name="T5" fmla="*/ 11 h 11"/>
                <a:gd name="T6" fmla="*/ 28 w 29"/>
                <a:gd name="T7" fmla="*/ 3 h 11"/>
                <a:gd name="T8" fmla="*/ 13 w 29"/>
                <a:gd name="T9" fmla="*/ 1 h 11"/>
              </a:gdLst>
              <a:ahLst/>
              <a:cxnLst>
                <a:cxn ang="0">
                  <a:pos x="T0" y="T1"/>
                </a:cxn>
                <a:cxn ang="0">
                  <a:pos x="T2" y="T3"/>
                </a:cxn>
                <a:cxn ang="0">
                  <a:pos x="T4" y="T5"/>
                </a:cxn>
                <a:cxn ang="0">
                  <a:pos x="T6" y="T7"/>
                </a:cxn>
                <a:cxn ang="0">
                  <a:pos x="T8" y="T9"/>
                </a:cxn>
              </a:cxnLst>
              <a:rect l="0" t="0" r="r" b="b"/>
              <a:pathLst>
                <a:path w="29" h="11">
                  <a:moveTo>
                    <a:pt x="13" y="1"/>
                  </a:moveTo>
                  <a:cubicBezTo>
                    <a:pt x="6" y="2"/>
                    <a:pt x="0" y="5"/>
                    <a:pt x="1" y="7"/>
                  </a:cubicBezTo>
                  <a:cubicBezTo>
                    <a:pt x="1" y="10"/>
                    <a:pt x="7" y="11"/>
                    <a:pt x="15" y="11"/>
                  </a:cubicBezTo>
                  <a:cubicBezTo>
                    <a:pt x="22" y="10"/>
                    <a:pt x="29" y="6"/>
                    <a:pt x="28" y="3"/>
                  </a:cubicBezTo>
                  <a:cubicBezTo>
                    <a:pt x="27" y="1"/>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62" name="Freeform 1261"/>
            <p:cNvSpPr/>
            <p:nvPr/>
          </p:nvSpPr>
          <p:spPr bwMode="auto">
            <a:xfrm>
              <a:off x="9995204" y="9829578"/>
              <a:ext cx="77788" cy="34925"/>
            </a:xfrm>
            <a:custGeom>
              <a:avLst/>
              <a:gdLst>
                <a:gd name="T0" fmla="*/ 12 w 29"/>
                <a:gd name="T1" fmla="*/ 1 h 13"/>
                <a:gd name="T2" fmla="*/ 1 w 29"/>
                <a:gd name="T3" fmla="*/ 9 h 13"/>
                <a:gd name="T4" fmla="*/ 16 w 29"/>
                <a:gd name="T5" fmla="*/ 12 h 13"/>
                <a:gd name="T6" fmla="*/ 28 w 29"/>
                <a:gd name="T7" fmla="*/ 5 h 13"/>
                <a:gd name="T8" fmla="*/ 12 w 29"/>
                <a:gd name="T9" fmla="*/ 1 h 13"/>
              </a:gdLst>
              <a:ahLst/>
              <a:cxnLst>
                <a:cxn ang="0">
                  <a:pos x="T0" y="T1"/>
                </a:cxn>
                <a:cxn ang="0">
                  <a:pos x="T2" y="T3"/>
                </a:cxn>
                <a:cxn ang="0">
                  <a:pos x="T4" y="T5"/>
                </a:cxn>
                <a:cxn ang="0">
                  <a:pos x="T6" y="T7"/>
                </a:cxn>
                <a:cxn ang="0">
                  <a:pos x="T8" y="T9"/>
                </a:cxn>
              </a:cxnLst>
              <a:rect l="0" t="0" r="r" b="b"/>
              <a:pathLst>
                <a:path w="29" h="13">
                  <a:moveTo>
                    <a:pt x="12" y="1"/>
                  </a:moveTo>
                  <a:cubicBezTo>
                    <a:pt x="5" y="2"/>
                    <a:pt x="0" y="6"/>
                    <a:pt x="1" y="9"/>
                  </a:cubicBezTo>
                  <a:cubicBezTo>
                    <a:pt x="2" y="12"/>
                    <a:pt x="9" y="13"/>
                    <a:pt x="16" y="12"/>
                  </a:cubicBezTo>
                  <a:cubicBezTo>
                    <a:pt x="23" y="11"/>
                    <a:pt x="29" y="8"/>
                    <a:pt x="28" y="5"/>
                  </a:cubicBezTo>
                  <a:cubicBezTo>
                    <a:pt x="27" y="1"/>
                    <a:pt x="19"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63" name="Freeform 1262"/>
            <p:cNvSpPr/>
            <p:nvPr/>
          </p:nvSpPr>
          <p:spPr bwMode="auto">
            <a:xfrm>
              <a:off x="10212691" y="9796241"/>
              <a:ext cx="77788" cy="41275"/>
            </a:xfrm>
            <a:custGeom>
              <a:avLst/>
              <a:gdLst>
                <a:gd name="T0" fmla="*/ 12 w 29"/>
                <a:gd name="T1" fmla="*/ 1 h 15"/>
                <a:gd name="T2" fmla="*/ 1 w 29"/>
                <a:gd name="T3" fmla="*/ 10 h 15"/>
                <a:gd name="T4" fmla="*/ 16 w 29"/>
                <a:gd name="T5" fmla="*/ 14 h 15"/>
                <a:gd name="T6" fmla="*/ 28 w 29"/>
                <a:gd name="T7" fmla="*/ 6 h 15"/>
                <a:gd name="T8" fmla="*/ 12 w 29"/>
                <a:gd name="T9" fmla="*/ 1 h 15"/>
              </a:gdLst>
              <a:ahLst/>
              <a:cxnLst>
                <a:cxn ang="0">
                  <a:pos x="T0" y="T1"/>
                </a:cxn>
                <a:cxn ang="0">
                  <a:pos x="T2" y="T3"/>
                </a:cxn>
                <a:cxn ang="0">
                  <a:pos x="T4" y="T5"/>
                </a:cxn>
                <a:cxn ang="0">
                  <a:pos x="T6" y="T7"/>
                </a:cxn>
                <a:cxn ang="0">
                  <a:pos x="T8" y="T9"/>
                </a:cxn>
              </a:cxnLst>
              <a:rect l="0" t="0" r="r" b="b"/>
              <a:pathLst>
                <a:path w="29" h="15">
                  <a:moveTo>
                    <a:pt x="12" y="1"/>
                  </a:moveTo>
                  <a:cubicBezTo>
                    <a:pt x="5" y="3"/>
                    <a:pt x="0" y="6"/>
                    <a:pt x="1" y="10"/>
                  </a:cubicBezTo>
                  <a:cubicBezTo>
                    <a:pt x="2" y="13"/>
                    <a:pt x="9" y="15"/>
                    <a:pt x="16" y="14"/>
                  </a:cubicBezTo>
                  <a:cubicBezTo>
                    <a:pt x="23" y="13"/>
                    <a:pt x="29" y="10"/>
                    <a:pt x="28" y="6"/>
                  </a:cubicBezTo>
                  <a:cubicBezTo>
                    <a:pt x="27" y="3"/>
                    <a:pt x="19"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64" name="Freeform 1263"/>
            <p:cNvSpPr/>
            <p:nvPr/>
          </p:nvSpPr>
          <p:spPr bwMode="auto">
            <a:xfrm>
              <a:off x="10428591" y="9772428"/>
              <a:ext cx="79375" cy="41275"/>
            </a:xfrm>
            <a:custGeom>
              <a:avLst/>
              <a:gdLst>
                <a:gd name="T0" fmla="*/ 13 w 29"/>
                <a:gd name="T1" fmla="*/ 1 h 15"/>
                <a:gd name="T2" fmla="*/ 1 w 29"/>
                <a:gd name="T3" fmla="*/ 9 h 15"/>
                <a:gd name="T4" fmla="*/ 16 w 29"/>
                <a:gd name="T5" fmla="*/ 15 h 15"/>
                <a:gd name="T6" fmla="*/ 28 w 29"/>
                <a:gd name="T7" fmla="*/ 6 h 15"/>
                <a:gd name="T8" fmla="*/ 13 w 29"/>
                <a:gd name="T9" fmla="*/ 1 h 15"/>
              </a:gdLst>
              <a:ahLst/>
              <a:cxnLst>
                <a:cxn ang="0">
                  <a:pos x="T0" y="T1"/>
                </a:cxn>
                <a:cxn ang="0">
                  <a:pos x="T2" y="T3"/>
                </a:cxn>
                <a:cxn ang="0">
                  <a:pos x="T4" y="T5"/>
                </a:cxn>
                <a:cxn ang="0">
                  <a:pos x="T6" y="T7"/>
                </a:cxn>
                <a:cxn ang="0">
                  <a:pos x="T8" y="T9"/>
                </a:cxn>
              </a:cxnLst>
              <a:rect l="0" t="0" r="r" b="b"/>
              <a:pathLst>
                <a:path w="29" h="15">
                  <a:moveTo>
                    <a:pt x="13" y="1"/>
                  </a:moveTo>
                  <a:cubicBezTo>
                    <a:pt x="6" y="1"/>
                    <a:pt x="0" y="5"/>
                    <a:pt x="1" y="9"/>
                  </a:cubicBezTo>
                  <a:cubicBezTo>
                    <a:pt x="2" y="13"/>
                    <a:pt x="8" y="15"/>
                    <a:pt x="16" y="15"/>
                  </a:cubicBezTo>
                  <a:cubicBezTo>
                    <a:pt x="23" y="15"/>
                    <a:pt x="29" y="10"/>
                    <a:pt x="28" y="6"/>
                  </a:cubicBezTo>
                  <a:cubicBezTo>
                    <a:pt x="27" y="2"/>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65" name="Freeform 1264"/>
            <p:cNvSpPr/>
            <p:nvPr/>
          </p:nvSpPr>
          <p:spPr bwMode="auto">
            <a:xfrm>
              <a:off x="10646079" y="9750203"/>
              <a:ext cx="79375" cy="49213"/>
            </a:xfrm>
            <a:custGeom>
              <a:avLst/>
              <a:gdLst>
                <a:gd name="T0" fmla="*/ 12 w 29"/>
                <a:gd name="T1" fmla="*/ 1 h 18"/>
                <a:gd name="T2" fmla="*/ 1 w 29"/>
                <a:gd name="T3" fmla="*/ 11 h 18"/>
                <a:gd name="T4" fmla="*/ 17 w 29"/>
                <a:gd name="T5" fmla="*/ 17 h 18"/>
                <a:gd name="T6" fmla="*/ 27 w 29"/>
                <a:gd name="T7" fmla="*/ 8 h 18"/>
                <a:gd name="T8" fmla="*/ 12 w 29"/>
                <a:gd name="T9" fmla="*/ 1 h 18"/>
              </a:gdLst>
              <a:ahLst/>
              <a:cxnLst>
                <a:cxn ang="0">
                  <a:pos x="T0" y="T1"/>
                </a:cxn>
                <a:cxn ang="0">
                  <a:pos x="T2" y="T3"/>
                </a:cxn>
                <a:cxn ang="0">
                  <a:pos x="T4" y="T5"/>
                </a:cxn>
                <a:cxn ang="0">
                  <a:pos x="T6" y="T7"/>
                </a:cxn>
                <a:cxn ang="0">
                  <a:pos x="T8" y="T9"/>
                </a:cxn>
              </a:cxnLst>
              <a:rect l="0" t="0" r="r" b="b"/>
              <a:pathLst>
                <a:path w="29" h="18">
                  <a:moveTo>
                    <a:pt x="12" y="1"/>
                  </a:moveTo>
                  <a:cubicBezTo>
                    <a:pt x="5" y="2"/>
                    <a:pt x="0" y="6"/>
                    <a:pt x="1" y="11"/>
                  </a:cubicBezTo>
                  <a:cubicBezTo>
                    <a:pt x="3" y="15"/>
                    <a:pt x="10" y="18"/>
                    <a:pt x="17" y="17"/>
                  </a:cubicBezTo>
                  <a:cubicBezTo>
                    <a:pt x="24" y="16"/>
                    <a:pt x="29" y="12"/>
                    <a:pt x="27" y="8"/>
                  </a:cubicBezTo>
                  <a:cubicBezTo>
                    <a:pt x="26" y="4"/>
                    <a:pt x="19"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66" name="Freeform 1265"/>
            <p:cNvSpPr/>
            <p:nvPr/>
          </p:nvSpPr>
          <p:spPr bwMode="auto">
            <a:xfrm>
              <a:off x="10863566" y="9739091"/>
              <a:ext cx="77788" cy="49213"/>
            </a:xfrm>
            <a:custGeom>
              <a:avLst/>
              <a:gdLst>
                <a:gd name="T0" fmla="*/ 1 w 29"/>
                <a:gd name="T1" fmla="*/ 10 h 18"/>
                <a:gd name="T2" fmla="*/ 16 w 29"/>
                <a:gd name="T3" fmla="*/ 18 h 18"/>
                <a:gd name="T4" fmla="*/ 27 w 29"/>
                <a:gd name="T5" fmla="*/ 8 h 18"/>
                <a:gd name="T6" fmla="*/ 11 w 29"/>
                <a:gd name="T7" fmla="*/ 0 h 18"/>
                <a:gd name="T8" fmla="*/ 1 w 29"/>
                <a:gd name="T9" fmla="*/ 10 h 18"/>
              </a:gdLst>
              <a:ahLst/>
              <a:cxnLst>
                <a:cxn ang="0">
                  <a:pos x="T0" y="T1"/>
                </a:cxn>
                <a:cxn ang="0">
                  <a:pos x="T2" y="T3"/>
                </a:cxn>
                <a:cxn ang="0">
                  <a:pos x="T4" y="T5"/>
                </a:cxn>
                <a:cxn ang="0">
                  <a:pos x="T6" y="T7"/>
                </a:cxn>
                <a:cxn ang="0">
                  <a:pos x="T8" y="T9"/>
                </a:cxn>
              </a:cxnLst>
              <a:rect l="0" t="0" r="r" b="b"/>
              <a:pathLst>
                <a:path w="29" h="18">
                  <a:moveTo>
                    <a:pt x="1" y="10"/>
                  </a:moveTo>
                  <a:cubicBezTo>
                    <a:pt x="2" y="14"/>
                    <a:pt x="8" y="18"/>
                    <a:pt x="16" y="18"/>
                  </a:cubicBezTo>
                  <a:cubicBezTo>
                    <a:pt x="23" y="18"/>
                    <a:pt x="29" y="13"/>
                    <a:pt x="27" y="8"/>
                  </a:cubicBezTo>
                  <a:cubicBezTo>
                    <a:pt x="25" y="3"/>
                    <a:pt x="18" y="0"/>
                    <a:pt x="11" y="0"/>
                  </a:cubicBezTo>
                  <a:cubicBezTo>
                    <a:pt x="4" y="1"/>
                    <a:pt x="0" y="5"/>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67" name="Freeform 1266"/>
            <p:cNvSpPr/>
            <p:nvPr/>
          </p:nvSpPr>
          <p:spPr bwMode="auto">
            <a:xfrm>
              <a:off x="11077879" y="9734328"/>
              <a:ext cx="76200" cy="53975"/>
            </a:xfrm>
            <a:custGeom>
              <a:avLst/>
              <a:gdLst>
                <a:gd name="T0" fmla="*/ 1 w 28"/>
                <a:gd name="T1" fmla="*/ 11 h 20"/>
                <a:gd name="T2" fmla="*/ 17 w 28"/>
                <a:gd name="T3" fmla="*/ 20 h 20"/>
                <a:gd name="T4" fmla="*/ 27 w 28"/>
                <a:gd name="T5" fmla="*/ 11 h 20"/>
                <a:gd name="T6" fmla="*/ 12 w 28"/>
                <a:gd name="T7" fmla="*/ 1 h 20"/>
                <a:gd name="T8" fmla="*/ 1 w 28"/>
                <a:gd name="T9" fmla="*/ 11 h 20"/>
              </a:gdLst>
              <a:ahLst/>
              <a:cxnLst>
                <a:cxn ang="0">
                  <a:pos x="T0" y="T1"/>
                </a:cxn>
                <a:cxn ang="0">
                  <a:pos x="T2" y="T3"/>
                </a:cxn>
                <a:cxn ang="0">
                  <a:pos x="T4" y="T5"/>
                </a:cxn>
                <a:cxn ang="0">
                  <a:pos x="T6" y="T7"/>
                </a:cxn>
                <a:cxn ang="0">
                  <a:pos x="T8" y="T9"/>
                </a:cxn>
              </a:cxnLst>
              <a:rect l="0" t="0" r="r" b="b"/>
              <a:pathLst>
                <a:path w="28" h="20">
                  <a:moveTo>
                    <a:pt x="1" y="11"/>
                  </a:moveTo>
                  <a:cubicBezTo>
                    <a:pt x="3" y="16"/>
                    <a:pt x="10" y="20"/>
                    <a:pt x="17" y="20"/>
                  </a:cubicBezTo>
                  <a:cubicBezTo>
                    <a:pt x="24" y="20"/>
                    <a:pt x="28" y="16"/>
                    <a:pt x="27" y="11"/>
                  </a:cubicBezTo>
                  <a:cubicBezTo>
                    <a:pt x="26" y="5"/>
                    <a:pt x="19" y="1"/>
                    <a:pt x="12" y="1"/>
                  </a:cubicBezTo>
                  <a:cubicBezTo>
                    <a:pt x="5" y="0"/>
                    <a:pt x="0" y="5"/>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68" name="Freeform 1267"/>
            <p:cNvSpPr/>
            <p:nvPr/>
          </p:nvSpPr>
          <p:spPr bwMode="auto">
            <a:xfrm>
              <a:off x="11287429" y="9620028"/>
              <a:ext cx="69850" cy="92075"/>
            </a:xfrm>
            <a:custGeom>
              <a:avLst/>
              <a:gdLst>
                <a:gd name="T0" fmla="*/ 1 w 26"/>
                <a:gd name="T1" fmla="*/ 29 h 34"/>
                <a:gd name="T2" fmla="*/ 15 w 26"/>
                <a:gd name="T3" fmla="*/ 26 h 34"/>
                <a:gd name="T4" fmla="*/ 26 w 26"/>
                <a:gd name="T5" fmla="*/ 5 h 34"/>
                <a:gd name="T6" fmla="*/ 11 w 26"/>
                <a:gd name="T7" fmla="*/ 10 h 34"/>
                <a:gd name="T8" fmla="*/ 1 w 26"/>
                <a:gd name="T9" fmla="*/ 29 h 34"/>
              </a:gdLst>
              <a:ahLst/>
              <a:cxnLst>
                <a:cxn ang="0">
                  <a:pos x="T0" y="T1"/>
                </a:cxn>
                <a:cxn ang="0">
                  <a:pos x="T2" y="T3"/>
                </a:cxn>
                <a:cxn ang="0">
                  <a:pos x="T4" y="T5"/>
                </a:cxn>
                <a:cxn ang="0">
                  <a:pos x="T6" y="T7"/>
                </a:cxn>
                <a:cxn ang="0">
                  <a:pos x="T8" y="T9"/>
                </a:cxn>
              </a:cxnLst>
              <a:rect l="0" t="0" r="r" b="b"/>
              <a:pathLst>
                <a:path w="26" h="34">
                  <a:moveTo>
                    <a:pt x="1" y="29"/>
                  </a:moveTo>
                  <a:cubicBezTo>
                    <a:pt x="2" y="34"/>
                    <a:pt x="8" y="33"/>
                    <a:pt x="15" y="26"/>
                  </a:cubicBezTo>
                  <a:cubicBezTo>
                    <a:pt x="22" y="20"/>
                    <a:pt x="26" y="9"/>
                    <a:pt x="26" y="5"/>
                  </a:cubicBezTo>
                  <a:cubicBezTo>
                    <a:pt x="25" y="0"/>
                    <a:pt x="18" y="3"/>
                    <a:pt x="11" y="10"/>
                  </a:cubicBezTo>
                  <a:cubicBezTo>
                    <a:pt x="5" y="16"/>
                    <a:pt x="0" y="25"/>
                    <a:pt x="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69" name="Freeform 1268"/>
            <p:cNvSpPr/>
            <p:nvPr/>
          </p:nvSpPr>
          <p:spPr bwMode="auto">
            <a:xfrm>
              <a:off x="11482691" y="9337453"/>
              <a:ext cx="69850" cy="114300"/>
            </a:xfrm>
            <a:custGeom>
              <a:avLst/>
              <a:gdLst>
                <a:gd name="T0" fmla="*/ 11 w 26"/>
                <a:gd name="T1" fmla="*/ 17 h 42"/>
                <a:gd name="T2" fmla="*/ 2 w 26"/>
                <a:gd name="T3" fmla="*/ 40 h 42"/>
                <a:gd name="T4" fmla="*/ 16 w 26"/>
                <a:gd name="T5" fmla="*/ 24 h 42"/>
                <a:gd name="T6" fmla="*/ 25 w 26"/>
                <a:gd name="T7" fmla="*/ 1 h 42"/>
                <a:gd name="T8" fmla="*/ 11 w 26"/>
                <a:gd name="T9" fmla="*/ 17 h 42"/>
              </a:gdLst>
              <a:ahLst/>
              <a:cxnLst>
                <a:cxn ang="0">
                  <a:pos x="T0" y="T1"/>
                </a:cxn>
                <a:cxn ang="0">
                  <a:pos x="T2" y="T3"/>
                </a:cxn>
                <a:cxn ang="0">
                  <a:pos x="T4" y="T5"/>
                </a:cxn>
                <a:cxn ang="0">
                  <a:pos x="T6" y="T7"/>
                </a:cxn>
                <a:cxn ang="0">
                  <a:pos x="T8" y="T9"/>
                </a:cxn>
              </a:cxnLst>
              <a:rect l="0" t="0" r="r" b="b"/>
              <a:pathLst>
                <a:path w="26" h="42">
                  <a:moveTo>
                    <a:pt x="11" y="17"/>
                  </a:moveTo>
                  <a:cubicBezTo>
                    <a:pt x="4" y="28"/>
                    <a:pt x="0" y="39"/>
                    <a:pt x="2" y="40"/>
                  </a:cubicBezTo>
                  <a:cubicBezTo>
                    <a:pt x="3" y="42"/>
                    <a:pt x="10" y="35"/>
                    <a:pt x="16" y="24"/>
                  </a:cubicBezTo>
                  <a:cubicBezTo>
                    <a:pt x="22" y="13"/>
                    <a:pt x="26" y="3"/>
                    <a:pt x="25" y="1"/>
                  </a:cubicBezTo>
                  <a:cubicBezTo>
                    <a:pt x="24" y="0"/>
                    <a:pt x="17" y="7"/>
                    <a:pt x="1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70" name="Freeform 1269"/>
            <p:cNvSpPr/>
            <p:nvPr/>
          </p:nvSpPr>
          <p:spPr bwMode="auto">
            <a:xfrm>
              <a:off x="11674779" y="9026303"/>
              <a:ext cx="68263" cy="103188"/>
            </a:xfrm>
            <a:custGeom>
              <a:avLst/>
              <a:gdLst>
                <a:gd name="T0" fmla="*/ 12 w 25"/>
                <a:gd name="T1" fmla="*/ 17 h 38"/>
                <a:gd name="T2" fmla="*/ 1 w 25"/>
                <a:gd name="T3" fmla="*/ 37 h 38"/>
                <a:gd name="T4" fmla="*/ 13 w 25"/>
                <a:gd name="T5" fmla="*/ 22 h 38"/>
                <a:gd name="T6" fmla="*/ 25 w 25"/>
                <a:gd name="T7" fmla="*/ 1 h 38"/>
                <a:gd name="T8" fmla="*/ 12 w 25"/>
                <a:gd name="T9" fmla="*/ 17 h 38"/>
              </a:gdLst>
              <a:ahLst/>
              <a:cxnLst>
                <a:cxn ang="0">
                  <a:pos x="T0" y="T1"/>
                </a:cxn>
                <a:cxn ang="0">
                  <a:pos x="T2" y="T3"/>
                </a:cxn>
                <a:cxn ang="0">
                  <a:pos x="T4" y="T5"/>
                </a:cxn>
                <a:cxn ang="0">
                  <a:pos x="T6" y="T7"/>
                </a:cxn>
                <a:cxn ang="0">
                  <a:pos x="T8" y="T9"/>
                </a:cxn>
              </a:cxnLst>
              <a:rect l="0" t="0" r="r" b="b"/>
              <a:pathLst>
                <a:path w="25" h="38">
                  <a:moveTo>
                    <a:pt x="12" y="17"/>
                  </a:moveTo>
                  <a:cubicBezTo>
                    <a:pt x="5" y="26"/>
                    <a:pt x="0" y="35"/>
                    <a:pt x="1" y="37"/>
                  </a:cubicBezTo>
                  <a:cubicBezTo>
                    <a:pt x="1" y="38"/>
                    <a:pt x="7" y="32"/>
                    <a:pt x="13" y="22"/>
                  </a:cubicBezTo>
                  <a:cubicBezTo>
                    <a:pt x="20" y="11"/>
                    <a:pt x="25" y="1"/>
                    <a:pt x="25" y="1"/>
                  </a:cubicBezTo>
                  <a:cubicBezTo>
                    <a:pt x="24" y="0"/>
                    <a:pt x="18" y="7"/>
                    <a:pt x="12"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71" name="Freeform 1270"/>
            <p:cNvSpPr/>
            <p:nvPr/>
          </p:nvSpPr>
          <p:spPr bwMode="auto">
            <a:xfrm>
              <a:off x="-25097" y="12025091"/>
              <a:ext cx="77788" cy="49213"/>
            </a:xfrm>
            <a:custGeom>
              <a:avLst/>
              <a:gdLst>
                <a:gd name="T0" fmla="*/ 17 w 29"/>
                <a:gd name="T1" fmla="*/ 17 h 18"/>
                <a:gd name="T2" fmla="*/ 28 w 29"/>
                <a:gd name="T3" fmla="*/ 7 h 18"/>
                <a:gd name="T4" fmla="*/ 12 w 29"/>
                <a:gd name="T5" fmla="*/ 1 h 18"/>
                <a:gd name="T6" fmla="*/ 2 w 29"/>
                <a:gd name="T7" fmla="*/ 11 h 18"/>
                <a:gd name="T8" fmla="*/ 17 w 29"/>
                <a:gd name="T9" fmla="*/ 17 h 18"/>
              </a:gdLst>
              <a:ahLst/>
              <a:cxnLst>
                <a:cxn ang="0">
                  <a:pos x="T0" y="T1"/>
                </a:cxn>
                <a:cxn ang="0">
                  <a:pos x="T2" y="T3"/>
                </a:cxn>
                <a:cxn ang="0">
                  <a:pos x="T4" y="T5"/>
                </a:cxn>
                <a:cxn ang="0">
                  <a:pos x="T6" y="T7"/>
                </a:cxn>
                <a:cxn ang="0">
                  <a:pos x="T8" y="T9"/>
                </a:cxn>
              </a:cxnLst>
              <a:rect l="0" t="0" r="r" b="b"/>
              <a:pathLst>
                <a:path w="29" h="18">
                  <a:moveTo>
                    <a:pt x="17" y="17"/>
                  </a:moveTo>
                  <a:cubicBezTo>
                    <a:pt x="24" y="16"/>
                    <a:pt x="29" y="12"/>
                    <a:pt x="28" y="7"/>
                  </a:cubicBezTo>
                  <a:cubicBezTo>
                    <a:pt x="27" y="3"/>
                    <a:pt x="19" y="0"/>
                    <a:pt x="12" y="1"/>
                  </a:cubicBezTo>
                  <a:cubicBezTo>
                    <a:pt x="5" y="3"/>
                    <a:pt x="0" y="7"/>
                    <a:pt x="2" y="11"/>
                  </a:cubicBezTo>
                  <a:cubicBezTo>
                    <a:pt x="3" y="15"/>
                    <a:pt x="10" y="18"/>
                    <a:pt x="17"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72" name="Freeform 1271"/>
            <p:cNvSpPr/>
            <p:nvPr/>
          </p:nvSpPr>
          <p:spPr bwMode="auto">
            <a:xfrm>
              <a:off x="189216" y="12001278"/>
              <a:ext cx="76200" cy="50800"/>
            </a:xfrm>
            <a:custGeom>
              <a:avLst/>
              <a:gdLst>
                <a:gd name="T0" fmla="*/ 17 w 28"/>
                <a:gd name="T1" fmla="*/ 17 h 19"/>
                <a:gd name="T2" fmla="*/ 27 w 28"/>
                <a:gd name="T3" fmla="*/ 7 h 19"/>
                <a:gd name="T4" fmla="*/ 13 w 28"/>
                <a:gd name="T5" fmla="*/ 1 h 19"/>
                <a:gd name="T6" fmla="*/ 2 w 28"/>
                <a:gd name="T7" fmla="*/ 12 h 19"/>
                <a:gd name="T8" fmla="*/ 17 w 28"/>
                <a:gd name="T9" fmla="*/ 17 h 19"/>
              </a:gdLst>
              <a:ahLst/>
              <a:cxnLst>
                <a:cxn ang="0">
                  <a:pos x="T0" y="T1"/>
                </a:cxn>
                <a:cxn ang="0">
                  <a:pos x="T2" y="T3"/>
                </a:cxn>
                <a:cxn ang="0">
                  <a:pos x="T4" y="T5"/>
                </a:cxn>
                <a:cxn ang="0">
                  <a:pos x="T6" y="T7"/>
                </a:cxn>
                <a:cxn ang="0">
                  <a:pos x="T8" y="T9"/>
                </a:cxn>
              </a:cxnLst>
              <a:rect l="0" t="0" r="r" b="b"/>
              <a:pathLst>
                <a:path w="28" h="19">
                  <a:moveTo>
                    <a:pt x="17" y="17"/>
                  </a:moveTo>
                  <a:cubicBezTo>
                    <a:pt x="24" y="16"/>
                    <a:pt x="28" y="12"/>
                    <a:pt x="27" y="7"/>
                  </a:cubicBezTo>
                  <a:cubicBezTo>
                    <a:pt x="26" y="3"/>
                    <a:pt x="19" y="0"/>
                    <a:pt x="13" y="1"/>
                  </a:cubicBezTo>
                  <a:cubicBezTo>
                    <a:pt x="5" y="2"/>
                    <a:pt x="0" y="7"/>
                    <a:pt x="2" y="12"/>
                  </a:cubicBezTo>
                  <a:cubicBezTo>
                    <a:pt x="3" y="16"/>
                    <a:pt x="10" y="19"/>
                    <a:pt x="17"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73" name="Freeform 1272"/>
            <p:cNvSpPr/>
            <p:nvPr/>
          </p:nvSpPr>
          <p:spPr bwMode="auto">
            <a:xfrm>
              <a:off x="403529" y="11974291"/>
              <a:ext cx="76200" cy="50800"/>
            </a:xfrm>
            <a:custGeom>
              <a:avLst/>
              <a:gdLst>
                <a:gd name="T0" fmla="*/ 13 w 28"/>
                <a:gd name="T1" fmla="*/ 1 h 19"/>
                <a:gd name="T2" fmla="*/ 1 w 28"/>
                <a:gd name="T3" fmla="*/ 10 h 19"/>
                <a:gd name="T4" fmla="*/ 16 w 28"/>
                <a:gd name="T5" fmla="*/ 18 h 19"/>
                <a:gd name="T6" fmla="*/ 27 w 28"/>
                <a:gd name="T7" fmla="*/ 8 h 19"/>
                <a:gd name="T8" fmla="*/ 13 w 28"/>
                <a:gd name="T9" fmla="*/ 1 h 19"/>
              </a:gdLst>
              <a:ahLst/>
              <a:cxnLst>
                <a:cxn ang="0">
                  <a:pos x="T0" y="T1"/>
                </a:cxn>
                <a:cxn ang="0">
                  <a:pos x="T2" y="T3"/>
                </a:cxn>
                <a:cxn ang="0">
                  <a:pos x="T4" y="T5"/>
                </a:cxn>
                <a:cxn ang="0">
                  <a:pos x="T6" y="T7"/>
                </a:cxn>
                <a:cxn ang="0">
                  <a:pos x="T8" y="T9"/>
                </a:cxn>
              </a:cxnLst>
              <a:rect l="0" t="0" r="r" b="b"/>
              <a:pathLst>
                <a:path w="28" h="19">
                  <a:moveTo>
                    <a:pt x="13" y="1"/>
                  </a:moveTo>
                  <a:cubicBezTo>
                    <a:pt x="6" y="1"/>
                    <a:pt x="0" y="6"/>
                    <a:pt x="1" y="10"/>
                  </a:cubicBezTo>
                  <a:cubicBezTo>
                    <a:pt x="1" y="16"/>
                    <a:pt x="8" y="19"/>
                    <a:pt x="16" y="18"/>
                  </a:cubicBezTo>
                  <a:cubicBezTo>
                    <a:pt x="23" y="17"/>
                    <a:pt x="28" y="12"/>
                    <a:pt x="27" y="8"/>
                  </a:cubicBezTo>
                  <a:cubicBezTo>
                    <a:pt x="26" y="3"/>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74" name="Freeform 1273"/>
            <p:cNvSpPr/>
            <p:nvPr/>
          </p:nvSpPr>
          <p:spPr bwMode="auto">
            <a:xfrm>
              <a:off x="617841" y="11944128"/>
              <a:ext cx="76200" cy="53975"/>
            </a:xfrm>
            <a:custGeom>
              <a:avLst/>
              <a:gdLst>
                <a:gd name="T0" fmla="*/ 13 w 28"/>
                <a:gd name="T1" fmla="*/ 1 h 20"/>
                <a:gd name="T2" fmla="*/ 1 w 28"/>
                <a:gd name="T3" fmla="*/ 11 h 20"/>
                <a:gd name="T4" fmla="*/ 14 w 28"/>
                <a:gd name="T5" fmla="*/ 20 h 20"/>
                <a:gd name="T6" fmla="*/ 27 w 28"/>
                <a:gd name="T7" fmla="*/ 9 h 20"/>
                <a:gd name="T8" fmla="*/ 13 w 28"/>
                <a:gd name="T9" fmla="*/ 1 h 20"/>
              </a:gdLst>
              <a:ahLst/>
              <a:cxnLst>
                <a:cxn ang="0">
                  <a:pos x="T0" y="T1"/>
                </a:cxn>
                <a:cxn ang="0">
                  <a:pos x="T2" y="T3"/>
                </a:cxn>
                <a:cxn ang="0">
                  <a:pos x="T4" y="T5"/>
                </a:cxn>
                <a:cxn ang="0">
                  <a:pos x="T6" y="T7"/>
                </a:cxn>
                <a:cxn ang="0">
                  <a:pos x="T8" y="T9"/>
                </a:cxn>
              </a:cxnLst>
              <a:rect l="0" t="0" r="r" b="b"/>
              <a:pathLst>
                <a:path w="28" h="20">
                  <a:moveTo>
                    <a:pt x="13" y="1"/>
                  </a:moveTo>
                  <a:cubicBezTo>
                    <a:pt x="6" y="2"/>
                    <a:pt x="0" y="6"/>
                    <a:pt x="1" y="11"/>
                  </a:cubicBezTo>
                  <a:cubicBezTo>
                    <a:pt x="1" y="16"/>
                    <a:pt x="7" y="20"/>
                    <a:pt x="14" y="20"/>
                  </a:cubicBezTo>
                  <a:cubicBezTo>
                    <a:pt x="21" y="19"/>
                    <a:pt x="28" y="14"/>
                    <a:pt x="27" y="9"/>
                  </a:cubicBezTo>
                  <a:cubicBezTo>
                    <a:pt x="26" y="4"/>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75" name="Freeform 1274"/>
            <p:cNvSpPr/>
            <p:nvPr/>
          </p:nvSpPr>
          <p:spPr bwMode="auto">
            <a:xfrm>
              <a:off x="828979" y="11917141"/>
              <a:ext cx="76200" cy="57150"/>
            </a:xfrm>
            <a:custGeom>
              <a:avLst/>
              <a:gdLst>
                <a:gd name="T0" fmla="*/ 13 w 28"/>
                <a:gd name="T1" fmla="*/ 1 h 21"/>
                <a:gd name="T2" fmla="*/ 1 w 28"/>
                <a:gd name="T3" fmla="*/ 13 h 21"/>
                <a:gd name="T4" fmla="*/ 17 w 28"/>
                <a:gd name="T5" fmla="*/ 20 h 21"/>
                <a:gd name="T6" fmla="*/ 27 w 28"/>
                <a:gd name="T7" fmla="*/ 9 h 21"/>
                <a:gd name="T8" fmla="*/ 13 w 28"/>
                <a:gd name="T9" fmla="*/ 1 h 21"/>
              </a:gdLst>
              <a:ahLst/>
              <a:cxnLst>
                <a:cxn ang="0">
                  <a:pos x="T0" y="T1"/>
                </a:cxn>
                <a:cxn ang="0">
                  <a:pos x="T2" y="T3"/>
                </a:cxn>
                <a:cxn ang="0">
                  <a:pos x="T4" y="T5"/>
                </a:cxn>
                <a:cxn ang="0">
                  <a:pos x="T6" y="T7"/>
                </a:cxn>
                <a:cxn ang="0">
                  <a:pos x="T8" y="T9"/>
                </a:cxn>
              </a:cxnLst>
              <a:rect l="0" t="0" r="r" b="b"/>
              <a:pathLst>
                <a:path w="28" h="21">
                  <a:moveTo>
                    <a:pt x="13" y="1"/>
                  </a:moveTo>
                  <a:cubicBezTo>
                    <a:pt x="5" y="2"/>
                    <a:pt x="0" y="7"/>
                    <a:pt x="1" y="13"/>
                  </a:cubicBezTo>
                  <a:cubicBezTo>
                    <a:pt x="3" y="18"/>
                    <a:pt x="10" y="21"/>
                    <a:pt x="17" y="20"/>
                  </a:cubicBezTo>
                  <a:cubicBezTo>
                    <a:pt x="23" y="19"/>
                    <a:pt x="28" y="14"/>
                    <a:pt x="27" y="9"/>
                  </a:cubicBezTo>
                  <a:cubicBezTo>
                    <a:pt x="26" y="4"/>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76" name="Freeform 1275"/>
            <p:cNvSpPr/>
            <p:nvPr/>
          </p:nvSpPr>
          <p:spPr bwMode="auto">
            <a:xfrm>
              <a:off x="1041704" y="11882216"/>
              <a:ext cx="77788" cy="61913"/>
            </a:xfrm>
            <a:custGeom>
              <a:avLst/>
              <a:gdLst>
                <a:gd name="T0" fmla="*/ 13 w 29"/>
                <a:gd name="T1" fmla="*/ 1 h 23"/>
                <a:gd name="T2" fmla="*/ 2 w 29"/>
                <a:gd name="T3" fmla="*/ 14 h 23"/>
                <a:gd name="T4" fmla="*/ 17 w 29"/>
                <a:gd name="T5" fmla="*/ 21 h 23"/>
                <a:gd name="T6" fmla="*/ 28 w 29"/>
                <a:gd name="T7" fmla="*/ 9 h 23"/>
                <a:gd name="T8" fmla="*/ 13 w 29"/>
                <a:gd name="T9" fmla="*/ 1 h 23"/>
              </a:gdLst>
              <a:ahLst/>
              <a:cxnLst>
                <a:cxn ang="0">
                  <a:pos x="T0" y="T1"/>
                </a:cxn>
                <a:cxn ang="0">
                  <a:pos x="T2" y="T3"/>
                </a:cxn>
                <a:cxn ang="0">
                  <a:pos x="T4" y="T5"/>
                </a:cxn>
                <a:cxn ang="0">
                  <a:pos x="T6" y="T7"/>
                </a:cxn>
                <a:cxn ang="0">
                  <a:pos x="T8" y="T9"/>
                </a:cxn>
              </a:cxnLst>
              <a:rect l="0" t="0" r="r" b="b"/>
              <a:pathLst>
                <a:path w="29" h="23">
                  <a:moveTo>
                    <a:pt x="13" y="1"/>
                  </a:moveTo>
                  <a:cubicBezTo>
                    <a:pt x="6" y="2"/>
                    <a:pt x="0" y="9"/>
                    <a:pt x="2" y="14"/>
                  </a:cubicBezTo>
                  <a:cubicBezTo>
                    <a:pt x="3" y="20"/>
                    <a:pt x="10" y="23"/>
                    <a:pt x="17" y="21"/>
                  </a:cubicBezTo>
                  <a:cubicBezTo>
                    <a:pt x="24" y="20"/>
                    <a:pt x="29" y="14"/>
                    <a:pt x="28" y="9"/>
                  </a:cubicBezTo>
                  <a:cubicBezTo>
                    <a:pt x="27" y="4"/>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77" name="Freeform 1276"/>
            <p:cNvSpPr/>
            <p:nvPr/>
          </p:nvSpPr>
          <p:spPr bwMode="auto">
            <a:xfrm>
              <a:off x="1256016" y="11845703"/>
              <a:ext cx="74613" cy="65088"/>
            </a:xfrm>
            <a:custGeom>
              <a:avLst/>
              <a:gdLst>
                <a:gd name="T0" fmla="*/ 14 w 28"/>
                <a:gd name="T1" fmla="*/ 1 h 24"/>
                <a:gd name="T2" fmla="*/ 1 w 28"/>
                <a:gd name="T3" fmla="*/ 14 h 24"/>
                <a:gd name="T4" fmla="*/ 16 w 28"/>
                <a:gd name="T5" fmla="*/ 23 h 24"/>
                <a:gd name="T6" fmla="*/ 27 w 28"/>
                <a:gd name="T7" fmla="*/ 10 h 24"/>
                <a:gd name="T8" fmla="*/ 14 w 28"/>
                <a:gd name="T9" fmla="*/ 1 h 24"/>
              </a:gdLst>
              <a:ahLst/>
              <a:cxnLst>
                <a:cxn ang="0">
                  <a:pos x="T0" y="T1"/>
                </a:cxn>
                <a:cxn ang="0">
                  <a:pos x="T2" y="T3"/>
                </a:cxn>
                <a:cxn ang="0">
                  <a:pos x="T4" y="T5"/>
                </a:cxn>
                <a:cxn ang="0">
                  <a:pos x="T6" y="T7"/>
                </a:cxn>
                <a:cxn ang="0">
                  <a:pos x="T8" y="T9"/>
                </a:cxn>
              </a:cxnLst>
              <a:rect l="0" t="0" r="r" b="b"/>
              <a:pathLst>
                <a:path w="28" h="24">
                  <a:moveTo>
                    <a:pt x="14" y="1"/>
                  </a:moveTo>
                  <a:cubicBezTo>
                    <a:pt x="6" y="2"/>
                    <a:pt x="0" y="8"/>
                    <a:pt x="1" y="14"/>
                  </a:cubicBezTo>
                  <a:cubicBezTo>
                    <a:pt x="2" y="20"/>
                    <a:pt x="9" y="24"/>
                    <a:pt x="16" y="23"/>
                  </a:cubicBezTo>
                  <a:cubicBezTo>
                    <a:pt x="23" y="22"/>
                    <a:pt x="28" y="16"/>
                    <a:pt x="27" y="10"/>
                  </a:cubicBezTo>
                  <a:cubicBezTo>
                    <a:pt x="27" y="4"/>
                    <a:pt x="21"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78" name="Freeform 1277"/>
            <p:cNvSpPr/>
            <p:nvPr/>
          </p:nvSpPr>
          <p:spPr bwMode="auto">
            <a:xfrm>
              <a:off x="1470329" y="11817128"/>
              <a:ext cx="76200" cy="61913"/>
            </a:xfrm>
            <a:custGeom>
              <a:avLst/>
              <a:gdLst>
                <a:gd name="T0" fmla="*/ 13 w 28"/>
                <a:gd name="T1" fmla="*/ 0 h 23"/>
                <a:gd name="T2" fmla="*/ 1 w 28"/>
                <a:gd name="T3" fmla="*/ 13 h 23"/>
                <a:gd name="T4" fmla="*/ 15 w 28"/>
                <a:gd name="T5" fmla="*/ 22 h 23"/>
                <a:gd name="T6" fmla="*/ 27 w 28"/>
                <a:gd name="T7" fmla="*/ 10 h 23"/>
                <a:gd name="T8" fmla="*/ 13 w 28"/>
                <a:gd name="T9" fmla="*/ 0 h 23"/>
              </a:gdLst>
              <a:ahLst/>
              <a:cxnLst>
                <a:cxn ang="0">
                  <a:pos x="T0" y="T1"/>
                </a:cxn>
                <a:cxn ang="0">
                  <a:pos x="T2" y="T3"/>
                </a:cxn>
                <a:cxn ang="0">
                  <a:pos x="T4" y="T5"/>
                </a:cxn>
                <a:cxn ang="0">
                  <a:pos x="T6" y="T7"/>
                </a:cxn>
                <a:cxn ang="0">
                  <a:pos x="T8" y="T9"/>
                </a:cxn>
              </a:cxnLst>
              <a:rect l="0" t="0" r="r" b="b"/>
              <a:pathLst>
                <a:path w="28" h="23">
                  <a:moveTo>
                    <a:pt x="13" y="0"/>
                  </a:moveTo>
                  <a:cubicBezTo>
                    <a:pt x="6" y="1"/>
                    <a:pt x="0" y="7"/>
                    <a:pt x="1" y="13"/>
                  </a:cubicBezTo>
                  <a:cubicBezTo>
                    <a:pt x="2" y="19"/>
                    <a:pt x="8" y="23"/>
                    <a:pt x="15" y="22"/>
                  </a:cubicBezTo>
                  <a:cubicBezTo>
                    <a:pt x="22" y="22"/>
                    <a:pt x="28" y="16"/>
                    <a:pt x="27" y="10"/>
                  </a:cubicBezTo>
                  <a:cubicBezTo>
                    <a:pt x="26" y="4"/>
                    <a:pt x="20"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79" name="Freeform 1278"/>
            <p:cNvSpPr/>
            <p:nvPr/>
          </p:nvSpPr>
          <p:spPr bwMode="auto">
            <a:xfrm>
              <a:off x="1681466" y="11786966"/>
              <a:ext cx="76200" cy="65088"/>
            </a:xfrm>
            <a:custGeom>
              <a:avLst/>
              <a:gdLst>
                <a:gd name="T0" fmla="*/ 13 w 28"/>
                <a:gd name="T1" fmla="*/ 1 h 24"/>
                <a:gd name="T2" fmla="*/ 2 w 28"/>
                <a:gd name="T3" fmla="*/ 14 h 24"/>
                <a:gd name="T4" fmla="*/ 17 w 28"/>
                <a:gd name="T5" fmla="*/ 23 h 24"/>
                <a:gd name="T6" fmla="*/ 27 w 28"/>
                <a:gd name="T7" fmla="*/ 10 h 24"/>
                <a:gd name="T8" fmla="*/ 13 w 28"/>
                <a:gd name="T9" fmla="*/ 1 h 24"/>
              </a:gdLst>
              <a:ahLst/>
              <a:cxnLst>
                <a:cxn ang="0">
                  <a:pos x="T0" y="T1"/>
                </a:cxn>
                <a:cxn ang="0">
                  <a:pos x="T2" y="T3"/>
                </a:cxn>
                <a:cxn ang="0">
                  <a:pos x="T4" y="T5"/>
                </a:cxn>
                <a:cxn ang="0">
                  <a:pos x="T6" y="T7"/>
                </a:cxn>
                <a:cxn ang="0">
                  <a:pos x="T8" y="T9"/>
                </a:cxn>
              </a:cxnLst>
              <a:rect l="0" t="0" r="r" b="b"/>
              <a:pathLst>
                <a:path w="28" h="24">
                  <a:moveTo>
                    <a:pt x="13" y="1"/>
                  </a:moveTo>
                  <a:cubicBezTo>
                    <a:pt x="6" y="2"/>
                    <a:pt x="0" y="8"/>
                    <a:pt x="2" y="14"/>
                  </a:cubicBezTo>
                  <a:cubicBezTo>
                    <a:pt x="3" y="20"/>
                    <a:pt x="10" y="24"/>
                    <a:pt x="17" y="23"/>
                  </a:cubicBezTo>
                  <a:cubicBezTo>
                    <a:pt x="24" y="22"/>
                    <a:pt x="28" y="16"/>
                    <a:pt x="27" y="10"/>
                  </a:cubicBezTo>
                  <a:cubicBezTo>
                    <a:pt x="27" y="5"/>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80" name="Freeform 1279"/>
            <p:cNvSpPr/>
            <p:nvPr/>
          </p:nvSpPr>
          <p:spPr bwMode="auto">
            <a:xfrm>
              <a:off x="1895779" y="11764741"/>
              <a:ext cx="76200" cy="61913"/>
            </a:xfrm>
            <a:custGeom>
              <a:avLst/>
              <a:gdLst>
                <a:gd name="T0" fmla="*/ 12 w 28"/>
                <a:gd name="T1" fmla="*/ 1 h 23"/>
                <a:gd name="T2" fmla="*/ 1 w 28"/>
                <a:gd name="T3" fmla="*/ 13 h 23"/>
                <a:gd name="T4" fmla="*/ 15 w 28"/>
                <a:gd name="T5" fmla="*/ 22 h 23"/>
                <a:gd name="T6" fmla="*/ 27 w 28"/>
                <a:gd name="T7" fmla="*/ 10 h 23"/>
                <a:gd name="T8" fmla="*/ 12 w 28"/>
                <a:gd name="T9" fmla="*/ 1 h 23"/>
              </a:gdLst>
              <a:ahLst/>
              <a:cxnLst>
                <a:cxn ang="0">
                  <a:pos x="T0" y="T1"/>
                </a:cxn>
                <a:cxn ang="0">
                  <a:pos x="T2" y="T3"/>
                </a:cxn>
                <a:cxn ang="0">
                  <a:pos x="T4" y="T5"/>
                </a:cxn>
                <a:cxn ang="0">
                  <a:pos x="T6" y="T7"/>
                </a:cxn>
                <a:cxn ang="0">
                  <a:pos x="T8" y="T9"/>
                </a:cxn>
              </a:cxnLst>
              <a:rect l="0" t="0" r="r" b="b"/>
              <a:pathLst>
                <a:path w="28" h="23">
                  <a:moveTo>
                    <a:pt x="12" y="1"/>
                  </a:moveTo>
                  <a:cubicBezTo>
                    <a:pt x="5" y="2"/>
                    <a:pt x="0" y="7"/>
                    <a:pt x="1" y="13"/>
                  </a:cubicBezTo>
                  <a:cubicBezTo>
                    <a:pt x="2" y="18"/>
                    <a:pt x="8" y="23"/>
                    <a:pt x="15" y="22"/>
                  </a:cubicBezTo>
                  <a:cubicBezTo>
                    <a:pt x="22" y="21"/>
                    <a:pt x="28" y="16"/>
                    <a:pt x="27" y="10"/>
                  </a:cubicBezTo>
                  <a:cubicBezTo>
                    <a:pt x="27" y="4"/>
                    <a:pt x="19"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81" name="Freeform 1280"/>
            <p:cNvSpPr/>
            <p:nvPr/>
          </p:nvSpPr>
          <p:spPr bwMode="auto">
            <a:xfrm>
              <a:off x="2110091" y="11745691"/>
              <a:ext cx="76200" cy="57150"/>
            </a:xfrm>
            <a:custGeom>
              <a:avLst/>
              <a:gdLst>
                <a:gd name="T0" fmla="*/ 12 w 28"/>
                <a:gd name="T1" fmla="*/ 1 h 21"/>
                <a:gd name="T2" fmla="*/ 1 w 28"/>
                <a:gd name="T3" fmla="*/ 12 h 21"/>
                <a:gd name="T4" fmla="*/ 15 w 28"/>
                <a:gd name="T5" fmla="*/ 21 h 21"/>
                <a:gd name="T6" fmla="*/ 27 w 28"/>
                <a:gd name="T7" fmla="*/ 9 h 21"/>
                <a:gd name="T8" fmla="*/ 12 w 28"/>
                <a:gd name="T9" fmla="*/ 1 h 21"/>
              </a:gdLst>
              <a:ahLst/>
              <a:cxnLst>
                <a:cxn ang="0">
                  <a:pos x="T0" y="T1"/>
                </a:cxn>
                <a:cxn ang="0">
                  <a:pos x="T2" y="T3"/>
                </a:cxn>
                <a:cxn ang="0">
                  <a:pos x="T4" y="T5"/>
                </a:cxn>
                <a:cxn ang="0">
                  <a:pos x="T6" y="T7"/>
                </a:cxn>
                <a:cxn ang="0">
                  <a:pos x="T8" y="T9"/>
                </a:cxn>
              </a:cxnLst>
              <a:rect l="0" t="0" r="r" b="b"/>
              <a:pathLst>
                <a:path w="28" h="21">
                  <a:moveTo>
                    <a:pt x="12" y="1"/>
                  </a:moveTo>
                  <a:cubicBezTo>
                    <a:pt x="5" y="1"/>
                    <a:pt x="0" y="6"/>
                    <a:pt x="1" y="12"/>
                  </a:cubicBezTo>
                  <a:cubicBezTo>
                    <a:pt x="1" y="17"/>
                    <a:pt x="8" y="21"/>
                    <a:pt x="15" y="21"/>
                  </a:cubicBezTo>
                  <a:cubicBezTo>
                    <a:pt x="22" y="20"/>
                    <a:pt x="28" y="15"/>
                    <a:pt x="27" y="9"/>
                  </a:cubicBezTo>
                  <a:cubicBezTo>
                    <a:pt x="26" y="4"/>
                    <a:pt x="19"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82" name="Freeform 1281"/>
            <p:cNvSpPr/>
            <p:nvPr/>
          </p:nvSpPr>
          <p:spPr bwMode="auto">
            <a:xfrm>
              <a:off x="2321229" y="11729816"/>
              <a:ext cx="79375" cy="57150"/>
            </a:xfrm>
            <a:custGeom>
              <a:avLst/>
              <a:gdLst>
                <a:gd name="T0" fmla="*/ 13 w 29"/>
                <a:gd name="T1" fmla="*/ 1 h 21"/>
                <a:gd name="T2" fmla="*/ 2 w 29"/>
                <a:gd name="T3" fmla="*/ 12 h 21"/>
                <a:gd name="T4" fmla="*/ 17 w 29"/>
                <a:gd name="T5" fmla="*/ 20 h 21"/>
                <a:gd name="T6" fmla="*/ 28 w 29"/>
                <a:gd name="T7" fmla="*/ 9 h 21"/>
                <a:gd name="T8" fmla="*/ 13 w 29"/>
                <a:gd name="T9" fmla="*/ 1 h 21"/>
              </a:gdLst>
              <a:ahLst/>
              <a:cxnLst>
                <a:cxn ang="0">
                  <a:pos x="T0" y="T1"/>
                </a:cxn>
                <a:cxn ang="0">
                  <a:pos x="T2" y="T3"/>
                </a:cxn>
                <a:cxn ang="0">
                  <a:pos x="T4" y="T5"/>
                </a:cxn>
                <a:cxn ang="0">
                  <a:pos x="T6" y="T7"/>
                </a:cxn>
                <a:cxn ang="0">
                  <a:pos x="T8" y="T9"/>
                </a:cxn>
              </a:cxnLst>
              <a:rect l="0" t="0" r="r" b="b"/>
              <a:pathLst>
                <a:path w="29" h="21">
                  <a:moveTo>
                    <a:pt x="13" y="1"/>
                  </a:moveTo>
                  <a:cubicBezTo>
                    <a:pt x="5" y="2"/>
                    <a:pt x="0" y="7"/>
                    <a:pt x="2" y="12"/>
                  </a:cubicBezTo>
                  <a:cubicBezTo>
                    <a:pt x="3" y="17"/>
                    <a:pt x="10" y="21"/>
                    <a:pt x="17" y="20"/>
                  </a:cubicBezTo>
                  <a:cubicBezTo>
                    <a:pt x="24" y="19"/>
                    <a:pt x="29" y="14"/>
                    <a:pt x="28" y="9"/>
                  </a:cubicBezTo>
                  <a:cubicBezTo>
                    <a:pt x="26" y="4"/>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83" name="Freeform 1282"/>
            <p:cNvSpPr/>
            <p:nvPr/>
          </p:nvSpPr>
          <p:spPr bwMode="auto">
            <a:xfrm>
              <a:off x="2537129" y="11718703"/>
              <a:ext cx="77788" cy="49213"/>
            </a:xfrm>
            <a:custGeom>
              <a:avLst/>
              <a:gdLst>
                <a:gd name="T0" fmla="*/ 12 w 29"/>
                <a:gd name="T1" fmla="*/ 0 h 18"/>
                <a:gd name="T2" fmla="*/ 1 w 29"/>
                <a:gd name="T3" fmla="*/ 10 h 18"/>
                <a:gd name="T4" fmla="*/ 16 w 29"/>
                <a:gd name="T5" fmla="*/ 18 h 18"/>
                <a:gd name="T6" fmla="*/ 27 w 29"/>
                <a:gd name="T7" fmla="*/ 7 h 18"/>
                <a:gd name="T8" fmla="*/ 12 w 29"/>
                <a:gd name="T9" fmla="*/ 0 h 18"/>
              </a:gdLst>
              <a:ahLst/>
              <a:cxnLst>
                <a:cxn ang="0">
                  <a:pos x="T0" y="T1"/>
                </a:cxn>
                <a:cxn ang="0">
                  <a:pos x="T2" y="T3"/>
                </a:cxn>
                <a:cxn ang="0">
                  <a:pos x="T4" y="T5"/>
                </a:cxn>
                <a:cxn ang="0">
                  <a:pos x="T6" y="T7"/>
                </a:cxn>
                <a:cxn ang="0">
                  <a:pos x="T8" y="T9"/>
                </a:cxn>
              </a:cxnLst>
              <a:rect l="0" t="0" r="r" b="b"/>
              <a:pathLst>
                <a:path w="29" h="18">
                  <a:moveTo>
                    <a:pt x="12" y="0"/>
                  </a:moveTo>
                  <a:cubicBezTo>
                    <a:pt x="5" y="1"/>
                    <a:pt x="0" y="5"/>
                    <a:pt x="1" y="10"/>
                  </a:cubicBezTo>
                  <a:cubicBezTo>
                    <a:pt x="2" y="15"/>
                    <a:pt x="9" y="18"/>
                    <a:pt x="16" y="18"/>
                  </a:cubicBezTo>
                  <a:cubicBezTo>
                    <a:pt x="24" y="17"/>
                    <a:pt x="29" y="12"/>
                    <a:pt x="27" y="7"/>
                  </a:cubicBezTo>
                  <a:cubicBezTo>
                    <a:pt x="26" y="3"/>
                    <a:pt x="19"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84" name="Freeform 1283"/>
            <p:cNvSpPr/>
            <p:nvPr/>
          </p:nvSpPr>
          <p:spPr bwMode="auto">
            <a:xfrm>
              <a:off x="2751441" y="11710766"/>
              <a:ext cx="74613" cy="42863"/>
            </a:xfrm>
            <a:custGeom>
              <a:avLst/>
              <a:gdLst>
                <a:gd name="T0" fmla="*/ 13 w 28"/>
                <a:gd name="T1" fmla="*/ 0 h 16"/>
                <a:gd name="T2" fmla="*/ 1 w 28"/>
                <a:gd name="T3" fmla="*/ 8 h 16"/>
                <a:gd name="T4" fmla="*/ 16 w 28"/>
                <a:gd name="T5" fmla="*/ 15 h 16"/>
                <a:gd name="T6" fmla="*/ 27 w 28"/>
                <a:gd name="T7" fmla="*/ 7 h 16"/>
                <a:gd name="T8" fmla="*/ 13 w 28"/>
                <a:gd name="T9" fmla="*/ 0 h 16"/>
              </a:gdLst>
              <a:ahLst/>
              <a:cxnLst>
                <a:cxn ang="0">
                  <a:pos x="T0" y="T1"/>
                </a:cxn>
                <a:cxn ang="0">
                  <a:pos x="T2" y="T3"/>
                </a:cxn>
                <a:cxn ang="0">
                  <a:pos x="T4" y="T5"/>
                </a:cxn>
                <a:cxn ang="0">
                  <a:pos x="T6" y="T7"/>
                </a:cxn>
                <a:cxn ang="0">
                  <a:pos x="T8" y="T9"/>
                </a:cxn>
              </a:cxnLst>
              <a:rect l="0" t="0" r="r" b="b"/>
              <a:pathLst>
                <a:path w="28" h="16">
                  <a:moveTo>
                    <a:pt x="13" y="0"/>
                  </a:moveTo>
                  <a:cubicBezTo>
                    <a:pt x="6" y="0"/>
                    <a:pt x="0" y="4"/>
                    <a:pt x="1" y="8"/>
                  </a:cubicBezTo>
                  <a:cubicBezTo>
                    <a:pt x="2" y="13"/>
                    <a:pt x="9" y="16"/>
                    <a:pt x="16" y="15"/>
                  </a:cubicBezTo>
                  <a:cubicBezTo>
                    <a:pt x="23" y="15"/>
                    <a:pt x="28" y="11"/>
                    <a:pt x="27" y="7"/>
                  </a:cubicBezTo>
                  <a:cubicBezTo>
                    <a:pt x="27" y="3"/>
                    <a:pt x="20"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85" name="Freeform 1284"/>
            <p:cNvSpPr/>
            <p:nvPr/>
          </p:nvSpPr>
          <p:spPr bwMode="auto">
            <a:xfrm>
              <a:off x="2965754" y="11699653"/>
              <a:ext cx="73025" cy="38100"/>
            </a:xfrm>
            <a:custGeom>
              <a:avLst/>
              <a:gdLst>
                <a:gd name="T0" fmla="*/ 12 w 27"/>
                <a:gd name="T1" fmla="*/ 0 h 14"/>
                <a:gd name="T2" fmla="*/ 1 w 27"/>
                <a:gd name="T3" fmla="*/ 8 h 14"/>
                <a:gd name="T4" fmla="*/ 15 w 27"/>
                <a:gd name="T5" fmla="*/ 14 h 14"/>
                <a:gd name="T6" fmla="*/ 27 w 27"/>
                <a:gd name="T7" fmla="*/ 7 h 14"/>
                <a:gd name="T8" fmla="*/ 12 w 27"/>
                <a:gd name="T9" fmla="*/ 0 h 14"/>
              </a:gdLst>
              <a:ahLst/>
              <a:cxnLst>
                <a:cxn ang="0">
                  <a:pos x="T0" y="T1"/>
                </a:cxn>
                <a:cxn ang="0">
                  <a:pos x="T2" y="T3"/>
                </a:cxn>
                <a:cxn ang="0">
                  <a:pos x="T4" y="T5"/>
                </a:cxn>
                <a:cxn ang="0">
                  <a:pos x="T6" y="T7"/>
                </a:cxn>
                <a:cxn ang="0">
                  <a:pos x="T8" y="T9"/>
                </a:cxn>
              </a:cxnLst>
              <a:rect l="0" t="0" r="r" b="b"/>
              <a:pathLst>
                <a:path w="27" h="14">
                  <a:moveTo>
                    <a:pt x="12" y="0"/>
                  </a:moveTo>
                  <a:cubicBezTo>
                    <a:pt x="6" y="0"/>
                    <a:pt x="0" y="4"/>
                    <a:pt x="1" y="8"/>
                  </a:cubicBezTo>
                  <a:cubicBezTo>
                    <a:pt x="2" y="11"/>
                    <a:pt x="8" y="14"/>
                    <a:pt x="15" y="14"/>
                  </a:cubicBezTo>
                  <a:cubicBezTo>
                    <a:pt x="22" y="14"/>
                    <a:pt x="27" y="10"/>
                    <a:pt x="27" y="7"/>
                  </a:cubicBezTo>
                  <a:cubicBezTo>
                    <a:pt x="27" y="3"/>
                    <a:pt x="20"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86" name="Freeform 1285"/>
            <p:cNvSpPr/>
            <p:nvPr/>
          </p:nvSpPr>
          <p:spPr bwMode="auto">
            <a:xfrm>
              <a:off x="3180066" y="11686953"/>
              <a:ext cx="76200" cy="36513"/>
            </a:xfrm>
            <a:custGeom>
              <a:avLst/>
              <a:gdLst>
                <a:gd name="T0" fmla="*/ 12 w 28"/>
                <a:gd name="T1" fmla="*/ 1 h 14"/>
                <a:gd name="T2" fmla="*/ 1 w 28"/>
                <a:gd name="T3" fmla="*/ 8 h 14"/>
                <a:gd name="T4" fmla="*/ 15 w 28"/>
                <a:gd name="T5" fmla="*/ 14 h 14"/>
                <a:gd name="T6" fmla="*/ 27 w 28"/>
                <a:gd name="T7" fmla="*/ 7 h 14"/>
                <a:gd name="T8" fmla="*/ 12 w 28"/>
                <a:gd name="T9" fmla="*/ 1 h 14"/>
              </a:gdLst>
              <a:ahLst/>
              <a:cxnLst>
                <a:cxn ang="0">
                  <a:pos x="T0" y="T1"/>
                </a:cxn>
                <a:cxn ang="0">
                  <a:pos x="T2" y="T3"/>
                </a:cxn>
                <a:cxn ang="0">
                  <a:pos x="T4" y="T5"/>
                </a:cxn>
                <a:cxn ang="0">
                  <a:pos x="T6" y="T7"/>
                </a:cxn>
                <a:cxn ang="0">
                  <a:pos x="T8" y="T9"/>
                </a:cxn>
              </a:cxnLst>
              <a:rect l="0" t="0" r="r" b="b"/>
              <a:pathLst>
                <a:path w="28" h="14">
                  <a:moveTo>
                    <a:pt x="12" y="1"/>
                  </a:moveTo>
                  <a:cubicBezTo>
                    <a:pt x="5" y="2"/>
                    <a:pt x="0" y="5"/>
                    <a:pt x="1" y="8"/>
                  </a:cubicBezTo>
                  <a:cubicBezTo>
                    <a:pt x="2" y="12"/>
                    <a:pt x="8" y="14"/>
                    <a:pt x="15" y="14"/>
                  </a:cubicBezTo>
                  <a:cubicBezTo>
                    <a:pt x="22" y="13"/>
                    <a:pt x="28" y="10"/>
                    <a:pt x="27" y="7"/>
                  </a:cubicBezTo>
                  <a:cubicBezTo>
                    <a:pt x="26" y="3"/>
                    <a:pt x="19"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87" name="Freeform 1286"/>
            <p:cNvSpPr/>
            <p:nvPr/>
          </p:nvSpPr>
          <p:spPr bwMode="auto">
            <a:xfrm>
              <a:off x="3394379" y="11675841"/>
              <a:ext cx="76200" cy="34925"/>
            </a:xfrm>
            <a:custGeom>
              <a:avLst/>
              <a:gdLst>
                <a:gd name="T0" fmla="*/ 13 w 28"/>
                <a:gd name="T1" fmla="*/ 0 h 13"/>
                <a:gd name="T2" fmla="*/ 1 w 28"/>
                <a:gd name="T3" fmla="*/ 7 h 13"/>
                <a:gd name="T4" fmla="*/ 15 w 28"/>
                <a:gd name="T5" fmla="*/ 12 h 13"/>
                <a:gd name="T6" fmla="*/ 27 w 28"/>
                <a:gd name="T7" fmla="*/ 5 h 13"/>
                <a:gd name="T8" fmla="*/ 13 w 28"/>
                <a:gd name="T9" fmla="*/ 0 h 13"/>
              </a:gdLst>
              <a:ahLst/>
              <a:cxnLst>
                <a:cxn ang="0">
                  <a:pos x="T0" y="T1"/>
                </a:cxn>
                <a:cxn ang="0">
                  <a:pos x="T2" y="T3"/>
                </a:cxn>
                <a:cxn ang="0">
                  <a:pos x="T4" y="T5"/>
                </a:cxn>
                <a:cxn ang="0">
                  <a:pos x="T6" y="T7"/>
                </a:cxn>
                <a:cxn ang="0">
                  <a:pos x="T8" y="T9"/>
                </a:cxn>
              </a:cxnLst>
              <a:rect l="0" t="0" r="r" b="b"/>
              <a:pathLst>
                <a:path w="28" h="13">
                  <a:moveTo>
                    <a:pt x="13" y="0"/>
                  </a:moveTo>
                  <a:cubicBezTo>
                    <a:pt x="5" y="0"/>
                    <a:pt x="0" y="4"/>
                    <a:pt x="1" y="7"/>
                  </a:cubicBezTo>
                  <a:cubicBezTo>
                    <a:pt x="2" y="10"/>
                    <a:pt x="8" y="13"/>
                    <a:pt x="15" y="12"/>
                  </a:cubicBezTo>
                  <a:cubicBezTo>
                    <a:pt x="22" y="11"/>
                    <a:pt x="28" y="8"/>
                    <a:pt x="27" y="5"/>
                  </a:cubicBezTo>
                  <a:cubicBezTo>
                    <a:pt x="26" y="2"/>
                    <a:pt x="20"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88" name="Freeform 1287"/>
            <p:cNvSpPr/>
            <p:nvPr/>
          </p:nvSpPr>
          <p:spPr bwMode="auto">
            <a:xfrm>
              <a:off x="3608691" y="11653616"/>
              <a:ext cx="73025" cy="34925"/>
            </a:xfrm>
            <a:custGeom>
              <a:avLst/>
              <a:gdLst>
                <a:gd name="T0" fmla="*/ 11 w 27"/>
                <a:gd name="T1" fmla="*/ 1 h 13"/>
                <a:gd name="T2" fmla="*/ 1 w 27"/>
                <a:gd name="T3" fmla="*/ 8 h 13"/>
                <a:gd name="T4" fmla="*/ 15 w 27"/>
                <a:gd name="T5" fmla="*/ 12 h 13"/>
                <a:gd name="T6" fmla="*/ 27 w 27"/>
                <a:gd name="T7" fmla="*/ 5 h 13"/>
                <a:gd name="T8" fmla="*/ 11 w 27"/>
                <a:gd name="T9" fmla="*/ 1 h 13"/>
              </a:gdLst>
              <a:ahLst/>
              <a:cxnLst>
                <a:cxn ang="0">
                  <a:pos x="T0" y="T1"/>
                </a:cxn>
                <a:cxn ang="0">
                  <a:pos x="T2" y="T3"/>
                </a:cxn>
                <a:cxn ang="0">
                  <a:pos x="T4" y="T5"/>
                </a:cxn>
                <a:cxn ang="0">
                  <a:pos x="T6" y="T7"/>
                </a:cxn>
                <a:cxn ang="0">
                  <a:pos x="T8" y="T9"/>
                </a:cxn>
              </a:cxnLst>
              <a:rect l="0" t="0" r="r" b="b"/>
              <a:pathLst>
                <a:path w="27" h="13">
                  <a:moveTo>
                    <a:pt x="11" y="1"/>
                  </a:moveTo>
                  <a:cubicBezTo>
                    <a:pt x="4" y="2"/>
                    <a:pt x="0" y="5"/>
                    <a:pt x="1" y="8"/>
                  </a:cubicBezTo>
                  <a:cubicBezTo>
                    <a:pt x="2" y="11"/>
                    <a:pt x="8" y="13"/>
                    <a:pt x="15" y="12"/>
                  </a:cubicBezTo>
                  <a:cubicBezTo>
                    <a:pt x="22" y="12"/>
                    <a:pt x="27" y="8"/>
                    <a:pt x="27" y="5"/>
                  </a:cubicBezTo>
                  <a:cubicBezTo>
                    <a:pt x="26" y="2"/>
                    <a:pt x="18"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89" name="Freeform 1288"/>
            <p:cNvSpPr/>
            <p:nvPr/>
          </p:nvSpPr>
          <p:spPr bwMode="auto">
            <a:xfrm>
              <a:off x="3819829" y="11631391"/>
              <a:ext cx="76200" cy="36513"/>
            </a:xfrm>
            <a:custGeom>
              <a:avLst/>
              <a:gdLst>
                <a:gd name="T0" fmla="*/ 13 w 28"/>
                <a:gd name="T1" fmla="*/ 1 h 13"/>
                <a:gd name="T2" fmla="*/ 1 w 28"/>
                <a:gd name="T3" fmla="*/ 8 h 13"/>
                <a:gd name="T4" fmla="*/ 16 w 28"/>
                <a:gd name="T5" fmla="*/ 11 h 13"/>
                <a:gd name="T6" fmla="*/ 27 w 28"/>
                <a:gd name="T7" fmla="*/ 4 h 13"/>
                <a:gd name="T8" fmla="*/ 13 w 28"/>
                <a:gd name="T9" fmla="*/ 1 h 13"/>
              </a:gdLst>
              <a:ahLst/>
              <a:cxnLst>
                <a:cxn ang="0">
                  <a:pos x="T0" y="T1"/>
                </a:cxn>
                <a:cxn ang="0">
                  <a:pos x="T2" y="T3"/>
                </a:cxn>
                <a:cxn ang="0">
                  <a:pos x="T4" y="T5"/>
                </a:cxn>
                <a:cxn ang="0">
                  <a:pos x="T6" y="T7"/>
                </a:cxn>
                <a:cxn ang="0">
                  <a:pos x="T8" y="T9"/>
                </a:cxn>
              </a:cxnLst>
              <a:rect l="0" t="0" r="r" b="b"/>
              <a:pathLst>
                <a:path w="28" h="13">
                  <a:moveTo>
                    <a:pt x="13" y="1"/>
                  </a:moveTo>
                  <a:cubicBezTo>
                    <a:pt x="5" y="2"/>
                    <a:pt x="0" y="5"/>
                    <a:pt x="1" y="8"/>
                  </a:cubicBezTo>
                  <a:cubicBezTo>
                    <a:pt x="3" y="11"/>
                    <a:pt x="9" y="13"/>
                    <a:pt x="16" y="11"/>
                  </a:cubicBezTo>
                  <a:cubicBezTo>
                    <a:pt x="23" y="10"/>
                    <a:pt x="28" y="7"/>
                    <a:pt x="27" y="4"/>
                  </a:cubicBezTo>
                  <a:cubicBezTo>
                    <a:pt x="26" y="1"/>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90" name="Freeform 1289"/>
            <p:cNvSpPr/>
            <p:nvPr/>
          </p:nvSpPr>
          <p:spPr bwMode="auto">
            <a:xfrm>
              <a:off x="4034141" y="11593291"/>
              <a:ext cx="73025" cy="36513"/>
            </a:xfrm>
            <a:custGeom>
              <a:avLst/>
              <a:gdLst>
                <a:gd name="T0" fmla="*/ 11 w 27"/>
                <a:gd name="T1" fmla="*/ 2 h 13"/>
                <a:gd name="T2" fmla="*/ 1 w 27"/>
                <a:gd name="T3" fmla="*/ 9 h 13"/>
                <a:gd name="T4" fmla="*/ 16 w 27"/>
                <a:gd name="T5" fmla="*/ 11 h 13"/>
                <a:gd name="T6" fmla="*/ 27 w 27"/>
                <a:gd name="T7" fmla="*/ 3 h 13"/>
                <a:gd name="T8" fmla="*/ 11 w 27"/>
                <a:gd name="T9" fmla="*/ 2 h 13"/>
              </a:gdLst>
              <a:ahLst/>
              <a:cxnLst>
                <a:cxn ang="0">
                  <a:pos x="T0" y="T1"/>
                </a:cxn>
                <a:cxn ang="0">
                  <a:pos x="T2" y="T3"/>
                </a:cxn>
                <a:cxn ang="0">
                  <a:pos x="T4" y="T5"/>
                </a:cxn>
                <a:cxn ang="0">
                  <a:pos x="T6" y="T7"/>
                </a:cxn>
                <a:cxn ang="0">
                  <a:pos x="T8" y="T9"/>
                </a:cxn>
              </a:cxnLst>
              <a:rect l="0" t="0" r="r" b="b"/>
              <a:pathLst>
                <a:path w="27" h="13">
                  <a:moveTo>
                    <a:pt x="11" y="2"/>
                  </a:moveTo>
                  <a:cubicBezTo>
                    <a:pt x="4" y="3"/>
                    <a:pt x="0" y="7"/>
                    <a:pt x="1" y="9"/>
                  </a:cubicBezTo>
                  <a:cubicBezTo>
                    <a:pt x="2" y="12"/>
                    <a:pt x="9" y="13"/>
                    <a:pt x="16" y="11"/>
                  </a:cubicBezTo>
                  <a:cubicBezTo>
                    <a:pt x="23" y="10"/>
                    <a:pt x="27" y="6"/>
                    <a:pt x="27" y="3"/>
                  </a:cubicBezTo>
                  <a:cubicBezTo>
                    <a:pt x="26" y="0"/>
                    <a:pt x="18"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91" name="Freeform 1290"/>
            <p:cNvSpPr/>
            <p:nvPr/>
          </p:nvSpPr>
          <p:spPr bwMode="auto">
            <a:xfrm>
              <a:off x="4246866" y="11539316"/>
              <a:ext cx="73025" cy="38100"/>
            </a:xfrm>
            <a:custGeom>
              <a:avLst/>
              <a:gdLst>
                <a:gd name="T0" fmla="*/ 13 w 27"/>
                <a:gd name="T1" fmla="*/ 2 h 14"/>
                <a:gd name="T2" fmla="*/ 1 w 27"/>
                <a:gd name="T3" fmla="*/ 11 h 14"/>
                <a:gd name="T4" fmla="*/ 15 w 27"/>
                <a:gd name="T5" fmla="*/ 12 h 14"/>
                <a:gd name="T6" fmla="*/ 27 w 27"/>
                <a:gd name="T7" fmla="*/ 3 h 14"/>
                <a:gd name="T8" fmla="*/ 13 w 27"/>
                <a:gd name="T9" fmla="*/ 2 h 14"/>
              </a:gdLst>
              <a:ahLst/>
              <a:cxnLst>
                <a:cxn ang="0">
                  <a:pos x="T0" y="T1"/>
                </a:cxn>
                <a:cxn ang="0">
                  <a:pos x="T2" y="T3"/>
                </a:cxn>
                <a:cxn ang="0">
                  <a:pos x="T4" y="T5"/>
                </a:cxn>
                <a:cxn ang="0">
                  <a:pos x="T6" y="T7"/>
                </a:cxn>
                <a:cxn ang="0">
                  <a:pos x="T8" y="T9"/>
                </a:cxn>
              </a:cxnLst>
              <a:rect l="0" t="0" r="r" b="b"/>
              <a:pathLst>
                <a:path w="27" h="14">
                  <a:moveTo>
                    <a:pt x="13" y="2"/>
                  </a:moveTo>
                  <a:cubicBezTo>
                    <a:pt x="5" y="4"/>
                    <a:pt x="0" y="8"/>
                    <a:pt x="1" y="11"/>
                  </a:cubicBezTo>
                  <a:cubicBezTo>
                    <a:pt x="2" y="13"/>
                    <a:pt x="8" y="14"/>
                    <a:pt x="15" y="12"/>
                  </a:cubicBezTo>
                  <a:cubicBezTo>
                    <a:pt x="22" y="10"/>
                    <a:pt x="27" y="6"/>
                    <a:pt x="27" y="3"/>
                  </a:cubicBezTo>
                  <a:cubicBezTo>
                    <a:pt x="26" y="0"/>
                    <a:pt x="20"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92" name="Freeform 1291"/>
            <p:cNvSpPr/>
            <p:nvPr/>
          </p:nvSpPr>
          <p:spPr bwMode="auto">
            <a:xfrm>
              <a:off x="4458004" y="11471053"/>
              <a:ext cx="73025" cy="38100"/>
            </a:xfrm>
            <a:custGeom>
              <a:avLst/>
              <a:gdLst>
                <a:gd name="T0" fmla="*/ 11 w 27"/>
                <a:gd name="T1" fmla="*/ 3 h 14"/>
                <a:gd name="T2" fmla="*/ 1 w 27"/>
                <a:gd name="T3" fmla="*/ 11 h 14"/>
                <a:gd name="T4" fmla="*/ 15 w 27"/>
                <a:gd name="T5" fmla="*/ 12 h 14"/>
                <a:gd name="T6" fmla="*/ 26 w 27"/>
                <a:gd name="T7" fmla="*/ 3 h 14"/>
                <a:gd name="T8" fmla="*/ 11 w 27"/>
                <a:gd name="T9" fmla="*/ 3 h 14"/>
              </a:gdLst>
              <a:ahLst/>
              <a:cxnLst>
                <a:cxn ang="0">
                  <a:pos x="T0" y="T1"/>
                </a:cxn>
                <a:cxn ang="0">
                  <a:pos x="T2" y="T3"/>
                </a:cxn>
                <a:cxn ang="0">
                  <a:pos x="T4" y="T5"/>
                </a:cxn>
                <a:cxn ang="0">
                  <a:pos x="T6" y="T7"/>
                </a:cxn>
                <a:cxn ang="0">
                  <a:pos x="T8" y="T9"/>
                </a:cxn>
              </a:cxnLst>
              <a:rect l="0" t="0" r="r" b="b"/>
              <a:pathLst>
                <a:path w="27" h="14">
                  <a:moveTo>
                    <a:pt x="11" y="3"/>
                  </a:moveTo>
                  <a:cubicBezTo>
                    <a:pt x="5" y="5"/>
                    <a:pt x="0" y="9"/>
                    <a:pt x="1" y="11"/>
                  </a:cubicBezTo>
                  <a:cubicBezTo>
                    <a:pt x="1" y="14"/>
                    <a:pt x="8" y="14"/>
                    <a:pt x="15" y="12"/>
                  </a:cubicBezTo>
                  <a:cubicBezTo>
                    <a:pt x="22" y="10"/>
                    <a:pt x="27" y="5"/>
                    <a:pt x="26" y="3"/>
                  </a:cubicBezTo>
                  <a:cubicBezTo>
                    <a:pt x="26" y="0"/>
                    <a:pt x="19" y="0"/>
                    <a:pt x="1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93" name="Freeform 1292"/>
            <p:cNvSpPr/>
            <p:nvPr/>
          </p:nvSpPr>
          <p:spPr bwMode="auto">
            <a:xfrm>
              <a:off x="4667554" y="11390091"/>
              <a:ext cx="76200" cy="41275"/>
            </a:xfrm>
            <a:custGeom>
              <a:avLst/>
              <a:gdLst>
                <a:gd name="T0" fmla="*/ 12 w 28"/>
                <a:gd name="T1" fmla="*/ 4 h 15"/>
                <a:gd name="T2" fmla="*/ 1 w 28"/>
                <a:gd name="T3" fmla="*/ 13 h 15"/>
                <a:gd name="T4" fmla="*/ 16 w 28"/>
                <a:gd name="T5" fmla="*/ 12 h 15"/>
                <a:gd name="T6" fmla="*/ 27 w 28"/>
                <a:gd name="T7" fmla="*/ 3 h 15"/>
                <a:gd name="T8" fmla="*/ 12 w 28"/>
                <a:gd name="T9" fmla="*/ 4 h 15"/>
              </a:gdLst>
              <a:ahLst/>
              <a:cxnLst>
                <a:cxn ang="0">
                  <a:pos x="T0" y="T1"/>
                </a:cxn>
                <a:cxn ang="0">
                  <a:pos x="T2" y="T3"/>
                </a:cxn>
                <a:cxn ang="0">
                  <a:pos x="T4" y="T5"/>
                </a:cxn>
                <a:cxn ang="0">
                  <a:pos x="T6" y="T7"/>
                </a:cxn>
                <a:cxn ang="0">
                  <a:pos x="T8" y="T9"/>
                </a:cxn>
              </a:cxnLst>
              <a:rect l="0" t="0" r="r" b="b"/>
              <a:pathLst>
                <a:path w="28" h="15">
                  <a:moveTo>
                    <a:pt x="12" y="4"/>
                  </a:moveTo>
                  <a:cubicBezTo>
                    <a:pt x="5" y="7"/>
                    <a:pt x="0" y="11"/>
                    <a:pt x="1" y="13"/>
                  </a:cubicBezTo>
                  <a:cubicBezTo>
                    <a:pt x="2" y="15"/>
                    <a:pt x="9" y="15"/>
                    <a:pt x="16" y="12"/>
                  </a:cubicBezTo>
                  <a:cubicBezTo>
                    <a:pt x="22" y="10"/>
                    <a:pt x="28" y="5"/>
                    <a:pt x="27" y="3"/>
                  </a:cubicBezTo>
                  <a:cubicBezTo>
                    <a:pt x="26" y="0"/>
                    <a:pt x="19" y="1"/>
                    <a:pt x="1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94" name="Freeform 1293"/>
            <p:cNvSpPr/>
            <p:nvPr/>
          </p:nvSpPr>
          <p:spPr bwMode="auto">
            <a:xfrm>
              <a:off x="4878691" y="11301191"/>
              <a:ext cx="73025" cy="42863"/>
            </a:xfrm>
            <a:custGeom>
              <a:avLst/>
              <a:gdLst>
                <a:gd name="T0" fmla="*/ 12 w 27"/>
                <a:gd name="T1" fmla="*/ 4 h 16"/>
                <a:gd name="T2" fmla="*/ 1 w 27"/>
                <a:gd name="T3" fmla="*/ 14 h 16"/>
                <a:gd name="T4" fmla="*/ 14 w 27"/>
                <a:gd name="T5" fmla="*/ 13 h 16"/>
                <a:gd name="T6" fmla="*/ 26 w 27"/>
                <a:gd name="T7" fmla="*/ 2 h 16"/>
                <a:gd name="T8" fmla="*/ 12 w 27"/>
                <a:gd name="T9" fmla="*/ 4 h 16"/>
              </a:gdLst>
              <a:ahLst/>
              <a:cxnLst>
                <a:cxn ang="0">
                  <a:pos x="T0" y="T1"/>
                </a:cxn>
                <a:cxn ang="0">
                  <a:pos x="T2" y="T3"/>
                </a:cxn>
                <a:cxn ang="0">
                  <a:pos x="T4" y="T5"/>
                </a:cxn>
                <a:cxn ang="0">
                  <a:pos x="T6" y="T7"/>
                </a:cxn>
                <a:cxn ang="0">
                  <a:pos x="T8" y="T9"/>
                </a:cxn>
              </a:cxnLst>
              <a:rect l="0" t="0" r="r" b="b"/>
              <a:pathLst>
                <a:path w="27" h="16">
                  <a:moveTo>
                    <a:pt x="12" y="4"/>
                  </a:moveTo>
                  <a:cubicBezTo>
                    <a:pt x="6" y="7"/>
                    <a:pt x="0" y="11"/>
                    <a:pt x="1" y="14"/>
                  </a:cubicBezTo>
                  <a:cubicBezTo>
                    <a:pt x="1" y="16"/>
                    <a:pt x="7" y="16"/>
                    <a:pt x="14" y="13"/>
                  </a:cubicBezTo>
                  <a:cubicBezTo>
                    <a:pt x="21" y="10"/>
                    <a:pt x="27" y="5"/>
                    <a:pt x="26" y="2"/>
                  </a:cubicBezTo>
                  <a:cubicBezTo>
                    <a:pt x="26" y="0"/>
                    <a:pt x="19" y="1"/>
                    <a:pt x="1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95" name="Freeform 1294"/>
            <p:cNvSpPr/>
            <p:nvPr/>
          </p:nvSpPr>
          <p:spPr bwMode="auto">
            <a:xfrm>
              <a:off x="5088241" y="11202766"/>
              <a:ext cx="73025" cy="46038"/>
            </a:xfrm>
            <a:custGeom>
              <a:avLst/>
              <a:gdLst>
                <a:gd name="T0" fmla="*/ 13 w 27"/>
                <a:gd name="T1" fmla="*/ 5 h 17"/>
                <a:gd name="T2" fmla="*/ 1 w 27"/>
                <a:gd name="T3" fmla="*/ 15 h 17"/>
                <a:gd name="T4" fmla="*/ 15 w 27"/>
                <a:gd name="T5" fmla="*/ 13 h 17"/>
                <a:gd name="T6" fmla="*/ 27 w 27"/>
                <a:gd name="T7" fmla="*/ 3 h 17"/>
                <a:gd name="T8" fmla="*/ 13 w 27"/>
                <a:gd name="T9" fmla="*/ 5 h 17"/>
              </a:gdLst>
              <a:ahLst/>
              <a:cxnLst>
                <a:cxn ang="0">
                  <a:pos x="T0" y="T1"/>
                </a:cxn>
                <a:cxn ang="0">
                  <a:pos x="T2" y="T3"/>
                </a:cxn>
                <a:cxn ang="0">
                  <a:pos x="T4" y="T5"/>
                </a:cxn>
                <a:cxn ang="0">
                  <a:pos x="T6" y="T7"/>
                </a:cxn>
                <a:cxn ang="0">
                  <a:pos x="T8" y="T9"/>
                </a:cxn>
              </a:cxnLst>
              <a:rect l="0" t="0" r="r" b="b"/>
              <a:pathLst>
                <a:path w="27" h="17">
                  <a:moveTo>
                    <a:pt x="13" y="5"/>
                  </a:moveTo>
                  <a:cubicBezTo>
                    <a:pt x="6" y="8"/>
                    <a:pt x="0" y="13"/>
                    <a:pt x="1" y="15"/>
                  </a:cubicBezTo>
                  <a:cubicBezTo>
                    <a:pt x="2" y="17"/>
                    <a:pt x="8" y="16"/>
                    <a:pt x="15" y="13"/>
                  </a:cubicBezTo>
                  <a:cubicBezTo>
                    <a:pt x="22" y="9"/>
                    <a:pt x="27" y="5"/>
                    <a:pt x="27" y="3"/>
                  </a:cubicBezTo>
                  <a:cubicBezTo>
                    <a:pt x="26" y="0"/>
                    <a:pt x="20" y="1"/>
                    <a:pt x="1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96" name="Freeform 1295"/>
            <p:cNvSpPr/>
            <p:nvPr/>
          </p:nvSpPr>
          <p:spPr bwMode="auto">
            <a:xfrm>
              <a:off x="5296204" y="11099578"/>
              <a:ext cx="73025" cy="46038"/>
            </a:xfrm>
            <a:custGeom>
              <a:avLst/>
              <a:gdLst>
                <a:gd name="T0" fmla="*/ 13 w 27"/>
                <a:gd name="T1" fmla="*/ 5 h 17"/>
                <a:gd name="T2" fmla="*/ 1 w 27"/>
                <a:gd name="T3" fmla="*/ 15 h 17"/>
                <a:gd name="T4" fmla="*/ 15 w 27"/>
                <a:gd name="T5" fmla="*/ 13 h 17"/>
                <a:gd name="T6" fmla="*/ 27 w 27"/>
                <a:gd name="T7" fmla="*/ 2 h 17"/>
                <a:gd name="T8" fmla="*/ 13 w 27"/>
                <a:gd name="T9" fmla="*/ 5 h 17"/>
              </a:gdLst>
              <a:ahLst/>
              <a:cxnLst>
                <a:cxn ang="0">
                  <a:pos x="T0" y="T1"/>
                </a:cxn>
                <a:cxn ang="0">
                  <a:pos x="T2" y="T3"/>
                </a:cxn>
                <a:cxn ang="0">
                  <a:pos x="T4" y="T5"/>
                </a:cxn>
                <a:cxn ang="0">
                  <a:pos x="T6" y="T7"/>
                </a:cxn>
                <a:cxn ang="0">
                  <a:pos x="T8" y="T9"/>
                </a:cxn>
              </a:cxnLst>
              <a:rect l="0" t="0" r="r" b="b"/>
              <a:pathLst>
                <a:path w="27" h="17">
                  <a:moveTo>
                    <a:pt x="13" y="5"/>
                  </a:moveTo>
                  <a:cubicBezTo>
                    <a:pt x="6" y="8"/>
                    <a:pt x="0" y="13"/>
                    <a:pt x="1" y="15"/>
                  </a:cubicBezTo>
                  <a:cubicBezTo>
                    <a:pt x="2" y="17"/>
                    <a:pt x="8" y="16"/>
                    <a:pt x="15" y="13"/>
                  </a:cubicBezTo>
                  <a:cubicBezTo>
                    <a:pt x="22" y="9"/>
                    <a:pt x="27" y="4"/>
                    <a:pt x="27" y="2"/>
                  </a:cubicBezTo>
                  <a:cubicBezTo>
                    <a:pt x="26" y="0"/>
                    <a:pt x="20" y="2"/>
                    <a:pt x="1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97" name="Freeform 1296"/>
            <p:cNvSpPr/>
            <p:nvPr/>
          </p:nvSpPr>
          <p:spPr bwMode="auto">
            <a:xfrm>
              <a:off x="5508929" y="10993216"/>
              <a:ext cx="73025" cy="47625"/>
            </a:xfrm>
            <a:custGeom>
              <a:avLst/>
              <a:gdLst>
                <a:gd name="T0" fmla="*/ 12 w 27"/>
                <a:gd name="T1" fmla="*/ 5 h 17"/>
                <a:gd name="T2" fmla="*/ 0 w 27"/>
                <a:gd name="T3" fmla="*/ 15 h 17"/>
                <a:gd name="T4" fmla="*/ 13 w 27"/>
                <a:gd name="T5" fmla="*/ 12 h 17"/>
                <a:gd name="T6" fmla="*/ 26 w 27"/>
                <a:gd name="T7" fmla="*/ 2 h 17"/>
                <a:gd name="T8" fmla="*/ 12 w 27"/>
                <a:gd name="T9" fmla="*/ 5 h 17"/>
              </a:gdLst>
              <a:ahLst/>
              <a:cxnLst>
                <a:cxn ang="0">
                  <a:pos x="T0" y="T1"/>
                </a:cxn>
                <a:cxn ang="0">
                  <a:pos x="T2" y="T3"/>
                </a:cxn>
                <a:cxn ang="0">
                  <a:pos x="T4" y="T5"/>
                </a:cxn>
                <a:cxn ang="0">
                  <a:pos x="T6" y="T7"/>
                </a:cxn>
                <a:cxn ang="0">
                  <a:pos x="T8" y="T9"/>
                </a:cxn>
              </a:cxnLst>
              <a:rect l="0" t="0" r="r" b="b"/>
              <a:pathLst>
                <a:path w="27" h="17">
                  <a:moveTo>
                    <a:pt x="12" y="5"/>
                  </a:moveTo>
                  <a:cubicBezTo>
                    <a:pt x="5" y="8"/>
                    <a:pt x="0" y="13"/>
                    <a:pt x="0" y="15"/>
                  </a:cubicBezTo>
                  <a:cubicBezTo>
                    <a:pt x="1" y="17"/>
                    <a:pt x="6" y="16"/>
                    <a:pt x="13" y="12"/>
                  </a:cubicBezTo>
                  <a:cubicBezTo>
                    <a:pt x="21" y="9"/>
                    <a:pt x="27" y="4"/>
                    <a:pt x="26" y="2"/>
                  </a:cubicBezTo>
                  <a:cubicBezTo>
                    <a:pt x="25" y="0"/>
                    <a:pt x="19" y="2"/>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98" name="Freeform 1297"/>
            <p:cNvSpPr/>
            <p:nvPr/>
          </p:nvSpPr>
          <p:spPr bwMode="auto">
            <a:xfrm>
              <a:off x="5715304" y="10885266"/>
              <a:ext cx="74613" cy="46038"/>
            </a:xfrm>
            <a:custGeom>
              <a:avLst/>
              <a:gdLst>
                <a:gd name="T0" fmla="*/ 12 w 28"/>
                <a:gd name="T1" fmla="*/ 5 h 17"/>
                <a:gd name="T2" fmla="*/ 1 w 28"/>
                <a:gd name="T3" fmla="*/ 15 h 17"/>
                <a:gd name="T4" fmla="*/ 15 w 28"/>
                <a:gd name="T5" fmla="*/ 12 h 17"/>
                <a:gd name="T6" fmla="*/ 27 w 28"/>
                <a:gd name="T7" fmla="*/ 1 h 17"/>
                <a:gd name="T8" fmla="*/ 12 w 28"/>
                <a:gd name="T9" fmla="*/ 5 h 17"/>
              </a:gdLst>
              <a:ahLst/>
              <a:cxnLst>
                <a:cxn ang="0">
                  <a:pos x="T0" y="T1"/>
                </a:cxn>
                <a:cxn ang="0">
                  <a:pos x="T2" y="T3"/>
                </a:cxn>
                <a:cxn ang="0">
                  <a:pos x="T4" y="T5"/>
                </a:cxn>
                <a:cxn ang="0">
                  <a:pos x="T6" y="T7"/>
                </a:cxn>
                <a:cxn ang="0">
                  <a:pos x="T8" y="T9"/>
                </a:cxn>
              </a:cxnLst>
              <a:rect l="0" t="0" r="r" b="b"/>
              <a:pathLst>
                <a:path w="28" h="17">
                  <a:moveTo>
                    <a:pt x="12" y="5"/>
                  </a:moveTo>
                  <a:cubicBezTo>
                    <a:pt x="6" y="9"/>
                    <a:pt x="0" y="13"/>
                    <a:pt x="1" y="15"/>
                  </a:cubicBezTo>
                  <a:cubicBezTo>
                    <a:pt x="2" y="17"/>
                    <a:pt x="8" y="15"/>
                    <a:pt x="15" y="12"/>
                  </a:cubicBezTo>
                  <a:cubicBezTo>
                    <a:pt x="22" y="8"/>
                    <a:pt x="28" y="3"/>
                    <a:pt x="27" y="1"/>
                  </a:cubicBezTo>
                  <a:cubicBezTo>
                    <a:pt x="26" y="0"/>
                    <a:pt x="19" y="2"/>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299" name="Freeform 1298"/>
            <p:cNvSpPr/>
            <p:nvPr/>
          </p:nvSpPr>
          <p:spPr bwMode="auto">
            <a:xfrm>
              <a:off x="5828016" y="10855103"/>
              <a:ext cx="76200" cy="52388"/>
            </a:xfrm>
            <a:custGeom>
              <a:avLst/>
              <a:gdLst>
                <a:gd name="T0" fmla="*/ 14 w 28"/>
                <a:gd name="T1" fmla="*/ 5 h 19"/>
                <a:gd name="T2" fmla="*/ 1 w 28"/>
                <a:gd name="T3" fmla="*/ 17 h 19"/>
                <a:gd name="T4" fmla="*/ 15 w 28"/>
                <a:gd name="T5" fmla="*/ 14 h 19"/>
                <a:gd name="T6" fmla="*/ 28 w 28"/>
                <a:gd name="T7" fmla="*/ 3 h 19"/>
                <a:gd name="T8" fmla="*/ 14 w 28"/>
                <a:gd name="T9" fmla="*/ 5 h 19"/>
              </a:gdLst>
              <a:ahLst/>
              <a:cxnLst>
                <a:cxn ang="0">
                  <a:pos x="T0" y="T1"/>
                </a:cxn>
                <a:cxn ang="0">
                  <a:pos x="T2" y="T3"/>
                </a:cxn>
                <a:cxn ang="0">
                  <a:pos x="T4" y="T5"/>
                </a:cxn>
                <a:cxn ang="0">
                  <a:pos x="T6" y="T7"/>
                </a:cxn>
                <a:cxn ang="0">
                  <a:pos x="T8" y="T9"/>
                </a:cxn>
              </a:cxnLst>
              <a:rect l="0" t="0" r="r" b="b"/>
              <a:pathLst>
                <a:path w="28" h="19">
                  <a:moveTo>
                    <a:pt x="14" y="5"/>
                  </a:moveTo>
                  <a:cubicBezTo>
                    <a:pt x="6" y="9"/>
                    <a:pt x="0" y="14"/>
                    <a:pt x="1" y="17"/>
                  </a:cubicBezTo>
                  <a:cubicBezTo>
                    <a:pt x="2" y="19"/>
                    <a:pt x="8" y="18"/>
                    <a:pt x="15" y="14"/>
                  </a:cubicBezTo>
                  <a:cubicBezTo>
                    <a:pt x="23" y="10"/>
                    <a:pt x="28" y="5"/>
                    <a:pt x="28" y="3"/>
                  </a:cubicBezTo>
                  <a:cubicBezTo>
                    <a:pt x="27" y="0"/>
                    <a:pt x="21" y="2"/>
                    <a:pt x="1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00" name="Freeform 1299"/>
            <p:cNvSpPr/>
            <p:nvPr/>
          </p:nvSpPr>
          <p:spPr bwMode="auto">
            <a:xfrm>
              <a:off x="6040741" y="10747153"/>
              <a:ext cx="73025" cy="49213"/>
            </a:xfrm>
            <a:custGeom>
              <a:avLst/>
              <a:gdLst>
                <a:gd name="T0" fmla="*/ 12 w 27"/>
                <a:gd name="T1" fmla="*/ 6 h 18"/>
                <a:gd name="T2" fmla="*/ 0 w 27"/>
                <a:gd name="T3" fmla="*/ 16 h 18"/>
                <a:gd name="T4" fmla="*/ 15 w 27"/>
                <a:gd name="T5" fmla="*/ 13 h 18"/>
                <a:gd name="T6" fmla="*/ 27 w 27"/>
                <a:gd name="T7" fmla="*/ 2 h 18"/>
                <a:gd name="T8" fmla="*/ 12 w 27"/>
                <a:gd name="T9" fmla="*/ 6 h 18"/>
              </a:gdLst>
              <a:ahLst/>
              <a:cxnLst>
                <a:cxn ang="0">
                  <a:pos x="T0" y="T1"/>
                </a:cxn>
                <a:cxn ang="0">
                  <a:pos x="T2" y="T3"/>
                </a:cxn>
                <a:cxn ang="0">
                  <a:pos x="T4" y="T5"/>
                </a:cxn>
                <a:cxn ang="0">
                  <a:pos x="T6" y="T7"/>
                </a:cxn>
                <a:cxn ang="0">
                  <a:pos x="T8" y="T9"/>
                </a:cxn>
              </a:cxnLst>
              <a:rect l="0" t="0" r="r" b="b"/>
              <a:pathLst>
                <a:path w="27" h="18">
                  <a:moveTo>
                    <a:pt x="12" y="6"/>
                  </a:moveTo>
                  <a:cubicBezTo>
                    <a:pt x="5" y="9"/>
                    <a:pt x="0" y="14"/>
                    <a:pt x="0" y="16"/>
                  </a:cubicBezTo>
                  <a:cubicBezTo>
                    <a:pt x="0" y="18"/>
                    <a:pt x="7" y="17"/>
                    <a:pt x="15" y="13"/>
                  </a:cubicBezTo>
                  <a:cubicBezTo>
                    <a:pt x="22" y="9"/>
                    <a:pt x="27" y="4"/>
                    <a:pt x="27" y="2"/>
                  </a:cubicBezTo>
                  <a:cubicBezTo>
                    <a:pt x="26" y="0"/>
                    <a:pt x="19" y="2"/>
                    <a:pt x="1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01" name="Freeform 1300"/>
            <p:cNvSpPr/>
            <p:nvPr/>
          </p:nvSpPr>
          <p:spPr bwMode="auto">
            <a:xfrm>
              <a:off x="6247116" y="10640791"/>
              <a:ext cx="77788" cy="46038"/>
            </a:xfrm>
            <a:custGeom>
              <a:avLst/>
              <a:gdLst>
                <a:gd name="T0" fmla="*/ 12 w 29"/>
                <a:gd name="T1" fmla="*/ 6 h 17"/>
                <a:gd name="T2" fmla="*/ 1 w 29"/>
                <a:gd name="T3" fmla="*/ 15 h 17"/>
                <a:gd name="T4" fmla="*/ 17 w 29"/>
                <a:gd name="T5" fmla="*/ 12 h 17"/>
                <a:gd name="T6" fmla="*/ 28 w 29"/>
                <a:gd name="T7" fmla="*/ 2 h 17"/>
                <a:gd name="T8" fmla="*/ 12 w 29"/>
                <a:gd name="T9" fmla="*/ 6 h 17"/>
              </a:gdLst>
              <a:ahLst/>
              <a:cxnLst>
                <a:cxn ang="0">
                  <a:pos x="T0" y="T1"/>
                </a:cxn>
                <a:cxn ang="0">
                  <a:pos x="T2" y="T3"/>
                </a:cxn>
                <a:cxn ang="0">
                  <a:pos x="T4" y="T5"/>
                </a:cxn>
                <a:cxn ang="0">
                  <a:pos x="T6" y="T7"/>
                </a:cxn>
                <a:cxn ang="0">
                  <a:pos x="T8" y="T9"/>
                </a:cxn>
              </a:cxnLst>
              <a:rect l="0" t="0" r="r" b="b"/>
              <a:pathLst>
                <a:path w="29" h="17">
                  <a:moveTo>
                    <a:pt x="12" y="6"/>
                  </a:moveTo>
                  <a:cubicBezTo>
                    <a:pt x="5" y="9"/>
                    <a:pt x="0" y="14"/>
                    <a:pt x="1" y="15"/>
                  </a:cubicBezTo>
                  <a:cubicBezTo>
                    <a:pt x="2" y="17"/>
                    <a:pt x="9" y="16"/>
                    <a:pt x="17" y="12"/>
                  </a:cubicBezTo>
                  <a:cubicBezTo>
                    <a:pt x="24" y="8"/>
                    <a:pt x="29" y="3"/>
                    <a:pt x="28" y="2"/>
                  </a:cubicBezTo>
                  <a:cubicBezTo>
                    <a:pt x="27" y="0"/>
                    <a:pt x="19" y="2"/>
                    <a:pt x="1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02" name="Freeform 1301"/>
            <p:cNvSpPr/>
            <p:nvPr/>
          </p:nvSpPr>
          <p:spPr bwMode="auto">
            <a:xfrm>
              <a:off x="6458254" y="10537603"/>
              <a:ext cx="73025" cy="46038"/>
            </a:xfrm>
            <a:custGeom>
              <a:avLst/>
              <a:gdLst>
                <a:gd name="T0" fmla="*/ 12 w 27"/>
                <a:gd name="T1" fmla="*/ 6 h 17"/>
                <a:gd name="T2" fmla="*/ 0 w 27"/>
                <a:gd name="T3" fmla="*/ 15 h 17"/>
                <a:gd name="T4" fmla="*/ 15 w 27"/>
                <a:gd name="T5" fmla="*/ 12 h 17"/>
                <a:gd name="T6" fmla="*/ 27 w 27"/>
                <a:gd name="T7" fmla="*/ 3 h 17"/>
                <a:gd name="T8" fmla="*/ 12 w 27"/>
                <a:gd name="T9" fmla="*/ 6 h 17"/>
              </a:gdLst>
              <a:ahLst/>
              <a:cxnLst>
                <a:cxn ang="0">
                  <a:pos x="T0" y="T1"/>
                </a:cxn>
                <a:cxn ang="0">
                  <a:pos x="T2" y="T3"/>
                </a:cxn>
                <a:cxn ang="0">
                  <a:pos x="T4" y="T5"/>
                </a:cxn>
                <a:cxn ang="0">
                  <a:pos x="T6" y="T7"/>
                </a:cxn>
                <a:cxn ang="0">
                  <a:pos x="T8" y="T9"/>
                </a:cxn>
              </a:cxnLst>
              <a:rect l="0" t="0" r="r" b="b"/>
              <a:pathLst>
                <a:path w="27" h="17">
                  <a:moveTo>
                    <a:pt x="12" y="6"/>
                  </a:moveTo>
                  <a:cubicBezTo>
                    <a:pt x="5" y="9"/>
                    <a:pt x="0" y="13"/>
                    <a:pt x="0" y="15"/>
                  </a:cubicBezTo>
                  <a:cubicBezTo>
                    <a:pt x="1" y="17"/>
                    <a:pt x="7" y="16"/>
                    <a:pt x="15" y="12"/>
                  </a:cubicBezTo>
                  <a:cubicBezTo>
                    <a:pt x="22" y="9"/>
                    <a:pt x="27" y="5"/>
                    <a:pt x="27" y="3"/>
                  </a:cubicBezTo>
                  <a:cubicBezTo>
                    <a:pt x="27" y="0"/>
                    <a:pt x="20" y="2"/>
                    <a:pt x="1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03" name="Freeform 1302"/>
            <p:cNvSpPr/>
            <p:nvPr/>
          </p:nvSpPr>
          <p:spPr bwMode="auto">
            <a:xfrm>
              <a:off x="6667804" y="10445528"/>
              <a:ext cx="76200" cy="41275"/>
            </a:xfrm>
            <a:custGeom>
              <a:avLst/>
              <a:gdLst>
                <a:gd name="T0" fmla="*/ 12 w 28"/>
                <a:gd name="T1" fmla="*/ 5 h 15"/>
                <a:gd name="T2" fmla="*/ 0 w 28"/>
                <a:gd name="T3" fmla="*/ 13 h 15"/>
                <a:gd name="T4" fmla="*/ 16 w 28"/>
                <a:gd name="T5" fmla="*/ 11 h 15"/>
                <a:gd name="T6" fmla="*/ 27 w 28"/>
                <a:gd name="T7" fmla="*/ 2 h 15"/>
                <a:gd name="T8" fmla="*/ 12 w 28"/>
                <a:gd name="T9" fmla="*/ 5 h 15"/>
              </a:gdLst>
              <a:ahLst/>
              <a:cxnLst>
                <a:cxn ang="0">
                  <a:pos x="T0" y="T1"/>
                </a:cxn>
                <a:cxn ang="0">
                  <a:pos x="T2" y="T3"/>
                </a:cxn>
                <a:cxn ang="0">
                  <a:pos x="T4" y="T5"/>
                </a:cxn>
                <a:cxn ang="0">
                  <a:pos x="T6" y="T7"/>
                </a:cxn>
                <a:cxn ang="0">
                  <a:pos x="T8" y="T9"/>
                </a:cxn>
              </a:cxnLst>
              <a:rect l="0" t="0" r="r" b="b"/>
              <a:pathLst>
                <a:path w="28" h="15">
                  <a:moveTo>
                    <a:pt x="12" y="5"/>
                  </a:moveTo>
                  <a:cubicBezTo>
                    <a:pt x="5" y="8"/>
                    <a:pt x="0" y="11"/>
                    <a:pt x="0" y="13"/>
                  </a:cubicBezTo>
                  <a:cubicBezTo>
                    <a:pt x="1" y="15"/>
                    <a:pt x="8" y="14"/>
                    <a:pt x="16" y="11"/>
                  </a:cubicBezTo>
                  <a:cubicBezTo>
                    <a:pt x="23" y="7"/>
                    <a:pt x="28" y="3"/>
                    <a:pt x="27" y="2"/>
                  </a:cubicBezTo>
                  <a:cubicBezTo>
                    <a:pt x="27" y="0"/>
                    <a:pt x="20" y="1"/>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04" name="Freeform 1303"/>
            <p:cNvSpPr/>
            <p:nvPr/>
          </p:nvSpPr>
          <p:spPr bwMode="auto">
            <a:xfrm>
              <a:off x="6875766" y="10361391"/>
              <a:ext cx="76200" cy="34925"/>
            </a:xfrm>
            <a:custGeom>
              <a:avLst/>
              <a:gdLst>
                <a:gd name="T0" fmla="*/ 14 w 28"/>
                <a:gd name="T1" fmla="*/ 3 h 13"/>
                <a:gd name="T2" fmla="*/ 1 w 28"/>
                <a:gd name="T3" fmla="*/ 12 h 13"/>
                <a:gd name="T4" fmla="*/ 15 w 28"/>
                <a:gd name="T5" fmla="*/ 10 h 13"/>
                <a:gd name="T6" fmla="*/ 28 w 28"/>
                <a:gd name="T7" fmla="*/ 1 h 13"/>
                <a:gd name="T8" fmla="*/ 14 w 28"/>
                <a:gd name="T9" fmla="*/ 3 h 13"/>
              </a:gdLst>
              <a:ahLst/>
              <a:cxnLst>
                <a:cxn ang="0">
                  <a:pos x="T0" y="T1"/>
                </a:cxn>
                <a:cxn ang="0">
                  <a:pos x="T2" y="T3"/>
                </a:cxn>
                <a:cxn ang="0">
                  <a:pos x="T4" y="T5"/>
                </a:cxn>
                <a:cxn ang="0">
                  <a:pos x="T6" y="T7"/>
                </a:cxn>
                <a:cxn ang="0">
                  <a:pos x="T8" y="T9"/>
                </a:cxn>
              </a:cxnLst>
              <a:rect l="0" t="0" r="r" b="b"/>
              <a:pathLst>
                <a:path w="28" h="13">
                  <a:moveTo>
                    <a:pt x="14" y="3"/>
                  </a:moveTo>
                  <a:cubicBezTo>
                    <a:pt x="6" y="6"/>
                    <a:pt x="0" y="10"/>
                    <a:pt x="1" y="12"/>
                  </a:cubicBezTo>
                  <a:cubicBezTo>
                    <a:pt x="2" y="13"/>
                    <a:pt x="8" y="13"/>
                    <a:pt x="15" y="10"/>
                  </a:cubicBezTo>
                  <a:cubicBezTo>
                    <a:pt x="23" y="7"/>
                    <a:pt x="28" y="3"/>
                    <a:pt x="28" y="1"/>
                  </a:cubicBezTo>
                  <a:cubicBezTo>
                    <a:pt x="27" y="0"/>
                    <a:pt x="21" y="1"/>
                    <a:pt x="1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05" name="Freeform 1304"/>
            <p:cNvSpPr/>
            <p:nvPr/>
          </p:nvSpPr>
          <p:spPr bwMode="auto">
            <a:xfrm>
              <a:off x="7088491" y="10285191"/>
              <a:ext cx="76200" cy="33338"/>
            </a:xfrm>
            <a:custGeom>
              <a:avLst/>
              <a:gdLst>
                <a:gd name="T0" fmla="*/ 13 w 28"/>
                <a:gd name="T1" fmla="*/ 3 h 12"/>
                <a:gd name="T2" fmla="*/ 1 w 28"/>
                <a:gd name="T3" fmla="*/ 11 h 12"/>
                <a:gd name="T4" fmla="*/ 14 w 28"/>
                <a:gd name="T5" fmla="*/ 10 h 12"/>
                <a:gd name="T6" fmla="*/ 27 w 28"/>
                <a:gd name="T7" fmla="*/ 2 h 12"/>
                <a:gd name="T8" fmla="*/ 13 w 28"/>
                <a:gd name="T9" fmla="*/ 3 h 12"/>
              </a:gdLst>
              <a:ahLst/>
              <a:cxnLst>
                <a:cxn ang="0">
                  <a:pos x="T0" y="T1"/>
                </a:cxn>
                <a:cxn ang="0">
                  <a:pos x="T2" y="T3"/>
                </a:cxn>
                <a:cxn ang="0">
                  <a:pos x="T4" y="T5"/>
                </a:cxn>
                <a:cxn ang="0">
                  <a:pos x="T6" y="T7"/>
                </a:cxn>
                <a:cxn ang="0">
                  <a:pos x="T8" y="T9"/>
                </a:cxn>
              </a:cxnLst>
              <a:rect l="0" t="0" r="r" b="b"/>
              <a:pathLst>
                <a:path w="28" h="12">
                  <a:moveTo>
                    <a:pt x="13" y="3"/>
                  </a:moveTo>
                  <a:cubicBezTo>
                    <a:pt x="6" y="6"/>
                    <a:pt x="0" y="9"/>
                    <a:pt x="1" y="11"/>
                  </a:cubicBezTo>
                  <a:cubicBezTo>
                    <a:pt x="1" y="12"/>
                    <a:pt x="7" y="12"/>
                    <a:pt x="14" y="10"/>
                  </a:cubicBezTo>
                  <a:cubicBezTo>
                    <a:pt x="22" y="7"/>
                    <a:pt x="28" y="3"/>
                    <a:pt x="27" y="2"/>
                  </a:cubicBezTo>
                  <a:cubicBezTo>
                    <a:pt x="27" y="0"/>
                    <a:pt x="20" y="1"/>
                    <a:pt x="1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06" name="Freeform 1305"/>
            <p:cNvSpPr/>
            <p:nvPr/>
          </p:nvSpPr>
          <p:spPr bwMode="auto">
            <a:xfrm>
              <a:off x="7299629" y="10224866"/>
              <a:ext cx="76200" cy="28575"/>
            </a:xfrm>
            <a:custGeom>
              <a:avLst/>
              <a:gdLst>
                <a:gd name="T0" fmla="*/ 13 w 28"/>
                <a:gd name="T1" fmla="*/ 2 h 10"/>
                <a:gd name="T2" fmla="*/ 0 w 28"/>
                <a:gd name="T3" fmla="*/ 8 h 10"/>
                <a:gd name="T4" fmla="*/ 14 w 28"/>
                <a:gd name="T5" fmla="*/ 8 h 10"/>
                <a:gd name="T6" fmla="*/ 27 w 28"/>
                <a:gd name="T7" fmla="*/ 1 h 10"/>
                <a:gd name="T8" fmla="*/ 13 w 28"/>
                <a:gd name="T9" fmla="*/ 2 h 10"/>
              </a:gdLst>
              <a:ahLst/>
              <a:cxnLst>
                <a:cxn ang="0">
                  <a:pos x="T0" y="T1"/>
                </a:cxn>
                <a:cxn ang="0">
                  <a:pos x="T2" y="T3"/>
                </a:cxn>
                <a:cxn ang="0">
                  <a:pos x="T4" y="T5"/>
                </a:cxn>
                <a:cxn ang="0">
                  <a:pos x="T6" y="T7"/>
                </a:cxn>
                <a:cxn ang="0">
                  <a:pos x="T8" y="T9"/>
                </a:cxn>
              </a:cxnLst>
              <a:rect l="0" t="0" r="r" b="b"/>
              <a:pathLst>
                <a:path w="28" h="10">
                  <a:moveTo>
                    <a:pt x="13" y="2"/>
                  </a:moveTo>
                  <a:cubicBezTo>
                    <a:pt x="5" y="4"/>
                    <a:pt x="0" y="7"/>
                    <a:pt x="0" y="8"/>
                  </a:cubicBezTo>
                  <a:cubicBezTo>
                    <a:pt x="1" y="10"/>
                    <a:pt x="7" y="10"/>
                    <a:pt x="14" y="8"/>
                  </a:cubicBezTo>
                  <a:cubicBezTo>
                    <a:pt x="22" y="6"/>
                    <a:pt x="28" y="3"/>
                    <a:pt x="27" y="1"/>
                  </a:cubicBezTo>
                  <a:cubicBezTo>
                    <a:pt x="27" y="0"/>
                    <a:pt x="20"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07" name="Freeform 1306"/>
            <p:cNvSpPr/>
            <p:nvPr/>
          </p:nvSpPr>
          <p:spPr bwMode="auto">
            <a:xfrm>
              <a:off x="7510766" y="10177241"/>
              <a:ext cx="76200" cy="23813"/>
            </a:xfrm>
            <a:custGeom>
              <a:avLst/>
              <a:gdLst>
                <a:gd name="T0" fmla="*/ 13 w 28"/>
                <a:gd name="T1" fmla="*/ 2 h 9"/>
                <a:gd name="T2" fmla="*/ 0 w 28"/>
                <a:gd name="T3" fmla="*/ 7 h 9"/>
                <a:gd name="T4" fmla="*/ 15 w 28"/>
                <a:gd name="T5" fmla="*/ 7 h 9"/>
                <a:gd name="T6" fmla="*/ 28 w 28"/>
                <a:gd name="T7" fmla="*/ 2 h 9"/>
                <a:gd name="T8" fmla="*/ 13 w 28"/>
                <a:gd name="T9" fmla="*/ 2 h 9"/>
              </a:gdLst>
              <a:ahLst/>
              <a:cxnLst>
                <a:cxn ang="0">
                  <a:pos x="T0" y="T1"/>
                </a:cxn>
                <a:cxn ang="0">
                  <a:pos x="T2" y="T3"/>
                </a:cxn>
                <a:cxn ang="0">
                  <a:pos x="T4" y="T5"/>
                </a:cxn>
                <a:cxn ang="0">
                  <a:pos x="T6" y="T7"/>
                </a:cxn>
                <a:cxn ang="0">
                  <a:pos x="T8" y="T9"/>
                </a:cxn>
              </a:cxnLst>
              <a:rect l="0" t="0" r="r" b="b"/>
              <a:pathLst>
                <a:path w="28" h="9">
                  <a:moveTo>
                    <a:pt x="13" y="2"/>
                  </a:moveTo>
                  <a:cubicBezTo>
                    <a:pt x="6" y="3"/>
                    <a:pt x="0" y="5"/>
                    <a:pt x="0" y="7"/>
                  </a:cubicBezTo>
                  <a:cubicBezTo>
                    <a:pt x="1" y="9"/>
                    <a:pt x="8" y="9"/>
                    <a:pt x="15" y="7"/>
                  </a:cubicBezTo>
                  <a:cubicBezTo>
                    <a:pt x="23" y="6"/>
                    <a:pt x="28" y="3"/>
                    <a:pt x="28" y="2"/>
                  </a:cubicBezTo>
                  <a:cubicBezTo>
                    <a:pt x="27" y="0"/>
                    <a:pt x="20"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08" name="Freeform 1307"/>
            <p:cNvSpPr/>
            <p:nvPr/>
          </p:nvSpPr>
          <p:spPr bwMode="auto">
            <a:xfrm>
              <a:off x="7723491" y="10147078"/>
              <a:ext cx="77788" cy="19050"/>
            </a:xfrm>
            <a:custGeom>
              <a:avLst/>
              <a:gdLst>
                <a:gd name="T0" fmla="*/ 1 w 29"/>
                <a:gd name="T1" fmla="*/ 5 h 7"/>
                <a:gd name="T2" fmla="*/ 15 w 29"/>
                <a:gd name="T3" fmla="*/ 6 h 7"/>
                <a:gd name="T4" fmla="*/ 28 w 29"/>
                <a:gd name="T5" fmla="*/ 1 h 7"/>
                <a:gd name="T6" fmla="*/ 14 w 29"/>
                <a:gd name="T7" fmla="*/ 0 h 7"/>
                <a:gd name="T8" fmla="*/ 1 w 29"/>
                <a:gd name="T9" fmla="*/ 5 h 7"/>
              </a:gdLst>
              <a:ahLst/>
              <a:cxnLst>
                <a:cxn ang="0">
                  <a:pos x="T0" y="T1"/>
                </a:cxn>
                <a:cxn ang="0">
                  <a:pos x="T2" y="T3"/>
                </a:cxn>
                <a:cxn ang="0">
                  <a:pos x="T4" y="T5"/>
                </a:cxn>
                <a:cxn ang="0">
                  <a:pos x="T6" y="T7"/>
                </a:cxn>
                <a:cxn ang="0">
                  <a:pos x="T8" y="T9"/>
                </a:cxn>
              </a:cxnLst>
              <a:rect l="0" t="0" r="r" b="b"/>
              <a:pathLst>
                <a:path w="29" h="7">
                  <a:moveTo>
                    <a:pt x="1" y="5"/>
                  </a:moveTo>
                  <a:cubicBezTo>
                    <a:pt x="2" y="6"/>
                    <a:pt x="8" y="7"/>
                    <a:pt x="15" y="6"/>
                  </a:cubicBezTo>
                  <a:cubicBezTo>
                    <a:pt x="23" y="5"/>
                    <a:pt x="29" y="3"/>
                    <a:pt x="28" y="1"/>
                  </a:cubicBezTo>
                  <a:cubicBezTo>
                    <a:pt x="27" y="0"/>
                    <a:pt x="21" y="0"/>
                    <a:pt x="14" y="0"/>
                  </a:cubicBezTo>
                  <a:cubicBezTo>
                    <a:pt x="6" y="1"/>
                    <a:pt x="0" y="3"/>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09" name="Freeform 1308"/>
            <p:cNvSpPr/>
            <p:nvPr/>
          </p:nvSpPr>
          <p:spPr bwMode="auto">
            <a:xfrm>
              <a:off x="7937804" y="10132791"/>
              <a:ext cx="77788" cy="17463"/>
            </a:xfrm>
            <a:custGeom>
              <a:avLst/>
              <a:gdLst>
                <a:gd name="T0" fmla="*/ 14 w 29"/>
                <a:gd name="T1" fmla="*/ 0 h 6"/>
                <a:gd name="T2" fmla="*/ 1 w 29"/>
                <a:gd name="T3" fmla="*/ 3 h 6"/>
                <a:gd name="T4" fmla="*/ 15 w 29"/>
                <a:gd name="T5" fmla="*/ 5 h 6"/>
                <a:gd name="T6" fmla="*/ 28 w 29"/>
                <a:gd name="T7" fmla="*/ 2 h 6"/>
                <a:gd name="T8" fmla="*/ 14 w 29"/>
                <a:gd name="T9" fmla="*/ 0 h 6"/>
              </a:gdLst>
              <a:ahLst/>
              <a:cxnLst>
                <a:cxn ang="0">
                  <a:pos x="T0" y="T1"/>
                </a:cxn>
                <a:cxn ang="0">
                  <a:pos x="T2" y="T3"/>
                </a:cxn>
                <a:cxn ang="0">
                  <a:pos x="T4" y="T5"/>
                </a:cxn>
                <a:cxn ang="0">
                  <a:pos x="T6" y="T7"/>
                </a:cxn>
                <a:cxn ang="0">
                  <a:pos x="T8" y="T9"/>
                </a:cxn>
              </a:cxnLst>
              <a:rect l="0" t="0" r="r" b="b"/>
              <a:pathLst>
                <a:path w="29" h="6">
                  <a:moveTo>
                    <a:pt x="14" y="0"/>
                  </a:moveTo>
                  <a:cubicBezTo>
                    <a:pt x="6" y="1"/>
                    <a:pt x="0" y="2"/>
                    <a:pt x="1" y="3"/>
                  </a:cubicBezTo>
                  <a:cubicBezTo>
                    <a:pt x="1" y="5"/>
                    <a:pt x="8" y="6"/>
                    <a:pt x="15" y="5"/>
                  </a:cubicBezTo>
                  <a:cubicBezTo>
                    <a:pt x="23" y="5"/>
                    <a:pt x="29" y="4"/>
                    <a:pt x="28" y="2"/>
                  </a:cubicBezTo>
                  <a:cubicBezTo>
                    <a:pt x="28" y="1"/>
                    <a:pt x="21"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10" name="Freeform 1309"/>
            <p:cNvSpPr/>
            <p:nvPr/>
          </p:nvSpPr>
          <p:spPr bwMode="auto">
            <a:xfrm>
              <a:off x="8155291" y="10120091"/>
              <a:ext cx="74613" cy="15875"/>
            </a:xfrm>
            <a:custGeom>
              <a:avLst/>
              <a:gdLst>
                <a:gd name="T0" fmla="*/ 12 w 28"/>
                <a:gd name="T1" fmla="*/ 0 h 6"/>
                <a:gd name="T2" fmla="*/ 0 w 28"/>
                <a:gd name="T3" fmla="*/ 4 h 6"/>
                <a:gd name="T4" fmla="*/ 16 w 28"/>
                <a:gd name="T5" fmla="*/ 5 h 6"/>
                <a:gd name="T6" fmla="*/ 28 w 28"/>
                <a:gd name="T7" fmla="*/ 2 h 6"/>
                <a:gd name="T8" fmla="*/ 12 w 28"/>
                <a:gd name="T9" fmla="*/ 0 h 6"/>
              </a:gdLst>
              <a:ahLst/>
              <a:cxnLst>
                <a:cxn ang="0">
                  <a:pos x="T0" y="T1"/>
                </a:cxn>
                <a:cxn ang="0">
                  <a:pos x="T2" y="T3"/>
                </a:cxn>
                <a:cxn ang="0">
                  <a:pos x="T4" y="T5"/>
                </a:cxn>
                <a:cxn ang="0">
                  <a:pos x="T6" y="T7"/>
                </a:cxn>
                <a:cxn ang="0">
                  <a:pos x="T8" y="T9"/>
                </a:cxn>
              </a:cxnLst>
              <a:rect l="0" t="0" r="r" b="b"/>
              <a:pathLst>
                <a:path w="28" h="6">
                  <a:moveTo>
                    <a:pt x="12" y="0"/>
                  </a:moveTo>
                  <a:cubicBezTo>
                    <a:pt x="5" y="1"/>
                    <a:pt x="0" y="2"/>
                    <a:pt x="0" y="4"/>
                  </a:cubicBezTo>
                  <a:cubicBezTo>
                    <a:pt x="1" y="5"/>
                    <a:pt x="8" y="6"/>
                    <a:pt x="16" y="5"/>
                  </a:cubicBezTo>
                  <a:cubicBezTo>
                    <a:pt x="23" y="5"/>
                    <a:pt x="28" y="3"/>
                    <a:pt x="28" y="2"/>
                  </a:cubicBezTo>
                  <a:cubicBezTo>
                    <a:pt x="27" y="0"/>
                    <a:pt x="20"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11" name="Freeform 1310"/>
            <p:cNvSpPr/>
            <p:nvPr/>
          </p:nvSpPr>
          <p:spPr bwMode="auto">
            <a:xfrm>
              <a:off x="8371191" y="10101041"/>
              <a:ext cx="76200" cy="15875"/>
            </a:xfrm>
            <a:custGeom>
              <a:avLst/>
              <a:gdLst>
                <a:gd name="T0" fmla="*/ 12 w 28"/>
                <a:gd name="T1" fmla="*/ 0 h 6"/>
                <a:gd name="T2" fmla="*/ 0 w 28"/>
                <a:gd name="T3" fmla="*/ 4 h 6"/>
                <a:gd name="T4" fmla="*/ 16 w 28"/>
                <a:gd name="T5" fmla="*/ 5 h 6"/>
                <a:gd name="T6" fmla="*/ 28 w 28"/>
                <a:gd name="T7" fmla="*/ 1 h 6"/>
                <a:gd name="T8" fmla="*/ 12 w 28"/>
                <a:gd name="T9" fmla="*/ 0 h 6"/>
              </a:gdLst>
              <a:ahLst/>
              <a:cxnLst>
                <a:cxn ang="0">
                  <a:pos x="T0" y="T1"/>
                </a:cxn>
                <a:cxn ang="0">
                  <a:pos x="T2" y="T3"/>
                </a:cxn>
                <a:cxn ang="0">
                  <a:pos x="T4" y="T5"/>
                </a:cxn>
                <a:cxn ang="0">
                  <a:pos x="T6" y="T7"/>
                </a:cxn>
                <a:cxn ang="0">
                  <a:pos x="T8" y="T9"/>
                </a:cxn>
              </a:cxnLst>
              <a:rect l="0" t="0" r="r" b="b"/>
              <a:pathLst>
                <a:path w="28" h="6">
                  <a:moveTo>
                    <a:pt x="12" y="0"/>
                  </a:moveTo>
                  <a:cubicBezTo>
                    <a:pt x="5" y="1"/>
                    <a:pt x="0" y="3"/>
                    <a:pt x="0" y="4"/>
                  </a:cubicBezTo>
                  <a:cubicBezTo>
                    <a:pt x="1" y="6"/>
                    <a:pt x="8" y="6"/>
                    <a:pt x="16" y="5"/>
                  </a:cubicBezTo>
                  <a:cubicBezTo>
                    <a:pt x="23" y="5"/>
                    <a:pt x="28" y="3"/>
                    <a:pt x="28" y="1"/>
                  </a:cubicBezTo>
                  <a:cubicBezTo>
                    <a:pt x="27" y="0"/>
                    <a:pt x="20"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12" name="Freeform 1311"/>
            <p:cNvSpPr/>
            <p:nvPr/>
          </p:nvSpPr>
          <p:spPr bwMode="auto">
            <a:xfrm>
              <a:off x="8588679" y="10075641"/>
              <a:ext cx="79375" cy="19050"/>
            </a:xfrm>
            <a:custGeom>
              <a:avLst/>
              <a:gdLst>
                <a:gd name="T0" fmla="*/ 14 w 29"/>
                <a:gd name="T1" fmla="*/ 0 h 7"/>
                <a:gd name="T2" fmla="*/ 0 w 29"/>
                <a:gd name="T3" fmla="*/ 5 h 7"/>
                <a:gd name="T4" fmla="*/ 15 w 29"/>
                <a:gd name="T5" fmla="*/ 6 h 7"/>
                <a:gd name="T6" fmla="*/ 28 w 29"/>
                <a:gd name="T7" fmla="*/ 1 h 7"/>
                <a:gd name="T8" fmla="*/ 14 w 29"/>
                <a:gd name="T9" fmla="*/ 0 h 7"/>
              </a:gdLst>
              <a:ahLst/>
              <a:cxnLst>
                <a:cxn ang="0">
                  <a:pos x="T0" y="T1"/>
                </a:cxn>
                <a:cxn ang="0">
                  <a:pos x="T2" y="T3"/>
                </a:cxn>
                <a:cxn ang="0">
                  <a:pos x="T4" y="T5"/>
                </a:cxn>
                <a:cxn ang="0">
                  <a:pos x="T6" y="T7"/>
                </a:cxn>
                <a:cxn ang="0">
                  <a:pos x="T8" y="T9"/>
                </a:cxn>
              </a:cxnLst>
              <a:rect l="0" t="0" r="r" b="b"/>
              <a:pathLst>
                <a:path w="29" h="7">
                  <a:moveTo>
                    <a:pt x="14" y="0"/>
                  </a:moveTo>
                  <a:cubicBezTo>
                    <a:pt x="6" y="1"/>
                    <a:pt x="0" y="3"/>
                    <a:pt x="0" y="5"/>
                  </a:cubicBezTo>
                  <a:cubicBezTo>
                    <a:pt x="1" y="6"/>
                    <a:pt x="7" y="7"/>
                    <a:pt x="15" y="6"/>
                  </a:cubicBezTo>
                  <a:cubicBezTo>
                    <a:pt x="23" y="5"/>
                    <a:pt x="29" y="3"/>
                    <a:pt x="28" y="1"/>
                  </a:cubicBezTo>
                  <a:cubicBezTo>
                    <a:pt x="27" y="0"/>
                    <a:pt x="21"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13" name="Freeform 1312"/>
            <p:cNvSpPr/>
            <p:nvPr/>
          </p:nvSpPr>
          <p:spPr bwMode="auto">
            <a:xfrm>
              <a:off x="8806166" y="10047066"/>
              <a:ext cx="79375" cy="20638"/>
            </a:xfrm>
            <a:custGeom>
              <a:avLst/>
              <a:gdLst>
                <a:gd name="T0" fmla="*/ 15 w 29"/>
                <a:gd name="T1" fmla="*/ 1 h 8"/>
                <a:gd name="T2" fmla="*/ 1 w 29"/>
                <a:gd name="T3" fmla="*/ 6 h 8"/>
                <a:gd name="T4" fmla="*/ 14 w 29"/>
                <a:gd name="T5" fmla="*/ 7 h 8"/>
                <a:gd name="T6" fmla="*/ 29 w 29"/>
                <a:gd name="T7" fmla="*/ 2 h 8"/>
                <a:gd name="T8" fmla="*/ 15 w 29"/>
                <a:gd name="T9" fmla="*/ 1 h 8"/>
              </a:gdLst>
              <a:ahLst/>
              <a:cxnLst>
                <a:cxn ang="0">
                  <a:pos x="T0" y="T1"/>
                </a:cxn>
                <a:cxn ang="0">
                  <a:pos x="T2" y="T3"/>
                </a:cxn>
                <a:cxn ang="0">
                  <a:pos x="T4" y="T5"/>
                </a:cxn>
                <a:cxn ang="0">
                  <a:pos x="T6" y="T7"/>
                </a:cxn>
                <a:cxn ang="0">
                  <a:pos x="T8" y="T9"/>
                </a:cxn>
              </a:cxnLst>
              <a:rect l="0" t="0" r="r" b="b"/>
              <a:pathLst>
                <a:path w="29" h="8">
                  <a:moveTo>
                    <a:pt x="15" y="1"/>
                  </a:moveTo>
                  <a:cubicBezTo>
                    <a:pt x="7" y="2"/>
                    <a:pt x="0" y="4"/>
                    <a:pt x="1" y="6"/>
                  </a:cubicBezTo>
                  <a:cubicBezTo>
                    <a:pt x="1" y="7"/>
                    <a:pt x="7" y="8"/>
                    <a:pt x="14" y="7"/>
                  </a:cubicBezTo>
                  <a:cubicBezTo>
                    <a:pt x="23" y="7"/>
                    <a:pt x="29" y="4"/>
                    <a:pt x="29" y="2"/>
                  </a:cubicBezTo>
                  <a:cubicBezTo>
                    <a:pt x="28" y="1"/>
                    <a:pt x="22" y="0"/>
                    <a:pt x="1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14" name="Freeform 1313"/>
            <p:cNvSpPr/>
            <p:nvPr/>
          </p:nvSpPr>
          <p:spPr bwMode="auto">
            <a:xfrm>
              <a:off x="9023654" y="10016903"/>
              <a:ext cx="80963" cy="23813"/>
            </a:xfrm>
            <a:custGeom>
              <a:avLst/>
              <a:gdLst>
                <a:gd name="T0" fmla="*/ 14 w 30"/>
                <a:gd name="T1" fmla="*/ 1 h 9"/>
                <a:gd name="T2" fmla="*/ 1 w 30"/>
                <a:gd name="T3" fmla="*/ 6 h 9"/>
                <a:gd name="T4" fmla="*/ 16 w 30"/>
                <a:gd name="T5" fmla="*/ 8 h 9"/>
                <a:gd name="T6" fmla="*/ 29 w 30"/>
                <a:gd name="T7" fmla="*/ 2 h 9"/>
                <a:gd name="T8" fmla="*/ 14 w 30"/>
                <a:gd name="T9" fmla="*/ 1 h 9"/>
              </a:gdLst>
              <a:ahLst/>
              <a:cxnLst>
                <a:cxn ang="0">
                  <a:pos x="T0" y="T1"/>
                </a:cxn>
                <a:cxn ang="0">
                  <a:pos x="T2" y="T3"/>
                </a:cxn>
                <a:cxn ang="0">
                  <a:pos x="T4" y="T5"/>
                </a:cxn>
                <a:cxn ang="0">
                  <a:pos x="T6" y="T7"/>
                </a:cxn>
                <a:cxn ang="0">
                  <a:pos x="T8" y="T9"/>
                </a:cxn>
              </a:cxnLst>
              <a:rect l="0" t="0" r="r" b="b"/>
              <a:pathLst>
                <a:path w="30" h="9">
                  <a:moveTo>
                    <a:pt x="14" y="1"/>
                  </a:moveTo>
                  <a:cubicBezTo>
                    <a:pt x="6" y="2"/>
                    <a:pt x="0" y="4"/>
                    <a:pt x="1" y="6"/>
                  </a:cubicBezTo>
                  <a:cubicBezTo>
                    <a:pt x="2" y="8"/>
                    <a:pt x="9" y="9"/>
                    <a:pt x="16" y="8"/>
                  </a:cubicBezTo>
                  <a:cubicBezTo>
                    <a:pt x="24" y="7"/>
                    <a:pt x="30" y="4"/>
                    <a:pt x="29" y="2"/>
                  </a:cubicBezTo>
                  <a:cubicBezTo>
                    <a:pt x="28" y="0"/>
                    <a:pt x="21"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15" name="Freeform 1314"/>
            <p:cNvSpPr/>
            <p:nvPr/>
          </p:nvSpPr>
          <p:spPr bwMode="auto">
            <a:xfrm>
              <a:off x="9242729" y="9983566"/>
              <a:ext cx="79375" cy="26988"/>
            </a:xfrm>
            <a:custGeom>
              <a:avLst/>
              <a:gdLst>
                <a:gd name="T0" fmla="*/ 15 w 29"/>
                <a:gd name="T1" fmla="*/ 1 h 10"/>
                <a:gd name="T2" fmla="*/ 1 w 29"/>
                <a:gd name="T3" fmla="*/ 7 h 10"/>
                <a:gd name="T4" fmla="*/ 15 w 29"/>
                <a:gd name="T5" fmla="*/ 9 h 10"/>
                <a:gd name="T6" fmla="*/ 29 w 29"/>
                <a:gd name="T7" fmla="*/ 3 h 10"/>
                <a:gd name="T8" fmla="*/ 15 w 29"/>
                <a:gd name="T9" fmla="*/ 1 h 10"/>
              </a:gdLst>
              <a:ahLst/>
              <a:cxnLst>
                <a:cxn ang="0">
                  <a:pos x="T0" y="T1"/>
                </a:cxn>
                <a:cxn ang="0">
                  <a:pos x="T2" y="T3"/>
                </a:cxn>
                <a:cxn ang="0">
                  <a:pos x="T4" y="T5"/>
                </a:cxn>
                <a:cxn ang="0">
                  <a:pos x="T6" y="T7"/>
                </a:cxn>
                <a:cxn ang="0">
                  <a:pos x="T8" y="T9"/>
                </a:cxn>
              </a:cxnLst>
              <a:rect l="0" t="0" r="r" b="b"/>
              <a:pathLst>
                <a:path w="29" h="10">
                  <a:moveTo>
                    <a:pt x="15" y="1"/>
                  </a:moveTo>
                  <a:cubicBezTo>
                    <a:pt x="6" y="2"/>
                    <a:pt x="0" y="4"/>
                    <a:pt x="1" y="7"/>
                  </a:cubicBezTo>
                  <a:cubicBezTo>
                    <a:pt x="1" y="9"/>
                    <a:pt x="7" y="10"/>
                    <a:pt x="15" y="9"/>
                  </a:cubicBezTo>
                  <a:cubicBezTo>
                    <a:pt x="23" y="8"/>
                    <a:pt x="29" y="5"/>
                    <a:pt x="29" y="3"/>
                  </a:cubicBezTo>
                  <a:cubicBezTo>
                    <a:pt x="28" y="1"/>
                    <a:pt x="22" y="0"/>
                    <a:pt x="1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16" name="Freeform 1315"/>
            <p:cNvSpPr/>
            <p:nvPr/>
          </p:nvSpPr>
          <p:spPr bwMode="auto">
            <a:xfrm>
              <a:off x="9460216" y="9951816"/>
              <a:ext cx="80963" cy="30163"/>
            </a:xfrm>
            <a:custGeom>
              <a:avLst/>
              <a:gdLst>
                <a:gd name="T0" fmla="*/ 12 w 30"/>
                <a:gd name="T1" fmla="*/ 1 h 11"/>
                <a:gd name="T2" fmla="*/ 1 w 30"/>
                <a:gd name="T3" fmla="*/ 7 h 11"/>
                <a:gd name="T4" fmla="*/ 18 w 30"/>
                <a:gd name="T5" fmla="*/ 9 h 11"/>
                <a:gd name="T6" fmla="*/ 29 w 30"/>
                <a:gd name="T7" fmla="*/ 3 h 11"/>
                <a:gd name="T8" fmla="*/ 12 w 30"/>
                <a:gd name="T9" fmla="*/ 1 h 11"/>
              </a:gdLst>
              <a:ahLst/>
              <a:cxnLst>
                <a:cxn ang="0">
                  <a:pos x="T0" y="T1"/>
                </a:cxn>
                <a:cxn ang="0">
                  <a:pos x="T2" y="T3"/>
                </a:cxn>
                <a:cxn ang="0">
                  <a:pos x="T4" y="T5"/>
                </a:cxn>
                <a:cxn ang="0">
                  <a:pos x="T6" y="T7"/>
                </a:cxn>
                <a:cxn ang="0">
                  <a:pos x="T8" y="T9"/>
                </a:cxn>
              </a:cxnLst>
              <a:rect l="0" t="0" r="r" b="b"/>
              <a:pathLst>
                <a:path w="30" h="11">
                  <a:moveTo>
                    <a:pt x="12" y="1"/>
                  </a:moveTo>
                  <a:cubicBezTo>
                    <a:pt x="5" y="2"/>
                    <a:pt x="0" y="5"/>
                    <a:pt x="1" y="7"/>
                  </a:cubicBezTo>
                  <a:cubicBezTo>
                    <a:pt x="3" y="10"/>
                    <a:pt x="10" y="11"/>
                    <a:pt x="18" y="9"/>
                  </a:cubicBezTo>
                  <a:cubicBezTo>
                    <a:pt x="25" y="8"/>
                    <a:pt x="30" y="5"/>
                    <a:pt x="29" y="3"/>
                  </a:cubicBezTo>
                  <a:cubicBezTo>
                    <a:pt x="28" y="1"/>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17" name="Freeform 1316"/>
            <p:cNvSpPr/>
            <p:nvPr/>
          </p:nvSpPr>
          <p:spPr bwMode="auto">
            <a:xfrm>
              <a:off x="9679291" y="9918478"/>
              <a:ext cx="79375" cy="33338"/>
            </a:xfrm>
            <a:custGeom>
              <a:avLst/>
              <a:gdLst>
                <a:gd name="T0" fmla="*/ 15 w 29"/>
                <a:gd name="T1" fmla="*/ 1 h 12"/>
                <a:gd name="T2" fmla="*/ 1 w 29"/>
                <a:gd name="T3" fmla="*/ 8 h 12"/>
                <a:gd name="T4" fmla="*/ 15 w 29"/>
                <a:gd name="T5" fmla="*/ 11 h 12"/>
                <a:gd name="T6" fmla="*/ 29 w 29"/>
                <a:gd name="T7" fmla="*/ 4 h 12"/>
                <a:gd name="T8" fmla="*/ 15 w 29"/>
                <a:gd name="T9" fmla="*/ 1 h 12"/>
              </a:gdLst>
              <a:ahLst/>
              <a:cxnLst>
                <a:cxn ang="0">
                  <a:pos x="T0" y="T1"/>
                </a:cxn>
                <a:cxn ang="0">
                  <a:pos x="T2" y="T3"/>
                </a:cxn>
                <a:cxn ang="0">
                  <a:pos x="T4" y="T5"/>
                </a:cxn>
                <a:cxn ang="0">
                  <a:pos x="T6" y="T7"/>
                </a:cxn>
                <a:cxn ang="0">
                  <a:pos x="T8" y="T9"/>
                </a:cxn>
              </a:cxnLst>
              <a:rect l="0" t="0" r="r" b="b"/>
              <a:pathLst>
                <a:path w="29" h="12">
                  <a:moveTo>
                    <a:pt x="15" y="1"/>
                  </a:moveTo>
                  <a:cubicBezTo>
                    <a:pt x="7" y="2"/>
                    <a:pt x="0" y="5"/>
                    <a:pt x="1" y="8"/>
                  </a:cubicBezTo>
                  <a:cubicBezTo>
                    <a:pt x="1" y="10"/>
                    <a:pt x="8" y="12"/>
                    <a:pt x="15" y="11"/>
                  </a:cubicBezTo>
                  <a:cubicBezTo>
                    <a:pt x="23" y="10"/>
                    <a:pt x="29" y="7"/>
                    <a:pt x="29" y="4"/>
                  </a:cubicBezTo>
                  <a:cubicBezTo>
                    <a:pt x="28" y="2"/>
                    <a:pt x="22" y="0"/>
                    <a:pt x="1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18" name="Freeform 1317"/>
            <p:cNvSpPr/>
            <p:nvPr/>
          </p:nvSpPr>
          <p:spPr bwMode="auto">
            <a:xfrm>
              <a:off x="9899954" y="9888316"/>
              <a:ext cx="79375" cy="36513"/>
            </a:xfrm>
            <a:custGeom>
              <a:avLst/>
              <a:gdLst>
                <a:gd name="T0" fmla="*/ 13 w 29"/>
                <a:gd name="T1" fmla="*/ 1 h 13"/>
                <a:gd name="T2" fmla="*/ 1 w 29"/>
                <a:gd name="T3" fmla="*/ 8 h 13"/>
                <a:gd name="T4" fmla="*/ 15 w 29"/>
                <a:gd name="T5" fmla="*/ 12 h 13"/>
                <a:gd name="T6" fmla="*/ 28 w 29"/>
                <a:gd name="T7" fmla="*/ 5 h 13"/>
                <a:gd name="T8" fmla="*/ 13 w 29"/>
                <a:gd name="T9" fmla="*/ 1 h 13"/>
              </a:gdLst>
              <a:ahLst/>
              <a:cxnLst>
                <a:cxn ang="0">
                  <a:pos x="T0" y="T1"/>
                </a:cxn>
                <a:cxn ang="0">
                  <a:pos x="T2" y="T3"/>
                </a:cxn>
                <a:cxn ang="0">
                  <a:pos x="T4" y="T5"/>
                </a:cxn>
                <a:cxn ang="0">
                  <a:pos x="T6" y="T7"/>
                </a:cxn>
                <a:cxn ang="0">
                  <a:pos x="T8" y="T9"/>
                </a:cxn>
              </a:cxnLst>
              <a:rect l="0" t="0" r="r" b="b"/>
              <a:pathLst>
                <a:path w="29" h="13">
                  <a:moveTo>
                    <a:pt x="13" y="1"/>
                  </a:moveTo>
                  <a:cubicBezTo>
                    <a:pt x="5" y="2"/>
                    <a:pt x="0" y="5"/>
                    <a:pt x="1" y="8"/>
                  </a:cubicBezTo>
                  <a:cubicBezTo>
                    <a:pt x="1" y="11"/>
                    <a:pt x="8" y="13"/>
                    <a:pt x="15" y="12"/>
                  </a:cubicBezTo>
                  <a:cubicBezTo>
                    <a:pt x="23" y="11"/>
                    <a:pt x="29" y="8"/>
                    <a:pt x="28" y="5"/>
                  </a:cubicBezTo>
                  <a:cubicBezTo>
                    <a:pt x="27" y="2"/>
                    <a:pt x="21"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19" name="Freeform 1318"/>
            <p:cNvSpPr/>
            <p:nvPr/>
          </p:nvSpPr>
          <p:spPr bwMode="auto">
            <a:xfrm>
              <a:off x="10117441" y="9861328"/>
              <a:ext cx="77788" cy="38100"/>
            </a:xfrm>
            <a:custGeom>
              <a:avLst/>
              <a:gdLst>
                <a:gd name="T0" fmla="*/ 14 w 29"/>
                <a:gd name="T1" fmla="*/ 1 h 14"/>
                <a:gd name="T2" fmla="*/ 1 w 29"/>
                <a:gd name="T3" fmla="*/ 8 h 14"/>
                <a:gd name="T4" fmla="*/ 15 w 29"/>
                <a:gd name="T5" fmla="*/ 13 h 14"/>
                <a:gd name="T6" fmla="*/ 29 w 29"/>
                <a:gd name="T7" fmla="*/ 6 h 14"/>
                <a:gd name="T8" fmla="*/ 14 w 29"/>
                <a:gd name="T9" fmla="*/ 1 h 14"/>
              </a:gdLst>
              <a:ahLst/>
              <a:cxnLst>
                <a:cxn ang="0">
                  <a:pos x="T0" y="T1"/>
                </a:cxn>
                <a:cxn ang="0">
                  <a:pos x="T2" y="T3"/>
                </a:cxn>
                <a:cxn ang="0">
                  <a:pos x="T4" y="T5"/>
                </a:cxn>
                <a:cxn ang="0">
                  <a:pos x="T6" y="T7"/>
                </a:cxn>
                <a:cxn ang="0">
                  <a:pos x="T8" y="T9"/>
                </a:cxn>
              </a:cxnLst>
              <a:rect l="0" t="0" r="r" b="b"/>
              <a:pathLst>
                <a:path w="29" h="14">
                  <a:moveTo>
                    <a:pt x="14" y="1"/>
                  </a:moveTo>
                  <a:cubicBezTo>
                    <a:pt x="6" y="1"/>
                    <a:pt x="0" y="5"/>
                    <a:pt x="1" y="8"/>
                  </a:cubicBezTo>
                  <a:cubicBezTo>
                    <a:pt x="2" y="12"/>
                    <a:pt x="8" y="14"/>
                    <a:pt x="15" y="13"/>
                  </a:cubicBezTo>
                  <a:cubicBezTo>
                    <a:pt x="23" y="13"/>
                    <a:pt x="29" y="9"/>
                    <a:pt x="29" y="6"/>
                  </a:cubicBezTo>
                  <a:cubicBezTo>
                    <a:pt x="28" y="2"/>
                    <a:pt x="2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20" name="Freeform 1319"/>
            <p:cNvSpPr/>
            <p:nvPr/>
          </p:nvSpPr>
          <p:spPr bwMode="auto">
            <a:xfrm>
              <a:off x="10333341" y="9837516"/>
              <a:ext cx="82550" cy="42863"/>
            </a:xfrm>
            <a:custGeom>
              <a:avLst/>
              <a:gdLst>
                <a:gd name="T0" fmla="*/ 12 w 30"/>
                <a:gd name="T1" fmla="*/ 2 h 16"/>
                <a:gd name="T2" fmla="*/ 1 w 30"/>
                <a:gd name="T3" fmla="*/ 10 h 16"/>
                <a:gd name="T4" fmla="*/ 18 w 30"/>
                <a:gd name="T5" fmla="*/ 15 h 16"/>
                <a:gd name="T6" fmla="*/ 29 w 30"/>
                <a:gd name="T7" fmla="*/ 7 h 16"/>
                <a:gd name="T8" fmla="*/ 12 w 30"/>
                <a:gd name="T9" fmla="*/ 2 h 16"/>
              </a:gdLst>
              <a:ahLst/>
              <a:cxnLst>
                <a:cxn ang="0">
                  <a:pos x="T0" y="T1"/>
                </a:cxn>
                <a:cxn ang="0">
                  <a:pos x="T2" y="T3"/>
                </a:cxn>
                <a:cxn ang="0">
                  <a:pos x="T4" y="T5"/>
                </a:cxn>
                <a:cxn ang="0">
                  <a:pos x="T6" y="T7"/>
                </a:cxn>
                <a:cxn ang="0">
                  <a:pos x="T8" y="T9"/>
                </a:cxn>
              </a:cxnLst>
              <a:rect l="0" t="0" r="r" b="b"/>
              <a:pathLst>
                <a:path w="30" h="16">
                  <a:moveTo>
                    <a:pt x="12" y="2"/>
                  </a:moveTo>
                  <a:cubicBezTo>
                    <a:pt x="5" y="3"/>
                    <a:pt x="0" y="6"/>
                    <a:pt x="1" y="10"/>
                  </a:cubicBezTo>
                  <a:cubicBezTo>
                    <a:pt x="3" y="14"/>
                    <a:pt x="10" y="16"/>
                    <a:pt x="18" y="15"/>
                  </a:cubicBezTo>
                  <a:cubicBezTo>
                    <a:pt x="25" y="14"/>
                    <a:pt x="30" y="10"/>
                    <a:pt x="29" y="7"/>
                  </a:cubicBezTo>
                  <a:cubicBezTo>
                    <a:pt x="27" y="3"/>
                    <a:pt x="20"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21" name="Freeform 1320"/>
            <p:cNvSpPr/>
            <p:nvPr/>
          </p:nvSpPr>
          <p:spPr bwMode="auto">
            <a:xfrm>
              <a:off x="10550829" y="9823228"/>
              <a:ext cx="82550" cy="41275"/>
            </a:xfrm>
            <a:custGeom>
              <a:avLst/>
              <a:gdLst>
                <a:gd name="T0" fmla="*/ 1 w 30"/>
                <a:gd name="T1" fmla="*/ 8 h 15"/>
                <a:gd name="T2" fmla="*/ 16 w 30"/>
                <a:gd name="T3" fmla="*/ 15 h 15"/>
                <a:gd name="T4" fmla="*/ 29 w 30"/>
                <a:gd name="T5" fmla="*/ 7 h 15"/>
                <a:gd name="T6" fmla="*/ 14 w 30"/>
                <a:gd name="T7" fmla="*/ 0 h 15"/>
                <a:gd name="T8" fmla="*/ 1 w 30"/>
                <a:gd name="T9" fmla="*/ 8 h 15"/>
              </a:gdLst>
              <a:ahLst/>
              <a:cxnLst>
                <a:cxn ang="0">
                  <a:pos x="T0" y="T1"/>
                </a:cxn>
                <a:cxn ang="0">
                  <a:pos x="T2" y="T3"/>
                </a:cxn>
                <a:cxn ang="0">
                  <a:pos x="T4" y="T5"/>
                </a:cxn>
                <a:cxn ang="0">
                  <a:pos x="T6" y="T7"/>
                </a:cxn>
                <a:cxn ang="0">
                  <a:pos x="T8" y="T9"/>
                </a:cxn>
              </a:cxnLst>
              <a:rect l="0" t="0" r="r" b="b"/>
              <a:pathLst>
                <a:path w="30" h="15">
                  <a:moveTo>
                    <a:pt x="1" y="8"/>
                  </a:moveTo>
                  <a:cubicBezTo>
                    <a:pt x="2" y="12"/>
                    <a:pt x="9" y="15"/>
                    <a:pt x="16" y="15"/>
                  </a:cubicBezTo>
                  <a:cubicBezTo>
                    <a:pt x="24" y="15"/>
                    <a:pt x="30" y="12"/>
                    <a:pt x="29" y="7"/>
                  </a:cubicBezTo>
                  <a:cubicBezTo>
                    <a:pt x="28" y="3"/>
                    <a:pt x="22" y="0"/>
                    <a:pt x="14" y="0"/>
                  </a:cubicBezTo>
                  <a:cubicBezTo>
                    <a:pt x="6" y="0"/>
                    <a:pt x="0" y="4"/>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22" name="Freeform 1321"/>
            <p:cNvSpPr/>
            <p:nvPr/>
          </p:nvSpPr>
          <p:spPr bwMode="auto">
            <a:xfrm>
              <a:off x="10768316" y="9813703"/>
              <a:ext cx="80963" cy="46038"/>
            </a:xfrm>
            <a:custGeom>
              <a:avLst/>
              <a:gdLst>
                <a:gd name="T0" fmla="*/ 1 w 30"/>
                <a:gd name="T1" fmla="*/ 9 h 17"/>
                <a:gd name="T2" fmla="*/ 16 w 30"/>
                <a:gd name="T3" fmla="*/ 17 h 17"/>
                <a:gd name="T4" fmla="*/ 29 w 30"/>
                <a:gd name="T5" fmla="*/ 9 h 17"/>
                <a:gd name="T6" fmla="*/ 14 w 30"/>
                <a:gd name="T7" fmla="*/ 0 h 17"/>
                <a:gd name="T8" fmla="*/ 1 w 30"/>
                <a:gd name="T9" fmla="*/ 9 h 17"/>
              </a:gdLst>
              <a:ahLst/>
              <a:cxnLst>
                <a:cxn ang="0">
                  <a:pos x="T0" y="T1"/>
                </a:cxn>
                <a:cxn ang="0">
                  <a:pos x="T2" y="T3"/>
                </a:cxn>
                <a:cxn ang="0">
                  <a:pos x="T4" y="T5"/>
                </a:cxn>
                <a:cxn ang="0">
                  <a:pos x="T6" y="T7"/>
                </a:cxn>
                <a:cxn ang="0">
                  <a:pos x="T8" y="T9"/>
                </a:cxn>
              </a:cxnLst>
              <a:rect l="0" t="0" r="r" b="b"/>
              <a:pathLst>
                <a:path w="30" h="17">
                  <a:moveTo>
                    <a:pt x="1" y="9"/>
                  </a:moveTo>
                  <a:cubicBezTo>
                    <a:pt x="2" y="13"/>
                    <a:pt x="9" y="17"/>
                    <a:pt x="16" y="17"/>
                  </a:cubicBezTo>
                  <a:cubicBezTo>
                    <a:pt x="24" y="17"/>
                    <a:pt x="30" y="14"/>
                    <a:pt x="29" y="9"/>
                  </a:cubicBezTo>
                  <a:cubicBezTo>
                    <a:pt x="28" y="4"/>
                    <a:pt x="21" y="0"/>
                    <a:pt x="14" y="0"/>
                  </a:cubicBezTo>
                  <a:cubicBezTo>
                    <a:pt x="6" y="0"/>
                    <a:pt x="0" y="4"/>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23" name="Freeform 1322"/>
            <p:cNvSpPr/>
            <p:nvPr/>
          </p:nvSpPr>
          <p:spPr bwMode="auto">
            <a:xfrm>
              <a:off x="10985804" y="9810528"/>
              <a:ext cx="80963" cy="50800"/>
            </a:xfrm>
            <a:custGeom>
              <a:avLst/>
              <a:gdLst>
                <a:gd name="T0" fmla="*/ 11 w 30"/>
                <a:gd name="T1" fmla="*/ 0 h 19"/>
                <a:gd name="T2" fmla="*/ 1 w 30"/>
                <a:gd name="T3" fmla="*/ 10 h 19"/>
                <a:gd name="T4" fmla="*/ 18 w 30"/>
                <a:gd name="T5" fmla="*/ 19 h 19"/>
                <a:gd name="T6" fmla="*/ 28 w 30"/>
                <a:gd name="T7" fmla="*/ 10 h 19"/>
                <a:gd name="T8" fmla="*/ 11 w 30"/>
                <a:gd name="T9" fmla="*/ 0 h 19"/>
              </a:gdLst>
              <a:ahLst/>
              <a:cxnLst>
                <a:cxn ang="0">
                  <a:pos x="T0" y="T1"/>
                </a:cxn>
                <a:cxn ang="0">
                  <a:pos x="T2" y="T3"/>
                </a:cxn>
                <a:cxn ang="0">
                  <a:pos x="T4" y="T5"/>
                </a:cxn>
                <a:cxn ang="0">
                  <a:pos x="T6" y="T7"/>
                </a:cxn>
                <a:cxn ang="0">
                  <a:pos x="T8" y="T9"/>
                </a:cxn>
              </a:cxnLst>
              <a:rect l="0" t="0" r="r" b="b"/>
              <a:pathLst>
                <a:path w="30" h="19">
                  <a:moveTo>
                    <a:pt x="11" y="0"/>
                  </a:moveTo>
                  <a:cubicBezTo>
                    <a:pt x="4" y="1"/>
                    <a:pt x="0" y="5"/>
                    <a:pt x="1" y="10"/>
                  </a:cubicBezTo>
                  <a:cubicBezTo>
                    <a:pt x="3" y="15"/>
                    <a:pt x="10" y="19"/>
                    <a:pt x="18" y="19"/>
                  </a:cubicBezTo>
                  <a:cubicBezTo>
                    <a:pt x="25" y="19"/>
                    <a:pt x="30" y="15"/>
                    <a:pt x="28" y="10"/>
                  </a:cubicBezTo>
                  <a:cubicBezTo>
                    <a:pt x="27" y="4"/>
                    <a:pt x="19"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24" name="Freeform 1323"/>
            <p:cNvSpPr/>
            <p:nvPr/>
          </p:nvSpPr>
          <p:spPr bwMode="auto">
            <a:xfrm>
              <a:off x="11200116" y="9783541"/>
              <a:ext cx="76200" cy="73025"/>
            </a:xfrm>
            <a:custGeom>
              <a:avLst/>
              <a:gdLst>
                <a:gd name="T0" fmla="*/ 1 w 28"/>
                <a:gd name="T1" fmla="*/ 19 h 27"/>
                <a:gd name="T2" fmla="*/ 15 w 28"/>
                <a:gd name="T3" fmla="*/ 23 h 27"/>
                <a:gd name="T4" fmla="*/ 27 w 28"/>
                <a:gd name="T5" fmla="*/ 5 h 27"/>
                <a:gd name="T6" fmla="*/ 13 w 28"/>
                <a:gd name="T7" fmla="*/ 4 h 27"/>
                <a:gd name="T8" fmla="*/ 1 w 28"/>
                <a:gd name="T9" fmla="*/ 19 h 27"/>
              </a:gdLst>
              <a:ahLst/>
              <a:cxnLst>
                <a:cxn ang="0">
                  <a:pos x="T0" y="T1"/>
                </a:cxn>
                <a:cxn ang="0">
                  <a:pos x="T2" y="T3"/>
                </a:cxn>
                <a:cxn ang="0">
                  <a:pos x="T4" y="T5"/>
                </a:cxn>
                <a:cxn ang="0">
                  <a:pos x="T6" y="T7"/>
                </a:cxn>
                <a:cxn ang="0">
                  <a:pos x="T8" y="T9"/>
                </a:cxn>
              </a:cxnLst>
              <a:rect l="0" t="0" r="r" b="b"/>
              <a:pathLst>
                <a:path w="28" h="27">
                  <a:moveTo>
                    <a:pt x="1" y="19"/>
                  </a:moveTo>
                  <a:cubicBezTo>
                    <a:pt x="2" y="24"/>
                    <a:pt x="8" y="27"/>
                    <a:pt x="15" y="23"/>
                  </a:cubicBezTo>
                  <a:cubicBezTo>
                    <a:pt x="23" y="19"/>
                    <a:pt x="28" y="10"/>
                    <a:pt x="27" y="5"/>
                  </a:cubicBezTo>
                  <a:cubicBezTo>
                    <a:pt x="26" y="0"/>
                    <a:pt x="20" y="0"/>
                    <a:pt x="13" y="4"/>
                  </a:cubicBezTo>
                  <a:cubicBezTo>
                    <a:pt x="6" y="8"/>
                    <a:pt x="0" y="14"/>
                    <a:pt x="1"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25" name="Freeform 1324"/>
            <p:cNvSpPr/>
            <p:nvPr/>
          </p:nvSpPr>
          <p:spPr bwMode="auto">
            <a:xfrm>
              <a:off x="11400141" y="9532716"/>
              <a:ext cx="74613" cy="125413"/>
            </a:xfrm>
            <a:custGeom>
              <a:avLst/>
              <a:gdLst>
                <a:gd name="T0" fmla="*/ 12 w 27"/>
                <a:gd name="T1" fmla="*/ 16 h 46"/>
                <a:gd name="T2" fmla="*/ 1 w 27"/>
                <a:gd name="T3" fmla="*/ 42 h 46"/>
                <a:gd name="T4" fmla="*/ 15 w 27"/>
                <a:gd name="T5" fmla="*/ 30 h 46"/>
                <a:gd name="T6" fmla="*/ 25 w 27"/>
                <a:gd name="T7" fmla="*/ 3 h 46"/>
                <a:gd name="T8" fmla="*/ 12 w 27"/>
                <a:gd name="T9" fmla="*/ 16 h 46"/>
              </a:gdLst>
              <a:ahLst/>
              <a:cxnLst>
                <a:cxn ang="0">
                  <a:pos x="T0" y="T1"/>
                </a:cxn>
                <a:cxn ang="0">
                  <a:pos x="T2" y="T3"/>
                </a:cxn>
                <a:cxn ang="0">
                  <a:pos x="T4" y="T5"/>
                </a:cxn>
                <a:cxn ang="0">
                  <a:pos x="T6" y="T7"/>
                </a:cxn>
                <a:cxn ang="0">
                  <a:pos x="T8" y="T9"/>
                </a:cxn>
              </a:cxnLst>
              <a:rect l="0" t="0" r="r" b="b"/>
              <a:pathLst>
                <a:path w="27" h="46">
                  <a:moveTo>
                    <a:pt x="12" y="16"/>
                  </a:moveTo>
                  <a:cubicBezTo>
                    <a:pt x="5" y="27"/>
                    <a:pt x="0" y="38"/>
                    <a:pt x="1" y="42"/>
                  </a:cubicBezTo>
                  <a:cubicBezTo>
                    <a:pt x="2" y="46"/>
                    <a:pt x="8" y="41"/>
                    <a:pt x="15" y="30"/>
                  </a:cubicBezTo>
                  <a:cubicBezTo>
                    <a:pt x="22" y="19"/>
                    <a:pt x="27" y="6"/>
                    <a:pt x="25" y="3"/>
                  </a:cubicBezTo>
                  <a:cubicBezTo>
                    <a:pt x="24" y="0"/>
                    <a:pt x="18" y="7"/>
                    <a:pt x="12"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26" name="Freeform 1325"/>
            <p:cNvSpPr/>
            <p:nvPr/>
          </p:nvSpPr>
          <p:spPr bwMode="auto">
            <a:xfrm>
              <a:off x="11590641" y="9191403"/>
              <a:ext cx="71438" cy="130175"/>
            </a:xfrm>
            <a:custGeom>
              <a:avLst/>
              <a:gdLst>
                <a:gd name="T0" fmla="*/ 11 w 26"/>
                <a:gd name="T1" fmla="*/ 22 h 48"/>
                <a:gd name="T2" fmla="*/ 1 w 26"/>
                <a:gd name="T3" fmla="*/ 46 h 48"/>
                <a:gd name="T4" fmla="*/ 15 w 26"/>
                <a:gd name="T5" fmla="*/ 25 h 48"/>
                <a:gd name="T6" fmla="*/ 25 w 26"/>
                <a:gd name="T7" fmla="*/ 1 h 48"/>
                <a:gd name="T8" fmla="*/ 11 w 26"/>
                <a:gd name="T9" fmla="*/ 22 h 48"/>
              </a:gdLst>
              <a:ahLst/>
              <a:cxnLst>
                <a:cxn ang="0">
                  <a:pos x="T0" y="T1"/>
                </a:cxn>
                <a:cxn ang="0">
                  <a:pos x="T2" y="T3"/>
                </a:cxn>
                <a:cxn ang="0">
                  <a:pos x="T4" y="T5"/>
                </a:cxn>
                <a:cxn ang="0">
                  <a:pos x="T6" y="T7"/>
                </a:cxn>
                <a:cxn ang="0">
                  <a:pos x="T8" y="T9"/>
                </a:cxn>
              </a:cxnLst>
              <a:rect l="0" t="0" r="r" b="b"/>
              <a:pathLst>
                <a:path w="26" h="48">
                  <a:moveTo>
                    <a:pt x="11" y="22"/>
                  </a:moveTo>
                  <a:cubicBezTo>
                    <a:pt x="4" y="34"/>
                    <a:pt x="0" y="44"/>
                    <a:pt x="1" y="46"/>
                  </a:cubicBezTo>
                  <a:cubicBezTo>
                    <a:pt x="2" y="48"/>
                    <a:pt x="9" y="38"/>
                    <a:pt x="15" y="25"/>
                  </a:cubicBezTo>
                  <a:cubicBezTo>
                    <a:pt x="22" y="13"/>
                    <a:pt x="26" y="3"/>
                    <a:pt x="25" y="1"/>
                  </a:cubicBezTo>
                  <a:cubicBezTo>
                    <a:pt x="24" y="0"/>
                    <a:pt x="18" y="10"/>
                    <a:pt x="11"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27" name="Freeform 1326"/>
            <p:cNvSpPr/>
            <p:nvPr/>
          </p:nvSpPr>
          <p:spPr bwMode="auto">
            <a:xfrm>
              <a:off x="93966" y="12079066"/>
              <a:ext cx="77788" cy="60325"/>
            </a:xfrm>
            <a:custGeom>
              <a:avLst/>
              <a:gdLst>
                <a:gd name="T0" fmla="*/ 17 w 29"/>
                <a:gd name="T1" fmla="*/ 21 h 22"/>
                <a:gd name="T2" fmla="*/ 28 w 29"/>
                <a:gd name="T3" fmla="*/ 9 h 22"/>
                <a:gd name="T4" fmla="*/ 11 w 29"/>
                <a:gd name="T5" fmla="*/ 2 h 22"/>
                <a:gd name="T6" fmla="*/ 1 w 29"/>
                <a:gd name="T7" fmla="*/ 14 h 22"/>
                <a:gd name="T8" fmla="*/ 17 w 29"/>
                <a:gd name="T9" fmla="*/ 21 h 22"/>
              </a:gdLst>
              <a:ahLst/>
              <a:cxnLst>
                <a:cxn ang="0">
                  <a:pos x="T0" y="T1"/>
                </a:cxn>
                <a:cxn ang="0">
                  <a:pos x="T2" y="T3"/>
                </a:cxn>
                <a:cxn ang="0">
                  <a:pos x="T4" y="T5"/>
                </a:cxn>
                <a:cxn ang="0">
                  <a:pos x="T6" y="T7"/>
                </a:cxn>
                <a:cxn ang="0">
                  <a:pos x="T8" y="T9"/>
                </a:cxn>
              </a:cxnLst>
              <a:rect l="0" t="0" r="r" b="b"/>
              <a:pathLst>
                <a:path w="29" h="22">
                  <a:moveTo>
                    <a:pt x="17" y="21"/>
                  </a:moveTo>
                  <a:cubicBezTo>
                    <a:pt x="24" y="19"/>
                    <a:pt x="29" y="14"/>
                    <a:pt x="28" y="9"/>
                  </a:cubicBezTo>
                  <a:cubicBezTo>
                    <a:pt x="27" y="4"/>
                    <a:pt x="19" y="0"/>
                    <a:pt x="11" y="2"/>
                  </a:cubicBezTo>
                  <a:cubicBezTo>
                    <a:pt x="4" y="3"/>
                    <a:pt x="0" y="9"/>
                    <a:pt x="1" y="14"/>
                  </a:cubicBezTo>
                  <a:cubicBezTo>
                    <a:pt x="2" y="19"/>
                    <a:pt x="10" y="22"/>
                    <a:pt x="17"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28" name="Freeform 1327"/>
            <p:cNvSpPr/>
            <p:nvPr/>
          </p:nvSpPr>
          <p:spPr bwMode="auto">
            <a:xfrm>
              <a:off x="308279" y="12055253"/>
              <a:ext cx="76200" cy="57150"/>
            </a:xfrm>
            <a:custGeom>
              <a:avLst/>
              <a:gdLst>
                <a:gd name="T0" fmla="*/ 12 w 28"/>
                <a:gd name="T1" fmla="*/ 2 h 21"/>
                <a:gd name="T2" fmla="*/ 1 w 28"/>
                <a:gd name="T3" fmla="*/ 12 h 21"/>
                <a:gd name="T4" fmla="*/ 16 w 28"/>
                <a:gd name="T5" fmla="*/ 20 h 21"/>
                <a:gd name="T6" fmla="*/ 28 w 28"/>
                <a:gd name="T7" fmla="*/ 9 h 21"/>
                <a:gd name="T8" fmla="*/ 12 w 28"/>
                <a:gd name="T9" fmla="*/ 2 h 21"/>
              </a:gdLst>
              <a:ahLst/>
              <a:cxnLst>
                <a:cxn ang="0">
                  <a:pos x="T0" y="T1"/>
                </a:cxn>
                <a:cxn ang="0">
                  <a:pos x="T2" y="T3"/>
                </a:cxn>
                <a:cxn ang="0">
                  <a:pos x="T4" y="T5"/>
                </a:cxn>
                <a:cxn ang="0">
                  <a:pos x="T6" y="T7"/>
                </a:cxn>
                <a:cxn ang="0">
                  <a:pos x="T8" y="T9"/>
                </a:cxn>
              </a:cxnLst>
              <a:rect l="0" t="0" r="r" b="b"/>
              <a:pathLst>
                <a:path w="28" h="21">
                  <a:moveTo>
                    <a:pt x="12" y="2"/>
                  </a:moveTo>
                  <a:cubicBezTo>
                    <a:pt x="5" y="3"/>
                    <a:pt x="0" y="7"/>
                    <a:pt x="1" y="12"/>
                  </a:cubicBezTo>
                  <a:cubicBezTo>
                    <a:pt x="1" y="18"/>
                    <a:pt x="8" y="21"/>
                    <a:pt x="16" y="20"/>
                  </a:cubicBezTo>
                  <a:cubicBezTo>
                    <a:pt x="23" y="19"/>
                    <a:pt x="28" y="14"/>
                    <a:pt x="28" y="9"/>
                  </a:cubicBezTo>
                  <a:cubicBezTo>
                    <a:pt x="27" y="4"/>
                    <a:pt x="20"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29" name="Freeform 1328"/>
            <p:cNvSpPr/>
            <p:nvPr/>
          </p:nvSpPr>
          <p:spPr bwMode="auto">
            <a:xfrm>
              <a:off x="519416" y="12031441"/>
              <a:ext cx="79375" cy="57150"/>
            </a:xfrm>
            <a:custGeom>
              <a:avLst/>
              <a:gdLst>
                <a:gd name="T0" fmla="*/ 12 w 29"/>
                <a:gd name="T1" fmla="*/ 1 h 21"/>
                <a:gd name="T2" fmla="*/ 1 w 29"/>
                <a:gd name="T3" fmla="*/ 12 h 21"/>
                <a:gd name="T4" fmla="*/ 17 w 29"/>
                <a:gd name="T5" fmla="*/ 19 h 21"/>
                <a:gd name="T6" fmla="*/ 28 w 29"/>
                <a:gd name="T7" fmla="*/ 9 h 21"/>
                <a:gd name="T8" fmla="*/ 12 w 29"/>
                <a:gd name="T9" fmla="*/ 1 h 21"/>
              </a:gdLst>
              <a:ahLst/>
              <a:cxnLst>
                <a:cxn ang="0">
                  <a:pos x="T0" y="T1"/>
                </a:cxn>
                <a:cxn ang="0">
                  <a:pos x="T2" y="T3"/>
                </a:cxn>
                <a:cxn ang="0">
                  <a:pos x="T4" y="T5"/>
                </a:cxn>
                <a:cxn ang="0">
                  <a:pos x="T6" y="T7"/>
                </a:cxn>
                <a:cxn ang="0">
                  <a:pos x="T8" y="T9"/>
                </a:cxn>
              </a:cxnLst>
              <a:rect l="0" t="0" r="r" b="b"/>
              <a:pathLst>
                <a:path w="29" h="21">
                  <a:moveTo>
                    <a:pt x="12" y="1"/>
                  </a:moveTo>
                  <a:cubicBezTo>
                    <a:pt x="5" y="3"/>
                    <a:pt x="0" y="8"/>
                    <a:pt x="1" y="12"/>
                  </a:cubicBezTo>
                  <a:cubicBezTo>
                    <a:pt x="2" y="18"/>
                    <a:pt x="9" y="21"/>
                    <a:pt x="17" y="19"/>
                  </a:cubicBezTo>
                  <a:cubicBezTo>
                    <a:pt x="24" y="18"/>
                    <a:pt x="29" y="14"/>
                    <a:pt x="28" y="9"/>
                  </a:cubicBezTo>
                  <a:cubicBezTo>
                    <a:pt x="27" y="4"/>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30" name="Freeform 1329"/>
            <p:cNvSpPr/>
            <p:nvPr/>
          </p:nvSpPr>
          <p:spPr bwMode="auto">
            <a:xfrm>
              <a:off x="733729" y="12006041"/>
              <a:ext cx="79375" cy="55563"/>
            </a:xfrm>
            <a:custGeom>
              <a:avLst/>
              <a:gdLst>
                <a:gd name="T0" fmla="*/ 13 w 29"/>
                <a:gd name="T1" fmla="*/ 1 h 20"/>
                <a:gd name="T2" fmla="*/ 1 w 29"/>
                <a:gd name="T3" fmla="*/ 12 h 20"/>
                <a:gd name="T4" fmla="*/ 16 w 29"/>
                <a:gd name="T5" fmla="*/ 19 h 20"/>
                <a:gd name="T6" fmla="*/ 28 w 29"/>
                <a:gd name="T7" fmla="*/ 8 h 20"/>
                <a:gd name="T8" fmla="*/ 13 w 29"/>
                <a:gd name="T9" fmla="*/ 1 h 20"/>
              </a:gdLst>
              <a:ahLst/>
              <a:cxnLst>
                <a:cxn ang="0">
                  <a:pos x="T0" y="T1"/>
                </a:cxn>
                <a:cxn ang="0">
                  <a:pos x="T2" y="T3"/>
                </a:cxn>
                <a:cxn ang="0">
                  <a:pos x="T4" y="T5"/>
                </a:cxn>
                <a:cxn ang="0">
                  <a:pos x="T6" y="T7"/>
                </a:cxn>
                <a:cxn ang="0">
                  <a:pos x="T8" y="T9"/>
                </a:cxn>
              </a:cxnLst>
              <a:rect l="0" t="0" r="r" b="b"/>
              <a:pathLst>
                <a:path w="29" h="20">
                  <a:moveTo>
                    <a:pt x="13" y="1"/>
                  </a:moveTo>
                  <a:cubicBezTo>
                    <a:pt x="5" y="2"/>
                    <a:pt x="0" y="7"/>
                    <a:pt x="1" y="12"/>
                  </a:cubicBezTo>
                  <a:cubicBezTo>
                    <a:pt x="2" y="17"/>
                    <a:pt x="9" y="20"/>
                    <a:pt x="16" y="19"/>
                  </a:cubicBezTo>
                  <a:cubicBezTo>
                    <a:pt x="24" y="19"/>
                    <a:pt x="29" y="14"/>
                    <a:pt x="28" y="8"/>
                  </a:cubicBezTo>
                  <a:cubicBezTo>
                    <a:pt x="27" y="3"/>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31" name="Freeform 1330"/>
            <p:cNvSpPr/>
            <p:nvPr/>
          </p:nvSpPr>
          <p:spPr bwMode="auto">
            <a:xfrm>
              <a:off x="948041" y="11979053"/>
              <a:ext cx="79375" cy="60325"/>
            </a:xfrm>
            <a:custGeom>
              <a:avLst/>
              <a:gdLst>
                <a:gd name="T0" fmla="*/ 11 w 29"/>
                <a:gd name="T1" fmla="*/ 1 h 22"/>
                <a:gd name="T2" fmla="*/ 1 w 29"/>
                <a:gd name="T3" fmla="*/ 13 h 22"/>
                <a:gd name="T4" fmla="*/ 17 w 29"/>
                <a:gd name="T5" fmla="*/ 20 h 22"/>
                <a:gd name="T6" fmla="*/ 28 w 29"/>
                <a:gd name="T7" fmla="*/ 9 h 22"/>
                <a:gd name="T8" fmla="*/ 11 w 29"/>
                <a:gd name="T9" fmla="*/ 1 h 22"/>
              </a:gdLst>
              <a:ahLst/>
              <a:cxnLst>
                <a:cxn ang="0">
                  <a:pos x="T0" y="T1"/>
                </a:cxn>
                <a:cxn ang="0">
                  <a:pos x="T2" y="T3"/>
                </a:cxn>
                <a:cxn ang="0">
                  <a:pos x="T4" y="T5"/>
                </a:cxn>
                <a:cxn ang="0">
                  <a:pos x="T6" y="T7"/>
                </a:cxn>
                <a:cxn ang="0">
                  <a:pos x="T8" y="T9"/>
                </a:cxn>
              </a:cxnLst>
              <a:rect l="0" t="0" r="r" b="b"/>
              <a:pathLst>
                <a:path w="29" h="22">
                  <a:moveTo>
                    <a:pt x="11" y="1"/>
                  </a:moveTo>
                  <a:cubicBezTo>
                    <a:pt x="4" y="3"/>
                    <a:pt x="0" y="8"/>
                    <a:pt x="1" y="13"/>
                  </a:cubicBezTo>
                  <a:cubicBezTo>
                    <a:pt x="2" y="18"/>
                    <a:pt x="9" y="22"/>
                    <a:pt x="17" y="20"/>
                  </a:cubicBezTo>
                  <a:cubicBezTo>
                    <a:pt x="24" y="19"/>
                    <a:pt x="29" y="14"/>
                    <a:pt x="28" y="9"/>
                  </a:cubicBezTo>
                  <a:cubicBezTo>
                    <a:pt x="26" y="3"/>
                    <a:pt x="19"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32" name="Freeform 1331"/>
            <p:cNvSpPr/>
            <p:nvPr/>
          </p:nvSpPr>
          <p:spPr bwMode="auto">
            <a:xfrm>
              <a:off x="1160766" y="11947303"/>
              <a:ext cx="77788" cy="65088"/>
            </a:xfrm>
            <a:custGeom>
              <a:avLst/>
              <a:gdLst>
                <a:gd name="T0" fmla="*/ 12 w 29"/>
                <a:gd name="T1" fmla="*/ 2 h 24"/>
                <a:gd name="T2" fmla="*/ 1 w 29"/>
                <a:gd name="T3" fmla="*/ 14 h 24"/>
                <a:gd name="T4" fmla="*/ 17 w 29"/>
                <a:gd name="T5" fmla="*/ 23 h 24"/>
                <a:gd name="T6" fmla="*/ 28 w 29"/>
                <a:gd name="T7" fmla="*/ 11 h 24"/>
                <a:gd name="T8" fmla="*/ 12 w 29"/>
                <a:gd name="T9" fmla="*/ 2 h 24"/>
              </a:gdLst>
              <a:ahLst/>
              <a:cxnLst>
                <a:cxn ang="0">
                  <a:pos x="T0" y="T1"/>
                </a:cxn>
                <a:cxn ang="0">
                  <a:pos x="T2" y="T3"/>
                </a:cxn>
                <a:cxn ang="0">
                  <a:pos x="T4" y="T5"/>
                </a:cxn>
                <a:cxn ang="0">
                  <a:pos x="T6" y="T7"/>
                </a:cxn>
                <a:cxn ang="0">
                  <a:pos x="T8" y="T9"/>
                </a:cxn>
              </a:cxnLst>
              <a:rect l="0" t="0" r="r" b="b"/>
              <a:pathLst>
                <a:path w="29" h="24">
                  <a:moveTo>
                    <a:pt x="12" y="2"/>
                  </a:moveTo>
                  <a:cubicBezTo>
                    <a:pt x="5" y="3"/>
                    <a:pt x="0" y="8"/>
                    <a:pt x="1" y="14"/>
                  </a:cubicBezTo>
                  <a:cubicBezTo>
                    <a:pt x="2" y="20"/>
                    <a:pt x="9" y="24"/>
                    <a:pt x="17" y="23"/>
                  </a:cubicBezTo>
                  <a:cubicBezTo>
                    <a:pt x="24" y="22"/>
                    <a:pt x="29" y="16"/>
                    <a:pt x="28" y="11"/>
                  </a:cubicBezTo>
                  <a:cubicBezTo>
                    <a:pt x="27" y="4"/>
                    <a:pt x="20"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33" name="Freeform 1332"/>
            <p:cNvSpPr/>
            <p:nvPr/>
          </p:nvSpPr>
          <p:spPr bwMode="auto">
            <a:xfrm>
              <a:off x="1375079" y="11917141"/>
              <a:ext cx="77788" cy="68263"/>
            </a:xfrm>
            <a:custGeom>
              <a:avLst/>
              <a:gdLst>
                <a:gd name="T0" fmla="*/ 12 w 29"/>
                <a:gd name="T1" fmla="*/ 2 h 25"/>
                <a:gd name="T2" fmla="*/ 1 w 29"/>
                <a:gd name="T3" fmla="*/ 15 h 25"/>
                <a:gd name="T4" fmla="*/ 17 w 29"/>
                <a:gd name="T5" fmla="*/ 24 h 25"/>
                <a:gd name="T6" fmla="*/ 28 w 29"/>
                <a:gd name="T7" fmla="*/ 11 h 25"/>
                <a:gd name="T8" fmla="*/ 12 w 29"/>
                <a:gd name="T9" fmla="*/ 2 h 25"/>
              </a:gdLst>
              <a:ahLst/>
              <a:cxnLst>
                <a:cxn ang="0">
                  <a:pos x="T0" y="T1"/>
                </a:cxn>
                <a:cxn ang="0">
                  <a:pos x="T2" y="T3"/>
                </a:cxn>
                <a:cxn ang="0">
                  <a:pos x="T4" y="T5"/>
                </a:cxn>
                <a:cxn ang="0">
                  <a:pos x="T6" y="T7"/>
                </a:cxn>
                <a:cxn ang="0">
                  <a:pos x="T8" y="T9"/>
                </a:cxn>
              </a:cxnLst>
              <a:rect l="0" t="0" r="r" b="b"/>
              <a:pathLst>
                <a:path w="29" h="25">
                  <a:moveTo>
                    <a:pt x="12" y="2"/>
                  </a:moveTo>
                  <a:cubicBezTo>
                    <a:pt x="5" y="3"/>
                    <a:pt x="0" y="9"/>
                    <a:pt x="1" y="15"/>
                  </a:cubicBezTo>
                  <a:cubicBezTo>
                    <a:pt x="2" y="21"/>
                    <a:pt x="9" y="25"/>
                    <a:pt x="17" y="24"/>
                  </a:cubicBezTo>
                  <a:cubicBezTo>
                    <a:pt x="24" y="22"/>
                    <a:pt x="29" y="16"/>
                    <a:pt x="28" y="11"/>
                  </a:cubicBezTo>
                  <a:cubicBezTo>
                    <a:pt x="27" y="4"/>
                    <a:pt x="19"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34" name="Freeform 1333"/>
            <p:cNvSpPr/>
            <p:nvPr/>
          </p:nvSpPr>
          <p:spPr bwMode="auto">
            <a:xfrm>
              <a:off x="1586216" y="11890153"/>
              <a:ext cx="80963" cy="65088"/>
            </a:xfrm>
            <a:custGeom>
              <a:avLst/>
              <a:gdLst>
                <a:gd name="T0" fmla="*/ 14 w 30"/>
                <a:gd name="T1" fmla="*/ 1 h 24"/>
                <a:gd name="T2" fmla="*/ 1 w 30"/>
                <a:gd name="T3" fmla="*/ 14 h 24"/>
                <a:gd name="T4" fmla="*/ 16 w 30"/>
                <a:gd name="T5" fmla="*/ 23 h 24"/>
                <a:gd name="T6" fmla="*/ 28 w 30"/>
                <a:gd name="T7" fmla="*/ 10 h 24"/>
                <a:gd name="T8" fmla="*/ 14 w 30"/>
                <a:gd name="T9" fmla="*/ 1 h 24"/>
              </a:gdLst>
              <a:ahLst/>
              <a:cxnLst>
                <a:cxn ang="0">
                  <a:pos x="T0" y="T1"/>
                </a:cxn>
                <a:cxn ang="0">
                  <a:pos x="T2" y="T3"/>
                </a:cxn>
                <a:cxn ang="0">
                  <a:pos x="T4" y="T5"/>
                </a:cxn>
                <a:cxn ang="0">
                  <a:pos x="T6" y="T7"/>
                </a:cxn>
                <a:cxn ang="0">
                  <a:pos x="T8" y="T9"/>
                </a:cxn>
              </a:cxnLst>
              <a:rect l="0" t="0" r="r" b="b"/>
              <a:pathLst>
                <a:path w="30" h="24">
                  <a:moveTo>
                    <a:pt x="14" y="1"/>
                  </a:moveTo>
                  <a:cubicBezTo>
                    <a:pt x="6" y="2"/>
                    <a:pt x="0" y="8"/>
                    <a:pt x="1" y="14"/>
                  </a:cubicBezTo>
                  <a:cubicBezTo>
                    <a:pt x="2" y="20"/>
                    <a:pt x="9" y="24"/>
                    <a:pt x="16" y="23"/>
                  </a:cubicBezTo>
                  <a:cubicBezTo>
                    <a:pt x="24" y="22"/>
                    <a:pt x="30" y="16"/>
                    <a:pt x="28" y="10"/>
                  </a:cubicBezTo>
                  <a:cubicBezTo>
                    <a:pt x="27" y="4"/>
                    <a:pt x="21"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35" name="Freeform 1334"/>
            <p:cNvSpPr/>
            <p:nvPr/>
          </p:nvSpPr>
          <p:spPr bwMode="auto">
            <a:xfrm>
              <a:off x="1800529" y="11859991"/>
              <a:ext cx="79375" cy="68263"/>
            </a:xfrm>
            <a:custGeom>
              <a:avLst/>
              <a:gdLst>
                <a:gd name="T0" fmla="*/ 11 w 29"/>
                <a:gd name="T1" fmla="*/ 2 h 25"/>
                <a:gd name="T2" fmla="*/ 1 w 29"/>
                <a:gd name="T3" fmla="*/ 15 h 25"/>
                <a:gd name="T4" fmla="*/ 18 w 29"/>
                <a:gd name="T5" fmla="*/ 24 h 25"/>
                <a:gd name="T6" fmla="*/ 28 w 29"/>
                <a:gd name="T7" fmla="*/ 11 h 25"/>
                <a:gd name="T8" fmla="*/ 11 w 29"/>
                <a:gd name="T9" fmla="*/ 2 h 25"/>
              </a:gdLst>
              <a:ahLst/>
              <a:cxnLst>
                <a:cxn ang="0">
                  <a:pos x="T0" y="T1"/>
                </a:cxn>
                <a:cxn ang="0">
                  <a:pos x="T2" y="T3"/>
                </a:cxn>
                <a:cxn ang="0">
                  <a:pos x="T4" y="T5"/>
                </a:cxn>
                <a:cxn ang="0">
                  <a:pos x="T6" y="T7"/>
                </a:cxn>
                <a:cxn ang="0">
                  <a:pos x="T8" y="T9"/>
                </a:cxn>
              </a:cxnLst>
              <a:rect l="0" t="0" r="r" b="b"/>
              <a:pathLst>
                <a:path w="29" h="25">
                  <a:moveTo>
                    <a:pt x="11" y="2"/>
                  </a:moveTo>
                  <a:cubicBezTo>
                    <a:pt x="4" y="3"/>
                    <a:pt x="0" y="9"/>
                    <a:pt x="1" y="15"/>
                  </a:cubicBezTo>
                  <a:cubicBezTo>
                    <a:pt x="2" y="22"/>
                    <a:pt x="10" y="25"/>
                    <a:pt x="18" y="24"/>
                  </a:cubicBezTo>
                  <a:cubicBezTo>
                    <a:pt x="25" y="22"/>
                    <a:pt x="29" y="16"/>
                    <a:pt x="28" y="11"/>
                  </a:cubicBezTo>
                  <a:cubicBezTo>
                    <a:pt x="27" y="4"/>
                    <a:pt x="19"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36" name="Freeform 1335"/>
            <p:cNvSpPr/>
            <p:nvPr/>
          </p:nvSpPr>
          <p:spPr bwMode="auto">
            <a:xfrm>
              <a:off x="2014841" y="11837766"/>
              <a:ext cx="79375" cy="63500"/>
            </a:xfrm>
            <a:custGeom>
              <a:avLst/>
              <a:gdLst>
                <a:gd name="T0" fmla="*/ 12 w 29"/>
                <a:gd name="T1" fmla="*/ 1 h 23"/>
                <a:gd name="T2" fmla="*/ 1 w 29"/>
                <a:gd name="T3" fmla="*/ 13 h 23"/>
                <a:gd name="T4" fmla="*/ 16 w 29"/>
                <a:gd name="T5" fmla="*/ 22 h 23"/>
                <a:gd name="T6" fmla="*/ 28 w 29"/>
                <a:gd name="T7" fmla="*/ 10 h 23"/>
                <a:gd name="T8" fmla="*/ 12 w 29"/>
                <a:gd name="T9" fmla="*/ 1 h 23"/>
              </a:gdLst>
              <a:ahLst/>
              <a:cxnLst>
                <a:cxn ang="0">
                  <a:pos x="T0" y="T1"/>
                </a:cxn>
                <a:cxn ang="0">
                  <a:pos x="T2" y="T3"/>
                </a:cxn>
                <a:cxn ang="0">
                  <a:pos x="T4" y="T5"/>
                </a:cxn>
                <a:cxn ang="0">
                  <a:pos x="T6" y="T7"/>
                </a:cxn>
                <a:cxn ang="0">
                  <a:pos x="T8" y="T9"/>
                </a:cxn>
              </a:cxnLst>
              <a:rect l="0" t="0" r="r" b="b"/>
              <a:pathLst>
                <a:path w="29" h="23">
                  <a:moveTo>
                    <a:pt x="12" y="1"/>
                  </a:moveTo>
                  <a:cubicBezTo>
                    <a:pt x="5" y="2"/>
                    <a:pt x="0" y="7"/>
                    <a:pt x="1" y="13"/>
                  </a:cubicBezTo>
                  <a:cubicBezTo>
                    <a:pt x="1" y="19"/>
                    <a:pt x="9" y="23"/>
                    <a:pt x="16" y="22"/>
                  </a:cubicBezTo>
                  <a:cubicBezTo>
                    <a:pt x="24" y="21"/>
                    <a:pt x="29" y="16"/>
                    <a:pt x="28" y="10"/>
                  </a:cubicBezTo>
                  <a:cubicBezTo>
                    <a:pt x="27" y="4"/>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37" name="Freeform 1336"/>
            <p:cNvSpPr/>
            <p:nvPr/>
          </p:nvSpPr>
          <p:spPr bwMode="auto">
            <a:xfrm>
              <a:off x="2229154" y="11817128"/>
              <a:ext cx="76200" cy="58738"/>
            </a:xfrm>
            <a:custGeom>
              <a:avLst/>
              <a:gdLst>
                <a:gd name="T0" fmla="*/ 12 w 28"/>
                <a:gd name="T1" fmla="*/ 1 h 22"/>
                <a:gd name="T2" fmla="*/ 0 w 28"/>
                <a:gd name="T3" fmla="*/ 12 h 22"/>
                <a:gd name="T4" fmla="*/ 16 w 28"/>
                <a:gd name="T5" fmla="*/ 21 h 22"/>
                <a:gd name="T6" fmla="*/ 27 w 28"/>
                <a:gd name="T7" fmla="*/ 10 h 22"/>
                <a:gd name="T8" fmla="*/ 12 w 28"/>
                <a:gd name="T9" fmla="*/ 1 h 22"/>
              </a:gdLst>
              <a:ahLst/>
              <a:cxnLst>
                <a:cxn ang="0">
                  <a:pos x="T0" y="T1"/>
                </a:cxn>
                <a:cxn ang="0">
                  <a:pos x="T2" y="T3"/>
                </a:cxn>
                <a:cxn ang="0">
                  <a:pos x="T4" y="T5"/>
                </a:cxn>
                <a:cxn ang="0">
                  <a:pos x="T6" y="T7"/>
                </a:cxn>
                <a:cxn ang="0">
                  <a:pos x="T8" y="T9"/>
                </a:cxn>
              </a:cxnLst>
              <a:rect l="0" t="0" r="r" b="b"/>
              <a:pathLst>
                <a:path w="28" h="22">
                  <a:moveTo>
                    <a:pt x="12" y="1"/>
                  </a:moveTo>
                  <a:cubicBezTo>
                    <a:pt x="5" y="2"/>
                    <a:pt x="0" y="7"/>
                    <a:pt x="0" y="12"/>
                  </a:cubicBezTo>
                  <a:cubicBezTo>
                    <a:pt x="1" y="18"/>
                    <a:pt x="8" y="22"/>
                    <a:pt x="16" y="21"/>
                  </a:cubicBezTo>
                  <a:cubicBezTo>
                    <a:pt x="23" y="20"/>
                    <a:pt x="28" y="15"/>
                    <a:pt x="27" y="10"/>
                  </a:cubicBezTo>
                  <a:cubicBezTo>
                    <a:pt x="27" y="4"/>
                    <a:pt x="19"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38" name="Freeform 1337"/>
            <p:cNvSpPr/>
            <p:nvPr/>
          </p:nvSpPr>
          <p:spPr bwMode="auto">
            <a:xfrm>
              <a:off x="2441879" y="11798078"/>
              <a:ext cx="77788" cy="53975"/>
            </a:xfrm>
            <a:custGeom>
              <a:avLst/>
              <a:gdLst>
                <a:gd name="T0" fmla="*/ 1 w 29"/>
                <a:gd name="T1" fmla="*/ 11 h 20"/>
                <a:gd name="T2" fmla="*/ 15 w 29"/>
                <a:gd name="T3" fmla="*/ 20 h 20"/>
                <a:gd name="T4" fmla="*/ 28 w 29"/>
                <a:gd name="T5" fmla="*/ 9 h 20"/>
                <a:gd name="T6" fmla="*/ 14 w 29"/>
                <a:gd name="T7" fmla="*/ 0 h 20"/>
                <a:gd name="T8" fmla="*/ 1 w 29"/>
                <a:gd name="T9" fmla="*/ 11 h 20"/>
              </a:gdLst>
              <a:ahLst/>
              <a:cxnLst>
                <a:cxn ang="0">
                  <a:pos x="T0" y="T1"/>
                </a:cxn>
                <a:cxn ang="0">
                  <a:pos x="T2" y="T3"/>
                </a:cxn>
                <a:cxn ang="0">
                  <a:pos x="T4" y="T5"/>
                </a:cxn>
                <a:cxn ang="0">
                  <a:pos x="T6" y="T7"/>
                </a:cxn>
                <a:cxn ang="0">
                  <a:pos x="T8" y="T9"/>
                </a:cxn>
              </a:cxnLst>
              <a:rect l="0" t="0" r="r" b="b"/>
              <a:pathLst>
                <a:path w="29" h="20">
                  <a:moveTo>
                    <a:pt x="1" y="11"/>
                  </a:moveTo>
                  <a:cubicBezTo>
                    <a:pt x="1" y="16"/>
                    <a:pt x="8" y="20"/>
                    <a:pt x="15" y="20"/>
                  </a:cubicBezTo>
                  <a:cubicBezTo>
                    <a:pt x="23" y="19"/>
                    <a:pt x="29" y="15"/>
                    <a:pt x="28" y="9"/>
                  </a:cubicBezTo>
                  <a:cubicBezTo>
                    <a:pt x="28" y="4"/>
                    <a:pt x="22" y="0"/>
                    <a:pt x="14" y="0"/>
                  </a:cubicBezTo>
                  <a:cubicBezTo>
                    <a:pt x="6" y="1"/>
                    <a:pt x="0" y="5"/>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39" name="Freeform 1338"/>
            <p:cNvSpPr/>
            <p:nvPr/>
          </p:nvSpPr>
          <p:spPr bwMode="auto">
            <a:xfrm>
              <a:off x="2653016" y="11780616"/>
              <a:ext cx="80963" cy="49213"/>
            </a:xfrm>
            <a:custGeom>
              <a:avLst/>
              <a:gdLst>
                <a:gd name="T0" fmla="*/ 14 w 30"/>
                <a:gd name="T1" fmla="*/ 0 h 18"/>
                <a:gd name="T2" fmla="*/ 2 w 30"/>
                <a:gd name="T3" fmla="*/ 11 h 18"/>
                <a:gd name="T4" fmla="*/ 17 w 30"/>
                <a:gd name="T5" fmla="*/ 18 h 18"/>
                <a:gd name="T6" fmla="*/ 29 w 30"/>
                <a:gd name="T7" fmla="*/ 7 h 18"/>
                <a:gd name="T8" fmla="*/ 14 w 30"/>
                <a:gd name="T9" fmla="*/ 0 h 18"/>
              </a:gdLst>
              <a:ahLst/>
              <a:cxnLst>
                <a:cxn ang="0">
                  <a:pos x="T0" y="T1"/>
                </a:cxn>
                <a:cxn ang="0">
                  <a:pos x="T2" y="T3"/>
                </a:cxn>
                <a:cxn ang="0">
                  <a:pos x="T4" y="T5"/>
                </a:cxn>
                <a:cxn ang="0">
                  <a:pos x="T6" y="T7"/>
                </a:cxn>
                <a:cxn ang="0">
                  <a:pos x="T8" y="T9"/>
                </a:cxn>
              </a:cxnLst>
              <a:rect l="0" t="0" r="r" b="b"/>
              <a:pathLst>
                <a:path w="30" h="18">
                  <a:moveTo>
                    <a:pt x="14" y="0"/>
                  </a:moveTo>
                  <a:cubicBezTo>
                    <a:pt x="6" y="1"/>
                    <a:pt x="0" y="5"/>
                    <a:pt x="2" y="11"/>
                  </a:cubicBezTo>
                  <a:cubicBezTo>
                    <a:pt x="3" y="15"/>
                    <a:pt x="10" y="18"/>
                    <a:pt x="17" y="18"/>
                  </a:cubicBezTo>
                  <a:cubicBezTo>
                    <a:pt x="25" y="17"/>
                    <a:pt x="30" y="12"/>
                    <a:pt x="29" y="7"/>
                  </a:cubicBezTo>
                  <a:cubicBezTo>
                    <a:pt x="28" y="3"/>
                    <a:pt x="21"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40" name="Freeform 1339"/>
            <p:cNvSpPr/>
            <p:nvPr/>
          </p:nvSpPr>
          <p:spPr bwMode="auto">
            <a:xfrm>
              <a:off x="2870504" y="11761566"/>
              <a:ext cx="77788" cy="49213"/>
            </a:xfrm>
            <a:custGeom>
              <a:avLst/>
              <a:gdLst>
                <a:gd name="T0" fmla="*/ 11 w 29"/>
                <a:gd name="T1" fmla="*/ 1 h 18"/>
                <a:gd name="T2" fmla="*/ 1 w 29"/>
                <a:gd name="T3" fmla="*/ 11 h 18"/>
                <a:gd name="T4" fmla="*/ 17 w 29"/>
                <a:gd name="T5" fmla="*/ 17 h 18"/>
                <a:gd name="T6" fmla="*/ 28 w 29"/>
                <a:gd name="T7" fmla="*/ 8 h 18"/>
                <a:gd name="T8" fmla="*/ 11 w 29"/>
                <a:gd name="T9" fmla="*/ 1 h 18"/>
              </a:gdLst>
              <a:ahLst/>
              <a:cxnLst>
                <a:cxn ang="0">
                  <a:pos x="T0" y="T1"/>
                </a:cxn>
                <a:cxn ang="0">
                  <a:pos x="T2" y="T3"/>
                </a:cxn>
                <a:cxn ang="0">
                  <a:pos x="T4" y="T5"/>
                </a:cxn>
                <a:cxn ang="0">
                  <a:pos x="T6" y="T7"/>
                </a:cxn>
                <a:cxn ang="0">
                  <a:pos x="T8" y="T9"/>
                </a:cxn>
              </a:cxnLst>
              <a:rect l="0" t="0" r="r" b="b"/>
              <a:pathLst>
                <a:path w="29" h="18">
                  <a:moveTo>
                    <a:pt x="11" y="1"/>
                  </a:moveTo>
                  <a:cubicBezTo>
                    <a:pt x="4" y="2"/>
                    <a:pt x="0" y="6"/>
                    <a:pt x="1" y="11"/>
                  </a:cubicBezTo>
                  <a:cubicBezTo>
                    <a:pt x="2" y="15"/>
                    <a:pt x="9" y="18"/>
                    <a:pt x="17" y="17"/>
                  </a:cubicBezTo>
                  <a:cubicBezTo>
                    <a:pt x="24" y="16"/>
                    <a:pt x="29" y="12"/>
                    <a:pt x="28" y="8"/>
                  </a:cubicBezTo>
                  <a:cubicBezTo>
                    <a:pt x="27" y="3"/>
                    <a:pt x="19"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41" name="Freeform 1340"/>
            <p:cNvSpPr/>
            <p:nvPr/>
          </p:nvSpPr>
          <p:spPr bwMode="auto">
            <a:xfrm>
              <a:off x="3081641" y="11748866"/>
              <a:ext cx="80963" cy="42863"/>
            </a:xfrm>
            <a:custGeom>
              <a:avLst/>
              <a:gdLst>
                <a:gd name="T0" fmla="*/ 14 w 30"/>
                <a:gd name="T1" fmla="*/ 0 h 16"/>
                <a:gd name="T2" fmla="*/ 1 w 30"/>
                <a:gd name="T3" fmla="*/ 9 h 16"/>
                <a:gd name="T4" fmla="*/ 16 w 30"/>
                <a:gd name="T5" fmla="*/ 16 h 16"/>
                <a:gd name="T6" fmla="*/ 28 w 30"/>
                <a:gd name="T7" fmla="*/ 6 h 16"/>
                <a:gd name="T8" fmla="*/ 14 w 30"/>
                <a:gd name="T9" fmla="*/ 0 h 16"/>
              </a:gdLst>
              <a:ahLst/>
              <a:cxnLst>
                <a:cxn ang="0">
                  <a:pos x="T0" y="T1"/>
                </a:cxn>
                <a:cxn ang="0">
                  <a:pos x="T2" y="T3"/>
                </a:cxn>
                <a:cxn ang="0">
                  <a:pos x="T4" y="T5"/>
                </a:cxn>
                <a:cxn ang="0">
                  <a:pos x="T6" y="T7"/>
                </a:cxn>
                <a:cxn ang="0">
                  <a:pos x="T8" y="T9"/>
                </a:cxn>
              </a:cxnLst>
              <a:rect l="0" t="0" r="r" b="b"/>
              <a:pathLst>
                <a:path w="30" h="16">
                  <a:moveTo>
                    <a:pt x="14" y="0"/>
                  </a:moveTo>
                  <a:cubicBezTo>
                    <a:pt x="6" y="1"/>
                    <a:pt x="0" y="5"/>
                    <a:pt x="1" y="9"/>
                  </a:cubicBezTo>
                  <a:cubicBezTo>
                    <a:pt x="2" y="13"/>
                    <a:pt x="9" y="16"/>
                    <a:pt x="16" y="16"/>
                  </a:cubicBezTo>
                  <a:cubicBezTo>
                    <a:pt x="24" y="15"/>
                    <a:pt x="30" y="11"/>
                    <a:pt x="28" y="6"/>
                  </a:cubicBezTo>
                  <a:cubicBezTo>
                    <a:pt x="27" y="3"/>
                    <a:pt x="21"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42" name="Freeform 1341"/>
            <p:cNvSpPr/>
            <p:nvPr/>
          </p:nvSpPr>
          <p:spPr bwMode="auto">
            <a:xfrm>
              <a:off x="3295954" y="11732991"/>
              <a:ext cx="79375" cy="39688"/>
            </a:xfrm>
            <a:custGeom>
              <a:avLst/>
              <a:gdLst>
                <a:gd name="T0" fmla="*/ 12 w 29"/>
                <a:gd name="T1" fmla="*/ 0 h 15"/>
                <a:gd name="T2" fmla="*/ 1 w 29"/>
                <a:gd name="T3" fmla="*/ 9 h 15"/>
                <a:gd name="T4" fmla="*/ 17 w 29"/>
                <a:gd name="T5" fmla="*/ 14 h 15"/>
                <a:gd name="T6" fmla="*/ 28 w 29"/>
                <a:gd name="T7" fmla="*/ 6 h 15"/>
                <a:gd name="T8" fmla="*/ 12 w 29"/>
                <a:gd name="T9" fmla="*/ 0 h 15"/>
              </a:gdLst>
              <a:ahLst/>
              <a:cxnLst>
                <a:cxn ang="0">
                  <a:pos x="T0" y="T1"/>
                </a:cxn>
                <a:cxn ang="0">
                  <a:pos x="T2" y="T3"/>
                </a:cxn>
                <a:cxn ang="0">
                  <a:pos x="T4" y="T5"/>
                </a:cxn>
                <a:cxn ang="0">
                  <a:pos x="T6" y="T7"/>
                </a:cxn>
                <a:cxn ang="0">
                  <a:pos x="T8" y="T9"/>
                </a:cxn>
              </a:cxnLst>
              <a:rect l="0" t="0" r="r" b="b"/>
              <a:pathLst>
                <a:path w="29" h="15">
                  <a:moveTo>
                    <a:pt x="12" y="0"/>
                  </a:moveTo>
                  <a:cubicBezTo>
                    <a:pt x="5" y="1"/>
                    <a:pt x="0" y="5"/>
                    <a:pt x="1" y="9"/>
                  </a:cubicBezTo>
                  <a:cubicBezTo>
                    <a:pt x="2" y="13"/>
                    <a:pt x="9" y="15"/>
                    <a:pt x="17" y="14"/>
                  </a:cubicBezTo>
                  <a:cubicBezTo>
                    <a:pt x="24" y="13"/>
                    <a:pt x="29" y="9"/>
                    <a:pt x="28" y="6"/>
                  </a:cubicBezTo>
                  <a:cubicBezTo>
                    <a:pt x="27" y="2"/>
                    <a:pt x="20"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43" name="Freeform 1342"/>
            <p:cNvSpPr/>
            <p:nvPr/>
          </p:nvSpPr>
          <p:spPr bwMode="auto">
            <a:xfrm>
              <a:off x="3510266" y="11710766"/>
              <a:ext cx="79375" cy="42863"/>
            </a:xfrm>
            <a:custGeom>
              <a:avLst/>
              <a:gdLst>
                <a:gd name="T0" fmla="*/ 12 w 29"/>
                <a:gd name="T1" fmla="*/ 1 h 16"/>
                <a:gd name="T2" fmla="*/ 1 w 29"/>
                <a:gd name="T3" fmla="*/ 9 h 16"/>
                <a:gd name="T4" fmla="*/ 17 w 29"/>
                <a:gd name="T5" fmla="*/ 15 h 16"/>
                <a:gd name="T6" fmla="*/ 28 w 29"/>
                <a:gd name="T7" fmla="*/ 6 h 16"/>
                <a:gd name="T8" fmla="*/ 12 w 29"/>
                <a:gd name="T9" fmla="*/ 1 h 16"/>
              </a:gdLst>
              <a:ahLst/>
              <a:cxnLst>
                <a:cxn ang="0">
                  <a:pos x="T0" y="T1"/>
                </a:cxn>
                <a:cxn ang="0">
                  <a:pos x="T2" y="T3"/>
                </a:cxn>
                <a:cxn ang="0">
                  <a:pos x="T4" y="T5"/>
                </a:cxn>
                <a:cxn ang="0">
                  <a:pos x="T6" y="T7"/>
                </a:cxn>
                <a:cxn ang="0">
                  <a:pos x="T8" y="T9"/>
                </a:cxn>
              </a:cxnLst>
              <a:rect l="0" t="0" r="r" b="b"/>
              <a:pathLst>
                <a:path w="29" h="16">
                  <a:moveTo>
                    <a:pt x="12" y="1"/>
                  </a:moveTo>
                  <a:cubicBezTo>
                    <a:pt x="5" y="2"/>
                    <a:pt x="0" y="6"/>
                    <a:pt x="1" y="9"/>
                  </a:cubicBezTo>
                  <a:cubicBezTo>
                    <a:pt x="2" y="13"/>
                    <a:pt x="9" y="16"/>
                    <a:pt x="17" y="15"/>
                  </a:cubicBezTo>
                  <a:cubicBezTo>
                    <a:pt x="24" y="14"/>
                    <a:pt x="29" y="10"/>
                    <a:pt x="28" y="6"/>
                  </a:cubicBezTo>
                  <a:cubicBezTo>
                    <a:pt x="27" y="3"/>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44" name="Freeform 1343"/>
            <p:cNvSpPr/>
            <p:nvPr/>
          </p:nvSpPr>
          <p:spPr bwMode="auto">
            <a:xfrm>
              <a:off x="3724579" y="11688541"/>
              <a:ext cx="76200" cy="41275"/>
            </a:xfrm>
            <a:custGeom>
              <a:avLst/>
              <a:gdLst>
                <a:gd name="T0" fmla="*/ 14 w 28"/>
                <a:gd name="T1" fmla="*/ 1 h 15"/>
                <a:gd name="T2" fmla="*/ 1 w 28"/>
                <a:gd name="T3" fmla="*/ 9 h 15"/>
                <a:gd name="T4" fmla="*/ 14 w 28"/>
                <a:gd name="T5" fmla="*/ 14 h 15"/>
                <a:gd name="T6" fmla="*/ 28 w 28"/>
                <a:gd name="T7" fmla="*/ 6 h 15"/>
                <a:gd name="T8" fmla="*/ 14 w 28"/>
                <a:gd name="T9" fmla="*/ 1 h 15"/>
              </a:gdLst>
              <a:ahLst/>
              <a:cxnLst>
                <a:cxn ang="0">
                  <a:pos x="T0" y="T1"/>
                </a:cxn>
                <a:cxn ang="0">
                  <a:pos x="T2" y="T3"/>
                </a:cxn>
                <a:cxn ang="0">
                  <a:pos x="T4" y="T5"/>
                </a:cxn>
                <a:cxn ang="0">
                  <a:pos x="T6" y="T7"/>
                </a:cxn>
                <a:cxn ang="0">
                  <a:pos x="T8" y="T9"/>
                </a:cxn>
              </a:cxnLst>
              <a:rect l="0" t="0" r="r" b="b"/>
              <a:pathLst>
                <a:path w="28" h="15">
                  <a:moveTo>
                    <a:pt x="14" y="1"/>
                  </a:moveTo>
                  <a:cubicBezTo>
                    <a:pt x="6" y="1"/>
                    <a:pt x="0" y="5"/>
                    <a:pt x="1" y="9"/>
                  </a:cubicBezTo>
                  <a:cubicBezTo>
                    <a:pt x="1" y="12"/>
                    <a:pt x="7" y="15"/>
                    <a:pt x="14" y="14"/>
                  </a:cubicBezTo>
                  <a:cubicBezTo>
                    <a:pt x="22" y="14"/>
                    <a:pt x="28" y="10"/>
                    <a:pt x="28" y="6"/>
                  </a:cubicBezTo>
                  <a:cubicBezTo>
                    <a:pt x="27" y="3"/>
                    <a:pt x="21"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45" name="Freeform 1344"/>
            <p:cNvSpPr/>
            <p:nvPr/>
          </p:nvSpPr>
          <p:spPr bwMode="auto">
            <a:xfrm>
              <a:off x="3937304" y="11658378"/>
              <a:ext cx="77788" cy="41275"/>
            </a:xfrm>
            <a:custGeom>
              <a:avLst/>
              <a:gdLst>
                <a:gd name="T0" fmla="*/ 13 w 29"/>
                <a:gd name="T1" fmla="*/ 1 h 15"/>
                <a:gd name="T2" fmla="*/ 1 w 29"/>
                <a:gd name="T3" fmla="*/ 10 h 15"/>
                <a:gd name="T4" fmla="*/ 16 w 29"/>
                <a:gd name="T5" fmla="*/ 14 h 15"/>
                <a:gd name="T6" fmla="*/ 28 w 29"/>
                <a:gd name="T7" fmla="*/ 4 h 15"/>
                <a:gd name="T8" fmla="*/ 13 w 29"/>
                <a:gd name="T9" fmla="*/ 1 h 15"/>
              </a:gdLst>
              <a:ahLst/>
              <a:cxnLst>
                <a:cxn ang="0">
                  <a:pos x="T0" y="T1"/>
                </a:cxn>
                <a:cxn ang="0">
                  <a:pos x="T2" y="T3"/>
                </a:cxn>
                <a:cxn ang="0">
                  <a:pos x="T4" y="T5"/>
                </a:cxn>
                <a:cxn ang="0">
                  <a:pos x="T6" y="T7"/>
                </a:cxn>
                <a:cxn ang="0">
                  <a:pos x="T8" y="T9"/>
                </a:cxn>
              </a:cxnLst>
              <a:rect l="0" t="0" r="r" b="b"/>
              <a:pathLst>
                <a:path w="29" h="15">
                  <a:moveTo>
                    <a:pt x="13" y="1"/>
                  </a:moveTo>
                  <a:cubicBezTo>
                    <a:pt x="5" y="2"/>
                    <a:pt x="0" y="6"/>
                    <a:pt x="1" y="10"/>
                  </a:cubicBezTo>
                  <a:cubicBezTo>
                    <a:pt x="2" y="13"/>
                    <a:pt x="9" y="15"/>
                    <a:pt x="16" y="14"/>
                  </a:cubicBezTo>
                  <a:cubicBezTo>
                    <a:pt x="24" y="12"/>
                    <a:pt x="29" y="8"/>
                    <a:pt x="28" y="4"/>
                  </a:cubicBezTo>
                  <a:cubicBezTo>
                    <a:pt x="27" y="1"/>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46" name="Freeform 1345"/>
            <p:cNvSpPr/>
            <p:nvPr/>
          </p:nvSpPr>
          <p:spPr bwMode="auto">
            <a:xfrm>
              <a:off x="4148441" y="11610753"/>
              <a:ext cx="79375" cy="42863"/>
            </a:xfrm>
            <a:custGeom>
              <a:avLst/>
              <a:gdLst>
                <a:gd name="T0" fmla="*/ 14 w 29"/>
                <a:gd name="T1" fmla="*/ 1 h 16"/>
                <a:gd name="T2" fmla="*/ 1 w 29"/>
                <a:gd name="T3" fmla="*/ 11 h 16"/>
                <a:gd name="T4" fmla="*/ 16 w 29"/>
                <a:gd name="T5" fmla="*/ 14 h 16"/>
                <a:gd name="T6" fmla="*/ 28 w 29"/>
                <a:gd name="T7" fmla="*/ 4 h 16"/>
                <a:gd name="T8" fmla="*/ 14 w 29"/>
                <a:gd name="T9" fmla="*/ 1 h 16"/>
              </a:gdLst>
              <a:ahLst/>
              <a:cxnLst>
                <a:cxn ang="0">
                  <a:pos x="T0" y="T1"/>
                </a:cxn>
                <a:cxn ang="0">
                  <a:pos x="T2" y="T3"/>
                </a:cxn>
                <a:cxn ang="0">
                  <a:pos x="T4" y="T5"/>
                </a:cxn>
                <a:cxn ang="0">
                  <a:pos x="T6" y="T7"/>
                </a:cxn>
                <a:cxn ang="0">
                  <a:pos x="T8" y="T9"/>
                </a:cxn>
              </a:cxnLst>
              <a:rect l="0" t="0" r="r" b="b"/>
              <a:pathLst>
                <a:path w="29" h="16">
                  <a:moveTo>
                    <a:pt x="14" y="1"/>
                  </a:moveTo>
                  <a:cubicBezTo>
                    <a:pt x="6" y="3"/>
                    <a:pt x="0" y="7"/>
                    <a:pt x="1" y="11"/>
                  </a:cubicBezTo>
                  <a:cubicBezTo>
                    <a:pt x="2" y="14"/>
                    <a:pt x="8" y="16"/>
                    <a:pt x="16" y="14"/>
                  </a:cubicBezTo>
                  <a:cubicBezTo>
                    <a:pt x="23" y="12"/>
                    <a:pt x="29" y="7"/>
                    <a:pt x="28" y="4"/>
                  </a:cubicBezTo>
                  <a:cubicBezTo>
                    <a:pt x="27" y="1"/>
                    <a:pt x="21"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47" name="Freeform 1346"/>
            <p:cNvSpPr/>
            <p:nvPr/>
          </p:nvSpPr>
          <p:spPr bwMode="auto">
            <a:xfrm>
              <a:off x="4359579" y="11547253"/>
              <a:ext cx="79375" cy="44450"/>
            </a:xfrm>
            <a:custGeom>
              <a:avLst/>
              <a:gdLst>
                <a:gd name="T0" fmla="*/ 14 w 29"/>
                <a:gd name="T1" fmla="*/ 2 h 16"/>
                <a:gd name="T2" fmla="*/ 1 w 29"/>
                <a:gd name="T3" fmla="*/ 12 h 16"/>
                <a:gd name="T4" fmla="*/ 15 w 29"/>
                <a:gd name="T5" fmla="*/ 14 h 16"/>
                <a:gd name="T6" fmla="*/ 28 w 29"/>
                <a:gd name="T7" fmla="*/ 3 h 16"/>
                <a:gd name="T8" fmla="*/ 14 w 29"/>
                <a:gd name="T9" fmla="*/ 2 h 16"/>
              </a:gdLst>
              <a:ahLst/>
              <a:cxnLst>
                <a:cxn ang="0">
                  <a:pos x="T0" y="T1"/>
                </a:cxn>
                <a:cxn ang="0">
                  <a:pos x="T2" y="T3"/>
                </a:cxn>
                <a:cxn ang="0">
                  <a:pos x="T4" y="T5"/>
                </a:cxn>
                <a:cxn ang="0">
                  <a:pos x="T6" y="T7"/>
                </a:cxn>
                <a:cxn ang="0">
                  <a:pos x="T8" y="T9"/>
                </a:cxn>
              </a:cxnLst>
              <a:rect l="0" t="0" r="r" b="b"/>
              <a:pathLst>
                <a:path w="29" h="16">
                  <a:moveTo>
                    <a:pt x="14" y="2"/>
                  </a:moveTo>
                  <a:cubicBezTo>
                    <a:pt x="6" y="4"/>
                    <a:pt x="0" y="9"/>
                    <a:pt x="1" y="12"/>
                  </a:cubicBezTo>
                  <a:cubicBezTo>
                    <a:pt x="2" y="15"/>
                    <a:pt x="8" y="16"/>
                    <a:pt x="15" y="14"/>
                  </a:cubicBezTo>
                  <a:cubicBezTo>
                    <a:pt x="23" y="11"/>
                    <a:pt x="29" y="6"/>
                    <a:pt x="28" y="3"/>
                  </a:cubicBezTo>
                  <a:cubicBezTo>
                    <a:pt x="27" y="0"/>
                    <a:pt x="21" y="0"/>
                    <a:pt x="1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48" name="Freeform 1347"/>
            <p:cNvSpPr/>
            <p:nvPr/>
          </p:nvSpPr>
          <p:spPr bwMode="auto">
            <a:xfrm>
              <a:off x="4572304" y="11471053"/>
              <a:ext cx="76200" cy="46038"/>
            </a:xfrm>
            <a:custGeom>
              <a:avLst/>
              <a:gdLst>
                <a:gd name="T0" fmla="*/ 14 w 28"/>
                <a:gd name="T1" fmla="*/ 2 h 17"/>
                <a:gd name="T2" fmla="*/ 1 w 28"/>
                <a:gd name="T3" fmla="*/ 13 h 17"/>
                <a:gd name="T4" fmla="*/ 14 w 28"/>
                <a:gd name="T5" fmla="*/ 14 h 17"/>
                <a:gd name="T6" fmla="*/ 28 w 28"/>
                <a:gd name="T7" fmla="*/ 3 h 17"/>
                <a:gd name="T8" fmla="*/ 14 w 28"/>
                <a:gd name="T9" fmla="*/ 2 h 17"/>
              </a:gdLst>
              <a:ahLst/>
              <a:cxnLst>
                <a:cxn ang="0">
                  <a:pos x="T0" y="T1"/>
                </a:cxn>
                <a:cxn ang="0">
                  <a:pos x="T2" y="T3"/>
                </a:cxn>
                <a:cxn ang="0">
                  <a:pos x="T4" y="T5"/>
                </a:cxn>
                <a:cxn ang="0">
                  <a:pos x="T6" y="T7"/>
                </a:cxn>
                <a:cxn ang="0">
                  <a:pos x="T8" y="T9"/>
                </a:cxn>
              </a:cxnLst>
              <a:rect l="0" t="0" r="r" b="b"/>
              <a:pathLst>
                <a:path w="28" h="17">
                  <a:moveTo>
                    <a:pt x="14" y="2"/>
                  </a:moveTo>
                  <a:cubicBezTo>
                    <a:pt x="6" y="5"/>
                    <a:pt x="0" y="9"/>
                    <a:pt x="1" y="13"/>
                  </a:cubicBezTo>
                  <a:cubicBezTo>
                    <a:pt x="1" y="16"/>
                    <a:pt x="7" y="17"/>
                    <a:pt x="14" y="14"/>
                  </a:cubicBezTo>
                  <a:cubicBezTo>
                    <a:pt x="22" y="11"/>
                    <a:pt x="28" y="6"/>
                    <a:pt x="28" y="3"/>
                  </a:cubicBezTo>
                  <a:cubicBezTo>
                    <a:pt x="27" y="0"/>
                    <a:pt x="21" y="0"/>
                    <a:pt x="1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49" name="Freeform 1348"/>
            <p:cNvSpPr/>
            <p:nvPr/>
          </p:nvSpPr>
          <p:spPr bwMode="auto">
            <a:xfrm>
              <a:off x="4783441" y="11382153"/>
              <a:ext cx="76200" cy="49213"/>
            </a:xfrm>
            <a:custGeom>
              <a:avLst/>
              <a:gdLst>
                <a:gd name="T0" fmla="*/ 11 w 28"/>
                <a:gd name="T1" fmla="*/ 5 h 18"/>
                <a:gd name="T2" fmla="*/ 1 w 28"/>
                <a:gd name="T3" fmla="*/ 15 h 18"/>
                <a:gd name="T4" fmla="*/ 16 w 28"/>
                <a:gd name="T5" fmla="*/ 14 h 18"/>
                <a:gd name="T6" fmla="*/ 27 w 28"/>
                <a:gd name="T7" fmla="*/ 3 h 18"/>
                <a:gd name="T8" fmla="*/ 11 w 28"/>
                <a:gd name="T9" fmla="*/ 5 h 18"/>
              </a:gdLst>
              <a:ahLst/>
              <a:cxnLst>
                <a:cxn ang="0">
                  <a:pos x="T0" y="T1"/>
                </a:cxn>
                <a:cxn ang="0">
                  <a:pos x="T2" y="T3"/>
                </a:cxn>
                <a:cxn ang="0">
                  <a:pos x="T4" y="T5"/>
                </a:cxn>
                <a:cxn ang="0">
                  <a:pos x="T6" y="T7"/>
                </a:cxn>
                <a:cxn ang="0">
                  <a:pos x="T8" y="T9"/>
                </a:cxn>
              </a:cxnLst>
              <a:rect l="0" t="0" r="r" b="b"/>
              <a:pathLst>
                <a:path w="28" h="18">
                  <a:moveTo>
                    <a:pt x="11" y="5"/>
                  </a:moveTo>
                  <a:cubicBezTo>
                    <a:pt x="4" y="8"/>
                    <a:pt x="0" y="12"/>
                    <a:pt x="1" y="15"/>
                  </a:cubicBezTo>
                  <a:cubicBezTo>
                    <a:pt x="2" y="18"/>
                    <a:pt x="9" y="18"/>
                    <a:pt x="16" y="14"/>
                  </a:cubicBezTo>
                  <a:cubicBezTo>
                    <a:pt x="23" y="11"/>
                    <a:pt x="28" y="6"/>
                    <a:pt x="27" y="3"/>
                  </a:cubicBezTo>
                  <a:cubicBezTo>
                    <a:pt x="26" y="0"/>
                    <a:pt x="19" y="1"/>
                    <a:pt x="1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50" name="Freeform 1349"/>
            <p:cNvSpPr/>
            <p:nvPr/>
          </p:nvSpPr>
          <p:spPr bwMode="auto">
            <a:xfrm>
              <a:off x="4992991" y="11286903"/>
              <a:ext cx="76200" cy="49213"/>
            </a:xfrm>
            <a:custGeom>
              <a:avLst/>
              <a:gdLst>
                <a:gd name="T0" fmla="*/ 13 w 28"/>
                <a:gd name="T1" fmla="*/ 4 h 18"/>
                <a:gd name="T2" fmla="*/ 1 w 28"/>
                <a:gd name="T3" fmla="*/ 15 h 18"/>
                <a:gd name="T4" fmla="*/ 15 w 28"/>
                <a:gd name="T5" fmla="*/ 15 h 18"/>
                <a:gd name="T6" fmla="*/ 27 w 28"/>
                <a:gd name="T7" fmla="*/ 3 h 18"/>
                <a:gd name="T8" fmla="*/ 13 w 28"/>
                <a:gd name="T9" fmla="*/ 4 h 18"/>
              </a:gdLst>
              <a:ahLst/>
              <a:cxnLst>
                <a:cxn ang="0">
                  <a:pos x="T0" y="T1"/>
                </a:cxn>
                <a:cxn ang="0">
                  <a:pos x="T2" y="T3"/>
                </a:cxn>
                <a:cxn ang="0">
                  <a:pos x="T4" y="T5"/>
                </a:cxn>
                <a:cxn ang="0">
                  <a:pos x="T6" y="T7"/>
                </a:cxn>
                <a:cxn ang="0">
                  <a:pos x="T8" y="T9"/>
                </a:cxn>
              </a:cxnLst>
              <a:rect l="0" t="0" r="r" b="b"/>
              <a:pathLst>
                <a:path w="28" h="18">
                  <a:moveTo>
                    <a:pt x="13" y="4"/>
                  </a:moveTo>
                  <a:cubicBezTo>
                    <a:pt x="5" y="8"/>
                    <a:pt x="0" y="13"/>
                    <a:pt x="1" y="15"/>
                  </a:cubicBezTo>
                  <a:cubicBezTo>
                    <a:pt x="2" y="18"/>
                    <a:pt x="8" y="18"/>
                    <a:pt x="15" y="15"/>
                  </a:cubicBezTo>
                  <a:cubicBezTo>
                    <a:pt x="23" y="11"/>
                    <a:pt x="28" y="5"/>
                    <a:pt x="27" y="3"/>
                  </a:cubicBezTo>
                  <a:cubicBezTo>
                    <a:pt x="26" y="0"/>
                    <a:pt x="20" y="1"/>
                    <a:pt x="1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51" name="Freeform 1350"/>
            <p:cNvSpPr/>
            <p:nvPr/>
          </p:nvSpPr>
          <p:spPr bwMode="auto">
            <a:xfrm>
              <a:off x="5200954" y="11183716"/>
              <a:ext cx="79375" cy="52388"/>
            </a:xfrm>
            <a:custGeom>
              <a:avLst/>
              <a:gdLst>
                <a:gd name="T0" fmla="*/ 13 w 29"/>
                <a:gd name="T1" fmla="*/ 5 h 19"/>
                <a:gd name="T2" fmla="*/ 1 w 29"/>
                <a:gd name="T3" fmla="*/ 16 h 19"/>
                <a:gd name="T4" fmla="*/ 15 w 29"/>
                <a:gd name="T5" fmla="*/ 15 h 19"/>
                <a:gd name="T6" fmla="*/ 28 w 29"/>
                <a:gd name="T7" fmla="*/ 3 h 19"/>
                <a:gd name="T8" fmla="*/ 13 w 29"/>
                <a:gd name="T9" fmla="*/ 5 h 19"/>
              </a:gdLst>
              <a:ahLst/>
              <a:cxnLst>
                <a:cxn ang="0">
                  <a:pos x="T0" y="T1"/>
                </a:cxn>
                <a:cxn ang="0">
                  <a:pos x="T2" y="T3"/>
                </a:cxn>
                <a:cxn ang="0">
                  <a:pos x="T4" y="T5"/>
                </a:cxn>
                <a:cxn ang="0">
                  <a:pos x="T6" y="T7"/>
                </a:cxn>
                <a:cxn ang="0">
                  <a:pos x="T8" y="T9"/>
                </a:cxn>
              </a:cxnLst>
              <a:rect l="0" t="0" r="r" b="b"/>
              <a:pathLst>
                <a:path w="29" h="19">
                  <a:moveTo>
                    <a:pt x="13" y="5"/>
                  </a:moveTo>
                  <a:cubicBezTo>
                    <a:pt x="6" y="9"/>
                    <a:pt x="0" y="14"/>
                    <a:pt x="1" y="16"/>
                  </a:cubicBezTo>
                  <a:cubicBezTo>
                    <a:pt x="2" y="19"/>
                    <a:pt x="8" y="18"/>
                    <a:pt x="15" y="15"/>
                  </a:cubicBezTo>
                  <a:cubicBezTo>
                    <a:pt x="23" y="11"/>
                    <a:pt x="29" y="5"/>
                    <a:pt x="28" y="3"/>
                  </a:cubicBezTo>
                  <a:cubicBezTo>
                    <a:pt x="27" y="0"/>
                    <a:pt x="20" y="1"/>
                    <a:pt x="1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52" name="Freeform 1351"/>
            <p:cNvSpPr/>
            <p:nvPr/>
          </p:nvSpPr>
          <p:spPr bwMode="auto">
            <a:xfrm>
              <a:off x="5410504" y="11077353"/>
              <a:ext cx="76200" cy="52388"/>
            </a:xfrm>
            <a:custGeom>
              <a:avLst/>
              <a:gdLst>
                <a:gd name="T0" fmla="*/ 12 w 28"/>
                <a:gd name="T1" fmla="*/ 5 h 19"/>
                <a:gd name="T2" fmla="*/ 1 w 28"/>
                <a:gd name="T3" fmla="*/ 16 h 19"/>
                <a:gd name="T4" fmla="*/ 17 w 28"/>
                <a:gd name="T5" fmla="*/ 13 h 19"/>
                <a:gd name="T6" fmla="*/ 28 w 28"/>
                <a:gd name="T7" fmla="*/ 2 h 19"/>
                <a:gd name="T8" fmla="*/ 12 w 28"/>
                <a:gd name="T9" fmla="*/ 5 h 19"/>
              </a:gdLst>
              <a:ahLst/>
              <a:cxnLst>
                <a:cxn ang="0">
                  <a:pos x="T0" y="T1"/>
                </a:cxn>
                <a:cxn ang="0">
                  <a:pos x="T2" y="T3"/>
                </a:cxn>
                <a:cxn ang="0">
                  <a:pos x="T4" y="T5"/>
                </a:cxn>
                <a:cxn ang="0">
                  <a:pos x="T6" y="T7"/>
                </a:cxn>
                <a:cxn ang="0">
                  <a:pos x="T8" y="T9"/>
                </a:cxn>
              </a:cxnLst>
              <a:rect l="0" t="0" r="r" b="b"/>
              <a:pathLst>
                <a:path w="28" h="19">
                  <a:moveTo>
                    <a:pt x="12" y="5"/>
                  </a:moveTo>
                  <a:cubicBezTo>
                    <a:pt x="5" y="9"/>
                    <a:pt x="0" y="14"/>
                    <a:pt x="1" y="16"/>
                  </a:cubicBezTo>
                  <a:cubicBezTo>
                    <a:pt x="2" y="19"/>
                    <a:pt x="9" y="18"/>
                    <a:pt x="17" y="13"/>
                  </a:cubicBezTo>
                  <a:cubicBezTo>
                    <a:pt x="24" y="9"/>
                    <a:pt x="28" y="4"/>
                    <a:pt x="28" y="2"/>
                  </a:cubicBezTo>
                  <a:cubicBezTo>
                    <a:pt x="27" y="0"/>
                    <a:pt x="20" y="1"/>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53" name="Freeform 1352"/>
            <p:cNvSpPr/>
            <p:nvPr/>
          </p:nvSpPr>
          <p:spPr bwMode="auto">
            <a:xfrm>
              <a:off x="5620054" y="10966228"/>
              <a:ext cx="77788" cy="52388"/>
            </a:xfrm>
            <a:custGeom>
              <a:avLst/>
              <a:gdLst>
                <a:gd name="T0" fmla="*/ 12 w 29"/>
                <a:gd name="T1" fmla="*/ 6 h 19"/>
                <a:gd name="T2" fmla="*/ 1 w 29"/>
                <a:gd name="T3" fmla="*/ 17 h 19"/>
                <a:gd name="T4" fmla="*/ 17 w 29"/>
                <a:gd name="T5" fmla="*/ 13 h 19"/>
                <a:gd name="T6" fmla="*/ 28 w 29"/>
                <a:gd name="T7" fmla="*/ 2 h 19"/>
                <a:gd name="T8" fmla="*/ 12 w 29"/>
                <a:gd name="T9" fmla="*/ 6 h 19"/>
              </a:gdLst>
              <a:ahLst/>
              <a:cxnLst>
                <a:cxn ang="0">
                  <a:pos x="T0" y="T1"/>
                </a:cxn>
                <a:cxn ang="0">
                  <a:pos x="T2" y="T3"/>
                </a:cxn>
                <a:cxn ang="0">
                  <a:pos x="T4" y="T5"/>
                </a:cxn>
                <a:cxn ang="0">
                  <a:pos x="T6" y="T7"/>
                </a:cxn>
                <a:cxn ang="0">
                  <a:pos x="T8" y="T9"/>
                </a:cxn>
              </a:cxnLst>
              <a:rect l="0" t="0" r="r" b="b"/>
              <a:pathLst>
                <a:path w="29" h="19">
                  <a:moveTo>
                    <a:pt x="12" y="6"/>
                  </a:moveTo>
                  <a:cubicBezTo>
                    <a:pt x="5" y="10"/>
                    <a:pt x="0" y="15"/>
                    <a:pt x="1" y="17"/>
                  </a:cubicBezTo>
                  <a:cubicBezTo>
                    <a:pt x="2" y="19"/>
                    <a:pt x="9" y="18"/>
                    <a:pt x="17" y="13"/>
                  </a:cubicBezTo>
                  <a:cubicBezTo>
                    <a:pt x="24" y="9"/>
                    <a:pt x="29" y="4"/>
                    <a:pt x="28" y="2"/>
                  </a:cubicBezTo>
                  <a:cubicBezTo>
                    <a:pt x="26" y="0"/>
                    <a:pt x="19" y="2"/>
                    <a:pt x="1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54" name="Freeform 1353"/>
            <p:cNvSpPr/>
            <p:nvPr/>
          </p:nvSpPr>
          <p:spPr bwMode="auto">
            <a:xfrm>
              <a:off x="4340529" y="11474228"/>
              <a:ext cx="74613" cy="33338"/>
            </a:xfrm>
            <a:custGeom>
              <a:avLst/>
              <a:gdLst>
                <a:gd name="T0" fmla="*/ 13 w 27"/>
                <a:gd name="T1" fmla="*/ 3 h 12"/>
                <a:gd name="T2" fmla="*/ 0 w 27"/>
                <a:gd name="T3" fmla="*/ 10 h 12"/>
                <a:gd name="T4" fmla="*/ 14 w 27"/>
                <a:gd name="T5" fmla="*/ 10 h 12"/>
                <a:gd name="T6" fmla="*/ 26 w 27"/>
                <a:gd name="T7" fmla="*/ 2 h 12"/>
                <a:gd name="T8" fmla="*/ 13 w 27"/>
                <a:gd name="T9" fmla="*/ 3 h 12"/>
              </a:gdLst>
              <a:ahLst/>
              <a:cxnLst>
                <a:cxn ang="0">
                  <a:pos x="T0" y="T1"/>
                </a:cxn>
                <a:cxn ang="0">
                  <a:pos x="T2" y="T3"/>
                </a:cxn>
                <a:cxn ang="0">
                  <a:pos x="T4" y="T5"/>
                </a:cxn>
                <a:cxn ang="0">
                  <a:pos x="T6" y="T7"/>
                </a:cxn>
                <a:cxn ang="0">
                  <a:pos x="T8" y="T9"/>
                </a:cxn>
              </a:cxnLst>
              <a:rect l="0" t="0" r="r" b="b"/>
              <a:pathLst>
                <a:path w="27" h="12">
                  <a:moveTo>
                    <a:pt x="13" y="3"/>
                  </a:moveTo>
                  <a:cubicBezTo>
                    <a:pt x="6" y="5"/>
                    <a:pt x="0" y="8"/>
                    <a:pt x="0" y="10"/>
                  </a:cubicBezTo>
                  <a:cubicBezTo>
                    <a:pt x="1" y="12"/>
                    <a:pt x="7" y="12"/>
                    <a:pt x="14" y="10"/>
                  </a:cubicBezTo>
                  <a:cubicBezTo>
                    <a:pt x="21" y="8"/>
                    <a:pt x="27" y="5"/>
                    <a:pt x="26" y="2"/>
                  </a:cubicBezTo>
                  <a:cubicBezTo>
                    <a:pt x="26" y="0"/>
                    <a:pt x="20" y="1"/>
                    <a:pt x="1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55" name="Freeform 1354"/>
            <p:cNvSpPr/>
            <p:nvPr/>
          </p:nvSpPr>
          <p:spPr bwMode="auto">
            <a:xfrm>
              <a:off x="4553254" y="11401203"/>
              <a:ext cx="73025" cy="38100"/>
            </a:xfrm>
            <a:custGeom>
              <a:avLst/>
              <a:gdLst>
                <a:gd name="T0" fmla="*/ 12 w 27"/>
                <a:gd name="T1" fmla="*/ 4 h 14"/>
                <a:gd name="T2" fmla="*/ 0 w 27"/>
                <a:gd name="T3" fmla="*/ 12 h 14"/>
                <a:gd name="T4" fmla="*/ 15 w 27"/>
                <a:gd name="T5" fmla="*/ 11 h 14"/>
                <a:gd name="T6" fmla="*/ 26 w 27"/>
                <a:gd name="T7" fmla="*/ 2 h 14"/>
                <a:gd name="T8" fmla="*/ 12 w 27"/>
                <a:gd name="T9" fmla="*/ 4 h 14"/>
              </a:gdLst>
              <a:ahLst/>
              <a:cxnLst>
                <a:cxn ang="0">
                  <a:pos x="T0" y="T1"/>
                </a:cxn>
                <a:cxn ang="0">
                  <a:pos x="T2" y="T3"/>
                </a:cxn>
                <a:cxn ang="0">
                  <a:pos x="T4" y="T5"/>
                </a:cxn>
                <a:cxn ang="0">
                  <a:pos x="T6" y="T7"/>
                </a:cxn>
                <a:cxn ang="0">
                  <a:pos x="T8" y="T9"/>
                </a:cxn>
              </a:cxnLst>
              <a:rect l="0" t="0" r="r" b="b"/>
              <a:pathLst>
                <a:path w="27" h="14">
                  <a:moveTo>
                    <a:pt x="12" y="4"/>
                  </a:moveTo>
                  <a:cubicBezTo>
                    <a:pt x="5" y="6"/>
                    <a:pt x="0" y="10"/>
                    <a:pt x="0" y="12"/>
                  </a:cubicBezTo>
                  <a:cubicBezTo>
                    <a:pt x="1" y="14"/>
                    <a:pt x="8" y="13"/>
                    <a:pt x="15" y="11"/>
                  </a:cubicBezTo>
                  <a:cubicBezTo>
                    <a:pt x="22" y="8"/>
                    <a:pt x="27" y="4"/>
                    <a:pt x="26" y="2"/>
                  </a:cubicBezTo>
                  <a:cubicBezTo>
                    <a:pt x="25" y="0"/>
                    <a:pt x="19" y="1"/>
                    <a:pt x="1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56" name="Freeform 1355"/>
            <p:cNvSpPr/>
            <p:nvPr/>
          </p:nvSpPr>
          <p:spPr bwMode="auto">
            <a:xfrm>
              <a:off x="4764391" y="11320241"/>
              <a:ext cx="71438" cy="38100"/>
            </a:xfrm>
            <a:custGeom>
              <a:avLst/>
              <a:gdLst>
                <a:gd name="T0" fmla="*/ 12 w 26"/>
                <a:gd name="T1" fmla="*/ 4 h 14"/>
                <a:gd name="T2" fmla="*/ 0 w 26"/>
                <a:gd name="T3" fmla="*/ 12 h 14"/>
                <a:gd name="T4" fmla="*/ 13 w 26"/>
                <a:gd name="T5" fmla="*/ 10 h 14"/>
                <a:gd name="T6" fmla="*/ 25 w 26"/>
                <a:gd name="T7" fmla="*/ 2 h 14"/>
                <a:gd name="T8" fmla="*/ 12 w 26"/>
                <a:gd name="T9" fmla="*/ 4 h 14"/>
              </a:gdLst>
              <a:ahLst/>
              <a:cxnLst>
                <a:cxn ang="0">
                  <a:pos x="T0" y="T1"/>
                </a:cxn>
                <a:cxn ang="0">
                  <a:pos x="T2" y="T3"/>
                </a:cxn>
                <a:cxn ang="0">
                  <a:pos x="T4" y="T5"/>
                </a:cxn>
                <a:cxn ang="0">
                  <a:pos x="T6" y="T7"/>
                </a:cxn>
                <a:cxn ang="0">
                  <a:pos x="T8" y="T9"/>
                </a:cxn>
              </a:cxnLst>
              <a:rect l="0" t="0" r="r" b="b"/>
              <a:pathLst>
                <a:path w="26" h="14">
                  <a:moveTo>
                    <a:pt x="12" y="4"/>
                  </a:moveTo>
                  <a:cubicBezTo>
                    <a:pt x="5" y="6"/>
                    <a:pt x="0" y="10"/>
                    <a:pt x="0" y="12"/>
                  </a:cubicBezTo>
                  <a:cubicBezTo>
                    <a:pt x="0" y="14"/>
                    <a:pt x="6" y="13"/>
                    <a:pt x="13" y="10"/>
                  </a:cubicBezTo>
                  <a:cubicBezTo>
                    <a:pt x="20" y="8"/>
                    <a:pt x="26" y="4"/>
                    <a:pt x="25" y="2"/>
                  </a:cubicBezTo>
                  <a:cubicBezTo>
                    <a:pt x="25" y="0"/>
                    <a:pt x="19" y="1"/>
                    <a:pt x="1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57" name="Freeform 1356"/>
            <p:cNvSpPr/>
            <p:nvPr/>
          </p:nvSpPr>
          <p:spPr bwMode="auto">
            <a:xfrm>
              <a:off x="4129391" y="11534553"/>
              <a:ext cx="73025" cy="31750"/>
            </a:xfrm>
            <a:custGeom>
              <a:avLst/>
              <a:gdLst>
                <a:gd name="T0" fmla="*/ 12 w 27"/>
                <a:gd name="T1" fmla="*/ 2 h 12"/>
                <a:gd name="T2" fmla="*/ 1 w 27"/>
                <a:gd name="T3" fmla="*/ 9 h 12"/>
                <a:gd name="T4" fmla="*/ 15 w 27"/>
                <a:gd name="T5" fmla="*/ 10 h 12"/>
                <a:gd name="T6" fmla="*/ 26 w 27"/>
                <a:gd name="T7" fmla="*/ 3 h 12"/>
                <a:gd name="T8" fmla="*/ 12 w 27"/>
                <a:gd name="T9" fmla="*/ 2 h 12"/>
              </a:gdLst>
              <a:ahLst/>
              <a:cxnLst>
                <a:cxn ang="0">
                  <a:pos x="T0" y="T1"/>
                </a:cxn>
                <a:cxn ang="0">
                  <a:pos x="T2" y="T3"/>
                </a:cxn>
                <a:cxn ang="0">
                  <a:pos x="T4" y="T5"/>
                </a:cxn>
                <a:cxn ang="0">
                  <a:pos x="T6" y="T7"/>
                </a:cxn>
                <a:cxn ang="0">
                  <a:pos x="T8" y="T9"/>
                </a:cxn>
              </a:cxnLst>
              <a:rect l="0" t="0" r="r" b="b"/>
              <a:pathLst>
                <a:path w="27" h="12">
                  <a:moveTo>
                    <a:pt x="12" y="2"/>
                  </a:moveTo>
                  <a:cubicBezTo>
                    <a:pt x="5" y="4"/>
                    <a:pt x="0" y="7"/>
                    <a:pt x="1" y="9"/>
                  </a:cubicBezTo>
                  <a:cubicBezTo>
                    <a:pt x="1" y="11"/>
                    <a:pt x="8" y="12"/>
                    <a:pt x="15" y="10"/>
                  </a:cubicBezTo>
                  <a:cubicBezTo>
                    <a:pt x="22" y="8"/>
                    <a:pt x="27" y="5"/>
                    <a:pt x="26" y="3"/>
                  </a:cubicBezTo>
                  <a:cubicBezTo>
                    <a:pt x="25" y="0"/>
                    <a:pt x="19"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58" name="Freeform 1357"/>
            <p:cNvSpPr/>
            <p:nvPr/>
          </p:nvSpPr>
          <p:spPr bwMode="auto">
            <a:xfrm>
              <a:off x="3918254" y="11580591"/>
              <a:ext cx="73025" cy="26988"/>
            </a:xfrm>
            <a:custGeom>
              <a:avLst/>
              <a:gdLst>
                <a:gd name="T0" fmla="*/ 12 w 27"/>
                <a:gd name="T1" fmla="*/ 1 h 10"/>
                <a:gd name="T2" fmla="*/ 0 w 27"/>
                <a:gd name="T3" fmla="*/ 7 h 10"/>
                <a:gd name="T4" fmla="*/ 14 w 27"/>
                <a:gd name="T5" fmla="*/ 9 h 10"/>
                <a:gd name="T6" fmla="*/ 26 w 27"/>
                <a:gd name="T7" fmla="*/ 3 h 10"/>
                <a:gd name="T8" fmla="*/ 12 w 27"/>
                <a:gd name="T9" fmla="*/ 1 h 10"/>
              </a:gdLst>
              <a:ahLst/>
              <a:cxnLst>
                <a:cxn ang="0">
                  <a:pos x="T0" y="T1"/>
                </a:cxn>
                <a:cxn ang="0">
                  <a:pos x="T2" y="T3"/>
                </a:cxn>
                <a:cxn ang="0">
                  <a:pos x="T4" y="T5"/>
                </a:cxn>
                <a:cxn ang="0">
                  <a:pos x="T6" y="T7"/>
                </a:cxn>
                <a:cxn ang="0">
                  <a:pos x="T8" y="T9"/>
                </a:cxn>
              </a:cxnLst>
              <a:rect l="0" t="0" r="r" b="b"/>
              <a:pathLst>
                <a:path w="27" h="10">
                  <a:moveTo>
                    <a:pt x="12" y="1"/>
                  </a:moveTo>
                  <a:cubicBezTo>
                    <a:pt x="5" y="2"/>
                    <a:pt x="0" y="4"/>
                    <a:pt x="0" y="7"/>
                  </a:cubicBezTo>
                  <a:cubicBezTo>
                    <a:pt x="1" y="9"/>
                    <a:pt x="7" y="10"/>
                    <a:pt x="14" y="9"/>
                  </a:cubicBezTo>
                  <a:cubicBezTo>
                    <a:pt x="21" y="8"/>
                    <a:pt x="27" y="5"/>
                    <a:pt x="26" y="3"/>
                  </a:cubicBezTo>
                  <a:cubicBezTo>
                    <a:pt x="26" y="0"/>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59" name="Freeform 1358"/>
            <p:cNvSpPr/>
            <p:nvPr/>
          </p:nvSpPr>
          <p:spPr bwMode="auto">
            <a:xfrm>
              <a:off x="3703941" y="11607578"/>
              <a:ext cx="73025" cy="26988"/>
            </a:xfrm>
            <a:custGeom>
              <a:avLst/>
              <a:gdLst>
                <a:gd name="T0" fmla="*/ 13 w 27"/>
                <a:gd name="T1" fmla="*/ 1 h 10"/>
                <a:gd name="T2" fmla="*/ 1 w 27"/>
                <a:gd name="T3" fmla="*/ 6 h 10"/>
                <a:gd name="T4" fmla="*/ 15 w 27"/>
                <a:gd name="T5" fmla="*/ 9 h 10"/>
                <a:gd name="T6" fmla="*/ 27 w 27"/>
                <a:gd name="T7" fmla="*/ 4 h 10"/>
                <a:gd name="T8" fmla="*/ 13 w 27"/>
                <a:gd name="T9" fmla="*/ 1 h 10"/>
              </a:gdLst>
              <a:ahLst/>
              <a:cxnLst>
                <a:cxn ang="0">
                  <a:pos x="T0" y="T1"/>
                </a:cxn>
                <a:cxn ang="0">
                  <a:pos x="T2" y="T3"/>
                </a:cxn>
                <a:cxn ang="0">
                  <a:pos x="T4" y="T5"/>
                </a:cxn>
                <a:cxn ang="0">
                  <a:pos x="T6" y="T7"/>
                </a:cxn>
                <a:cxn ang="0">
                  <a:pos x="T8" y="T9"/>
                </a:cxn>
              </a:cxnLst>
              <a:rect l="0" t="0" r="r" b="b"/>
              <a:pathLst>
                <a:path w="27" h="10">
                  <a:moveTo>
                    <a:pt x="13" y="1"/>
                  </a:moveTo>
                  <a:cubicBezTo>
                    <a:pt x="6" y="1"/>
                    <a:pt x="0" y="4"/>
                    <a:pt x="1" y="6"/>
                  </a:cubicBezTo>
                  <a:cubicBezTo>
                    <a:pt x="1" y="8"/>
                    <a:pt x="8" y="10"/>
                    <a:pt x="15" y="9"/>
                  </a:cubicBezTo>
                  <a:cubicBezTo>
                    <a:pt x="22" y="8"/>
                    <a:pt x="27" y="6"/>
                    <a:pt x="27" y="4"/>
                  </a:cubicBezTo>
                  <a:cubicBezTo>
                    <a:pt x="26" y="1"/>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60" name="Freeform 1359"/>
            <p:cNvSpPr/>
            <p:nvPr/>
          </p:nvSpPr>
          <p:spPr bwMode="auto">
            <a:xfrm>
              <a:off x="4973941" y="11228166"/>
              <a:ext cx="69850" cy="39688"/>
            </a:xfrm>
            <a:custGeom>
              <a:avLst/>
              <a:gdLst>
                <a:gd name="T0" fmla="*/ 12 w 26"/>
                <a:gd name="T1" fmla="*/ 4 h 15"/>
                <a:gd name="T2" fmla="*/ 0 w 26"/>
                <a:gd name="T3" fmla="*/ 13 h 15"/>
                <a:gd name="T4" fmla="*/ 14 w 26"/>
                <a:gd name="T5" fmla="*/ 11 h 15"/>
                <a:gd name="T6" fmla="*/ 26 w 26"/>
                <a:gd name="T7" fmla="*/ 2 h 15"/>
                <a:gd name="T8" fmla="*/ 12 w 26"/>
                <a:gd name="T9" fmla="*/ 4 h 15"/>
              </a:gdLst>
              <a:ahLst/>
              <a:cxnLst>
                <a:cxn ang="0">
                  <a:pos x="T0" y="T1"/>
                </a:cxn>
                <a:cxn ang="0">
                  <a:pos x="T2" y="T3"/>
                </a:cxn>
                <a:cxn ang="0">
                  <a:pos x="T4" y="T5"/>
                </a:cxn>
                <a:cxn ang="0">
                  <a:pos x="T6" y="T7"/>
                </a:cxn>
                <a:cxn ang="0">
                  <a:pos x="T8" y="T9"/>
                </a:cxn>
              </a:cxnLst>
              <a:rect l="0" t="0" r="r" b="b"/>
              <a:pathLst>
                <a:path w="26" h="15">
                  <a:moveTo>
                    <a:pt x="12" y="4"/>
                  </a:moveTo>
                  <a:cubicBezTo>
                    <a:pt x="5" y="7"/>
                    <a:pt x="0" y="11"/>
                    <a:pt x="0" y="13"/>
                  </a:cubicBezTo>
                  <a:cubicBezTo>
                    <a:pt x="1" y="15"/>
                    <a:pt x="7" y="14"/>
                    <a:pt x="14" y="11"/>
                  </a:cubicBezTo>
                  <a:cubicBezTo>
                    <a:pt x="21" y="7"/>
                    <a:pt x="26" y="3"/>
                    <a:pt x="26" y="2"/>
                  </a:cubicBezTo>
                  <a:cubicBezTo>
                    <a:pt x="25" y="0"/>
                    <a:pt x="19" y="1"/>
                    <a:pt x="1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61" name="Freeform 1360"/>
            <p:cNvSpPr/>
            <p:nvPr/>
          </p:nvSpPr>
          <p:spPr bwMode="auto">
            <a:xfrm>
              <a:off x="5183491" y="11129741"/>
              <a:ext cx="73025" cy="41275"/>
            </a:xfrm>
            <a:custGeom>
              <a:avLst/>
              <a:gdLst>
                <a:gd name="T0" fmla="*/ 12 w 27"/>
                <a:gd name="T1" fmla="*/ 5 h 15"/>
                <a:gd name="T2" fmla="*/ 1 w 27"/>
                <a:gd name="T3" fmla="*/ 13 h 15"/>
                <a:gd name="T4" fmla="*/ 15 w 27"/>
                <a:gd name="T5" fmla="*/ 10 h 15"/>
                <a:gd name="T6" fmla="*/ 26 w 27"/>
                <a:gd name="T7" fmla="*/ 1 h 15"/>
                <a:gd name="T8" fmla="*/ 12 w 27"/>
                <a:gd name="T9" fmla="*/ 5 h 15"/>
              </a:gdLst>
              <a:ahLst/>
              <a:cxnLst>
                <a:cxn ang="0">
                  <a:pos x="T0" y="T1"/>
                </a:cxn>
                <a:cxn ang="0">
                  <a:pos x="T2" y="T3"/>
                </a:cxn>
                <a:cxn ang="0">
                  <a:pos x="T4" y="T5"/>
                </a:cxn>
                <a:cxn ang="0">
                  <a:pos x="T6" y="T7"/>
                </a:cxn>
                <a:cxn ang="0">
                  <a:pos x="T8" y="T9"/>
                </a:cxn>
              </a:cxnLst>
              <a:rect l="0" t="0" r="r" b="b"/>
              <a:pathLst>
                <a:path w="27" h="15">
                  <a:moveTo>
                    <a:pt x="12" y="5"/>
                  </a:moveTo>
                  <a:cubicBezTo>
                    <a:pt x="5" y="8"/>
                    <a:pt x="0" y="12"/>
                    <a:pt x="1" y="13"/>
                  </a:cubicBezTo>
                  <a:cubicBezTo>
                    <a:pt x="1" y="15"/>
                    <a:pt x="8" y="13"/>
                    <a:pt x="15" y="10"/>
                  </a:cubicBezTo>
                  <a:cubicBezTo>
                    <a:pt x="22" y="7"/>
                    <a:pt x="27" y="2"/>
                    <a:pt x="26" y="1"/>
                  </a:cubicBezTo>
                  <a:cubicBezTo>
                    <a:pt x="25" y="0"/>
                    <a:pt x="19" y="1"/>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62" name="Freeform 1361"/>
            <p:cNvSpPr/>
            <p:nvPr/>
          </p:nvSpPr>
          <p:spPr bwMode="auto">
            <a:xfrm>
              <a:off x="5391454" y="11023378"/>
              <a:ext cx="73025" cy="44450"/>
            </a:xfrm>
            <a:custGeom>
              <a:avLst/>
              <a:gdLst>
                <a:gd name="T0" fmla="*/ 1 w 27"/>
                <a:gd name="T1" fmla="*/ 15 h 16"/>
                <a:gd name="T2" fmla="*/ 15 w 27"/>
                <a:gd name="T3" fmla="*/ 11 h 16"/>
                <a:gd name="T4" fmla="*/ 26 w 27"/>
                <a:gd name="T5" fmla="*/ 2 h 16"/>
                <a:gd name="T6" fmla="*/ 12 w 27"/>
                <a:gd name="T7" fmla="*/ 6 h 16"/>
                <a:gd name="T8" fmla="*/ 1 w 27"/>
                <a:gd name="T9" fmla="*/ 15 h 16"/>
              </a:gdLst>
              <a:ahLst/>
              <a:cxnLst>
                <a:cxn ang="0">
                  <a:pos x="T0" y="T1"/>
                </a:cxn>
                <a:cxn ang="0">
                  <a:pos x="T2" y="T3"/>
                </a:cxn>
                <a:cxn ang="0">
                  <a:pos x="T4" y="T5"/>
                </a:cxn>
                <a:cxn ang="0">
                  <a:pos x="T6" y="T7"/>
                </a:cxn>
                <a:cxn ang="0">
                  <a:pos x="T8" y="T9"/>
                </a:cxn>
              </a:cxnLst>
              <a:rect l="0" t="0" r="r" b="b"/>
              <a:pathLst>
                <a:path w="27" h="16">
                  <a:moveTo>
                    <a:pt x="1" y="15"/>
                  </a:moveTo>
                  <a:cubicBezTo>
                    <a:pt x="2" y="16"/>
                    <a:pt x="8" y="14"/>
                    <a:pt x="15" y="11"/>
                  </a:cubicBezTo>
                  <a:cubicBezTo>
                    <a:pt x="22" y="7"/>
                    <a:pt x="27" y="3"/>
                    <a:pt x="26" y="2"/>
                  </a:cubicBezTo>
                  <a:cubicBezTo>
                    <a:pt x="25" y="0"/>
                    <a:pt x="19" y="2"/>
                    <a:pt x="12" y="6"/>
                  </a:cubicBezTo>
                  <a:cubicBezTo>
                    <a:pt x="5" y="9"/>
                    <a:pt x="0" y="13"/>
                    <a:pt x="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63" name="Freeform 1362"/>
            <p:cNvSpPr/>
            <p:nvPr/>
          </p:nvSpPr>
          <p:spPr bwMode="auto">
            <a:xfrm>
              <a:off x="5601004" y="10918603"/>
              <a:ext cx="73025" cy="42863"/>
            </a:xfrm>
            <a:custGeom>
              <a:avLst/>
              <a:gdLst>
                <a:gd name="T0" fmla="*/ 1 w 27"/>
                <a:gd name="T1" fmla="*/ 14 h 16"/>
                <a:gd name="T2" fmla="*/ 14 w 27"/>
                <a:gd name="T3" fmla="*/ 11 h 16"/>
                <a:gd name="T4" fmla="*/ 26 w 27"/>
                <a:gd name="T5" fmla="*/ 2 h 16"/>
                <a:gd name="T6" fmla="*/ 13 w 27"/>
                <a:gd name="T7" fmla="*/ 6 h 16"/>
                <a:gd name="T8" fmla="*/ 1 w 27"/>
                <a:gd name="T9" fmla="*/ 14 h 16"/>
              </a:gdLst>
              <a:ahLst/>
              <a:cxnLst>
                <a:cxn ang="0">
                  <a:pos x="T0" y="T1"/>
                </a:cxn>
                <a:cxn ang="0">
                  <a:pos x="T2" y="T3"/>
                </a:cxn>
                <a:cxn ang="0">
                  <a:pos x="T4" y="T5"/>
                </a:cxn>
                <a:cxn ang="0">
                  <a:pos x="T6" y="T7"/>
                </a:cxn>
                <a:cxn ang="0">
                  <a:pos x="T8" y="T9"/>
                </a:cxn>
              </a:cxnLst>
              <a:rect l="0" t="0" r="r" b="b"/>
              <a:pathLst>
                <a:path w="27" h="16">
                  <a:moveTo>
                    <a:pt x="1" y="14"/>
                  </a:moveTo>
                  <a:cubicBezTo>
                    <a:pt x="1" y="16"/>
                    <a:pt x="8" y="14"/>
                    <a:pt x="14" y="11"/>
                  </a:cubicBezTo>
                  <a:cubicBezTo>
                    <a:pt x="21" y="7"/>
                    <a:pt x="27" y="3"/>
                    <a:pt x="26" y="2"/>
                  </a:cubicBezTo>
                  <a:cubicBezTo>
                    <a:pt x="26" y="0"/>
                    <a:pt x="20" y="2"/>
                    <a:pt x="13" y="6"/>
                  </a:cubicBezTo>
                  <a:cubicBezTo>
                    <a:pt x="6" y="9"/>
                    <a:pt x="0" y="13"/>
                    <a:pt x="1"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64" name="Freeform 1363"/>
            <p:cNvSpPr/>
            <p:nvPr/>
          </p:nvSpPr>
          <p:spPr bwMode="auto">
            <a:xfrm>
              <a:off x="5808966" y="10812241"/>
              <a:ext cx="74613" cy="41275"/>
            </a:xfrm>
            <a:custGeom>
              <a:avLst/>
              <a:gdLst>
                <a:gd name="T0" fmla="*/ 12 w 27"/>
                <a:gd name="T1" fmla="*/ 6 h 15"/>
                <a:gd name="T2" fmla="*/ 1 w 27"/>
                <a:gd name="T3" fmla="*/ 14 h 15"/>
                <a:gd name="T4" fmla="*/ 15 w 27"/>
                <a:gd name="T5" fmla="*/ 9 h 15"/>
                <a:gd name="T6" fmla="*/ 26 w 27"/>
                <a:gd name="T7" fmla="*/ 1 h 15"/>
                <a:gd name="T8" fmla="*/ 12 w 27"/>
                <a:gd name="T9" fmla="*/ 6 h 15"/>
              </a:gdLst>
              <a:ahLst/>
              <a:cxnLst>
                <a:cxn ang="0">
                  <a:pos x="T0" y="T1"/>
                </a:cxn>
                <a:cxn ang="0">
                  <a:pos x="T2" y="T3"/>
                </a:cxn>
                <a:cxn ang="0">
                  <a:pos x="T4" y="T5"/>
                </a:cxn>
                <a:cxn ang="0">
                  <a:pos x="T6" y="T7"/>
                </a:cxn>
                <a:cxn ang="0">
                  <a:pos x="T8" y="T9"/>
                </a:cxn>
              </a:cxnLst>
              <a:rect l="0" t="0" r="r" b="b"/>
              <a:pathLst>
                <a:path w="27" h="15">
                  <a:moveTo>
                    <a:pt x="12" y="6"/>
                  </a:moveTo>
                  <a:cubicBezTo>
                    <a:pt x="5" y="9"/>
                    <a:pt x="0" y="13"/>
                    <a:pt x="1" y="14"/>
                  </a:cubicBezTo>
                  <a:cubicBezTo>
                    <a:pt x="2" y="15"/>
                    <a:pt x="9" y="13"/>
                    <a:pt x="15" y="9"/>
                  </a:cubicBezTo>
                  <a:cubicBezTo>
                    <a:pt x="22" y="6"/>
                    <a:pt x="27" y="2"/>
                    <a:pt x="26" y="1"/>
                  </a:cubicBezTo>
                  <a:cubicBezTo>
                    <a:pt x="25" y="0"/>
                    <a:pt x="19" y="2"/>
                    <a:pt x="1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65" name="Freeform 1364"/>
            <p:cNvSpPr/>
            <p:nvPr/>
          </p:nvSpPr>
          <p:spPr bwMode="auto">
            <a:xfrm>
              <a:off x="6021691" y="10702703"/>
              <a:ext cx="69850" cy="44450"/>
            </a:xfrm>
            <a:custGeom>
              <a:avLst/>
              <a:gdLst>
                <a:gd name="T0" fmla="*/ 12 w 26"/>
                <a:gd name="T1" fmla="*/ 6 h 16"/>
                <a:gd name="T2" fmla="*/ 0 w 26"/>
                <a:gd name="T3" fmla="*/ 14 h 16"/>
                <a:gd name="T4" fmla="*/ 14 w 26"/>
                <a:gd name="T5" fmla="*/ 10 h 16"/>
                <a:gd name="T6" fmla="*/ 26 w 26"/>
                <a:gd name="T7" fmla="*/ 2 h 16"/>
                <a:gd name="T8" fmla="*/ 12 w 26"/>
                <a:gd name="T9" fmla="*/ 6 h 16"/>
              </a:gdLst>
              <a:ahLst/>
              <a:cxnLst>
                <a:cxn ang="0">
                  <a:pos x="T0" y="T1"/>
                </a:cxn>
                <a:cxn ang="0">
                  <a:pos x="T2" y="T3"/>
                </a:cxn>
                <a:cxn ang="0">
                  <a:pos x="T4" y="T5"/>
                </a:cxn>
                <a:cxn ang="0">
                  <a:pos x="T6" y="T7"/>
                </a:cxn>
                <a:cxn ang="0">
                  <a:pos x="T8" y="T9"/>
                </a:cxn>
              </a:cxnLst>
              <a:rect l="0" t="0" r="r" b="b"/>
              <a:pathLst>
                <a:path w="26" h="16">
                  <a:moveTo>
                    <a:pt x="12" y="6"/>
                  </a:moveTo>
                  <a:cubicBezTo>
                    <a:pt x="5" y="9"/>
                    <a:pt x="0" y="13"/>
                    <a:pt x="0" y="14"/>
                  </a:cubicBezTo>
                  <a:cubicBezTo>
                    <a:pt x="0" y="16"/>
                    <a:pt x="7" y="14"/>
                    <a:pt x="14" y="10"/>
                  </a:cubicBezTo>
                  <a:cubicBezTo>
                    <a:pt x="21" y="7"/>
                    <a:pt x="26" y="3"/>
                    <a:pt x="26" y="2"/>
                  </a:cubicBezTo>
                  <a:cubicBezTo>
                    <a:pt x="25" y="0"/>
                    <a:pt x="19" y="2"/>
                    <a:pt x="1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66" name="Freeform 1365"/>
            <p:cNvSpPr/>
            <p:nvPr/>
          </p:nvSpPr>
          <p:spPr bwMode="auto">
            <a:xfrm>
              <a:off x="6229654" y="10599516"/>
              <a:ext cx="71438" cy="41275"/>
            </a:xfrm>
            <a:custGeom>
              <a:avLst/>
              <a:gdLst>
                <a:gd name="T0" fmla="*/ 0 w 26"/>
                <a:gd name="T1" fmla="*/ 14 h 15"/>
                <a:gd name="T2" fmla="*/ 13 w 26"/>
                <a:gd name="T3" fmla="*/ 10 h 15"/>
                <a:gd name="T4" fmla="*/ 26 w 26"/>
                <a:gd name="T5" fmla="*/ 2 h 15"/>
                <a:gd name="T6" fmla="*/ 13 w 26"/>
                <a:gd name="T7" fmla="*/ 6 h 15"/>
                <a:gd name="T8" fmla="*/ 0 w 26"/>
                <a:gd name="T9" fmla="*/ 14 h 15"/>
              </a:gdLst>
              <a:ahLst/>
              <a:cxnLst>
                <a:cxn ang="0">
                  <a:pos x="T0" y="T1"/>
                </a:cxn>
                <a:cxn ang="0">
                  <a:pos x="T2" y="T3"/>
                </a:cxn>
                <a:cxn ang="0">
                  <a:pos x="T4" y="T5"/>
                </a:cxn>
                <a:cxn ang="0">
                  <a:pos x="T6" y="T7"/>
                </a:cxn>
                <a:cxn ang="0">
                  <a:pos x="T8" y="T9"/>
                </a:cxn>
              </a:cxnLst>
              <a:rect l="0" t="0" r="r" b="b"/>
              <a:pathLst>
                <a:path w="26" h="15">
                  <a:moveTo>
                    <a:pt x="0" y="14"/>
                  </a:moveTo>
                  <a:cubicBezTo>
                    <a:pt x="0" y="15"/>
                    <a:pt x="7" y="13"/>
                    <a:pt x="13" y="10"/>
                  </a:cubicBezTo>
                  <a:cubicBezTo>
                    <a:pt x="20" y="6"/>
                    <a:pt x="26" y="3"/>
                    <a:pt x="26" y="2"/>
                  </a:cubicBezTo>
                  <a:cubicBezTo>
                    <a:pt x="26" y="0"/>
                    <a:pt x="20" y="2"/>
                    <a:pt x="13" y="6"/>
                  </a:cubicBezTo>
                  <a:cubicBezTo>
                    <a:pt x="6" y="9"/>
                    <a:pt x="0" y="13"/>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67" name="Freeform 1366"/>
            <p:cNvSpPr/>
            <p:nvPr/>
          </p:nvSpPr>
          <p:spPr bwMode="auto">
            <a:xfrm>
              <a:off x="3489629" y="11626628"/>
              <a:ext cx="73025" cy="26988"/>
            </a:xfrm>
            <a:custGeom>
              <a:avLst/>
              <a:gdLst>
                <a:gd name="T0" fmla="*/ 13 w 27"/>
                <a:gd name="T1" fmla="*/ 1 h 10"/>
                <a:gd name="T2" fmla="*/ 1 w 27"/>
                <a:gd name="T3" fmla="*/ 6 h 10"/>
                <a:gd name="T4" fmla="*/ 15 w 27"/>
                <a:gd name="T5" fmla="*/ 10 h 10"/>
                <a:gd name="T6" fmla="*/ 27 w 27"/>
                <a:gd name="T7" fmla="*/ 4 h 10"/>
                <a:gd name="T8" fmla="*/ 13 w 27"/>
                <a:gd name="T9" fmla="*/ 1 h 10"/>
              </a:gdLst>
              <a:ahLst/>
              <a:cxnLst>
                <a:cxn ang="0">
                  <a:pos x="T0" y="T1"/>
                </a:cxn>
                <a:cxn ang="0">
                  <a:pos x="T2" y="T3"/>
                </a:cxn>
                <a:cxn ang="0">
                  <a:pos x="T4" y="T5"/>
                </a:cxn>
                <a:cxn ang="0">
                  <a:pos x="T6" y="T7"/>
                </a:cxn>
                <a:cxn ang="0">
                  <a:pos x="T8" y="T9"/>
                </a:cxn>
              </a:cxnLst>
              <a:rect l="0" t="0" r="r" b="b"/>
              <a:pathLst>
                <a:path w="27" h="10">
                  <a:moveTo>
                    <a:pt x="13" y="1"/>
                  </a:moveTo>
                  <a:cubicBezTo>
                    <a:pt x="6" y="1"/>
                    <a:pt x="0" y="3"/>
                    <a:pt x="1" y="6"/>
                  </a:cubicBezTo>
                  <a:cubicBezTo>
                    <a:pt x="1" y="9"/>
                    <a:pt x="8" y="10"/>
                    <a:pt x="15" y="10"/>
                  </a:cubicBezTo>
                  <a:cubicBezTo>
                    <a:pt x="22" y="9"/>
                    <a:pt x="27" y="7"/>
                    <a:pt x="27" y="4"/>
                  </a:cubicBezTo>
                  <a:cubicBezTo>
                    <a:pt x="26" y="2"/>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68" name="Freeform 1367"/>
            <p:cNvSpPr/>
            <p:nvPr/>
          </p:nvSpPr>
          <p:spPr bwMode="auto">
            <a:xfrm>
              <a:off x="3275316" y="11639328"/>
              <a:ext cx="73025" cy="30163"/>
            </a:xfrm>
            <a:custGeom>
              <a:avLst/>
              <a:gdLst>
                <a:gd name="T0" fmla="*/ 13 w 27"/>
                <a:gd name="T1" fmla="*/ 0 h 11"/>
                <a:gd name="T2" fmla="*/ 1 w 27"/>
                <a:gd name="T3" fmla="*/ 5 h 11"/>
                <a:gd name="T4" fmla="*/ 15 w 27"/>
                <a:gd name="T5" fmla="*/ 10 h 11"/>
                <a:gd name="T6" fmla="*/ 27 w 27"/>
                <a:gd name="T7" fmla="*/ 5 h 11"/>
                <a:gd name="T8" fmla="*/ 13 w 27"/>
                <a:gd name="T9" fmla="*/ 0 h 11"/>
              </a:gdLst>
              <a:ahLst/>
              <a:cxnLst>
                <a:cxn ang="0">
                  <a:pos x="T0" y="T1"/>
                </a:cxn>
                <a:cxn ang="0">
                  <a:pos x="T2" y="T3"/>
                </a:cxn>
                <a:cxn ang="0">
                  <a:pos x="T4" y="T5"/>
                </a:cxn>
                <a:cxn ang="0">
                  <a:pos x="T6" y="T7"/>
                </a:cxn>
                <a:cxn ang="0">
                  <a:pos x="T8" y="T9"/>
                </a:cxn>
              </a:cxnLst>
              <a:rect l="0" t="0" r="r" b="b"/>
              <a:pathLst>
                <a:path w="27" h="11">
                  <a:moveTo>
                    <a:pt x="13" y="0"/>
                  </a:moveTo>
                  <a:cubicBezTo>
                    <a:pt x="6" y="0"/>
                    <a:pt x="0" y="3"/>
                    <a:pt x="1" y="5"/>
                  </a:cubicBezTo>
                  <a:cubicBezTo>
                    <a:pt x="1" y="8"/>
                    <a:pt x="8" y="11"/>
                    <a:pt x="15" y="10"/>
                  </a:cubicBezTo>
                  <a:cubicBezTo>
                    <a:pt x="22" y="10"/>
                    <a:pt x="27" y="7"/>
                    <a:pt x="27" y="5"/>
                  </a:cubicBezTo>
                  <a:cubicBezTo>
                    <a:pt x="26" y="2"/>
                    <a:pt x="20"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69" name="Freeform 1368"/>
            <p:cNvSpPr/>
            <p:nvPr/>
          </p:nvSpPr>
          <p:spPr bwMode="auto">
            <a:xfrm>
              <a:off x="3061004" y="11645678"/>
              <a:ext cx="74613" cy="31750"/>
            </a:xfrm>
            <a:custGeom>
              <a:avLst/>
              <a:gdLst>
                <a:gd name="T0" fmla="*/ 13 w 28"/>
                <a:gd name="T1" fmla="*/ 1 h 12"/>
                <a:gd name="T2" fmla="*/ 1 w 28"/>
                <a:gd name="T3" fmla="*/ 7 h 12"/>
                <a:gd name="T4" fmla="*/ 16 w 28"/>
                <a:gd name="T5" fmla="*/ 12 h 12"/>
                <a:gd name="T6" fmla="*/ 27 w 28"/>
                <a:gd name="T7" fmla="*/ 6 h 12"/>
                <a:gd name="T8" fmla="*/ 13 w 28"/>
                <a:gd name="T9" fmla="*/ 1 h 12"/>
              </a:gdLst>
              <a:ahLst/>
              <a:cxnLst>
                <a:cxn ang="0">
                  <a:pos x="T0" y="T1"/>
                </a:cxn>
                <a:cxn ang="0">
                  <a:pos x="T2" y="T3"/>
                </a:cxn>
                <a:cxn ang="0">
                  <a:pos x="T4" y="T5"/>
                </a:cxn>
                <a:cxn ang="0">
                  <a:pos x="T6" y="T7"/>
                </a:cxn>
                <a:cxn ang="0">
                  <a:pos x="T8" y="T9"/>
                </a:cxn>
              </a:cxnLst>
              <a:rect l="0" t="0" r="r" b="b"/>
              <a:pathLst>
                <a:path w="28" h="12">
                  <a:moveTo>
                    <a:pt x="13" y="1"/>
                  </a:moveTo>
                  <a:cubicBezTo>
                    <a:pt x="6" y="1"/>
                    <a:pt x="0" y="3"/>
                    <a:pt x="1" y="7"/>
                  </a:cubicBezTo>
                  <a:cubicBezTo>
                    <a:pt x="2" y="10"/>
                    <a:pt x="9" y="12"/>
                    <a:pt x="16" y="12"/>
                  </a:cubicBezTo>
                  <a:cubicBezTo>
                    <a:pt x="23" y="12"/>
                    <a:pt x="28" y="9"/>
                    <a:pt x="27" y="6"/>
                  </a:cubicBezTo>
                  <a:cubicBezTo>
                    <a:pt x="26" y="3"/>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70" name="Freeform 1369"/>
            <p:cNvSpPr/>
            <p:nvPr/>
          </p:nvSpPr>
          <p:spPr bwMode="auto">
            <a:xfrm>
              <a:off x="2845104" y="11650441"/>
              <a:ext cx="76200" cy="36513"/>
            </a:xfrm>
            <a:custGeom>
              <a:avLst/>
              <a:gdLst>
                <a:gd name="T0" fmla="*/ 12 w 28"/>
                <a:gd name="T1" fmla="*/ 0 h 13"/>
                <a:gd name="T2" fmla="*/ 1 w 28"/>
                <a:gd name="T3" fmla="*/ 7 h 13"/>
                <a:gd name="T4" fmla="*/ 16 w 28"/>
                <a:gd name="T5" fmla="*/ 13 h 13"/>
                <a:gd name="T6" fmla="*/ 27 w 28"/>
                <a:gd name="T7" fmla="*/ 6 h 13"/>
                <a:gd name="T8" fmla="*/ 12 w 28"/>
                <a:gd name="T9" fmla="*/ 0 h 13"/>
              </a:gdLst>
              <a:ahLst/>
              <a:cxnLst>
                <a:cxn ang="0">
                  <a:pos x="T0" y="T1"/>
                </a:cxn>
                <a:cxn ang="0">
                  <a:pos x="T2" y="T3"/>
                </a:cxn>
                <a:cxn ang="0">
                  <a:pos x="T4" y="T5"/>
                </a:cxn>
                <a:cxn ang="0">
                  <a:pos x="T6" y="T7"/>
                </a:cxn>
                <a:cxn ang="0">
                  <a:pos x="T8" y="T9"/>
                </a:cxn>
              </a:cxnLst>
              <a:rect l="0" t="0" r="r" b="b"/>
              <a:pathLst>
                <a:path w="28" h="13">
                  <a:moveTo>
                    <a:pt x="12" y="0"/>
                  </a:moveTo>
                  <a:cubicBezTo>
                    <a:pt x="5" y="0"/>
                    <a:pt x="0" y="3"/>
                    <a:pt x="1" y="7"/>
                  </a:cubicBezTo>
                  <a:cubicBezTo>
                    <a:pt x="2" y="11"/>
                    <a:pt x="9" y="13"/>
                    <a:pt x="16" y="13"/>
                  </a:cubicBezTo>
                  <a:cubicBezTo>
                    <a:pt x="23" y="12"/>
                    <a:pt x="28" y="9"/>
                    <a:pt x="27" y="6"/>
                  </a:cubicBezTo>
                  <a:cubicBezTo>
                    <a:pt x="26" y="2"/>
                    <a:pt x="20"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71" name="Freeform 1370"/>
            <p:cNvSpPr/>
            <p:nvPr/>
          </p:nvSpPr>
          <p:spPr bwMode="auto">
            <a:xfrm>
              <a:off x="2633966" y="11653616"/>
              <a:ext cx="73025" cy="41275"/>
            </a:xfrm>
            <a:custGeom>
              <a:avLst/>
              <a:gdLst>
                <a:gd name="T0" fmla="*/ 12 w 27"/>
                <a:gd name="T1" fmla="*/ 0 h 15"/>
                <a:gd name="T2" fmla="*/ 0 w 27"/>
                <a:gd name="T3" fmla="*/ 7 h 15"/>
                <a:gd name="T4" fmla="*/ 14 w 27"/>
                <a:gd name="T5" fmla="*/ 15 h 15"/>
                <a:gd name="T6" fmla="*/ 26 w 27"/>
                <a:gd name="T7" fmla="*/ 7 h 15"/>
                <a:gd name="T8" fmla="*/ 12 w 27"/>
                <a:gd name="T9" fmla="*/ 0 h 15"/>
              </a:gdLst>
              <a:ahLst/>
              <a:cxnLst>
                <a:cxn ang="0">
                  <a:pos x="T0" y="T1"/>
                </a:cxn>
                <a:cxn ang="0">
                  <a:pos x="T2" y="T3"/>
                </a:cxn>
                <a:cxn ang="0">
                  <a:pos x="T4" y="T5"/>
                </a:cxn>
                <a:cxn ang="0">
                  <a:pos x="T6" y="T7"/>
                </a:cxn>
                <a:cxn ang="0">
                  <a:pos x="T8" y="T9"/>
                </a:cxn>
              </a:cxnLst>
              <a:rect l="0" t="0" r="r" b="b"/>
              <a:pathLst>
                <a:path w="27" h="15">
                  <a:moveTo>
                    <a:pt x="12" y="0"/>
                  </a:moveTo>
                  <a:cubicBezTo>
                    <a:pt x="5" y="0"/>
                    <a:pt x="0" y="3"/>
                    <a:pt x="0" y="7"/>
                  </a:cubicBezTo>
                  <a:cubicBezTo>
                    <a:pt x="0" y="11"/>
                    <a:pt x="7" y="15"/>
                    <a:pt x="14" y="15"/>
                  </a:cubicBezTo>
                  <a:cubicBezTo>
                    <a:pt x="21" y="15"/>
                    <a:pt x="27" y="11"/>
                    <a:pt x="26" y="7"/>
                  </a:cubicBezTo>
                  <a:cubicBezTo>
                    <a:pt x="26" y="3"/>
                    <a:pt x="20"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72" name="Freeform 1371"/>
            <p:cNvSpPr/>
            <p:nvPr/>
          </p:nvSpPr>
          <p:spPr bwMode="auto">
            <a:xfrm>
              <a:off x="2416479" y="11658378"/>
              <a:ext cx="76200" cy="44450"/>
            </a:xfrm>
            <a:custGeom>
              <a:avLst/>
              <a:gdLst>
                <a:gd name="T0" fmla="*/ 13 w 28"/>
                <a:gd name="T1" fmla="*/ 0 h 16"/>
                <a:gd name="T2" fmla="*/ 1 w 28"/>
                <a:gd name="T3" fmla="*/ 8 h 16"/>
                <a:gd name="T4" fmla="*/ 16 w 28"/>
                <a:gd name="T5" fmla="*/ 16 h 16"/>
                <a:gd name="T6" fmla="*/ 27 w 28"/>
                <a:gd name="T7" fmla="*/ 7 h 16"/>
                <a:gd name="T8" fmla="*/ 13 w 28"/>
                <a:gd name="T9" fmla="*/ 0 h 16"/>
              </a:gdLst>
              <a:ahLst/>
              <a:cxnLst>
                <a:cxn ang="0">
                  <a:pos x="T0" y="T1"/>
                </a:cxn>
                <a:cxn ang="0">
                  <a:pos x="T2" y="T3"/>
                </a:cxn>
                <a:cxn ang="0">
                  <a:pos x="T4" y="T5"/>
                </a:cxn>
                <a:cxn ang="0">
                  <a:pos x="T6" y="T7"/>
                </a:cxn>
                <a:cxn ang="0">
                  <a:pos x="T8" y="T9"/>
                </a:cxn>
              </a:cxnLst>
              <a:rect l="0" t="0" r="r" b="b"/>
              <a:pathLst>
                <a:path w="28" h="16">
                  <a:moveTo>
                    <a:pt x="13" y="0"/>
                  </a:moveTo>
                  <a:cubicBezTo>
                    <a:pt x="5" y="0"/>
                    <a:pt x="0" y="4"/>
                    <a:pt x="1" y="8"/>
                  </a:cubicBezTo>
                  <a:cubicBezTo>
                    <a:pt x="2" y="13"/>
                    <a:pt x="9" y="16"/>
                    <a:pt x="16" y="16"/>
                  </a:cubicBezTo>
                  <a:cubicBezTo>
                    <a:pt x="23" y="16"/>
                    <a:pt x="28" y="12"/>
                    <a:pt x="27" y="7"/>
                  </a:cubicBezTo>
                  <a:cubicBezTo>
                    <a:pt x="26" y="3"/>
                    <a:pt x="20"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73" name="Freeform 1372"/>
            <p:cNvSpPr/>
            <p:nvPr/>
          </p:nvSpPr>
          <p:spPr bwMode="auto">
            <a:xfrm>
              <a:off x="2205341" y="11664728"/>
              <a:ext cx="73025" cy="50800"/>
            </a:xfrm>
            <a:custGeom>
              <a:avLst/>
              <a:gdLst>
                <a:gd name="T0" fmla="*/ 12 w 27"/>
                <a:gd name="T1" fmla="*/ 1 h 19"/>
                <a:gd name="T2" fmla="*/ 0 w 27"/>
                <a:gd name="T3" fmla="*/ 10 h 19"/>
                <a:gd name="T4" fmla="*/ 15 w 27"/>
                <a:gd name="T5" fmla="*/ 18 h 19"/>
                <a:gd name="T6" fmla="*/ 26 w 27"/>
                <a:gd name="T7" fmla="*/ 9 h 19"/>
                <a:gd name="T8" fmla="*/ 12 w 27"/>
                <a:gd name="T9" fmla="*/ 1 h 19"/>
              </a:gdLst>
              <a:ahLst/>
              <a:cxnLst>
                <a:cxn ang="0">
                  <a:pos x="T0" y="T1"/>
                </a:cxn>
                <a:cxn ang="0">
                  <a:pos x="T2" y="T3"/>
                </a:cxn>
                <a:cxn ang="0">
                  <a:pos x="T4" y="T5"/>
                </a:cxn>
                <a:cxn ang="0">
                  <a:pos x="T6" y="T7"/>
                </a:cxn>
                <a:cxn ang="0">
                  <a:pos x="T8" y="T9"/>
                </a:cxn>
              </a:cxnLst>
              <a:rect l="0" t="0" r="r" b="b"/>
              <a:pathLst>
                <a:path w="27" h="19">
                  <a:moveTo>
                    <a:pt x="12" y="1"/>
                  </a:moveTo>
                  <a:cubicBezTo>
                    <a:pt x="5" y="1"/>
                    <a:pt x="0" y="5"/>
                    <a:pt x="0" y="10"/>
                  </a:cubicBezTo>
                  <a:cubicBezTo>
                    <a:pt x="1" y="15"/>
                    <a:pt x="8" y="19"/>
                    <a:pt x="15" y="18"/>
                  </a:cubicBezTo>
                  <a:cubicBezTo>
                    <a:pt x="22" y="18"/>
                    <a:pt x="27" y="14"/>
                    <a:pt x="26" y="9"/>
                  </a:cubicBezTo>
                  <a:cubicBezTo>
                    <a:pt x="26" y="4"/>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74" name="Freeform 1373"/>
            <p:cNvSpPr/>
            <p:nvPr/>
          </p:nvSpPr>
          <p:spPr bwMode="auto">
            <a:xfrm>
              <a:off x="1991029" y="11677428"/>
              <a:ext cx="73025" cy="52388"/>
            </a:xfrm>
            <a:custGeom>
              <a:avLst/>
              <a:gdLst>
                <a:gd name="T0" fmla="*/ 13 w 27"/>
                <a:gd name="T1" fmla="*/ 0 h 19"/>
                <a:gd name="T2" fmla="*/ 1 w 27"/>
                <a:gd name="T3" fmla="*/ 10 h 19"/>
                <a:gd name="T4" fmla="*/ 15 w 27"/>
                <a:gd name="T5" fmla="*/ 19 h 19"/>
                <a:gd name="T6" fmla="*/ 27 w 27"/>
                <a:gd name="T7" fmla="*/ 9 h 19"/>
                <a:gd name="T8" fmla="*/ 13 w 27"/>
                <a:gd name="T9" fmla="*/ 0 h 19"/>
              </a:gdLst>
              <a:ahLst/>
              <a:cxnLst>
                <a:cxn ang="0">
                  <a:pos x="T0" y="T1"/>
                </a:cxn>
                <a:cxn ang="0">
                  <a:pos x="T2" y="T3"/>
                </a:cxn>
                <a:cxn ang="0">
                  <a:pos x="T4" y="T5"/>
                </a:cxn>
                <a:cxn ang="0">
                  <a:pos x="T6" y="T7"/>
                </a:cxn>
                <a:cxn ang="0">
                  <a:pos x="T8" y="T9"/>
                </a:cxn>
              </a:cxnLst>
              <a:rect l="0" t="0" r="r" b="b"/>
              <a:pathLst>
                <a:path w="27" h="19">
                  <a:moveTo>
                    <a:pt x="13" y="0"/>
                  </a:moveTo>
                  <a:cubicBezTo>
                    <a:pt x="5" y="0"/>
                    <a:pt x="0" y="5"/>
                    <a:pt x="1" y="10"/>
                  </a:cubicBezTo>
                  <a:cubicBezTo>
                    <a:pt x="1" y="15"/>
                    <a:pt x="8" y="19"/>
                    <a:pt x="15" y="19"/>
                  </a:cubicBezTo>
                  <a:cubicBezTo>
                    <a:pt x="22" y="19"/>
                    <a:pt x="27" y="14"/>
                    <a:pt x="27" y="9"/>
                  </a:cubicBezTo>
                  <a:cubicBezTo>
                    <a:pt x="26" y="3"/>
                    <a:pt x="20"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75" name="Freeform 1374"/>
            <p:cNvSpPr/>
            <p:nvPr/>
          </p:nvSpPr>
          <p:spPr bwMode="auto">
            <a:xfrm>
              <a:off x="1776716" y="11694891"/>
              <a:ext cx="76200" cy="57150"/>
            </a:xfrm>
            <a:custGeom>
              <a:avLst/>
              <a:gdLst>
                <a:gd name="T0" fmla="*/ 13 w 28"/>
                <a:gd name="T1" fmla="*/ 0 h 21"/>
                <a:gd name="T2" fmla="*/ 1 w 28"/>
                <a:gd name="T3" fmla="*/ 11 h 21"/>
                <a:gd name="T4" fmla="*/ 15 w 28"/>
                <a:gd name="T5" fmla="*/ 20 h 21"/>
                <a:gd name="T6" fmla="*/ 27 w 28"/>
                <a:gd name="T7" fmla="*/ 9 h 21"/>
                <a:gd name="T8" fmla="*/ 13 w 28"/>
                <a:gd name="T9" fmla="*/ 0 h 21"/>
              </a:gdLst>
              <a:ahLst/>
              <a:cxnLst>
                <a:cxn ang="0">
                  <a:pos x="T0" y="T1"/>
                </a:cxn>
                <a:cxn ang="0">
                  <a:pos x="T2" y="T3"/>
                </a:cxn>
                <a:cxn ang="0">
                  <a:pos x="T4" y="T5"/>
                </a:cxn>
                <a:cxn ang="0">
                  <a:pos x="T6" y="T7"/>
                </a:cxn>
                <a:cxn ang="0">
                  <a:pos x="T8" y="T9"/>
                </a:cxn>
              </a:cxnLst>
              <a:rect l="0" t="0" r="r" b="b"/>
              <a:pathLst>
                <a:path w="28" h="21">
                  <a:moveTo>
                    <a:pt x="13" y="0"/>
                  </a:moveTo>
                  <a:cubicBezTo>
                    <a:pt x="6" y="1"/>
                    <a:pt x="0" y="6"/>
                    <a:pt x="1" y="11"/>
                  </a:cubicBezTo>
                  <a:cubicBezTo>
                    <a:pt x="1" y="17"/>
                    <a:pt x="8" y="21"/>
                    <a:pt x="15" y="20"/>
                  </a:cubicBezTo>
                  <a:cubicBezTo>
                    <a:pt x="22" y="20"/>
                    <a:pt x="28" y="15"/>
                    <a:pt x="27" y="9"/>
                  </a:cubicBezTo>
                  <a:cubicBezTo>
                    <a:pt x="26" y="3"/>
                    <a:pt x="20"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76" name="Freeform 1375"/>
            <p:cNvSpPr/>
            <p:nvPr/>
          </p:nvSpPr>
          <p:spPr bwMode="auto">
            <a:xfrm>
              <a:off x="1562404" y="11715528"/>
              <a:ext cx="76200" cy="60325"/>
            </a:xfrm>
            <a:custGeom>
              <a:avLst/>
              <a:gdLst>
                <a:gd name="T0" fmla="*/ 12 w 28"/>
                <a:gd name="T1" fmla="*/ 1 h 22"/>
                <a:gd name="T2" fmla="*/ 1 w 28"/>
                <a:gd name="T3" fmla="*/ 13 h 22"/>
                <a:gd name="T4" fmla="*/ 16 w 28"/>
                <a:gd name="T5" fmla="*/ 21 h 22"/>
                <a:gd name="T6" fmla="*/ 27 w 28"/>
                <a:gd name="T7" fmla="*/ 9 h 22"/>
                <a:gd name="T8" fmla="*/ 12 w 28"/>
                <a:gd name="T9" fmla="*/ 1 h 22"/>
              </a:gdLst>
              <a:ahLst/>
              <a:cxnLst>
                <a:cxn ang="0">
                  <a:pos x="T0" y="T1"/>
                </a:cxn>
                <a:cxn ang="0">
                  <a:pos x="T2" y="T3"/>
                </a:cxn>
                <a:cxn ang="0">
                  <a:pos x="T4" y="T5"/>
                </a:cxn>
                <a:cxn ang="0">
                  <a:pos x="T6" y="T7"/>
                </a:cxn>
                <a:cxn ang="0">
                  <a:pos x="T8" y="T9"/>
                </a:cxn>
              </a:cxnLst>
              <a:rect l="0" t="0" r="r" b="b"/>
              <a:pathLst>
                <a:path w="28" h="22">
                  <a:moveTo>
                    <a:pt x="12" y="1"/>
                  </a:moveTo>
                  <a:cubicBezTo>
                    <a:pt x="5" y="2"/>
                    <a:pt x="0" y="7"/>
                    <a:pt x="1" y="13"/>
                  </a:cubicBezTo>
                  <a:cubicBezTo>
                    <a:pt x="2" y="18"/>
                    <a:pt x="9" y="22"/>
                    <a:pt x="16" y="21"/>
                  </a:cubicBezTo>
                  <a:cubicBezTo>
                    <a:pt x="23" y="20"/>
                    <a:pt x="28" y="15"/>
                    <a:pt x="27" y="9"/>
                  </a:cubicBezTo>
                  <a:cubicBezTo>
                    <a:pt x="26" y="3"/>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77" name="Freeform 1376"/>
            <p:cNvSpPr/>
            <p:nvPr/>
          </p:nvSpPr>
          <p:spPr bwMode="auto">
            <a:xfrm>
              <a:off x="1349679" y="11742516"/>
              <a:ext cx="76200" cy="65088"/>
            </a:xfrm>
            <a:custGeom>
              <a:avLst/>
              <a:gdLst>
                <a:gd name="T0" fmla="*/ 12 w 28"/>
                <a:gd name="T1" fmla="*/ 2 h 24"/>
                <a:gd name="T2" fmla="*/ 1 w 28"/>
                <a:gd name="T3" fmla="*/ 14 h 24"/>
                <a:gd name="T4" fmla="*/ 16 w 28"/>
                <a:gd name="T5" fmla="*/ 22 h 24"/>
                <a:gd name="T6" fmla="*/ 27 w 28"/>
                <a:gd name="T7" fmla="*/ 10 h 24"/>
                <a:gd name="T8" fmla="*/ 12 w 28"/>
                <a:gd name="T9" fmla="*/ 2 h 24"/>
              </a:gdLst>
              <a:ahLst/>
              <a:cxnLst>
                <a:cxn ang="0">
                  <a:pos x="T0" y="T1"/>
                </a:cxn>
                <a:cxn ang="0">
                  <a:pos x="T2" y="T3"/>
                </a:cxn>
                <a:cxn ang="0">
                  <a:pos x="T4" y="T5"/>
                </a:cxn>
                <a:cxn ang="0">
                  <a:pos x="T6" y="T7"/>
                </a:cxn>
                <a:cxn ang="0">
                  <a:pos x="T8" y="T9"/>
                </a:cxn>
              </a:cxnLst>
              <a:rect l="0" t="0" r="r" b="b"/>
              <a:pathLst>
                <a:path w="28" h="24">
                  <a:moveTo>
                    <a:pt x="12" y="2"/>
                  </a:moveTo>
                  <a:cubicBezTo>
                    <a:pt x="5" y="3"/>
                    <a:pt x="0" y="9"/>
                    <a:pt x="1" y="14"/>
                  </a:cubicBezTo>
                  <a:cubicBezTo>
                    <a:pt x="2" y="20"/>
                    <a:pt x="9" y="24"/>
                    <a:pt x="16" y="22"/>
                  </a:cubicBezTo>
                  <a:cubicBezTo>
                    <a:pt x="23" y="21"/>
                    <a:pt x="28" y="15"/>
                    <a:pt x="27" y="10"/>
                  </a:cubicBezTo>
                  <a:cubicBezTo>
                    <a:pt x="25" y="4"/>
                    <a:pt x="19"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78" name="Freeform 1377"/>
            <p:cNvSpPr/>
            <p:nvPr/>
          </p:nvSpPr>
          <p:spPr bwMode="auto">
            <a:xfrm>
              <a:off x="1135366" y="11780616"/>
              <a:ext cx="76200" cy="60325"/>
            </a:xfrm>
            <a:custGeom>
              <a:avLst/>
              <a:gdLst>
                <a:gd name="T0" fmla="*/ 12 w 28"/>
                <a:gd name="T1" fmla="*/ 1 h 22"/>
                <a:gd name="T2" fmla="*/ 1 w 28"/>
                <a:gd name="T3" fmla="*/ 14 h 22"/>
                <a:gd name="T4" fmla="*/ 16 w 28"/>
                <a:gd name="T5" fmla="*/ 21 h 22"/>
                <a:gd name="T6" fmla="*/ 27 w 28"/>
                <a:gd name="T7" fmla="*/ 8 h 22"/>
                <a:gd name="T8" fmla="*/ 12 w 28"/>
                <a:gd name="T9" fmla="*/ 1 h 22"/>
              </a:gdLst>
              <a:ahLst/>
              <a:cxnLst>
                <a:cxn ang="0">
                  <a:pos x="T0" y="T1"/>
                </a:cxn>
                <a:cxn ang="0">
                  <a:pos x="T2" y="T3"/>
                </a:cxn>
                <a:cxn ang="0">
                  <a:pos x="T4" y="T5"/>
                </a:cxn>
                <a:cxn ang="0">
                  <a:pos x="T6" y="T7"/>
                </a:cxn>
                <a:cxn ang="0">
                  <a:pos x="T8" y="T9"/>
                </a:cxn>
              </a:cxnLst>
              <a:rect l="0" t="0" r="r" b="b"/>
              <a:pathLst>
                <a:path w="28" h="22">
                  <a:moveTo>
                    <a:pt x="12" y="1"/>
                  </a:moveTo>
                  <a:cubicBezTo>
                    <a:pt x="5" y="3"/>
                    <a:pt x="0" y="8"/>
                    <a:pt x="1" y="14"/>
                  </a:cubicBezTo>
                  <a:cubicBezTo>
                    <a:pt x="2" y="19"/>
                    <a:pt x="9" y="22"/>
                    <a:pt x="16" y="21"/>
                  </a:cubicBezTo>
                  <a:cubicBezTo>
                    <a:pt x="23" y="20"/>
                    <a:pt x="28" y="14"/>
                    <a:pt x="27" y="8"/>
                  </a:cubicBezTo>
                  <a:cubicBezTo>
                    <a:pt x="26" y="3"/>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79" name="Freeform 1378"/>
            <p:cNvSpPr/>
            <p:nvPr/>
          </p:nvSpPr>
          <p:spPr bwMode="auto">
            <a:xfrm>
              <a:off x="924229" y="11821891"/>
              <a:ext cx="73025" cy="60325"/>
            </a:xfrm>
            <a:custGeom>
              <a:avLst/>
              <a:gdLst>
                <a:gd name="T0" fmla="*/ 13 w 27"/>
                <a:gd name="T1" fmla="*/ 2 h 22"/>
                <a:gd name="T2" fmla="*/ 1 w 27"/>
                <a:gd name="T3" fmla="*/ 14 h 22"/>
                <a:gd name="T4" fmla="*/ 15 w 27"/>
                <a:gd name="T5" fmla="*/ 21 h 22"/>
                <a:gd name="T6" fmla="*/ 27 w 27"/>
                <a:gd name="T7" fmla="*/ 9 h 22"/>
                <a:gd name="T8" fmla="*/ 13 w 27"/>
                <a:gd name="T9" fmla="*/ 2 h 22"/>
              </a:gdLst>
              <a:ahLst/>
              <a:cxnLst>
                <a:cxn ang="0">
                  <a:pos x="T0" y="T1"/>
                </a:cxn>
                <a:cxn ang="0">
                  <a:pos x="T2" y="T3"/>
                </a:cxn>
                <a:cxn ang="0">
                  <a:pos x="T4" y="T5"/>
                </a:cxn>
                <a:cxn ang="0">
                  <a:pos x="T6" y="T7"/>
                </a:cxn>
                <a:cxn ang="0">
                  <a:pos x="T8" y="T9"/>
                </a:cxn>
              </a:cxnLst>
              <a:rect l="0" t="0" r="r" b="b"/>
              <a:pathLst>
                <a:path w="27" h="22">
                  <a:moveTo>
                    <a:pt x="13" y="2"/>
                  </a:moveTo>
                  <a:cubicBezTo>
                    <a:pt x="6" y="3"/>
                    <a:pt x="0" y="9"/>
                    <a:pt x="1" y="14"/>
                  </a:cubicBezTo>
                  <a:cubicBezTo>
                    <a:pt x="1" y="19"/>
                    <a:pt x="8" y="22"/>
                    <a:pt x="15" y="21"/>
                  </a:cubicBezTo>
                  <a:cubicBezTo>
                    <a:pt x="22" y="20"/>
                    <a:pt x="27" y="14"/>
                    <a:pt x="27" y="9"/>
                  </a:cubicBezTo>
                  <a:cubicBezTo>
                    <a:pt x="26" y="4"/>
                    <a:pt x="20"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80" name="Freeform 1379"/>
            <p:cNvSpPr/>
            <p:nvPr/>
          </p:nvSpPr>
          <p:spPr bwMode="auto">
            <a:xfrm>
              <a:off x="709916" y="11856816"/>
              <a:ext cx="76200" cy="53975"/>
            </a:xfrm>
            <a:custGeom>
              <a:avLst/>
              <a:gdLst>
                <a:gd name="T0" fmla="*/ 12 w 28"/>
                <a:gd name="T1" fmla="*/ 1 h 20"/>
                <a:gd name="T2" fmla="*/ 1 w 28"/>
                <a:gd name="T3" fmla="*/ 12 h 20"/>
                <a:gd name="T4" fmla="*/ 16 w 28"/>
                <a:gd name="T5" fmla="*/ 18 h 20"/>
                <a:gd name="T6" fmla="*/ 27 w 28"/>
                <a:gd name="T7" fmla="*/ 7 h 20"/>
                <a:gd name="T8" fmla="*/ 12 w 28"/>
                <a:gd name="T9" fmla="*/ 1 h 20"/>
              </a:gdLst>
              <a:ahLst/>
              <a:cxnLst>
                <a:cxn ang="0">
                  <a:pos x="T0" y="T1"/>
                </a:cxn>
                <a:cxn ang="0">
                  <a:pos x="T2" y="T3"/>
                </a:cxn>
                <a:cxn ang="0">
                  <a:pos x="T4" y="T5"/>
                </a:cxn>
                <a:cxn ang="0">
                  <a:pos x="T6" y="T7"/>
                </a:cxn>
                <a:cxn ang="0">
                  <a:pos x="T8" y="T9"/>
                </a:cxn>
              </a:cxnLst>
              <a:rect l="0" t="0" r="r" b="b"/>
              <a:pathLst>
                <a:path w="28" h="20">
                  <a:moveTo>
                    <a:pt x="12" y="1"/>
                  </a:moveTo>
                  <a:cubicBezTo>
                    <a:pt x="5" y="2"/>
                    <a:pt x="0" y="7"/>
                    <a:pt x="1" y="12"/>
                  </a:cubicBezTo>
                  <a:cubicBezTo>
                    <a:pt x="3" y="17"/>
                    <a:pt x="9" y="20"/>
                    <a:pt x="16" y="18"/>
                  </a:cubicBezTo>
                  <a:cubicBezTo>
                    <a:pt x="23" y="17"/>
                    <a:pt x="28" y="12"/>
                    <a:pt x="27" y="7"/>
                  </a:cubicBezTo>
                  <a:cubicBezTo>
                    <a:pt x="26" y="2"/>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81" name="Freeform 1380"/>
            <p:cNvSpPr/>
            <p:nvPr/>
          </p:nvSpPr>
          <p:spPr bwMode="auto">
            <a:xfrm>
              <a:off x="71741" y="11955241"/>
              <a:ext cx="73025" cy="42863"/>
            </a:xfrm>
            <a:custGeom>
              <a:avLst/>
              <a:gdLst>
                <a:gd name="T0" fmla="*/ 15 w 27"/>
                <a:gd name="T1" fmla="*/ 15 h 16"/>
                <a:gd name="T2" fmla="*/ 26 w 27"/>
                <a:gd name="T3" fmla="*/ 6 h 16"/>
                <a:gd name="T4" fmla="*/ 12 w 27"/>
                <a:gd name="T5" fmla="*/ 1 h 16"/>
                <a:gd name="T6" fmla="*/ 1 w 27"/>
                <a:gd name="T7" fmla="*/ 10 h 16"/>
                <a:gd name="T8" fmla="*/ 15 w 27"/>
                <a:gd name="T9" fmla="*/ 15 h 16"/>
              </a:gdLst>
              <a:ahLst/>
              <a:cxnLst>
                <a:cxn ang="0">
                  <a:pos x="T0" y="T1"/>
                </a:cxn>
                <a:cxn ang="0">
                  <a:pos x="T2" y="T3"/>
                </a:cxn>
                <a:cxn ang="0">
                  <a:pos x="T4" y="T5"/>
                </a:cxn>
                <a:cxn ang="0">
                  <a:pos x="T6" y="T7"/>
                </a:cxn>
                <a:cxn ang="0">
                  <a:pos x="T8" y="T9"/>
                </a:cxn>
              </a:cxnLst>
              <a:rect l="0" t="0" r="r" b="b"/>
              <a:pathLst>
                <a:path w="27" h="16">
                  <a:moveTo>
                    <a:pt x="15" y="15"/>
                  </a:moveTo>
                  <a:cubicBezTo>
                    <a:pt x="22" y="14"/>
                    <a:pt x="27" y="10"/>
                    <a:pt x="26" y="6"/>
                  </a:cubicBezTo>
                  <a:cubicBezTo>
                    <a:pt x="26" y="2"/>
                    <a:pt x="20" y="0"/>
                    <a:pt x="12" y="1"/>
                  </a:cubicBezTo>
                  <a:cubicBezTo>
                    <a:pt x="5" y="2"/>
                    <a:pt x="0" y="6"/>
                    <a:pt x="1" y="10"/>
                  </a:cubicBezTo>
                  <a:cubicBezTo>
                    <a:pt x="1" y="13"/>
                    <a:pt x="8" y="16"/>
                    <a:pt x="15"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82" name="Freeform 1381"/>
            <p:cNvSpPr/>
            <p:nvPr/>
          </p:nvSpPr>
          <p:spPr bwMode="auto">
            <a:xfrm>
              <a:off x="286054" y="11925078"/>
              <a:ext cx="73025" cy="46038"/>
            </a:xfrm>
            <a:custGeom>
              <a:avLst/>
              <a:gdLst>
                <a:gd name="T0" fmla="*/ 12 w 27"/>
                <a:gd name="T1" fmla="*/ 1 h 17"/>
                <a:gd name="T2" fmla="*/ 0 w 27"/>
                <a:gd name="T3" fmla="*/ 10 h 17"/>
                <a:gd name="T4" fmla="*/ 14 w 27"/>
                <a:gd name="T5" fmla="*/ 16 h 17"/>
                <a:gd name="T6" fmla="*/ 26 w 27"/>
                <a:gd name="T7" fmla="*/ 7 h 17"/>
                <a:gd name="T8" fmla="*/ 12 w 27"/>
                <a:gd name="T9" fmla="*/ 1 h 17"/>
              </a:gdLst>
              <a:ahLst/>
              <a:cxnLst>
                <a:cxn ang="0">
                  <a:pos x="T0" y="T1"/>
                </a:cxn>
                <a:cxn ang="0">
                  <a:pos x="T2" y="T3"/>
                </a:cxn>
                <a:cxn ang="0">
                  <a:pos x="T4" y="T5"/>
                </a:cxn>
                <a:cxn ang="0">
                  <a:pos x="T6" y="T7"/>
                </a:cxn>
                <a:cxn ang="0">
                  <a:pos x="T8" y="T9"/>
                </a:cxn>
              </a:cxnLst>
              <a:rect l="0" t="0" r="r" b="b"/>
              <a:pathLst>
                <a:path w="27" h="17">
                  <a:moveTo>
                    <a:pt x="12" y="1"/>
                  </a:moveTo>
                  <a:cubicBezTo>
                    <a:pt x="5" y="2"/>
                    <a:pt x="0" y="6"/>
                    <a:pt x="0" y="10"/>
                  </a:cubicBezTo>
                  <a:cubicBezTo>
                    <a:pt x="1" y="14"/>
                    <a:pt x="7" y="17"/>
                    <a:pt x="14" y="16"/>
                  </a:cubicBezTo>
                  <a:cubicBezTo>
                    <a:pt x="21" y="15"/>
                    <a:pt x="27" y="11"/>
                    <a:pt x="26" y="7"/>
                  </a:cubicBezTo>
                  <a:cubicBezTo>
                    <a:pt x="26" y="2"/>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83" name="Freeform 1382"/>
            <p:cNvSpPr/>
            <p:nvPr/>
          </p:nvSpPr>
          <p:spPr bwMode="auto">
            <a:xfrm>
              <a:off x="498779" y="11890153"/>
              <a:ext cx="74613" cy="50800"/>
            </a:xfrm>
            <a:custGeom>
              <a:avLst/>
              <a:gdLst>
                <a:gd name="T0" fmla="*/ 12 w 28"/>
                <a:gd name="T1" fmla="*/ 1 h 19"/>
                <a:gd name="T2" fmla="*/ 1 w 28"/>
                <a:gd name="T3" fmla="*/ 11 h 19"/>
                <a:gd name="T4" fmla="*/ 15 w 28"/>
                <a:gd name="T5" fmla="*/ 18 h 19"/>
                <a:gd name="T6" fmla="*/ 27 w 28"/>
                <a:gd name="T7" fmla="*/ 7 h 19"/>
                <a:gd name="T8" fmla="*/ 12 w 28"/>
                <a:gd name="T9" fmla="*/ 1 h 19"/>
              </a:gdLst>
              <a:ahLst/>
              <a:cxnLst>
                <a:cxn ang="0">
                  <a:pos x="T0" y="T1"/>
                </a:cxn>
                <a:cxn ang="0">
                  <a:pos x="T2" y="T3"/>
                </a:cxn>
                <a:cxn ang="0">
                  <a:pos x="T4" y="T5"/>
                </a:cxn>
                <a:cxn ang="0">
                  <a:pos x="T6" y="T7"/>
                </a:cxn>
                <a:cxn ang="0">
                  <a:pos x="T8" y="T9"/>
                </a:cxn>
              </a:cxnLst>
              <a:rect l="0" t="0" r="r" b="b"/>
              <a:pathLst>
                <a:path w="28" h="19">
                  <a:moveTo>
                    <a:pt x="12" y="1"/>
                  </a:moveTo>
                  <a:cubicBezTo>
                    <a:pt x="5" y="2"/>
                    <a:pt x="0" y="7"/>
                    <a:pt x="1" y="11"/>
                  </a:cubicBezTo>
                  <a:cubicBezTo>
                    <a:pt x="2" y="16"/>
                    <a:pt x="9" y="19"/>
                    <a:pt x="15" y="18"/>
                  </a:cubicBezTo>
                  <a:cubicBezTo>
                    <a:pt x="23" y="17"/>
                    <a:pt x="28" y="12"/>
                    <a:pt x="27" y="7"/>
                  </a:cubicBezTo>
                  <a:cubicBezTo>
                    <a:pt x="26" y="3"/>
                    <a:pt x="19"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84" name="Freeform 1383"/>
            <p:cNvSpPr/>
            <p:nvPr/>
          </p:nvSpPr>
          <p:spPr bwMode="auto">
            <a:xfrm>
              <a:off x="11566829" y="9158066"/>
              <a:ext cx="66675" cy="106363"/>
            </a:xfrm>
            <a:custGeom>
              <a:avLst/>
              <a:gdLst>
                <a:gd name="T0" fmla="*/ 11 w 25"/>
                <a:gd name="T1" fmla="*/ 16 h 39"/>
                <a:gd name="T2" fmla="*/ 1 w 25"/>
                <a:gd name="T3" fmla="*/ 37 h 39"/>
                <a:gd name="T4" fmla="*/ 14 w 25"/>
                <a:gd name="T5" fmla="*/ 21 h 39"/>
                <a:gd name="T6" fmla="*/ 24 w 25"/>
                <a:gd name="T7" fmla="*/ 1 h 39"/>
                <a:gd name="T8" fmla="*/ 11 w 25"/>
                <a:gd name="T9" fmla="*/ 16 h 39"/>
              </a:gdLst>
              <a:ahLst/>
              <a:cxnLst>
                <a:cxn ang="0">
                  <a:pos x="T0" y="T1"/>
                </a:cxn>
                <a:cxn ang="0">
                  <a:pos x="T2" y="T3"/>
                </a:cxn>
                <a:cxn ang="0">
                  <a:pos x="T4" y="T5"/>
                </a:cxn>
                <a:cxn ang="0">
                  <a:pos x="T6" y="T7"/>
                </a:cxn>
                <a:cxn ang="0">
                  <a:pos x="T8" y="T9"/>
                </a:cxn>
              </a:cxnLst>
              <a:rect l="0" t="0" r="r" b="b"/>
              <a:pathLst>
                <a:path w="25" h="39">
                  <a:moveTo>
                    <a:pt x="11" y="16"/>
                  </a:moveTo>
                  <a:cubicBezTo>
                    <a:pt x="4" y="26"/>
                    <a:pt x="0" y="35"/>
                    <a:pt x="1" y="37"/>
                  </a:cubicBezTo>
                  <a:cubicBezTo>
                    <a:pt x="2" y="39"/>
                    <a:pt x="8" y="31"/>
                    <a:pt x="14" y="21"/>
                  </a:cubicBezTo>
                  <a:cubicBezTo>
                    <a:pt x="21" y="11"/>
                    <a:pt x="25" y="2"/>
                    <a:pt x="24" y="1"/>
                  </a:cubicBezTo>
                  <a:cubicBezTo>
                    <a:pt x="23" y="0"/>
                    <a:pt x="17" y="7"/>
                    <a:pt x="1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85" name="Freeform 1384"/>
            <p:cNvSpPr/>
            <p:nvPr/>
          </p:nvSpPr>
          <p:spPr bwMode="auto">
            <a:xfrm>
              <a:off x="11371566" y="9443816"/>
              <a:ext cx="69850" cy="100013"/>
            </a:xfrm>
            <a:custGeom>
              <a:avLst/>
              <a:gdLst>
                <a:gd name="T0" fmla="*/ 11 w 26"/>
                <a:gd name="T1" fmla="*/ 13 h 37"/>
                <a:gd name="T2" fmla="*/ 1 w 26"/>
                <a:gd name="T3" fmla="*/ 33 h 37"/>
                <a:gd name="T4" fmla="*/ 15 w 26"/>
                <a:gd name="T5" fmla="*/ 25 h 37"/>
                <a:gd name="T6" fmla="*/ 25 w 26"/>
                <a:gd name="T7" fmla="*/ 3 h 37"/>
                <a:gd name="T8" fmla="*/ 11 w 26"/>
                <a:gd name="T9" fmla="*/ 13 h 37"/>
              </a:gdLst>
              <a:ahLst/>
              <a:cxnLst>
                <a:cxn ang="0">
                  <a:pos x="T0" y="T1"/>
                </a:cxn>
                <a:cxn ang="0">
                  <a:pos x="T2" y="T3"/>
                </a:cxn>
                <a:cxn ang="0">
                  <a:pos x="T4" y="T5"/>
                </a:cxn>
                <a:cxn ang="0">
                  <a:pos x="T6" y="T7"/>
                </a:cxn>
                <a:cxn ang="0">
                  <a:pos x="T8" y="T9"/>
                </a:cxn>
              </a:cxnLst>
              <a:rect l="0" t="0" r="r" b="b"/>
              <a:pathLst>
                <a:path w="26" h="37">
                  <a:moveTo>
                    <a:pt x="11" y="13"/>
                  </a:moveTo>
                  <a:cubicBezTo>
                    <a:pt x="5" y="21"/>
                    <a:pt x="0" y="30"/>
                    <a:pt x="1" y="33"/>
                  </a:cubicBezTo>
                  <a:cubicBezTo>
                    <a:pt x="2" y="37"/>
                    <a:pt x="9" y="33"/>
                    <a:pt x="15" y="25"/>
                  </a:cubicBezTo>
                  <a:cubicBezTo>
                    <a:pt x="22" y="16"/>
                    <a:pt x="26" y="6"/>
                    <a:pt x="25" y="3"/>
                  </a:cubicBezTo>
                  <a:cubicBezTo>
                    <a:pt x="24" y="0"/>
                    <a:pt x="18" y="4"/>
                    <a:pt x="1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86" name="Freeform 1385"/>
            <p:cNvSpPr/>
            <p:nvPr/>
          </p:nvSpPr>
          <p:spPr bwMode="auto">
            <a:xfrm>
              <a:off x="11166779" y="9639078"/>
              <a:ext cx="76200" cy="65088"/>
            </a:xfrm>
            <a:custGeom>
              <a:avLst/>
              <a:gdLst>
                <a:gd name="T0" fmla="*/ 12 w 28"/>
                <a:gd name="T1" fmla="*/ 3 h 24"/>
                <a:gd name="T2" fmla="*/ 1 w 28"/>
                <a:gd name="T3" fmla="*/ 16 h 24"/>
                <a:gd name="T4" fmla="*/ 16 w 28"/>
                <a:gd name="T5" fmla="*/ 21 h 24"/>
                <a:gd name="T6" fmla="*/ 26 w 28"/>
                <a:gd name="T7" fmla="*/ 6 h 24"/>
                <a:gd name="T8" fmla="*/ 12 w 28"/>
                <a:gd name="T9" fmla="*/ 3 h 24"/>
              </a:gdLst>
              <a:ahLst/>
              <a:cxnLst>
                <a:cxn ang="0">
                  <a:pos x="T0" y="T1"/>
                </a:cxn>
                <a:cxn ang="0">
                  <a:pos x="T2" y="T3"/>
                </a:cxn>
                <a:cxn ang="0">
                  <a:pos x="T4" y="T5"/>
                </a:cxn>
                <a:cxn ang="0">
                  <a:pos x="T6" y="T7"/>
                </a:cxn>
                <a:cxn ang="0">
                  <a:pos x="T8" y="T9"/>
                </a:cxn>
              </a:cxnLst>
              <a:rect l="0" t="0" r="r" b="b"/>
              <a:pathLst>
                <a:path w="28" h="24">
                  <a:moveTo>
                    <a:pt x="12" y="3"/>
                  </a:moveTo>
                  <a:cubicBezTo>
                    <a:pt x="5" y="6"/>
                    <a:pt x="0" y="11"/>
                    <a:pt x="1" y="16"/>
                  </a:cubicBezTo>
                  <a:cubicBezTo>
                    <a:pt x="2" y="21"/>
                    <a:pt x="9" y="24"/>
                    <a:pt x="16" y="21"/>
                  </a:cubicBezTo>
                  <a:cubicBezTo>
                    <a:pt x="23" y="18"/>
                    <a:pt x="28" y="10"/>
                    <a:pt x="26" y="6"/>
                  </a:cubicBezTo>
                  <a:cubicBezTo>
                    <a:pt x="25" y="1"/>
                    <a:pt x="19" y="0"/>
                    <a:pt x="1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87" name="Freeform 1386"/>
            <p:cNvSpPr/>
            <p:nvPr/>
          </p:nvSpPr>
          <p:spPr bwMode="auto">
            <a:xfrm>
              <a:off x="10952466" y="9662891"/>
              <a:ext cx="76200" cy="49213"/>
            </a:xfrm>
            <a:custGeom>
              <a:avLst/>
              <a:gdLst>
                <a:gd name="T0" fmla="*/ 1 w 28"/>
                <a:gd name="T1" fmla="*/ 10 h 18"/>
                <a:gd name="T2" fmla="*/ 16 w 28"/>
                <a:gd name="T3" fmla="*/ 18 h 18"/>
                <a:gd name="T4" fmla="*/ 27 w 28"/>
                <a:gd name="T5" fmla="*/ 9 h 18"/>
                <a:gd name="T6" fmla="*/ 12 w 28"/>
                <a:gd name="T7" fmla="*/ 0 h 18"/>
                <a:gd name="T8" fmla="*/ 1 w 28"/>
                <a:gd name="T9" fmla="*/ 10 h 18"/>
              </a:gdLst>
              <a:ahLst/>
              <a:cxnLst>
                <a:cxn ang="0">
                  <a:pos x="T0" y="T1"/>
                </a:cxn>
                <a:cxn ang="0">
                  <a:pos x="T2" y="T3"/>
                </a:cxn>
                <a:cxn ang="0">
                  <a:pos x="T4" y="T5"/>
                </a:cxn>
                <a:cxn ang="0">
                  <a:pos x="T6" y="T7"/>
                </a:cxn>
                <a:cxn ang="0">
                  <a:pos x="T8" y="T9"/>
                </a:cxn>
              </a:cxnLst>
              <a:rect l="0" t="0" r="r" b="b"/>
              <a:pathLst>
                <a:path w="28" h="18">
                  <a:moveTo>
                    <a:pt x="1" y="10"/>
                  </a:moveTo>
                  <a:cubicBezTo>
                    <a:pt x="2" y="14"/>
                    <a:pt x="9" y="18"/>
                    <a:pt x="16" y="18"/>
                  </a:cubicBezTo>
                  <a:cubicBezTo>
                    <a:pt x="24" y="18"/>
                    <a:pt x="28" y="14"/>
                    <a:pt x="27" y="9"/>
                  </a:cubicBezTo>
                  <a:cubicBezTo>
                    <a:pt x="26" y="4"/>
                    <a:pt x="20" y="0"/>
                    <a:pt x="12" y="0"/>
                  </a:cubicBezTo>
                  <a:cubicBezTo>
                    <a:pt x="5" y="1"/>
                    <a:pt x="0" y="5"/>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88" name="Freeform 1387"/>
            <p:cNvSpPr/>
            <p:nvPr/>
          </p:nvSpPr>
          <p:spPr bwMode="auto">
            <a:xfrm>
              <a:off x="10738154" y="9680353"/>
              <a:ext cx="76200" cy="42863"/>
            </a:xfrm>
            <a:custGeom>
              <a:avLst/>
              <a:gdLst>
                <a:gd name="T0" fmla="*/ 13 w 28"/>
                <a:gd name="T1" fmla="*/ 0 h 16"/>
                <a:gd name="T2" fmla="*/ 1 w 28"/>
                <a:gd name="T3" fmla="*/ 9 h 16"/>
                <a:gd name="T4" fmla="*/ 15 w 28"/>
                <a:gd name="T5" fmla="*/ 16 h 16"/>
                <a:gd name="T6" fmla="*/ 27 w 28"/>
                <a:gd name="T7" fmla="*/ 7 h 16"/>
                <a:gd name="T8" fmla="*/ 13 w 28"/>
                <a:gd name="T9" fmla="*/ 0 h 16"/>
              </a:gdLst>
              <a:ahLst/>
              <a:cxnLst>
                <a:cxn ang="0">
                  <a:pos x="T0" y="T1"/>
                </a:cxn>
                <a:cxn ang="0">
                  <a:pos x="T2" y="T3"/>
                </a:cxn>
                <a:cxn ang="0">
                  <a:pos x="T4" y="T5"/>
                </a:cxn>
                <a:cxn ang="0">
                  <a:pos x="T6" y="T7"/>
                </a:cxn>
                <a:cxn ang="0">
                  <a:pos x="T8" y="T9"/>
                </a:cxn>
              </a:cxnLst>
              <a:rect l="0" t="0" r="r" b="b"/>
              <a:pathLst>
                <a:path w="28" h="16">
                  <a:moveTo>
                    <a:pt x="13" y="0"/>
                  </a:moveTo>
                  <a:cubicBezTo>
                    <a:pt x="5" y="1"/>
                    <a:pt x="0" y="4"/>
                    <a:pt x="1" y="9"/>
                  </a:cubicBezTo>
                  <a:cubicBezTo>
                    <a:pt x="1" y="13"/>
                    <a:pt x="8" y="16"/>
                    <a:pt x="15" y="16"/>
                  </a:cubicBezTo>
                  <a:cubicBezTo>
                    <a:pt x="23" y="16"/>
                    <a:pt x="28" y="12"/>
                    <a:pt x="27" y="7"/>
                  </a:cubicBezTo>
                  <a:cubicBezTo>
                    <a:pt x="26" y="3"/>
                    <a:pt x="20"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89" name="Freeform 1388"/>
            <p:cNvSpPr/>
            <p:nvPr/>
          </p:nvSpPr>
          <p:spPr bwMode="auto">
            <a:xfrm>
              <a:off x="10520666" y="9700991"/>
              <a:ext cx="79375" cy="44450"/>
            </a:xfrm>
            <a:custGeom>
              <a:avLst/>
              <a:gdLst>
                <a:gd name="T0" fmla="*/ 13 w 29"/>
                <a:gd name="T1" fmla="*/ 1 h 16"/>
                <a:gd name="T2" fmla="*/ 1 w 29"/>
                <a:gd name="T3" fmla="*/ 10 h 16"/>
                <a:gd name="T4" fmla="*/ 17 w 29"/>
                <a:gd name="T5" fmla="*/ 15 h 16"/>
                <a:gd name="T6" fmla="*/ 28 w 29"/>
                <a:gd name="T7" fmla="*/ 6 h 16"/>
                <a:gd name="T8" fmla="*/ 13 w 29"/>
                <a:gd name="T9" fmla="*/ 1 h 16"/>
              </a:gdLst>
              <a:ahLst/>
              <a:cxnLst>
                <a:cxn ang="0">
                  <a:pos x="T0" y="T1"/>
                </a:cxn>
                <a:cxn ang="0">
                  <a:pos x="T2" y="T3"/>
                </a:cxn>
                <a:cxn ang="0">
                  <a:pos x="T4" y="T5"/>
                </a:cxn>
                <a:cxn ang="0">
                  <a:pos x="T6" y="T7"/>
                </a:cxn>
                <a:cxn ang="0">
                  <a:pos x="T8" y="T9"/>
                </a:cxn>
              </a:cxnLst>
              <a:rect l="0" t="0" r="r" b="b"/>
              <a:pathLst>
                <a:path w="29" h="16">
                  <a:moveTo>
                    <a:pt x="13" y="1"/>
                  </a:moveTo>
                  <a:cubicBezTo>
                    <a:pt x="5" y="2"/>
                    <a:pt x="0" y="6"/>
                    <a:pt x="1" y="10"/>
                  </a:cubicBezTo>
                  <a:cubicBezTo>
                    <a:pt x="3" y="13"/>
                    <a:pt x="10" y="16"/>
                    <a:pt x="17" y="15"/>
                  </a:cubicBezTo>
                  <a:cubicBezTo>
                    <a:pt x="24" y="14"/>
                    <a:pt x="29" y="10"/>
                    <a:pt x="28" y="6"/>
                  </a:cubicBezTo>
                  <a:cubicBezTo>
                    <a:pt x="26" y="2"/>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90" name="Freeform 1389"/>
            <p:cNvSpPr/>
            <p:nvPr/>
          </p:nvSpPr>
          <p:spPr bwMode="auto">
            <a:xfrm>
              <a:off x="10306354" y="9731153"/>
              <a:ext cx="76200" cy="41275"/>
            </a:xfrm>
            <a:custGeom>
              <a:avLst/>
              <a:gdLst>
                <a:gd name="T0" fmla="*/ 12 w 28"/>
                <a:gd name="T1" fmla="*/ 1 h 15"/>
                <a:gd name="T2" fmla="*/ 1 w 28"/>
                <a:gd name="T3" fmla="*/ 10 h 15"/>
                <a:gd name="T4" fmla="*/ 16 w 28"/>
                <a:gd name="T5" fmla="*/ 14 h 15"/>
                <a:gd name="T6" fmla="*/ 27 w 28"/>
                <a:gd name="T7" fmla="*/ 5 h 15"/>
                <a:gd name="T8" fmla="*/ 12 w 28"/>
                <a:gd name="T9" fmla="*/ 1 h 15"/>
              </a:gdLst>
              <a:ahLst/>
              <a:cxnLst>
                <a:cxn ang="0">
                  <a:pos x="T0" y="T1"/>
                </a:cxn>
                <a:cxn ang="0">
                  <a:pos x="T2" y="T3"/>
                </a:cxn>
                <a:cxn ang="0">
                  <a:pos x="T4" y="T5"/>
                </a:cxn>
                <a:cxn ang="0">
                  <a:pos x="T6" y="T7"/>
                </a:cxn>
                <a:cxn ang="0">
                  <a:pos x="T8" y="T9"/>
                </a:cxn>
              </a:cxnLst>
              <a:rect l="0" t="0" r="r" b="b"/>
              <a:pathLst>
                <a:path w="28" h="15">
                  <a:moveTo>
                    <a:pt x="12" y="1"/>
                  </a:moveTo>
                  <a:cubicBezTo>
                    <a:pt x="5" y="2"/>
                    <a:pt x="0" y="6"/>
                    <a:pt x="1" y="10"/>
                  </a:cubicBezTo>
                  <a:cubicBezTo>
                    <a:pt x="2" y="13"/>
                    <a:pt x="9" y="15"/>
                    <a:pt x="16" y="14"/>
                  </a:cubicBezTo>
                  <a:cubicBezTo>
                    <a:pt x="24" y="13"/>
                    <a:pt x="28" y="9"/>
                    <a:pt x="27" y="5"/>
                  </a:cubicBezTo>
                  <a:cubicBezTo>
                    <a:pt x="26" y="2"/>
                    <a:pt x="19"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91" name="Freeform 1390"/>
            <p:cNvSpPr/>
            <p:nvPr/>
          </p:nvSpPr>
          <p:spPr bwMode="auto">
            <a:xfrm>
              <a:off x="10090454" y="9766078"/>
              <a:ext cx="74613" cy="36513"/>
            </a:xfrm>
            <a:custGeom>
              <a:avLst/>
              <a:gdLst>
                <a:gd name="T0" fmla="*/ 13 w 28"/>
                <a:gd name="T1" fmla="*/ 1 h 13"/>
                <a:gd name="T2" fmla="*/ 1 w 28"/>
                <a:gd name="T3" fmla="*/ 9 h 13"/>
                <a:gd name="T4" fmla="*/ 15 w 28"/>
                <a:gd name="T5" fmla="*/ 12 h 13"/>
                <a:gd name="T6" fmla="*/ 27 w 28"/>
                <a:gd name="T7" fmla="*/ 5 h 13"/>
                <a:gd name="T8" fmla="*/ 13 w 28"/>
                <a:gd name="T9" fmla="*/ 1 h 13"/>
              </a:gdLst>
              <a:ahLst/>
              <a:cxnLst>
                <a:cxn ang="0">
                  <a:pos x="T0" y="T1"/>
                </a:cxn>
                <a:cxn ang="0">
                  <a:pos x="T2" y="T3"/>
                </a:cxn>
                <a:cxn ang="0">
                  <a:pos x="T4" y="T5"/>
                </a:cxn>
                <a:cxn ang="0">
                  <a:pos x="T6" y="T7"/>
                </a:cxn>
                <a:cxn ang="0">
                  <a:pos x="T8" y="T9"/>
                </a:cxn>
              </a:cxnLst>
              <a:rect l="0" t="0" r="r" b="b"/>
              <a:pathLst>
                <a:path w="28" h="13">
                  <a:moveTo>
                    <a:pt x="13" y="1"/>
                  </a:moveTo>
                  <a:cubicBezTo>
                    <a:pt x="6" y="2"/>
                    <a:pt x="0" y="6"/>
                    <a:pt x="1" y="9"/>
                  </a:cubicBezTo>
                  <a:cubicBezTo>
                    <a:pt x="1" y="12"/>
                    <a:pt x="8" y="13"/>
                    <a:pt x="15" y="12"/>
                  </a:cubicBezTo>
                  <a:cubicBezTo>
                    <a:pt x="23" y="11"/>
                    <a:pt x="28" y="8"/>
                    <a:pt x="27" y="5"/>
                  </a:cubicBezTo>
                  <a:cubicBezTo>
                    <a:pt x="27" y="1"/>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92" name="Freeform 1391"/>
            <p:cNvSpPr/>
            <p:nvPr/>
          </p:nvSpPr>
          <p:spPr bwMode="auto">
            <a:xfrm>
              <a:off x="9872966" y="9804178"/>
              <a:ext cx="77788" cy="33338"/>
            </a:xfrm>
            <a:custGeom>
              <a:avLst/>
              <a:gdLst>
                <a:gd name="T0" fmla="*/ 12 w 29"/>
                <a:gd name="T1" fmla="*/ 2 h 12"/>
                <a:gd name="T2" fmla="*/ 1 w 29"/>
                <a:gd name="T3" fmla="*/ 9 h 12"/>
                <a:gd name="T4" fmla="*/ 16 w 29"/>
                <a:gd name="T5" fmla="*/ 11 h 12"/>
                <a:gd name="T6" fmla="*/ 27 w 29"/>
                <a:gd name="T7" fmla="*/ 4 h 12"/>
                <a:gd name="T8" fmla="*/ 12 w 29"/>
                <a:gd name="T9" fmla="*/ 2 h 12"/>
              </a:gdLst>
              <a:ahLst/>
              <a:cxnLst>
                <a:cxn ang="0">
                  <a:pos x="T0" y="T1"/>
                </a:cxn>
                <a:cxn ang="0">
                  <a:pos x="T2" y="T3"/>
                </a:cxn>
                <a:cxn ang="0">
                  <a:pos x="T4" y="T5"/>
                </a:cxn>
                <a:cxn ang="0">
                  <a:pos x="T6" y="T7"/>
                </a:cxn>
                <a:cxn ang="0">
                  <a:pos x="T8" y="T9"/>
                </a:cxn>
              </a:cxnLst>
              <a:rect l="0" t="0" r="r" b="b"/>
              <a:pathLst>
                <a:path w="29" h="12">
                  <a:moveTo>
                    <a:pt x="12" y="2"/>
                  </a:moveTo>
                  <a:cubicBezTo>
                    <a:pt x="5" y="3"/>
                    <a:pt x="0" y="6"/>
                    <a:pt x="1" y="9"/>
                  </a:cubicBezTo>
                  <a:cubicBezTo>
                    <a:pt x="2" y="11"/>
                    <a:pt x="9" y="12"/>
                    <a:pt x="16" y="11"/>
                  </a:cubicBezTo>
                  <a:cubicBezTo>
                    <a:pt x="24" y="10"/>
                    <a:pt x="29" y="6"/>
                    <a:pt x="27" y="4"/>
                  </a:cubicBezTo>
                  <a:cubicBezTo>
                    <a:pt x="26" y="1"/>
                    <a:pt x="20"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93" name="Freeform 1392"/>
            <p:cNvSpPr/>
            <p:nvPr/>
          </p:nvSpPr>
          <p:spPr bwMode="auto">
            <a:xfrm>
              <a:off x="9658654" y="9845453"/>
              <a:ext cx="73025" cy="30163"/>
            </a:xfrm>
            <a:custGeom>
              <a:avLst/>
              <a:gdLst>
                <a:gd name="T0" fmla="*/ 0 w 27"/>
                <a:gd name="T1" fmla="*/ 8 h 11"/>
                <a:gd name="T2" fmla="*/ 14 w 27"/>
                <a:gd name="T3" fmla="*/ 10 h 11"/>
                <a:gd name="T4" fmla="*/ 26 w 27"/>
                <a:gd name="T5" fmla="*/ 4 h 11"/>
                <a:gd name="T6" fmla="*/ 12 w 27"/>
                <a:gd name="T7" fmla="*/ 2 h 11"/>
                <a:gd name="T8" fmla="*/ 0 w 27"/>
                <a:gd name="T9" fmla="*/ 8 h 11"/>
              </a:gdLst>
              <a:ahLst/>
              <a:cxnLst>
                <a:cxn ang="0">
                  <a:pos x="T0" y="T1"/>
                </a:cxn>
                <a:cxn ang="0">
                  <a:pos x="T2" y="T3"/>
                </a:cxn>
                <a:cxn ang="0">
                  <a:pos x="T4" y="T5"/>
                </a:cxn>
                <a:cxn ang="0">
                  <a:pos x="T6" y="T7"/>
                </a:cxn>
                <a:cxn ang="0">
                  <a:pos x="T8" y="T9"/>
                </a:cxn>
              </a:cxnLst>
              <a:rect l="0" t="0" r="r" b="b"/>
              <a:pathLst>
                <a:path w="27" h="11">
                  <a:moveTo>
                    <a:pt x="0" y="8"/>
                  </a:moveTo>
                  <a:cubicBezTo>
                    <a:pt x="0" y="10"/>
                    <a:pt x="7" y="11"/>
                    <a:pt x="14" y="10"/>
                  </a:cubicBezTo>
                  <a:cubicBezTo>
                    <a:pt x="22" y="9"/>
                    <a:pt x="27" y="6"/>
                    <a:pt x="26" y="4"/>
                  </a:cubicBezTo>
                  <a:cubicBezTo>
                    <a:pt x="26" y="1"/>
                    <a:pt x="20" y="0"/>
                    <a:pt x="12" y="2"/>
                  </a:cubicBezTo>
                  <a:cubicBezTo>
                    <a:pt x="5" y="3"/>
                    <a:pt x="0" y="6"/>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94" name="Freeform 1393"/>
            <p:cNvSpPr/>
            <p:nvPr/>
          </p:nvSpPr>
          <p:spPr bwMode="auto">
            <a:xfrm>
              <a:off x="9437991" y="9888316"/>
              <a:ext cx="76200" cy="28575"/>
            </a:xfrm>
            <a:custGeom>
              <a:avLst/>
              <a:gdLst>
                <a:gd name="T0" fmla="*/ 13 w 28"/>
                <a:gd name="T1" fmla="*/ 1 h 10"/>
                <a:gd name="T2" fmla="*/ 1 w 28"/>
                <a:gd name="T3" fmla="*/ 7 h 10"/>
                <a:gd name="T4" fmla="*/ 16 w 28"/>
                <a:gd name="T5" fmla="*/ 8 h 10"/>
                <a:gd name="T6" fmla="*/ 27 w 28"/>
                <a:gd name="T7" fmla="*/ 2 h 10"/>
                <a:gd name="T8" fmla="*/ 13 w 28"/>
                <a:gd name="T9" fmla="*/ 1 h 10"/>
              </a:gdLst>
              <a:ahLst/>
              <a:cxnLst>
                <a:cxn ang="0">
                  <a:pos x="T0" y="T1"/>
                </a:cxn>
                <a:cxn ang="0">
                  <a:pos x="T2" y="T3"/>
                </a:cxn>
                <a:cxn ang="0">
                  <a:pos x="T4" y="T5"/>
                </a:cxn>
                <a:cxn ang="0">
                  <a:pos x="T6" y="T7"/>
                </a:cxn>
                <a:cxn ang="0">
                  <a:pos x="T8" y="T9"/>
                </a:cxn>
              </a:cxnLst>
              <a:rect l="0" t="0" r="r" b="b"/>
              <a:pathLst>
                <a:path w="28" h="10">
                  <a:moveTo>
                    <a:pt x="13" y="1"/>
                  </a:moveTo>
                  <a:cubicBezTo>
                    <a:pt x="5" y="3"/>
                    <a:pt x="0" y="6"/>
                    <a:pt x="1" y="7"/>
                  </a:cubicBezTo>
                  <a:cubicBezTo>
                    <a:pt x="2" y="9"/>
                    <a:pt x="9" y="10"/>
                    <a:pt x="16" y="8"/>
                  </a:cubicBezTo>
                  <a:cubicBezTo>
                    <a:pt x="23" y="7"/>
                    <a:pt x="28" y="4"/>
                    <a:pt x="27" y="2"/>
                  </a:cubicBezTo>
                  <a:cubicBezTo>
                    <a:pt x="26" y="0"/>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95" name="Freeform 1394"/>
            <p:cNvSpPr/>
            <p:nvPr/>
          </p:nvSpPr>
          <p:spPr bwMode="auto">
            <a:xfrm>
              <a:off x="9222091" y="9932766"/>
              <a:ext cx="74613" cy="20638"/>
            </a:xfrm>
            <a:custGeom>
              <a:avLst/>
              <a:gdLst>
                <a:gd name="T0" fmla="*/ 12 w 28"/>
                <a:gd name="T1" fmla="*/ 1 h 8"/>
                <a:gd name="T2" fmla="*/ 1 w 28"/>
                <a:gd name="T3" fmla="*/ 6 h 8"/>
                <a:gd name="T4" fmla="*/ 16 w 28"/>
                <a:gd name="T5" fmla="*/ 7 h 8"/>
                <a:gd name="T6" fmla="*/ 27 w 28"/>
                <a:gd name="T7" fmla="*/ 1 h 8"/>
                <a:gd name="T8" fmla="*/ 12 w 28"/>
                <a:gd name="T9" fmla="*/ 1 h 8"/>
              </a:gdLst>
              <a:ahLst/>
              <a:cxnLst>
                <a:cxn ang="0">
                  <a:pos x="T0" y="T1"/>
                </a:cxn>
                <a:cxn ang="0">
                  <a:pos x="T2" y="T3"/>
                </a:cxn>
                <a:cxn ang="0">
                  <a:pos x="T4" y="T5"/>
                </a:cxn>
                <a:cxn ang="0">
                  <a:pos x="T6" y="T7"/>
                </a:cxn>
                <a:cxn ang="0">
                  <a:pos x="T8" y="T9"/>
                </a:cxn>
              </a:cxnLst>
              <a:rect l="0" t="0" r="r" b="b"/>
              <a:pathLst>
                <a:path w="28" h="8">
                  <a:moveTo>
                    <a:pt x="12" y="1"/>
                  </a:moveTo>
                  <a:cubicBezTo>
                    <a:pt x="5" y="2"/>
                    <a:pt x="0" y="5"/>
                    <a:pt x="1" y="6"/>
                  </a:cubicBezTo>
                  <a:cubicBezTo>
                    <a:pt x="2" y="8"/>
                    <a:pt x="9" y="8"/>
                    <a:pt x="16" y="7"/>
                  </a:cubicBezTo>
                  <a:cubicBezTo>
                    <a:pt x="23" y="5"/>
                    <a:pt x="28" y="3"/>
                    <a:pt x="27" y="1"/>
                  </a:cubicBezTo>
                  <a:cubicBezTo>
                    <a:pt x="26" y="0"/>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96" name="Freeform 1395"/>
            <p:cNvSpPr/>
            <p:nvPr/>
          </p:nvSpPr>
          <p:spPr bwMode="auto">
            <a:xfrm>
              <a:off x="9004604" y="9970866"/>
              <a:ext cx="76200" cy="20638"/>
            </a:xfrm>
            <a:custGeom>
              <a:avLst/>
              <a:gdLst>
                <a:gd name="T0" fmla="*/ 13 w 28"/>
                <a:gd name="T1" fmla="*/ 2 h 8"/>
                <a:gd name="T2" fmla="*/ 1 w 28"/>
                <a:gd name="T3" fmla="*/ 6 h 8"/>
                <a:gd name="T4" fmla="*/ 15 w 28"/>
                <a:gd name="T5" fmla="*/ 7 h 8"/>
                <a:gd name="T6" fmla="*/ 27 w 28"/>
                <a:gd name="T7" fmla="*/ 2 h 8"/>
                <a:gd name="T8" fmla="*/ 13 w 28"/>
                <a:gd name="T9" fmla="*/ 2 h 8"/>
              </a:gdLst>
              <a:ahLst/>
              <a:cxnLst>
                <a:cxn ang="0">
                  <a:pos x="T0" y="T1"/>
                </a:cxn>
                <a:cxn ang="0">
                  <a:pos x="T2" y="T3"/>
                </a:cxn>
                <a:cxn ang="0">
                  <a:pos x="T4" y="T5"/>
                </a:cxn>
                <a:cxn ang="0">
                  <a:pos x="T6" y="T7"/>
                </a:cxn>
                <a:cxn ang="0">
                  <a:pos x="T8" y="T9"/>
                </a:cxn>
              </a:cxnLst>
              <a:rect l="0" t="0" r="r" b="b"/>
              <a:pathLst>
                <a:path w="28" h="8">
                  <a:moveTo>
                    <a:pt x="13" y="2"/>
                  </a:moveTo>
                  <a:cubicBezTo>
                    <a:pt x="5" y="3"/>
                    <a:pt x="0" y="5"/>
                    <a:pt x="1" y="6"/>
                  </a:cubicBezTo>
                  <a:cubicBezTo>
                    <a:pt x="1" y="8"/>
                    <a:pt x="8" y="8"/>
                    <a:pt x="15" y="7"/>
                  </a:cubicBezTo>
                  <a:cubicBezTo>
                    <a:pt x="23" y="5"/>
                    <a:pt x="28" y="3"/>
                    <a:pt x="27" y="2"/>
                  </a:cubicBezTo>
                  <a:cubicBezTo>
                    <a:pt x="26" y="0"/>
                    <a:pt x="20"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97" name="Freeform 1396"/>
            <p:cNvSpPr/>
            <p:nvPr/>
          </p:nvSpPr>
          <p:spPr bwMode="auto">
            <a:xfrm>
              <a:off x="8787116" y="10008966"/>
              <a:ext cx="73025" cy="19050"/>
            </a:xfrm>
            <a:custGeom>
              <a:avLst/>
              <a:gdLst>
                <a:gd name="T0" fmla="*/ 13 w 27"/>
                <a:gd name="T1" fmla="*/ 2 h 7"/>
                <a:gd name="T2" fmla="*/ 1 w 27"/>
                <a:gd name="T3" fmla="*/ 5 h 7"/>
                <a:gd name="T4" fmla="*/ 15 w 27"/>
                <a:gd name="T5" fmla="*/ 5 h 7"/>
                <a:gd name="T6" fmla="*/ 27 w 27"/>
                <a:gd name="T7" fmla="*/ 1 h 7"/>
                <a:gd name="T8" fmla="*/ 13 w 27"/>
                <a:gd name="T9" fmla="*/ 2 h 7"/>
              </a:gdLst>
              <a:ahLst/>
              <a:cxnLst>
                <a:cxn ang="0">
                  <a:pos x="T0" y="T1"/>
                </a:cxn>
                <a:cxn ang="0">
                  <a:pos x="T2" y="T3"/>
                </a:cxn>
                <a:cxn ang="0">
                  <a:pos x="T4" y="T5"/>
                </a:cxn>
                <a:cxn ang="0">
                  <a:pos x="T6" y="T7"/>
                </a:cxn>
                <a:cxn ang="0">
                  <a:pos x="T8" y="T9"/>
                </a:cxn>
              </a:cxnLst>
              <a:rect l="0" t="0" r="r" b="b"/>
              <a:pathLst>
                <a:path w="27" h="7">
                  <a:moveTo>
                    <a:pt x="13" y="2"/>
                  </a:moveTo>
                  <a:cubicBezTo>
                    <a:pt x="6" y="3"/>
                    <a:pt x="0" y="4"/>
                    <a:pt x="1" y="5"/>
                  </a:cubicBezTo>
                  <a:cubicBezTo>
                    <a:pt x="1" y="6"/>
                    <a:pt x="7" y="7"/>
                    <a:pt x="15" y="5"/>
                  </a:cubicBezTo>
                  <a:cubicBezTo>
                    <a:pt x="22" y="4"/>
                    <a:pt x="27" y="3"/>
                    <a:pt x="27" y="1"/>
                  </a:cubicBezTo>
                  <a:cubicBezTo>
                    <a:pt x="27" y="0"/>
                    <a:pt x="21"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98" name="Freeform 1397"/>
            <p:cNvSpPr/>
            <p:nvPr/>
          </p:nvSpPr>
          <p:spPr bwMode="auto">
            <a:xfrm>
              <a:off x="8569629" y="10043891"/>
              <a:ext cx="76200" cy="12700"/>
            </a:xfrm>
            <a:custGeom>
              <a:avLst/>
              <a:gdLst>
                <a:gd name="T0" fmla="*/ 12 w 28"/>
                <a:gd name="T1" fmla="*/ 1 h 5"/>
                <a:gd name="T2" fmla="*/ 1 w 28"/>
                <a:gd name="T3" fmla="*/ 4 h 5"/>
                <a:gd name="T4" fmla="*/ 15 w 28"/>
                <a:gd name="T5" fmla="*/ 4 h 5"/>
                <a:gd name="T6" fmla="*/ 27 w 28"/>
                <a:gd name="T7" fmla="*/ 0 h 5"/>
                <a:gd name="T8" fmla="*/ 12 w 28"/>
                <a:gd name="T9" fmla="*/ 1 h 5"/>
              </a:gdLst>
              <a:ahLst/>
              <a:cxnLst>
                <a:cxn ang="0">
                  <a:pos x="T0" y="T1"/>
                </a:cxn>
                <a:cxn ang="0">
                  <a:pos x="T2" y="T3"/>
                </a:cxn>
                <a:cxn ang="0">
                  <a:pos x="T4" y="T5"/>
                </a:cxn>
                <a:cxn ang="0">
                  <a:pos x="T6" y="T7"/>
                </a:cxn>
                <a:cxn ang="0">
                  <a:pos x="T8" y="T9"/>
                </a:cxn>
              </a:cxnLst>
              <a:rect l="0" t="0" r="r" b="b"/>
              <a:pathLst>
                <a:path w="28" h="5">
                  <a:moveTo>
                    <a:pt x="12" y="1"/>
                  </a:moveTo>
                  <a:cubicBezTo>
                    <a:pt x="5" y="2"/>
                    <a:pt x="0" y="3"/>
                    <a:pt x="1" y="4"/>
                  </a:cubicBezTo>
                  <a:cubicBezTo>
                    <a:pt x="1" y="5"/>
                    <a:pt x="8" y="5"/>
                    <a:pt x="15" y="4"/>
                  </a:cubicBezTo>
                  <a:cubicBezTo>
                    <a:pt x="22" y="3"/>
                    <a:pt x="28" y="1"/>
                    <a:pt x="27" y="0"/>
                  </a:cubicBezTo>
                  <a:cubicBezTo>
                    <a:pt x="26" y="0"/>
                    <a:pt x="20"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399" name="Freeform 1398"/>
            <p:cNvSpPr/>
            <p:nvPr/>
          </p:nvSpPr>
          <p:spPr bwMode="auto">
            <a:xfrm>
              <a:off x="8352141" y="10070878"/>
              <a:ext cx="76200" cy="14288"/>
            </a:xfrm>
            <a:custGeom>
              <a:avLst/>
              <a:gdLst>
                <a:gd name="T0" fmla="*/ 1 w 28"/>
                <a:gd name="T1" fmla="*/ 4 h 5"/>
                <a:gd name="T2" fmla="*/ 15 w 28"/>
                <a:gd name="T3" fmla="*/ 4 h 5"/>
                <a:gd name="T4" fmla="*/ 27 w 28"/>
                <a:gd name="T5" fmla="*/ 1 h 5"/>
                <a:gd name="T6" fmla="*/ 13 w 28"/>
                <a:gd name="T7" fmla="*/ 1 h 5"/>
                <a:gd name="T8" fmla="*/ 1 w 28"/>
                <a:gd name="T9" fmla="*/ 4 h 5"/>
              </a:gdLst>
              <a:ahLst/>
              <a:cxnLst>
                <a:cxn ang="0">
                  <a:pos x="T0" y="T1"/>
                </a:cxn>
                <a:cxn ang="0">
                  <a:pos x="T2" y="T3"/>
                </a:cxn>
                <a:cxn ang="0">
                  <a:pos x="T4" y="T5"/>
                </a:cxn>
                <a:cxn ang="0">
                  <a:pos x="T6" y="T7"/>
                </a:cxn>
                <a:cxn ang="0">
                  <a:pos x="T8" y="T9"/>
                </a:cxn>
              </a:cxnLst>
              <a:rect l="0" t="0" r="r" b="b"/>
              <a:pathLst>
                <a:path w="28" h="5">
                  <a:moveTo>
                    <a:pt x="1" y="4"/>
                  </a:moveTo>
                  <a:cubicBezTo>
                    <a:pt x="2" y="5"/>
                    <a:pt x="8" y="4"/>
                    <a:pt x="15" y="4"/>
                  </a:cubicBezTo>
                  <a:cubicBezTo>
                    <a:pt x="23" y="3"/>
                    <a:pt x="28" y="2"/>
                    <a:pt x="27" y="1"/>
                  </a:cubicBezTo>
                  <a:cubicBezTo>
                    <a:pt x="26" y="0"/>
                    <a:pt x="20" y="0"/>
                    <a:pt x="13" y="1"/>
                  </a:cubicBezTo>
                  <a:cubicBezTo>
                    <a:pt x="5" y="2"/>
                    <a:pt x="0"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00" name="Freeform 1399"/>
            <p:cNvSpPr/>
            <p:nvPr/>
          </p:nvSpPr>
          <p:spPr bwMode="auto">
            <a:xfrm>
              <a:off x="8136241" y="10093103"/>
              <a:ext cx="76200" cy="11113"/>
            </a:xfrm>
            <a:custGeom>
              <a:avLst/>
              <a:gdLst>
                <a:gd name="T0" fmla="*/ 1 w 28"/>
                <a:gd name="T1" fmla="*/ 3 h 4"/>
                <a:gd name="T2" fmla="*/ 16 w 28"/>
                <a:gd name="T3" fmla="*/ 3 h 4"/>
                <a:gd name="T4" fmla="*/ 27 w 28"/>
                <a:gd name="T5" fmla="*/ 1 h 4"/>
                <a:gd name="T6" fmla="*/ 13 w 28"/>
                <a:gd name="T7" fmla="*/ 1 h 4"/>
                <a:gd name="T8" fmla="*/ 1 w 28"/>
                <a:gd name="T9" fmla="*/ 3 h 4"/>
              </a:gdLst>
              <a:ahLst/>
              <a:cxnLst>
                <a:cxn ang="0">
                  <a:pos x="T0" y="T1"/>
                </a:cxn>
                <a:cxn ang="0">
                  <a:pos x="T2" y="T3"/>
                </a:cxn>
                <a:cxn ang="0">
                  <a:pos x="T4" y="T5"/>
                </a:cxn>
                <a:cxn ang="0">
                  <a:pos x="T6" y="T7"/>
                </a:cxn>
                <a:cxn ang="0">
                  <a:pos x="T8" y="T9"/>
                </a:cxn>
              </a:cxnLst>
              <a:rect l="0" t="0" r="r" b="b"/>
              <a:pathLst>
                <a:path w="28" h="4">
                  <a:moveTo>
                    <a:pt x="1" y="3"/>
                  </a:moveTo>
                  <a:cubicBezTo>
                    <a:pt x="2" y="4"/>
                    <a:pt x="9" y="4"/>
                    <a:pt x="16" y="3"/>
                  </a:cubicBezTo>
                  <a:cubicBezTo>
                    <a:pt x="23" y="3"/>
                    <a:pt x="28" y="2"/>
                    <a:pt x="27" y="1"/>
                  </a:cubicBezTo>
                  <a:cubicBezTo>
                    <a:pt x="26" y="0"/>
                    <a:pt x="20" y="1"/>
                    <a:pt x="13" y="1"/>
                  </a:cubicBezTo>
                  <a:cubicBezTo>
                    <a:pt x="6" y="2"/>
                    <a:pt x="0"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01" name="Freeform 1400"/>
            <p:cNvSpPr/>
            <p:nvPr/>
          </p:nvSpPr>
          <p:spPr bwMode="auto">
            <a:xfrm>
              <a:off x="7283754" y="10196291"/>
              <a:ext cx="69850" cy="20638"/>
            </a:xfrm>
            <a:custGeom>
              <a:avLst/>
              <a:gdLst>
                <a:gd name="T0" fmla="*/ 0 w 26"/>
                <a:gd name="T1" fmla="*/ 7 h 8"/>
                <a:gd name="T2" fmla="*/ 14 w 26"/>
                <a:gd name="T3" fmla="*/ 5 h 8"/>
                <a:gd name="T4" fmla="*/ 26 w 26"/>
                <a:gd name="T5" fmla="*/ 1 h 8"/>
                <a:gd name="T6" fmla="*/ 12 w 26"/>
                <a:gd name="T7" fmla="*/ 3 h 8"/>
                <a:gd name="T8" fmla="*/ 0 w 26"/>
                <a:gd name="T9" fmla="*/ 7 h 8"/>
              </a:gdLst>
              <a:ahLst/>
              <a:cxnLst>
                <a:cxn ang="0">
                  <a:pos x="T0" y="T1"/>
                </a:cxn>
                <a:cxn ang="0">
                  <a:pos x="T2" y="T3"/>
                </a:cxn>
                <a:cxn ang="0">
                  <a:pos x="T4" y="T5"/>
                </a:cxn>
                <a:cxn ang="0">
                  <a:pos x="T6" y="T7"/>
                </a:cxn>
                <a:cxn ang="0">
                  <a:pos x="T8" y="T9"/>
                </a:cxn>
              </a:cxnLst>
              <a:rect l="0" t="0" r="r" b="b"/>
              <a:pathLst>
                <a:path w="26" h="8">
                  <a:moveTo>
                    <a:pt x="0" y="7"/>
                  </a:moveTo>
                  <a:cubicBezTo>
                    <a:pt x="1" y="8"/>
                    <a:pt x="7" y="7"/>
                    <a:pt x="14" y="5"/>
                  </a:cubicBezTo>
                  <a:cubicBezTo>
                    <a:pt x="21" y="3"/>
                    <a:pt x="26" y="1"/>
                    <a:pt x="26" y="1"/>
                  </a:cubicBezTo>
                  <a:cubicBezTo>
                    <a:pt x="25" y="0"/>
                    <a:pt x="19" y="1"/>
                    <a:pt x="12" y="3"/>
                  </a:cubicBezTo>
                  <a:cubicBezTo>
                    <a:pt x="5" y="5"/>
                    <a:pt x="0" y="7"/>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02" name="Freeform 1401"/>
            <p:cNvSpPr/>
            <p:nvPr/>
          </p:nvSpPr>
          <p:spPr bwMode="auto">
            <a:xfrm>
              <a:off x="7069441" y="10255028"/>
              <a:ext cx="76200" cy="26988"/>
            </a:xfrm>
            <a:custGeom>
              <a:avLst/>
              <a:gdLst>
                <a:gd name="T0" fmla="*/ 1 w 28"/>
                <a:gd name="T1" fmla="*/ 9 h 10"/>
                <a:gd name="T2" fmla="*/ 16 w 28"/>
                <a:gd name="T3" fmla="*/ 6 h 10"/>
                <a:gd name="T4" fmla="*/ 27 w 28"/>
                <a:gd name="T5" fmla="*/ 1 h 10"/>
                <a:gd name="T6" fmla="*/ 13 w 28"/>
                <a:gd name="T7" fmla="*/ 4 h 10"/>
                <a:gd name="T8" fmla="*/ 1 w 28"/>
                <a:gd name="T9" fmla="*/ 9 h 10"/>
              </a:gdLst>
              <a:ahLst/>
              <a:cxnLst>
                <a:cxn ang="0">
                  <a:pos x="T0" y="T1"/>
                </a:cxn>
                <a:cxn ang="0">
                  <a:pos x="T2" y="T3"/>
                </a:cxn>
                <a:cxn ang="0">
                  <a:pos x="T4" y="T5"/>
                </a:cxn>
                <a:cxn ang="0">
                  <a:pos x="T6" y="T7"/>
                </a:cxn>
                <a:cxn ang="0">
                  <a:pos x="T8" y="T9"/>
                </a:cxn>
              </a:cxnLst>
              <a:rect l="0" t="0" r="r" b="b"/>
              <a:pathLst>
                <a:path w="28" h="10">
                  <a:moveTo>
                    <a:pt x="1" y="9"/>
                  </a:moveTo>
                  <a:cubicBezTo>
                    <a:pt x="2" y="10"/>
                    <a:pt x="9" y="8"/>
                    <a:pt x="16" y="6"/>
                  </a:cubicBezTo>
                  <a:cubicBezTo>
                    <a:pt x="23" y="4"/>
                    <a:pt x="28" y="1"/>
                    <a:pt x="27" y="1"/>
                  </a:cubicBezTo>
                  <a:cubicBezTo>
                    <a:pt x="26" y="0"/>
                    <a:pt x="20" y="2"/>
                    <a:pt x="13" y="4"/>
                  </a:cubicBezTo>
                  <a:cubicBezTo>
                    <a:pt x="6" y="6"/>
                    <a:pt x="0" y="9"/>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03" name="Freeform 1402"/>
            <p:cNvSpPr/>
            <p:nvPr/>
          </p:nvSpPr>
          <p:spPr bwMode="auto">
            <a:xfrm>
              <a:off x="6859891" y="10328053"/>
              <a:ext cx="71438" cy="30163"/>
            </a:xfrm>
            <a:custGeom>
              <a:avLst/>
              <a:gdLst>
                <a:gd name="T0" fmla="*/ 0 w 26"/>
                <a:gd name="T1" fmla="*/ 10 h 11"/>
                <a:gd name="T2" fmla="*/ 14 w 26"/>
                <a:gd name="T3" fmla="*/ 7 h 11"/>
                <a:gd name="T4" fmla="*/ 26 w 26"/>
                <a:gd name="T5" fmla="*/ 1 h 11"/>
                <a:gd name="T6" fmla="*/ 13 w 26"/>
                <a:gd name="T7" fmla="*/ 4 h 11"/>
                <a:gd name="T8" fmla="*/ 0 w 26"/>
                <a:gd name="T9" fmla="*/ 10 h 11"/>
              </a:gdLst>
              <a:ahLst/>
              <a:cxnLst>
                <a:cxn ang="0">
                  <a:pos x="T0" y="T1"/>
                </a:cxn>
                <a:cxn ang="0">
                  <a:pos x="T2" y="T3"/>
                </a:cxn>
                <a:cxn ang="0">
                  <a:pos x="T4" y="T5"/>
                </a:cxn>
                <a:cxn ang="0">
                  <a:pos x="T6" y="T7"/>
                </a:cxn>
                <a:cxn ang="0">
                  <a:pos x="T8" y="T9"/>
                </a:cxn>
              </a:cxnLst>
              <a:rect l="0" t="0" r="r" b="b"/>
              <a:pathLst>
                <a:path w="26" h="11">
                  <a:moveTo>
                    <a:pt x="0" y="10"/>
                  </a:moveTo>
                  <a:cubicBezTo>
                    <a:pt x="1" y="11"/>
                    <a:pt x="7" y="10"/>
                    <a:pt x="14" y="7"/>
                  </a:cubicBezTo>
                  <a:cubicBezTo>
                    <a:pt x="21" y="4"/>
                    <a:pt x="26" y="1"/>
                    <a:pt x="26" y="1"/>
                  </a:cubicBezTo>
                  <a:cubicBezTo>
                    <a:pt x="26" y="0"/>
                    <a:pt x="20" y="1"/>
                    <a:pt x="13" y="4"/>
                  </a:cubicBezTo>
                  <a:cubicBezTo>
                    <a:pt x="6" y="7"/>
                    <a:pt x="0" y="9"/>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04" name="Freeform 1403"/>
            <p:cNvSpPr/>
            <p:nvPr/>
          </p:nvSpPr>
          <p:spPr bwMode="auto">
            <a:xfrm>
              <a:off x="6648754" y="10412191"/>
              <a:ext cx="73025" cy="33338"/>
            </a:xfrm>
            <a:custGeom>
              <a:avLst/>
              <a:gdLst>
                <a:gd name="T0" fmla="*/ 1 w 27"/>
                <a:gd name="T1" fmla="*/ 11 h 12"/>
                <a:gd name="T2" fmla="*/ 15 w 27"/>
                <a:gd name="T3" fmla="*/ 7 h 12"/>
                <a:gd name="T4" fmla="*/ 26 w 27"/>
                <a:gd name="T5" fmla="*/ 0 h 12"/>
                <a:gd name="T6" fmla="*/ 12 w 27"/>
                <a:gd name="T7" fmla="*/ 5 h 12"/>
                <a:gd name="T8" fmla="*/ 1 w 27"/>
                <a:gd name="T9" fmla="*/ 11 h 12"/>
              </a:gdLst>
              <a:ahLst/>
              <a:cxnLst>
                <a:cxn ang="0">
                  <a:pos x="T0" y="T1"/>
                </a:cxn>
                <a:cxn ang="0">
                  <a:pos x="T2" y="T3"/>
                </a:cxn>
                <a:cxn ang="0">
                  <a:pos x="T4" y="T5"/>
                </a:cxn>
                <a:cxn ang="0">
                  <a:pos x="T6" y="T7"/>
                </a:cxn>
                <a:cxn ang="0">
                  <a:pos x="T8" y="T9"/>
                </a:cxn>
              </a:cxnLst>
              <a:rect l="0" t="0" r="r" b="b"/>
              <a:pathLst>
                <a:path w="27" h="12">
                  <a:moveTo>
                    <a:pt x="1" y="11"/>
                  </a:moveTo>
                  <a:cubicBezTo>
                    <a:pt x="2" y="12"/>
                    <a:pt x="9" y="10"/>
                    <a:pt x="15" y="7"/>
                  </a:cubicBezTo>
                  <a:cubicBezTo>
                    <a:pt x="22" y="4"/>
                    <a:pt x="27" y="1"/>
                    <a:pt x="26" y="0"/>
                  </a:cubicBezTo>
                  <a:cubicBezTo>
                    <a:pt x="25" y="0"/>
                    <a:pt x="19" y="1"/>
                    <a:pt x="12" y="5"/>
                  </a:cubicBezTo>
                  <a:cubicBezTo>
                    <a:pt x="5" y="8"/>
                    <a:pt x="0" y="11"/>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05" name="Freeform 1404"/>
            <p:cNvSpPr/>
            <p:nvPr/>
          </p:nvSpPr>
          <p:spPr bwMode="auto">
            <a:xfrm>
              <a:off x="6439204" y="10502678"/>
              <a:ext cx="71438" cy="38100"/>
            </a:xfrm>
            <a:custGeom>
              <a:avLst/>
              <a:gdLst>
                <a:gd name="T0" fmla="*/ 0 w 26"/>
                <a:gd name="T1" fmla="*/ 13 h 14"/>
                <a:gd name="T2" fmla="*/ 14 w 26"/>
                <a:gd name="T3" fmla="*/ 9 h 14"/>
                <a:gd name="T4" fmla="*/ 26 w 26"/>
                <a:gd name="T5" fmla="*/ 1 h 14"/>
                <a:gd name="T6" fmla="*/ 13 w 26"/>
                <a:gd name="T7" fmla="*/ 5 h 14"/>
                <a:gd name="T8" fmla="*/ 0 w 26"/>
                <a:gd name="T9" fmla="*/ 13 h 14"/>
              </a:gdLst>
              <a:ahLst/>
              <a:cxnLst>
                <a:cxn ang="0">
                  <a:pos x="T0" y="T1"/>
                </a:cxn>
                <a:cxn ang="0">
                  <a:pos x="T2" y="T3"/>
                </a:cxn>
                <a:cxn ang="0">
                  <a:pos x="T4" y="T5"/>
                </a:cxn>
                <a:cxn ang="0">
                  <a:pos x="T6" y="T7"/>
                </a:cxn>
                <a:cxn ang="0">
                  <a:pos x="T8" y="T9"/>
                </a:cxn>
              </a:cxnLst>
              <a:rect l="0" t="0" r="r" b="b"/>
              <a:pathLst>
                <a:path w="26" h="14">
                  <a:moveTo>
                    <a:pt x="0" y="13"/>
                  </a:moveTo>
                  <a:cubicBezTo>
                    <a:pt x="1" y="14"/>
                    <a:pt x="7" y="12"/>
                    <a:pt x="14" y="9"/>
                  </a:cubicBezTo>
                  <a:cubicBezTo>
                    <a:pt x="21" y="6"/>
                    <a:pt x="26" y="2"/>
                    <a:pt x="26" y="1"/>
                  </a:cubicBezTo>
                  <a:cubicBezTo>
                    <a:pt x="26" y="0"/>
                    <a:pt x="20" y="2"/>
                    <a:pt x="13" y="5"/>
                  </a:cubicBezTo>
                  <a:cubicBezTo>
                    <a:pt x="6" y="8"/>
                    <a:pt x="0" y="12"/>
                    <a:pt x="0"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06" name="Freeform 1405"/>
            <p:cNvSpPr/>
            <p:nvPr/>
          </p:nvSpPr>
          <p:spPr bwMode="auto">
            <a:xfrm>
              <a:off x="11782729" y="8905653"/>
              <a:ext cx="63500" cy="84138"/>
            </a:xfrm>
            <a:custGeom>
              <a:avLst/>
              <a:gdLst>
                <a:gd name="T0" fmla="*/ 14 w 23"/>
                <a:gd name="T1" fmla="*/ 13 h 31"/>
                <a:gd name="T2" fmla="*/ 22 w 23"/>
                <a:gd name="T3" fmla="*/ 0 h 31"/>
                <a:gd name="T4" fmla="*/ 21 w 23"/>
                <a:gd name="T5" fmla="*/ 1 h 31"/>
                <a:gd name="T6" fmla="*/ 17 w 23"/>
                <a:gd name="T7" fmla="*/ 5 h 31"/>
                <a:gd name="T8" fmla="*/ 0 w 23"/>
                <a:gd name="T9" fmla="*/ 29 h 31"/>
                <a:gd name="T10" fmla="*/ 14 w 23"/>
                <a:gd name="T11" fmla="*/ 13 h 31"/>
              </a:gdLst>
              <a:ahLst/>
              <a:cxnLst>
                <a:cxn ang="0">
                  <a:pos x="T0" y="T1"/>
                </a:cxn>
                <a:cxn ang="0">
                  <a:pos x="T2" y="T3"/>
                </a:cxn>
                <a:cxn ang="0">
                  <a:pos x="T4" y="T5"/>
                </a:cxn>
                <a:cxn ang="0">
                  <a:pos x="T6" y="T7"/>
                </a:cxn>
                <a:cxn ang="0">
                  <a:pos x="T8" y="T9"/>
                </a:cxn>
                <a:cxn ang="0">
                  <a:pos x="T10" y="T11"/>
                </a:cxn>
              </a:cxnLst>
              <a:rect l="0" t="0" r="r" b="b"/>
              <a:pathLst>
                <a:path w="23" h="31">
                  <a:moveTo>
                    <a:pt x="14" y="13"/>
                  </a:moveTo>
                  <a:cubicBezTo>
                    <a:pt x="21" y="4"/>
                    <a:pt x="23" y="0"/>
                    <a:pt x="22" y="0"/>
                  </a:cubicBezTo>
                  <a:cubicBezTo>
                    <a:pt x="22" y="0"/>
                    <a:pt x="22" y="0"/>
                    <a:pt x="21" y="1"/>
                  </a:cubicBezTo>
                  <a:cubicBezTo>
                    <a:pt x="20" y="2"/>
                    <a:pt x="19" y="4"/>
                    <a:pt x="17" y="5"/>
                  </a:cubicBezTo>
                  <a:cubicBezTo>
                    <a:pt x="9" y="15"/>
                    <a:pt x="0" y="28"/>
                    <a:pt x="0" y="29"/>
                  </a:cubicBezTo>
                  <a:cubicBezTo>
                    <a:pt x="0" y="31"/>
                    <a:pt x="6" y="23"/>
                    <a:pt x="1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07" name="Freeform 1406"/>
            <p:cNvSpPr/>
            <p:nvPr/>
          </p:nvSpPr>
          <p:spPr bwMode="auto">
            <a:xfrm>
              <a:off x="11762091" y="8912003"/>
              <a:ext cx="61913" cy="69850"/>
            </a:xfrm>
            <a:custGeom>
              <a:avLst/>
              <a:gdLst>
                <a:gd name="T0" fmla="*/ 0 w 23"/>
                <a:gd name="T1" fmla="*/ 25 h 26"/>
                <a:gd name="T2" fmla="*/ 14 w 23"/>
                <a:gd name="T3" fmla="*/ 10 h 26"/>
                <a:gd name="T4" fmla="*/ 22 w 23"/>
                <a:gd name="T5" fmla="*/ 0 h 26"/>
                <a:gd name="T6" fmla="*/ 12 w 23"/>
                <a:gd name="T7" fmla="*/ 10 h 26"/>
                <a:gd name="T8" fmla="*/ 0 w 23"/>
                <a:gd name="T9" fmla="*/ 25 h 26"/>
              </a:gdLst>
              <a:ahLst/>
              <a:cxnLst>
                <a:cxn ang="0">
                  <a:pos x="T0" y="T1"/>
                </a:cxn>
                <a:cxn ang="0">
                  <a:pos x="T2" y="T3"/>
                </a:cxn>
                <a:cxn ang="0">
                  <a:pos x="T4" y="T5"/>
                </a:cxn>
                <a:cxn ang="0">
                  <a:pos x="T6" y="T7"/>
                </a:cxn>
                <a:cxn ang="0">
                  <a:pos x="T8" y="T9"/>
                </a:cxn>
              </a:cxnLst>
              <a:rect l="0" t="0" r="r" b="b"/>
              <a:pathLst>
                <a:path w="23" h="26">
                  <a:moveTo>
                    <a:pt x="0" y="25"/>
                  </a:moveTo>
                  <a:cubicBezTo>
                    <a:pt x="1" y="26"/>
                    <a:pt x="7" y="18"/>
                    <a:pt x="14" y="10"/>
                  </a:cubicBezTo>
                  <a:cubicBezTo>
                    <a:pt x="20" y="3"/>
                    <a:pt x="23" y="0"/>
                    <a:pt x="22" y="0"/>
                  </a:cubicBezTo>
                  <a:cubicBezTo>
                    <a:pt x="21" y="1"/>
                    <a:pt x="18" y="3"/>
                    <a:pt x="12" y="10"/>
                  </a:cubicBezTo>
                  <a:cubicBezTo>
                    <a:pt x="5" y="18"/>
                    <a:pt x="0" y="24"/>
                    <a:pt x="0"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08" name="Freeform 1407"/>
            <p:cNvSpPr/>
            <p:nvPr/>
          </p:nvSpPr>
          <p:spPr bwMode="auto">
            <a:xfrm>
              <a:off x="-134634" y="11982228"/>
              <a:ext cx="65088" cy="41275"/>
            </a:xfrm>
            <a:custGeom>
              <a:avLst/>
              <a:gdLst>
                <a:gd name="T0" fmla="*/ 12 w 24"/>
                <a:gd name="T1" fmla="*/ 14 h 15"/>
                <a:gd name="T2" fmla="*/ 24 w 24"/>
                <a:gd name="T3" fmla="*/ 6 h 15"/>
                <a:gd name="T4" fmla="*/ 10 w 24"/>
                <a:gd name="T5" fmla="*/ 0 h 15"/>
                <a:gd name="T6" fmla="*/ 0 w 24"/>
                <a:gd name="T7" fmla="*/ 7 h 15"/>
                <a:gd name="T8" fmla="*/ 1 w 24"/>
                <a:gd name="T9" fmla="*/ 8 h 15"/>
                <a:gd name="T10" fmla="*/ 12 w 24"/>
                <a:gd name="T11" fmla="*/ 14 h 15"/>
              </a:gdLst>
              <a:ahLst/>
              <a:cxnLst>
                <a:cxn ang="0">
                  <a:pos x="T0" y="T1"/>
                </a:cxn>
                <a:cxn ang="0">
                  <a:pos x="T2" y="T3"/>
                </a:cxn>
                <a:cxn ang="0">
                  <a:pos x="T4" y="T5"/>
                </a:cxn>
                <a:cxn ang="0">
                  <a:pos x="T6" y="T7"/>
                </a:cxn>
                <a:cxn ang="0">
                  <a:pos x="T8" y="T9"/>
                </a:cxn>
                <a:cxn ang="0">
                  <a:pos x="T10" y="T11"/>
                </a:cxn>
              </a:cxnLst>
              <a:rect l="0" t="0" r="r" b="b"/>
              <a:pathLst>
                <a:path w="24" h="15">
                  <a:moveTo>
                    <a:pt x="12" y="14"/>
                  </a:moveTo>
                  <a:cubicBezTo>
                    <a:pt x="19" y="13"/>
                    <a:pt x="24" y="10"/>
                    <a:pt x="24" y="6"/>
                  </a:cubicBezTo>
                  <a:cubicBezTo>
                    <a:pt x="23" y="2"/>
                    <a:pt x="17" y="0"/>
                    <a:pt x="10" y="0"/>
                  </a:cubicBezTo>
                  <a:cubicBezTo>
                    <a:pt x="3" y="1"/>
                    <a:pt x="0" y="3"/>
                    <a:pt x="0" y="7"/>
                  </a:cubicBezTo>
                  <a:cubicBezTo>
                    <a:pt x="1" y="8"/>
                    <a:pt x="1" y="8"/>
                    <a:pt x="1" y="8"/>
                  </a:cubicBezTo>
                  <a:cubicBezTo>
                    <a:pt x="2" y="13"/>
                    <a:pt x="5" y="15"/>
                    <a:pt x="12"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09" name="Freeform 1408"/>
            <p:cNvSpPr/>
            <p:nvPr/>
          </p:nvSpPr>
          <p:spPr bwMode="auto">
            <a:xfrm>
              <a:off x="-112409" y="12107641"/>
              <a:ext cx="73025" cy="57150"/>
            </a:xfrm>
            <a:custGeom>
              <a:avLst/>
              <a:gdLst>
                <a:gd name="T0" fmla="*/ 25 w 27"/>
                <a:gd name="T1" fmla="*/ 14 h 21"/>
                <a:gd name="T2" fmla="*/ 21 w 27"/>
                <a:gd name="T3" fmla="*/ 3 h 21"/>
                <a:gd name="T4" fmla="*/ 5 w 27"/>
                <a:gd name="T5" fmla="*/ 2 h 21"/>
                <a:gd name="T6" fmla="*/ 1 w 27"/>
                <a:gd name="T7" fmla="*/ 12 h 21"/>
                <a:gd name="T8" fmla="*/ 2 w 27"/>
                <a:gd name="T9" fmla="*/ 16 h 21"/>
                <a:gd name="T10" fmla="*/ 11 w 27"/>
                <a:gd name="T11" fmla="*/ 21 h 21"/>
                <a:gd name="T12" fmla="*/ 25 w 27"/>
                <a:gd name="T13" fmla="*/ 14 h 21"/>
              </a:gdLst>
              <a:ahLst/>
              <a:cxnLst>
                <a:cxn ang="0">
                  <a:pos x="T0" y="T1"/>
                </a:cxn>
                <a:cxn ang="0">
                  <a:pos x="T2" y="T3"/>
                </a:cxn>
                <a:cxn ang="0">
                  <a:pos x="T4" y="T5"/>
                </a:cxn>
                <a:cxn ang="0">
                  <a:pos x="T6" y="T7"/>
                </a:cxn>
                <a:cxn ang="0">
                  <a:pos x="T8" y="T9"/>
                </a:cxn>
                <a:cxn ang="0">
                  <a:pos x="T10" y="T11"/>
                </a:cxn>
                <a:cxn ang="0">
                  <a:pos x="T12" y="T13"/>
                </a:cxn>
              </a:cxnLst>
              <a:rect l="0" t="0" r="r" b="b"/>
              <a:pathLst>
                <a:path w="27" h="21">
                  <a:moveTo>
                    <a:pt x="25" y="14"/>
                  </a:moveTo>
                  <a:cubicBezTo>
                    <a:pt x="27" y="10"/>
                    <a:pt x="25" y="6"/>
                    <a:pt x="21" y="3"/>
                  </a:cubicBezTo>
                  <a:cubicBezTo>
                    <a:pt x="17" y="0"/>
                    <a:pt x="11" y="0"/>
                    <a:pt x="5" y="2"/>
                  </a:cubicBezTo>
                  <a:cubicBezTo>
                    <a:pt x="0" y="4"/>
                    <a:pt x="1" y="8"/>
                    <a:pt x="1" y="12"/>
                  </a:cubicBezTo>
                  <a:cubicBezTo>
                    <a:pt x="2" y="13"/>
                    <a:pt x="2" y="15"/>
                    <a:pt x="2" y="16"/>
                  </a:cubicBezTo>
                  <a:cubicBezTo>
                    <a:pt x="3" y="20"/>
                    <a:pt x="6" y="21"/>
                    <a:pt x="11" y="21"/>
                  </a:cubicBezTo>
                  <a:cubicBezTo>
                    <a:pt x="18" y="21"/>
                    <a:pt x="22" y="18"/>
                    <a:pt x="25"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10" name="Freeform 1409"/>
            <p:cNvSpPr/>
            <p:nvPr/>
          </p:nvSpPr>
          <p:spPr bwMode="auto">
            <a:xfrm>
              <a:off x="5697841" y="10850341"/>
              <a:ext cx="71438" cy="38100"/>
            </a:xfrm>
            <a:custGeom>
              <a:avLst/>
              <a:gdLst>
                <a:gd name="T0" fmla="*/ 0 w 26"/>
                <a:gd name="T1" fmla="*/ 14 h 14"/>
                <a:gd name="T2" fmla="*/ 13 w 26"/>
                <a:gd name="T3" fmla="*/ 9 h 14"/>
                <a:gd name="T4" fmla="*/ 25 w 26"/>
                <a:gd name="T5" fmla="*/ 1 h 14"/>
                <a:gd name="T6" fmla="*/ 11 w 26"/>
                <a:gd name="T7" fmla="*/ 6 h 14"/>
                <a:gd name="T8" fmla="*/ 0 w 26"/>
                <a:gd name="T9" fmla="*/ 14 h 14"/>
              </a:gdLst>
              <a:ahLst/>
              <a:cxnLst>
                <a:cxn ang="0">
                  <a:pos x="T0" y="T1"/>
                </a:cxn>
                <a:cxn ang="0">
                  <a:pos x="T2" y="T3"/>
                </a:cxn>
                <a:cxn ang="0">
                  <a:pos x="T4" y="T5"/>
                </a:cxn>
                <a:cxn ang="0">
                  <a:pos x="T6" y="T7"/>
                </a:cxn>
                <a:cxn ang="0">
                  <a:pos x="T8" y="T9"/>
                </a:cxn>
              </a:cxnLst>
              <a:rect l="0" t="0" r="r" b="b"/>
              <a:pathLst>
                <a:path w="26" h="14">
                  <a:moveTo>
                    <a:pt x="0" y="14"/>
                  </a:moveTo>
                  <a:cubicBezTo>
                    <a:pt x="1" y="14"/>
                    <a:pt x="7" y="12"/>
                    <a:pt x="13" y="9"/>
                  </a:cubicBezTo>
                  <a:cubicBezTo>
                    <a:pt x="20" y="6"/>
                    <a:pt x="26" y="2"/>
                    <a:pt x="25" y="1"/>
                  </a:cubicBezTo>
                  <a:cubicBezTo>
                    <a:pt x="24" y="0"/>
                    <a:pt x="18" y="3"/>
                    <a:pt x="11" y="6"/>
                  </a:cubicBezTo>
                  <a:cubicBezTo>
                    <a:pt x="4" y="10"/>
                    <a:pt x="0" y="13"/>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11" name="Freeform 1410"/>
            <p:cNvSpPr/>
            <p:nvPr/>
          </p:nvSpPr>
          <p:spPr bwMode="auto">
            <a:xfrm>
              <a:off x="5489879" y="10955116"/>
              <a:ext cx="69850" cy="38100"/>
            </a:xfrm>
            <a:custGeom>
              <a:avLst/>
              <a:gdLst>
                <a:gd name="T0" fmla="*/ 12 w 26"/>
                <a:gd name="T1" fmla="*/ 6 h 14"/>
                <a:gd name="T2" fmla="*/ 0 w 26"/>
                <a:gd name="T3" fmla="*/ 13 h 14"/>
                <a:gd name="T4" fmla="*/ 14 w 26"/>
                <a:gd name="T5" fmla="*/ 9 h 14"/>
                <a:gd name="T6" fmla="*/ 25 w 26"/>
                <a:gd name="T7" fmla="*/ 1 h 14"/>
                <a:gd name="T8" fmla="*/ 12 w 26"/>
                <a:gd name="T9" fmla="*/ 6 h 14"/>
              </a:gdLst>
              <a:ahLst/>
              <a:cxnLst>
                <a:cxn ang="0">
                  <a:pos x="T0" y="T1"/>
                </a:cxn>
                <a:cxn ang="0">
                  <a:pos x="T2" y="T3"/>
                </a:cxn>
                <a:cxn ang="0">
                  <a:pos x="T4" y="T5"/>
                </a:cxn>
                <a:cxn ang="0">
                  <a:pos x="T6" y="T7"/>
                </a:cxn>
                <a:cxn ang="0">
                  <a:pos x="T8" y="T9"/>
                </a:cxn>
              </a:cxnLst>
              <a:rect l="0" t="0" r="r" b="b"/>
              <a:pathLst>
                <a:path w="26" h="14">
                  <a:moveTo>
                    <a:pt x="12" y="6"/>
                  </a:moveTo>
                  <a:cubicBezTo>
                    <a:pt x="5" y="9"/>
                    <a:pt x="0" y="12"/>
                    <a:pt x="0" y="13"/>
                  </a:cubicBezTo>
                  <a:cubicBezTo>
                    <a:pt x="1" y="14"/>
                    <a:pt x="7" y="12"/>
                    <a:pt x="14" y="9"/>
                  </a:cubicBezTo>
                  <a:cubicBezTo>
                    <a:pt x="21" y="5"/>
                    <a:pt x="26" y="2"/>
                    <a:pt x="25" y="1"/>
                  </a:cubicBezTo>
                  <a:cubicBezTo>
                    <a:pt x="24" y="0"/>
                    <a:pt x="18" y="3"/>
                    <a:pt x="1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12" name="Freeform 1412"/>
            <p:cNvSpPr/>
            <p:nvPr/>
          </p:nvSpPr>
          <p:spPr bwMode="auto">
            <a:xfrm>
              <a:off x="5280329" y="11058303"/>
              <a:ext cx="68263" cy="38100"/>
            </a:xfrm>
            <a:custGeom>
              <a:avLst/>
              <a:gdLst>
                <a:gd name="T0" fmla="*/ 0 w 25"/>
                <a:gd name="T1" fmla="*/ 13 h 14"/>
                <a:gd name="T2" fmla="*/ 13 w 25"/>
                <a:gd name="T3" fmla="*/ 10 h 14"/>
                <a:gd name="T4" fmla="*/ 25 w 25"/>
                <a:gd name="T5" fmla="*/ 1 h 14"/>
                <a:gd name="T6" fmla="*/ 11 w 25"/>
                <a:gd name="T7" fmla="*/ 6 h 14"/>
                <a:gd name="T8" fmla="*/ 0 w 25"/>
                <a:gd name="T9" fmla="*/ 13 h 14"/>
              </a:gdLst>
              <a:ahLst/>
              <a:cxnLst>
                <a:cxn ang="0">
                  <a:pos x="T0" y="T1"/>
                </a:cxn>
                <a:cxn ang="0">
                  <a:pos x="T2" y="T3"/>
                </a:cxn>
                <a:cxn ang="0">
                  <a:pos x="T4" y="T5"/>
                </a:cxn>
                <a:cxn ang="0">
                  <a:pos x="T6" y="T7"/>
                </a:cxn>
                <a:cxn ang="0">
                  <a:pos x="T8" y="T9"/>
                </a:cxn>
              </a:cxnLst>
              <a:rect l="0" t="0" r="r" b="b"/>
              <a:pathLst>
                <a:path w="25" h="14">
                  <a:moveTo>
                    <a:pt x="0" y="13"/>
                  </a:moveTo>
                  <a:cubicBezTo>
                    <a:pt x="0" y="14"/>
                    <a:pt x="6" y="13"/>
                    <a:pt x="13" y="10"/>
                  </a:cubicBezTo>
                  <a:cubicBezTo>
                    <a:pt x="20" y="6"/>
                    <a:pt x="25" y="2"/>
                    <a:pt x="25" y="1"/>
                  </a:cubicBezTo>
                  <a:cubicBezTo>
                    <a:pt x="24" y="0"/>
                    <a:pt x="17" y="3"/>
                    <a:pt x="11" y="6"/>
                  </a:cubicBezTo>
                  <a:cubicBezTo>
                    <a:pt x="4" y="9"/>
                    <a:pt x="0" y="12"/>
                    <a:pt x="0"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13" name="Freeform 1413"/>
            <p:cNvSpPr/>
            <p:nvPr/>
          </p:nvSpPr>
          <p:spPr bwMode="auto">
            <a:xfrm>
              <a:off x="5070779" y="11159903"/>
              <a:ext cx="68263" cy="38100"/>
            </a:xfrm>
            <a:custGeom>
              <a:avLst/>
              <a:gdLst>
                <a:gd name="T0" fmla="*/ 0 w 25"/>
                <a:gd name="T1" fmla="*/ 12 h 14"/>
                <a:gd name="T2" fmla="*/ 12 w 25"/>
                <a:gd name="T3" fmla="*/ 9 h 14"/>
                <a:gd name="T4" fmla="*/ 24 w 25"/>
                <a:gd name="T5" fmla="*/ 1 h 14"/>
                <a:gd name="T6" fmla="*/ 11 w 25"/>
                <a:gd name="T7" fmla="*/ 5 h 14"/>
                <a:gd name="T8" fmla="*/ 0 w 25"/>
                <a:gd name="T9" fmla="*/ 12 h 14"/>
              </a:gdLst>
              <a:ahLst/>
              <a:cxnLst>
                <a:cxn ang="0">
                  <a:pos x="T0" y="T1"/>
                </a:cxn>
                <a:cxn ang="0">
                  <a:pos x="T2" y="T3"/>
                </a:cxn>
                <a:cxn ang="0">
                  <a:pos x="T4" y="T5"/>
                </a:cxn>
                <a:cxn ang="0">
                  <a:pos x="T6" y="T7"/>
                </a:cxn>
                <a:cxn ang="0">
                  <a:pos x="T8" y="T9"/>
                </a:cxn>
              </a:cxnLst>
              <a:rect l="0" t="0" r="r" b="b"/>
              <a:pathLst>
                <a:path w="25" h="14">
                  <a:moveTo>
                    <a:pt x="0" y="12"/>
                  </a:moveTo>
                  <a:cubicBezTo>
                    <a:pt x="0" y="14"/>
                    <a:pt x="5" y="13"/>
                    <a:pt x="12" y="9"/>
                  </a:cubicBezTo>
                  <a:cubicBezTo>
                    <a:pt x="19" y="6"/>
                    <a:pt x="25" y="2"/>
                    <a:pt x="24" y="1"/>
                  </a:cubicBezTo>
                  <a:cubicBezTo>
                    <a:pt x="24" y="0"/>
                    <a:pt x="17" y="2"/>
                    <a:pt x="11" y="5"/>
                  </a:cubicBezTo>
                  <a:cubicBezTo>
                    <a:pt x="5" y="8"/>
                    <a:pt x="0" y="11"/>
                    <a:pt x="0"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14" name="Freeform 1414"/>
            <p:cNvSpPr/>
            <p:nvPr/>
          </p:nvSpPr>
          <p:spPr bwMode="auto">
            <a:xfrm>
              <a:off x="4856467" y="11255153"/>
              <a:ext cx="74613" cy="34925"/>
            </a:xfrm>
            <a:custGeom>
              <a:avLst/>
              <a:gdLst>
                <a:gd name="T0" fmla="*/ 12 w 27"/>
                <a:gd name="T1" fmla="*/ 4 h 13"/>
                <a:gd name="T2" fmla="*/ 2 w 27"/>
                <a:gd name="T3" fmla="*/ 11 h 13"/>
                <a:gd name="T4" fmla="*/ 16 w 27"/>
                <a:gd name="T5" fmla="*/ 8 h 13"/>
                <a:gd name="T6" fmla="*/ 26 w 27"/>
                <a:gd name="T7" fmla="*/ 1 h 13"/>
                <a:gd name="T8" fmla="*/ 12 w 27"/>
                <a:gd name="T9" fmla="*/ 4 h 13"/>
              </a:gdLst>
              <a:ahLst/>
              <a:cxnLst>
                <a:cxn ang="0">
                  <a:pos x="T0" y="T1"/>
                </a:cxn>
                <a:cxn ang="0">
                  <a:pos x="T2" y="T3"/>
                </a:cxn>
                <a:cxn ang="0">
                  <a:pos x="T4" y="T5"/>
                </a:cxn>
                <a:cxn ang="0">
                  <a:pos x="T6" y="T7"/>
                </a:cxn>
                <a:cxn ang="0">
                  <a:pos x="T8" y="T9"/>
                </a:cxn>
              </a:cxnLst>
              <a:rect l="0" t="0" r="r" b="b"/>
              <a:pathLst>
                <a:path w="27" h="13">
                  <a:moveTo>
                    <a:pt x="12" y="4"/>
                  </a:moveTo>
                  <a:cubicBezTo>
                    <a:pt x="5" y="7"/>
                    <a:pt x="0" y="10"/>
                    <a:pt x="2" y="11"/>
                  </a:cubicBezTo>
                  <a:cubicBezTo>
                    <a:pt x="3" y="13"/>
                    <a:pt x="9" y="11"/>
                    <a:pt x="16" y="8"/>
                  </a:cubicBezTo>
                  <a:cubicBezTo>
                    <a:pt x="23" y="5"/>
                    <a:pt x="27" y="2"/>
                    <a:pt x="26" y="1"/>
                  </a:cubicBezTo>
                  <a:cubicBezTo>
                    <a:pt x="25" y="0"/>
                    <a:pt x="18" y="1"/>
                    <a:pt x="1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15" name="Freeform 1415"/>
            <p:cNvSpPr/>
            <p:nvPr/>
          </p:nvSpPr>
          <p:spPr bwMode="auto">
            <a:xfrm>
              <a:off x="4648504" y="11339290"/>
              <a:ext cx="69850" cy="31750"/>
            </a:xfrm>
            <a:custGeom>
              <a:avLst/>
              <a:gdLst>
                <a:gd name="T0" fmla="*/ 12 w 26"/>
                <a:gd name="T1" fmla="*/ 4 h 12"/>
                <a:gd name="T2" fmla="*/ 1 w 26"/>
                <a:gd name="T3" fmla="*/ 11 h 12"/>
                <a:gd name="T4" fmla="*/ 14 w 26"/>
                <a:gd name="T5" fmla="*/ 9 h 12"/>
                <a:gd name="T6" fmla="*/ 26 w 26"/>
                <a:gd name="T7" fmla="*/ 2 h 12"/>
                <a:gd name="T8" fmla="*/ 12 w 26"/>
                <a:gd name="T9" fmla="*/ 4 h 12"/>
              </a:gdLst>
              <a:ahLst/>
              <a:cxnLst>
                <a:cxn ang="0">
                  <a:pos x="T0" y="T1"/>
                </a:cxn>
                <a:cxn ang="0">
                  <a:pos x="T2" y="T3"/>
                </a:cxn>
                <a:cxn ang="0">
                  <a:pos x="T4" y="T5"/>
                </a:cxn>
                <a:cxn ang="0">
                  <a:pos x="T6" y="T7"/>
                </a:cxn>
                <a:cxn ang="0">
                  <a:pos x="T8" y="T9"/>
                </a:cxn>
              </a:cxnLst>
              <a:rect l="0" t="0" r="r" b="b"/>
              <a:pathLst>
                <a:path w="26" h="12">
                  <a:moveTo>
                    <a:pt x="12" y="4"/>
                  </a:moveTo>
                  <a:cubicBezTo>
                    <a:pt x="5" y="7"/>
                    <a:pt x="0" y="10"/>
                    <a:pt x="1" y="11"/>
                  </a:cubicBezTo>
                  <a:cubicBezTo>
                    <a:pt x="2" y="12"/>
                    <a:pt x="7" y="12"/>
                    <a:pt x="14" y="9"/>
                  </a:cubicBezTo>
                  <a:cubicBezTo>
                    <a:pt x="21" y="7"/>
                    <a:pt x="26" y="3"/>
                    <a:pt x="26" y="2"/>
                  </a:cubicBezTo>
                  <a:cubicBezTo>
                    <a:pt x="25" y="0"/>
                    <a:pt x="18" y="2"/>
                    <a:pt x="1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16" name="Freeform 1416"/>
            <p:cNvSpPr/>
            <p:nvPr/>
          </p:nvSpPr>
          <p:spPr bwMode="auto">
            <a:xfrm>
              <a:off x="4435779" y="11417078"/>
              <a:ext cx="74613" cy="30163"/>
            </a:xfrm>
            <a:custGeom>
              <a:avLst/>
              <a:gdLst>
                <a:gd name="T0" fmla="*/ 12 w 27"/>
                <a:gd name="T1" fmla="*/ 3 h 11"/>
                <a:gd name="T2" fmla="*/ 1 w 27"/>
                <a:gd name="T3" fmla="*/ 9 h 11"/>
                <a:gd name="T4" fmla="*/ 14 w 27"/>
                <a:gd name="T5" fmla="*/ 8 h 11"/>
                <a:gd name="T6" fmla="*/ 26 w 27"/>
                <a:gd name="T7" fmla="*/ 1 h 11"/>
                <a:gd name="T8" fmla="*/ 12 w 27"/>
                <a:gd name="T9" fmla="*/ 3 h 11"/>
              </a:gdLst>
              <a:ahLst/>
              <a:cxnLst>
                <a:cxn ang="0">
                  <a:pos x="T0" y="T1"/>
                </a:cxn>
                <a:cxn ang="0">
                  <a:pos x="T2" y="T3"/>
                </a:cxn>
                <a:cxn ang="0">
                  <a:pos x="T4" y="T5"/>
                </a:cxn>
                <a:cxn ang="0">
                  <a:pos x="T6" y="T7"/>
                </a:cxn>
                <a:cxn ang="0">
                  <a:pos x="T8" y="T9"/>
                </a:cxn>
              </a:cxnLst>
              <a:rect l="0" t="0" r="r" b="b"/>
              <a:pathLst>
                <a:path w="27" h="11">
                  <a:moveTo>
                    <a:pt x="12" y="3"/>
                  </a:moveTo>
                  <a:cubicBezTo>
                    <a:pt x="5" y="5"/>
                    <a:pt x="0" y="8"/>
                    <a:pt x="1" y="9"/>
                  </a:cubicBezTo>
                  <a:cubicBezTo>
                    <a:pt x="2" y="11"/>
                    <a:pt x="8" y="10"/>
                    <a:pt x="14" y="8"/>
                  </a:cubicBezTo>
                  <a:cubicBezTo>
                    <a:pt x="21" y="6"/>
                    <a:pt x="27" y="2"/>
                    <a:pt x="26" y="1"/>
                  </a:cubicBezTo>
                  <a:cubicBezTo>
                    <a:pt x="25" y="0"/>
                    <a:pt x="19" y="0"/>
                    <a:pt x="1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17" name="Freeform 1417"/>
            <p:cNvSpPr/>
            <p:nvPr/>
          </p:nvSpPr>
          <p:spPr bwMode="auto">
            <a:xfrm>
              <a:off x="4224642" y="11480578"/>
              <a:ext cx="69850" cy="26988"/>
            </a:xfrm>
            <a:custGeom>
              <a:avLst/>
              <a:gdLst>
                <a:gd name="T0" fmla="*/ 13 w 26"/>
                <a:gd name="T1" fmla="*/ 3 h 10"/>
                <a:gd name="T2" fmla="*/ 1 w 26"/>
                <a:gd name="T3" fmla="*/ 9 h 10"/>
                <a:gd name="T4" fmla="*/ 14 w 26"/>
                <a:gd name="T5" fmla="*/ 9 h 10"/>
                <a:gd name="T6" fmla="*/ 26 w 26"/>
                <a:gd name="T7" fmla="*/ 2 h 10"/>
                <a:gd name="T8" fmla="*/ 13 w 26"/>
                <a:gd name="T9" fmla="*/ 3 h 10"/>
              </a:gdLst>
              <a:ahLst/>
              <a:cxnLst>
                <a:cxn ang="0">
                  <a:pos x="T0" y="T1"/>
                </a:cxn>
                <a:cxn ang="0">
                  <a:pos x="T2" y="T3"/>
                </a:cxn>
                <a:cxn ang="0">
                  <a:pos x="T4" y="T5"/>
                </a:cxn>
                <a:cxn ang="0">
                  <a:pos x="T6" y="T7"/>
                </a:cxn>
                <a:cxn ang="0">
                  <a:pos x="T8" y="T9"/>
                </a:cxn>
              </a:cxnLst>
              <a:rect l="0" t="0" r="r" b="b"/>
              <a:pathLst>
                <a:path w="26" h="10">
                  <a:moveTo>
                    <a:pt x="13" y="3"/>
                  </a:moveTo>
                  <a:cubicBezTo>
                    <a:pt x="6" y="4"/>
                    <a:pt x="0" y="7"/>
                    <a:pt x="1" y="9"/>
                  </a:cubicBezTo>
                  <a:cubicBezTo>
                    <a:pt x="2" y="10"/>
                    <a:pt x="7" y="10"/>
                    <a:pt x="14" y="9"/>
                  </a:cubicBezTo>
                  <a:cubicBezTo>
                    <a:pt x="21" y="7"/>
                    <a:pt x="26" y="4"/>
                    <a:pt x="26" y="2"/>
                  </a:cubicBezTo>
                  <a:cubicBezTo>
                    <a:pt x="26" y="0"/>
                    <a:pt x="19" y="1"/>
                    <a:pt x="1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18" name="Freeform 1418"/>
            <p:cNvSpPr/>
            <p:nvPr/>
          </p:nvSpPr>
          <p:spPr bwMode="auto">
            <a:xfrm>
              <a:off x="4015092" y="11531378"/>
              <a:ext cx="68263" cy="23813"/>
            </a:xfrm>
            <a:custGeom>
              <a:avLst/>
              <a:gdLst>
                <a:gd name="T0" fmla="*/ 11 w 25"/>
                <a:gd name="T1" fmla="*/ 2 h 9"/>
                <a:gd name="T2" fmla="*/ 0 w 25"/>
                <a:gd name="T3" fmla="*/ 7 h 9"/>
                <a:gd name="T4" fmla="*/ 13 w 25"/>
                <a:gd name="T5" fmla="*/ 8 h 9"/>
                <a:gd name="T6" fmla="*/ 25 w 25"/>
                <a:gd name="T7" fmla="*/ 2 h 9"/>
                <a:gd name="T8" fmla="*/ 11 w 25"/>
                <a:gd name="T9" fmla="*/ 2 h 9"/>
              </a:gdLst>
              <a:ahLst/>
              <a:cxnLst>
                <a:cxn ang="0">
                  <a:pos x="T0" y="T1"/>
                </a:cxn>
                <a:cxn ang="0">
                  <a:pos x="T2" y="T3"/>
                </a:cxn>
                <a:cxn ang="0">
                  <a:pos x="T4" y="T5"/>
                </a:cxn>
                <a:cxn ang="0">
                  <a:pos x="T6" y="T7"/>
                </a:cxn>
                <a:cxn ang="0">
                  <a:pos x="T8" y="T9"/>
                </a:cxn>
              </a:cxnLst>
              <a:rect l="0" t="0" r="r" b="b"/>
              <a:pathLst>
                <a:path w="25" h="9">
                  <a:moveTo>
                    <a:pt x="11" y="2"/>
                  </a:moveTo>
                  <a:cubicBezTo>
                    <a:pt x="5" y="3"/>
                    <a:pt x="0" y="5"/>
                    <a:pt x="0" y="7"/>
                  </a:cubicBezTo>
                  <a:cubicBezTo>
                    <a:pt x="0" y="9"/>
                    <a:pt x="6" y="9"/>
                    <a:pt x="13" y="8"/>
                  </a:cubicBezTo>
                  <a:cubicBezTo>
                    <a:pt x="20" y="7"/>
                    <a:pt x="25" y="4"/>
                    <a:pt x="25" y="2"/>
                  </a:cubicBezTo>
                  <a:cubicBezTo>
                    <a:pt x="25" y="0"/>
                    <a:pt x="18"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19" name="Freeform 1419"/>
            <p:cNvSpPr/>
            <p:nvPr/>
          </p:nvSpPr>
          <p:spPr bwMode="auto">
            <a:xfrm>
              <a:off x="3800779" y="11566303"/>
              <a:ext cx="71438" cy="22225"/>
            </a:xfrm>
            <a:custGeom>
              <a:avLst/>
              <a:gdLst>
                <a:gd name="T0" fmla="*/ 12 w 26"/>
                <a:gd name="T1" fmla="*/ 1 h 8"/>
                <a:gd name="T2" fmla="*/ 1 w 26"/>
                <a:gd name="T3" fmla="*/ 5 h 8"/>
                <a:gd name="T4" fmla="*/ 14 w 26"/>
                <a:gd name="T5" fmla="*/ 7 h 8"/>
                <a:gd name="T6" fmla="*/ 26 w 26"/>
                <a:gd name="T7" fmla="*/ 2 h 8"/>
                <a:gd name="T8" fmla="*/ 12 w 26"/>
                <a:gd name="T9" fmla="*/ 1 h 8"/>
              </a:gdLst>
              <a:ahLst/>
              <a:cxnLst>
                <a:cxn ang="0">
                  <a:pos x="T0" y="T1"/>
                </a:cxn>
                <a:cxn ang="0">
                  <a:pos x="T2" y="T3"/>
                </a:cxn>
                <a:cxn ang="0">
                  <a:pos x="T4" y="T5"/>
                </a:cxn>
                <a:cxn ang="0">
                  <a:pos x="T6" y="T7"/>
                </a:cxn>
                <a:cxn ang="0">
                  <a:pos x="T8" y="T9"/>
                </a:cxn>
              </a:cxnLst>
              <a:rect l="0" t="0" r="r" b="b"/>
              <a:pathLst>
                <a:path w="26" h="8">
                  <a:moveTo>
                    <a:pt x="12" y="1"/>
                  </a:moveTo>
                  <a:cubicBezTo>
                    <a:pt x="5" y="1"/>
                    <a:pt x="0" y="3"/>
                    <a:pt x="1" y="5"/>
                  </a:cubicBezTo>
                  <a:cubicBezTo>
                    <a:pt x="1" y="7"/>
                    <a:pt x="7" y="8"/>
                    <a:pt x="14" y="7"/>
                  </a:cubicBezTo>
                  <a:cubicBezTo>
                    <a:pt x="21" y="7"/>
                    <a:pt x="26" y="4"/>
                    <a:pt x="26" y="2"/>
                  </a:cubicBezTo>
                  <a:cubicBezTo>
                    <a:pt x="25" y="1"/>
                    <a:pt x="18"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20" name="Freeform 1420"/>
            <p:cNvSpPr/>
            <p:nvPr/>
          </p:nvSpPr>
          <p:spPr bwMode="auto">
            <a:xfrm>
              <a:off x="3586467" y="11588528"/>
              <a:ext cx="73025" cy="22225"/>
            </a:xfrm>
            <a:custGeom>
              <a:avLst/>
              <a:gdLst>
                <a:gd name="T0" fmla="*/ 11 w 27"/>
                <a:gd name="T1" fmla="*/ 0 h 8"/>
                <a:gd name="T2" fmla="*/ 1 w 27"/>
                <a:gd name="T3" fmla="*/ 5 h 8"/>
                <a:gd name="T4" fmla="*/ 15 w 27"/>
                <a:gd name="T5" fmla="*/ 7 h 8"/>
                <a:gd name="T6" fmla="*/ 26 w 27"/>
                <a:gd name="T7" fmla="*/ 2 h 8"/>
                <a:gd name="T8" fmla="*/ 11 w 27"/>
                <a:gd name="T9" fmla="*/ 0 h 8"/>
              </a:gdLst>
              <a:ahLst/>
              <a:cxnLst>
                <a:cxn ang="0">
                  <a:pos x="T0" y="T1"/>
                </a:cxn>
                <a:cxn ang="0">
                  <a:pos x="T2" y="T3"/>
                </a:cxn>
                <a:cxn ang="0">
                  <a:pos x="T4" y="T5"/>
                </a:cxn>
                <a:cxn ang="0">
                  <a:pos x="T6" y="T7"/>
                </a:cxn>
                <a:cxn ang="0">
                  <a:pos x="T8" y="T9"/>
                </a:cxn>
              </a:cxnLst>
              <a:rect l="0" t="0" r="r" b="b"/>
              <a:pathLst>
                <a:path w="27" h="8">
                  <a:moveTo>
                    <a:pt x="11" y="0"/>
                  </a:moveTo>
                  <a:cubicBezTo>
                    <a:pt x="4" y="1"/>
                    <a:pt x="0" y="3"/>
                    <a:pt x="1" y="5"/>
                  </a:cubicBezTo>
                  <a:cubicBezTo>
                    <a:pt x="2" y="7"/>
                    <a:pt x="8" y="8"/>
                    <a:pt x="15" y="7"/>
                  </a:cubicBezTo>
                  <a:cubicBezTo>
                    <a:pt x="22" y="7"/>
                    <a:pt x="27" y="4"/>
                    <a:pt x="26" y="2"/>
                  </a:cubicBezTo>
                  <a:cubicBezTo>
                    <a:pt x="25" y="0"/>
                    <a:pt x="18"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21" name="Freeform 1421"/>
            <p:cNvSpPr/>
            <p:nvPr/>
          </p:nvSpPr>
          <p:spPr bwMode="auto">
            <a:xfrm>
              <a:off x="3372154" y="11599640"/>
              <a:ext cx="73025" cy="23813"/>
            </a:xfrm>
            <a:custGeom>
              <a:avLst/>
              <a:gdLst>
                <a:gd name="T0" fmla="*/ 11 w 27"/>
                <a:gd name="T1" fmla="*/ 0 h 9"/>
                <a:gd name="T2" fmla="*/ 1 w 27"/>
                <a:gd name="T3" fmla="*/ 5 h 9"/>
                <a:gd name="T4" fmla="*/ 15 w 27"/>
                <a:gd name="T5" fmla="*/ 8 h 9"/>
                <a:gd name="T6" fmla="*/ 26 w 27"/>
                <a:gd name="T7" fmla="*/ 4 h 9"/>
                <a:gd name="T8" fmla="*/ 11 w 27"/>
                <a:gd name="T9" fmla="*/ 0 h 9"/>
              </a:gdLst>
              <a:ahLst/>
              <a:cxnLst>
                <a:cxn ang="0">
                  <a:pos x="T0" y="T1"/>
                </a:cxn>
                <a:cxn ang="0">
                  <a:pos x="T2" y="T3"/>
                </a:cxn>
                <a:cxn ang="0">
                  <a:pos x="T4" y="T5"/>
                </a:cxn>
                <a:cxn ang="0">
                  <a:pos x="T6" y="T7"/>
                </a:cxn>
                <a:cxn ang="0">
                  <a:pos x="T8" y="T9"/>
                </a:cxn>
              </a:cxnLst>
              <a:rect l="0" t="0" r="r" b="b"/>
              <a:pathLst>
                <a:path w="27" h="9">
                  <a:moveTo>
                    <a:pt x="11" y="0"/>
                  </a:moveTo>
                  <a:cubicBezTo>
                    <a:pt x="4" y="1"/>
                    <a:pt x="0" y="3"/>
                    <a:pt x="1" y="5"/>
                  </a:cubicBezTo>
                  <a:cubicBezTo>
                    <a:pt x="2" y="7"/>
                    <a:pt x="8" y="9"/>
                    <a:pt x="15" y="8"/>
                  </a:cubicBezTo>
                  <a:cubicBezTo>
                    <a:pt x="22" y="8"/>
                    <a:pt x="27" y="6"/>
                    <a:pt x="26" y="4"/>
                  </a:cubicBezTo>
                  <a:cubicBezTo>
                    <a:pt x="25" y="2"/>
                    <a:pt x="18"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22" name="Freeform 1422"/>
            <p:cNvSpPr/>
            <p:nvPr/>
          </p:nvSpPr>
          <p:spPr bwMode="auto">
            <a:xfrm>
              <a:off x="3157842" y="11604403"/>
              <a:ext cx="73025" cy="25400"/>
            </a:xfrm>
            <a:custGeom>
              <a:avLst/>
              <a:gdLst>
                <a:gd name="T0" fmla="*/ 11 w 27"/>
                <a:gd name="T1" fmla="*/ 0 h 9"/>
                <a:gd name="T2" fmla="*/ 1 w 27"/>
                <a:gd name="T3" fmla="*/ 4 h 9"/>
                <a:gd name="T4" fmla="*/ 15 w 27"/>
                <a:gd name="T5" fmla="*/ 9 h 9"/>
                <a:gd name="T6" fmla="*/ 26 w 27"/>
                <a:gd name="T7" fmla="*/ 4 h 9"/>
                <a:gd name="T8" fmla="*/ 11 w 27"/>
                <a:gd name="T9" fmla="*/ 0 h 9"/>
              </a:gdLst>
              <a:ahLst/>
              <a:cxnLst>
                <a:cxn ang="0">
                  <a:pos x="T0" y="T1"/>
                </a:cxn>
                <a:cxn ang="0">
                  <a:pos x="T2" y="T3"/>
                </a:cxn>
                <a:cxn ang="0">
                  <a:pos x="T4" y="T5"/>
                </a:cxn>
                <a:cxn ang="0">
                  <a:pos x="T6" y="T7"/>
                </a:cxn>
                <a:cxn ang="0">
                  <a:pos x="T8" y="T9"/>
                </a:cxn>
              </a:cxnLst>
              <a:rect l="0" t="0" r="r" b="b"/>
              <a:pathLst>
                <a:path w="27" h="9">
                  <a:moveTo>
                    <a:pt x="11" y="0"/>
                  </a:moveTo>
                  <a:cubicBezTo>
                    <a:pt x="5" y="0"/>
                    <a:pt x="0" y="2"/>
                    <a:pt x="1" y="4"/>
                  </a:cubicBezTo>
                  <a:cubicBezTo>
                    <a:pt x="1" y="7"/>
                    <a:pt x="7" y="9"/>
                    <a:pt x="15" y="9"/>
                  </a:cubicBezTo>
                  <a:cubicBezTo>
                    <a:pt x="22" y="9"/>
                    <a:pt x="27" y="6"/>
                    <a:pt x="26" y="4"/>
                  </a:cubicBezTo>
                  <a:cubicBezTo>
                    <a:pt x="25" y="2"/>
                    <a:pt x="18"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23" name="Freeform 1423"/>
            <p:cNvSpPr/>
            <p:nvPr/>
          </p:nvSpPr>
          <p:spPr bwMode="auto">
            <a:xfrm>
              <a:off x="2946704" y="11602815"/>
              <a:ext cx="66675" cy="28575"/>
            </a:xfrm>
            <a:custGeom>
              <a:avLst/>
              <a:gdLst>
                <a:gd name="T0" fmla="*/ 11 w 25"/>
                <a:gd name="T1" fmla="*/ 0 h 11"/>
                <a:gd name="T2" fmla="*/ 0 w 25"/>
                <a:gd name="T3" fmla="*/ 5 h 11"/>
                <a:gd name="T4" fmla="*/ 12 w 25"/>
                <a:gd name="T5" fmla="*/ 11 h 11"/>
                <a:gd name="T6" fmla="*/ 25 w 25"/>
                <a:gd name="T7" fmla="*/ 6 h 11"/>
                <a:gd name="T8" fmla="*/ 11 w 25"/>
                <a:gd name="T9" fmla="*/ 0 h 11"/>
              </a:gdLst>
              <a:ahLst/>
              <a:cxnLst>
                <a:cxn ang="0">
                  <a:pos x="T0" y="T1"/>
                </a:cxn>
                <a:cxn ang="0">
                  <a:pos x="T2" y="T3"/>
                </a:cxn>
                <a:cxn ang="0">
                  <a:pos x="T4" y="T5"/>
                </a:cxn>
                <a:cxn ang="0">
                  <a:pos x="T6" y="T7"/>
                </a:cxn>
                <a:cxn ang="0">
                  <a:pos x="T8" y="T9"/>
                </a:cxn>
              </a:cxnLst>
              <a:rect l="0" t="0" r="r" b="b"/>
              <a:pathLst>
                <a:path w="25" h="11">
                  <a:moveTo>
                    <a:pt x="11" y="0"/>
                  </a:moveTo>
                  <a:cubicBezTo>
                    <a:pt x="5" y="0"/>
                    <a:pt x="0" y="2"/>
                    <a:pt x="0" y="5"/>
                  </a:cubicBezTo>
                  <a:cubicBezTo>
                    <a:pt x="0" y="8"/>
                    <a:pt x="5" y="11"/>
                    <a:pt x="12" y="11"/>
                  </a:cubicBezTo>
                  <a:cubicBezTo>
                    <a:pt x="20" y="11"/>
                    <a:pt x="25" y="9"/>
                    <a:pt x="25" y="6"/>
                  </a:cubicBezTo>
                  <a:cubicBezTo>
                    <a:pt x="25" y="3"/>
                    <a:pt x="18"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24" name="Freeform 1424"/>
            <p:cNvSpPr/>
            <p:nvPr/>
          </p:nvSpPr>
          <p:spPr bwMode="auto">
            <a:xfrm>
              <a:off x="2729217" y="11599640"/>
              <a:ext cx="73025" cy="31750"/>
            </a:xfrm>
            <a:custGeom>
              <a:avLst/>
              <a:gdLst>
                <a:gd name="T0" fmla="*/ 1 w 27"/>
                <a:gd name="T1" fmla="*/ 6 h 12"/>
                <a:gd name="T2" fmla="*/ 14 w 27"/>
                <a:gd name="T3" fmla="*/ 12 h 12"/>
                <a:gd name="T4" fmla="*/ 26 w 27"/>
                <a:gd name="T5" fmla="*/ 6 h 12"/>
                <a:gd name="T6" fmla="*/ 12 w 27"/>
                <a:gd name="T7" fmla="*/ 0 h 12"/>
                <a:gd name="T8" fmla="*/ 1 w 27"/>
                <a:gd name="T9" fmla="*/ 6 h 12"/>
              </a:gdLst>
              <a:ahLst/>
              <a:cxnLst>
                <a:cxn ang="0">
                  <a:pos x="T0" y="T1"/>
                </a:cxn>
                <a:cxn ang="0">
                  <a:pos x="T2" y="T3"/>
                </a:cxn>
                <a:cxn ang="0">
                  <a:pos x="T4" y="T5"/>
                </a:cxn>
                <a:cxn ang="0">
                  <a:pos x="T6" y="T7"/>
                </a:cxn>
                <a:cxn ang="0">
                  <a:pos x="T8" y="T9"/>
                </a:cxn>
              </a:cxnLst>
              <a:rect l="0" t="0" r="r" b="b"/>
              <a:pathLst>
                <a:path w="27" h="12">
                  <a:moveTo>
                    <a:pt x="1" y="6"/>
                  </a:moveTo>
                  <a:cubicBezTo>
                    <a:pt x="2" y="9"/>
                    <a:pt x="7" y="12"/>
                    <a:pt x="14" y="12"/>
                  </a:cubicBezTo>
                  <a:cubicBezTo>
                    <a:pt x="21" y="12"/>
                    <a:pt x="27" y="10"/>
                    <a:pt x="26" y="6"/>
                  </a:cubicBezTo>
                  <a:cubicBezTo>
                    <a:pt x="25" y="3"/>
                    <a:pt x="19" y="0"/>
                    <a:pt x="12" y="0"/>
                  </a:cubicBezTo>
                  <a:cubicBezTo>
                    <a:pt x="5" y="0"/>
                    <a:pt x="0" y="2"/>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25" name="Freeform 1425"/>
            <p:cNvSpPr/>
            <p:nvPr/>
          </p:nvSpPr>
          <p:spPr bwMode="auto">
            <a:xfrm>
              <a:off x="2514904" y="11593290"/>
              <a:ext cx="73025" cy="41275"/>
            </a:xfrm>
            <a:custGeom>
              <a:avLst/>
              <a:gdLst>
                <a:gd name="T0" fmla="*/ 12 w 27"/>
                <a:gd name="T1" fmla="*/ 0 h 15"/>
                <a:gd name="T2" fmla="*/ 1 w 27"/>
                <a:gd name="T3" fmla="*/ 8 h 15"/>
                <a:gd name="T4" fmla="*/ 14 w 27"/>
                <a:gd name="T5" fmla="*/ 15 h 15"/>
                <a:gd name="T6" fmla="*/ 26 w 27"/>
                <a:gd name="T7" fmla="*/ 8 h 15"/>
                <a:gd name="T8" fmla="*/ 12 w 27"/>
                <a:gd name="T9" fmla="*/ 0 h 15"/>
              </a:gdLst>
              <a:ahLst/>
              <a:cxnLst>
                <a:cxn ang="0">
                  <a:pos x="T0" y="T1"/>
                </a:cxn>
                <a:cxn ang="0">
                  <a:pos x="T2" y="T3"/>
                </a:cxn>
                <a:cxn ang="0">
                  <a:pos x="T4" y="T5"/>
                </a:cxn>
                <a:cxn ang="0">
                  <a:pos x="T6" y="T7"/>
                </a:cxn>
                <a:cxn ang="0">
                  <a:pos x="T8" y="T9"/>
                </a:cxn>
              </a:cxnLst>
              <a:rect l="0" t="0" r="r" b="b"/>
              <a:pathLst>
                <a:path w="27" h="15">
                  <a:moveTo>
                    <a:pt x="12" y="0"/>
                  </a:moveTo>
                  <a:cubicBezTo>
                    <a:pt x="5" y="0"/>
                    <a:pt x="0" y="4"/>
                    <a:pt x="1" y="8"/>
                  </a:cubicBezTo>
                  <a:cubicBezTo>
                    <a:pt x="2" y="12"/>
                    <a:pt x="8" y="15"/>
                    <a:pt x="14" y="15"/>
                  </a:cubicBezTo>
                  <a:cubicBezTo>
                    <a:pt x="21" y="15"/>
                    <a:pt x="27" y="11"/>
                    <a:pt x="26" y="8"/>
                  </a:cubicBezTo>
                  <a:cubicBezTo>
                    <a:pt x="25" y="4"/>
                    <a:pt x="18"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26" name="Freeform 1426"/>
            <p:cNvSpPr/>
            <p:nvPr/>
          </p:nvSpPr>
          <p:spPr bwMode="auto">
            <a:xfrm>
              <a:off x="2300592" y="11593290"/>
              <a:ext cx="73025" cy="44450"/>
            </a:xfrm>
            <a:custGeom>
              <a:avLst/>
              <a:gdLst>
                <a:gd name="T0" fmla="*/ 12 w 27"/>
                <a:gd name="T1" fmla="*/ 0 h 16"/>
                <a:gd name="T2" fmla="*/ 1 w 27"/>
                <a:gd name="T3" fmla="*/ 9 h 16"/>
                <a:gd name="T4" fmla="*/ 14 w 27"/>
                <a:gd name="T5" fmla="*/ 16 h 16"/>
                <a:gd name="T6" fmla="*/ 26 w 27"/>
                <a:gd name="T7" fmla="*/ 8 h 16"/>
                <a:gd name="T8" fmla="*/ 12 w 27"/>
                <a:gd name="T9" fmla="*/ 0 h 16"/>
              </a:gdLst>
              <a:ahLst/>
              <a:cxnLst>
                <a:cxn ang="0">
                  <a:pos x="T0" y="T1"/>
                </a:cxn>
                <a:cxn ang="0">
                  <a:pos x="T2" y="T3"/>
                </a:cxn>
                <a:cxn ang="0">
                  <a:pos x="T4" y="T5"/>
                </a:cxn>
                <a:cxn ang="0">
                  <a:pos x="T6" y="T7"/>
                </a:cxn>
                <a:cxn ang="0">
                  <a:pos x="T8" y="T9"/>
                </a:cxn>
              </a:cxnLst>
              <a:rect l="0" t="0" r="r" b="b"/>
              <a:pathLst>
                <a:path w="27" h="16">
                  <a:moveTo>
                    <a:pt x="12" y="0"/>
                  </a:moveTo>
                  <a:cubicBezTo>
                    <a:pt x="5" y="0"/>
                    <a:pt x="0" y="4"/>
                    <a:pt x="1" y="9"/>
                  </a:cubicBezTo>
                  <a:cubicBezTo>
                    <a:pt x="2" y="13"/>
                    <a:pt x="8" y="16"/>
                    <a:pt x="14" y="16"/>
                  </a:cubicBezTo>
                  <a:cubicBezTo>
                    <a:pt x="21" y="16"/>
                    <a:pt x="27" y="12"/>
                    <a:pt x="26" y="8"/>
                  </a:cubicBezTo>
                  <a:cubicBezTo>
                    <a:pt x="25" y="4"/>
                    <a:pt x="18"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27" name="Freeform 1427"/>
            <p:cNvSpPr/>
            <p:nvPr/>
          </p:nvSpPr>
          <p:spPr bwMode="auto">
            <a:xfrm>
              <a:off x="2087867" y="11596465"/>
              <a:ext cx="71438" cy="49213"/>
            </a:xfrm>
            <a:custGeom>
              <a:avLst/>
              <a:gdLst>
                <a:gd name="T0" fmla="*/ 11 w 26"/>
                <a:gd name="T1" fmla="*/ 0 h 18"/>
                <a:gd name="T2" fmla="*/ 0 w 26"/>
                <a:gd name="T3" fmla="*/ 8 h 18"/>
                <a:gd name="T4" fmla="*/ 13 w 26"/>
                <a:gd name="T5" fmla="*/ 17 h 18"/>
                <a:gd name="T6" fmla="*/ 25 w 26"/>
                <a:gd name="T7" fmla="*/ 9 h 18"/>
                <a:gd name="T8" fmla="*/ 11 w 26"/>
                <a:gd name="T9" fmla="*/ 0 h 18"/>
              </a:gdLst>
              <a:ahLst/>
              <a:cxnLst>
                <a:cxn ang="0">
                  <a:pos x="T0" y="T1"/>
                </a:cxn>
                <a:cxn ang="0">
                  <a:pos x="T2" y="T3"/>
                </a:cxn>
                <a:cxn ang="0">
                  <a:pos x="T4" y="T5"/>
                </a:cxn>
                <a:cxn ang="0">
                  <a:pos x="T6" y="T7"/>
                </a:cxn>
                <a:cxn ang="0">
                  <a:pos x="T8" y="T9"/>
                </a:cxn>
              </a:cxnLst>
              <a:rect l="0" t="0" r="r" b="b"/>
              <a:pathLst>
                <a:path w="26" h="18">
                  <a:moveTo>
                    <a:pt x="11" y="0"/>
                  </a:moveTo>
                  <a:cubicBezTo>
                    <a:pt x="5" y="0"/>
                    <a:pt x="0" y="4"/>
                    <a:pt x="0" y="8"/>
                  </a:cubicBezTo>
                  <a:cubicBezTo>
                    <a:pt x="0" y="14"/>
                    <a:pt x="6" y="18"/>
                    <a:pt x="13" y="17"/>
                  </a:cubicBezTo>
                  <a:cubicBezTo>
                    <a:pt x="20" y="17"/>
                    <a:pt x="26" y="13"/>
                    <a:pt x="25" y="9"/>
                  </a:cubicBezTo>
                  <a:cubicBezTo>
                    <a:pt x="25" y="4"/>
                    <a:pt x="18"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28" name="Freeform 1428"/>
            <p:cNvSpPr/>
            <p:nvPr/>
          </p:nvSpPr>
          <p:spPr bwMode="auto">
            <a:xfrm>
              <a:off x="1871967" y="11604403"/>
              <a:ext cx="73025" cy="53975"/>
            </a:xfrm>
            <a:custGeom>
              <a:avLst/>
              <a:gdLst>
                <a:gd name="T0" fmla="*/ 11 w 27"/>
                <a:gd name="T1" fmla="*/ 1 h 20"/>
                <a:gd name="T2" fmla="*/ 1 w 27"/>
                <a:gd name="T3" fmla="*/ 11 h 20"/>
                <a:gd name="T4" fmla="*/ 15 w 27"/>
                <a:gd name="T5" fmla="*/ 19 h 20"/>
                <a:gd name="T6" fmla="*/ 26 w 27"/>
                <a:gd name="T7" fmla="*/ 8 h 20"/>
                <a:gd name="T8" fmla="*/ 11 w 27"/>
                <a:gd name="T9" fmla="*/ 1 h 20"/>
              </a:gdLst>
              <a:ahLst/>
              <a:cxnLst>
                <a:cxn ang="0">
                  <a:pos x="T0" y="T1"/>
                </a:cxn>
                <a:cxn ang="0">
                  <a:pos x="T2" y="T3"/>
                </a:cxn>
                <a:cxn ang="0">
                  <a:pos x="T4" y="T5"/>
                </a:cxn>
                <a:cxn ang="0">
                  <a:pos x="T6" y="T7"/>
                </a:cxn>
                <a:cxn ang="0">
                  <a:pos x="T8" y="T9"/>
                </a:cxn>
              </a:cxnLst>
              <a:rect l="0" t="0" r="r" b="b"/>
              <a:pathLst>
                <a:path w="27" h="20">
                  <a:moveTo>
                    <a:pt x="11" y="1"/>
                  </a:moveTo>
                  <a:cubicBezTo>
                    <a:pt x="5" y="1"/>
                    <a:pt x="0" y="6"/>
                    <a:pt x="1" y="11"/>
                  </a:cubicBezTo>
                  <a:cubicBezTo>
                    <a:pt x="2" y="16"/>
                    <a:pt x="8" y="20"/>
                    <a:pt x="15" y="19"/>
                  </a:cubicBezTo>
                  <a:cubicBezTo>
                    <a:pt x="23" y="18"/>
                    <a:pt x="27" y="14"/>
                    <a:pt x="26" y="8"/>
                  </a:cubicBezTo>
                  <a:cubicBezTo>
                    <a:pt x="25" y="3"/>
                    <a:pt x="18"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29" name="Freeform 1429"/>
            <p:cNvSpPr/>
            <p:nvPr/>
          </p:nvSpPr>
          <p:spPr bwMode="auto">
            <a:xfrm>
              <a:off x="1657654" y="11620278"/>
              <a:ext cx="73025" cy="55563"/>
            </a:xfrm>
            <a:custGeom>
              <a:avLst/>
              <a:gdLst>
                <a:gd name="T0" fmla="*/ 12 w 27"/>
                <a:gd name="T1" fmla="*/ 0 h 20"/>
                <a:gd name="T2" fmla="*/ 2 w 27"/>
                <a:gd name="T3" fmla="*/ 12 h 20"/>
                <a:gd name="T4" fmla="*/ 15 w 27"/>
                <a:gd name="T5" fmla="*/ 20 h 20"/>
                <a:gd name="T6" fmla="*/ 27 w 27"/>
                <a:gd name="T7" fmla="*/ 9 h 20"/>
                <a:gd name="T8" fmla="*/ 12 w 27"/>
                <a:gd name="T9" fmla="*/ 0 h 20"/>
              </a:gdLst>
              <a:ahLst/>
              <a:cxnLst>
                <a:cxn ang="0">
                  <a:pos x="T0" y="T1"/>
                </a:cxn>
                <a:cxn ang="0">
                  <a:pos x="T2" y="T3"/>
                </a:cxn>
                <a:cxn ang="0">
                  <a:pos x="T4" y="T5"/>
                </a:cxn>
                <a:cxn ang="0">
                  <a:pos x="T6" y="T7"/>
                </a:cxn>
                <a:cxn ang="0">
                  <a:pos x="T8" y="T9"/>
                </a:cxn>
              </a:cxnLst>
              <a:rect l="0" t="0" r="r" b="b"/>
              <a:pathLst>
                <a:path w="27" h="20">
                  <a:moveTo>
                    <a:pt x="12" y="0"/>
                  </a:moveTo>
                  <a:cubicBezTo>
                    <a:pt x="5" y="1"/>
                    <a:pt x="0" y="6"/>
                    <a:pt x="2" y="12"/>
                  </a:cubicBezTo>
                  <a:cubicBezTo>
                    <a:pt x="2" y="17"/>
                    <a:pt x="8" y="20"/>
                    <a:pt x="15" y="20"/>
                  </a:cubicBezTo>
                  <a:cubicBezTo>
                    <a:pt x="22" y="20"/>
                    <a:pt x="27" y="15"/>
                    <a:pt x="27" y="9"/>
                  </a:cubicBezTo>
                  <a:cubicBezTo>
                    <a:pt x="26" y="4"/>
                    <a:pt x="19"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30" name="Freeform 1430"/>
            <p:cNvSpPr/>
            <p:nvPr/>
          </p:nvSpPr>
          <p:spPr bwMode="auto">
            <a:xfrm>
              <a:off x="1444929" y="11642503"/>
              <a:ext cx="73025" cy="60325"/>
            </a:xfrm>
            <a:custGeom>
              <a:avLst/>
              <a:gdLst>
                <a:gd name="T0" fmla="*/ 11 w 27"/>
                <a:gd name="T1" fmla="*/ 2 h 22"/>
                <a:gd name="T2" fmla="*/ 1 w 27"/>
                <a:gd name="T3" fmla="*/ 13 h 22"/>
                <a:gd name="T4" fmla="*/ 15 w 27"/>
                <a:gd name="T5" fmla="*/ 21 h 22"/>
                <a:gd name="T6" fmla="*/ 26 w 27"/>
                <a:gd name="T7" fmla="*/ 10 h 22"/>
                <a:gd name="T8" fmla="*/ 11 w 27"/>
                <a:gd name="T9" fmla="*/ 2 h 22"/>
              </a:gdLst>
              <a:ahLst/>
              <a:cxnLst>
                <a:cxn ang="0">
                  <a:pos x="T0" y="T1"/>
                </a:cxn>
                <a:cxn ang="0">
                  <a:pos x="T2" y="T3"/>
                </a:cxn>
                <a:cxn ang="0">
                  <a:pos x="T4" y="T5"/>
                </a:cxn>
                <a:cxn ang="0">
                  <a:pos x="T6" y="T7"/>
                </a:cxn>
                <a:cxn ang="0">
                  <a:pos x="T8" y="T9"/>
                </a:cxn>
              </a:cxnLst>
              <a:rect l="0" t="0" r="r" b="b"/>
              <a:pathLst>
                <a:path w="27" h="22">
                  <a:moveTo>
                    <a:pt x="11" y="2"/>
                  </a:moveTo>
                  <a:cubicBezTo>
                    <a:pt x="5" y="3"/>
                    <a:pt x="0" y="8"/>
                    <a:pt x="1" y="13"/>
                  </a:cubicBezTo>
                  <a:cubicBezTo>
                    <a:pt x="1" y="19"/>
                    <a:pt x="7" y="22"/>
                    <a:pt x="15" y="21"/>
                  </a:cubicBezTo>
                  <a:cubicBezTo>
                    <a:pt x="22" y="21"/>
                    <a:pt x="27" y="15"/>
                    <a:pt x="26" y="10"/>
                  </a:cubicBezTo>
                  <a:cubicBezTo>
                    <a:pt x="25" y="4"/>
                    <a:pt x="18"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31" name="Freeform 1431"/>
            <p:cNvSpPr/>
            <p:nvPr/>
          </p:nvSpPr>
          <p:spPr bwMode="auto">
            <a:xfrm>
              <a:off x="1230617" y="11677428"/>
              <a:ext cx="73025" cy="60325"/>
            </a:xfrm>
            <a:custGeom>
              <a:avLst/>
              <a:gdLst>
                <a:gd name="T0" fmla="*/ 12 w 27"/>
                <a:gd name="T1" fmla="*/ 1 h 22"/>
                <a:gd name="T2" fmla="*/ 2 w 27"/>
                <a:gd name="T3" fmla="*/ 14 h 22"/>
                <a:gd name="T4" fmla="*/ 15 w 27"/>
                <a:gd name="T5" fmla="*/ 21 h 22"/>
                <a:gd name="T6" fmla="*/ 26 w 27"/>
                <a:gd name="T7" fmla="*/ 9 h 22"/>
                <a:gd name="T8" fmla="*/ 12 w 27"/>
                <a:gd name="T9" fmla="*/ 1 h 22"/>
              </a:gdLst>
              <a:ahLst/>
              <a:cxnLst>
                <a:cxn ang="0">
                  <a:pos x="T0" y="T1"/>
                </a:cxn>
                <a:cxn ang="0">
                  <a:pos x="T2" y="T3"/>
                </a:cxn>
                <a:cxn ang="0">
                  <a:pos x="T4" y="T5"/>
                </a:cxn>
                <a:cxn ang="0">
                  <a:pos x="T6" y="T7"/>
                </a:cxn>
                <a:cxn ang="0">
                  <a:pos x="T8" y="T9"/>
                </a:cxn>
              </a:cxnLst>
              <a:rect l="0" t="0" r="r" b="b"/>
              <a:pathLst>
                <a:path w="27" h="22">
                  <a:moveTo>
                    <a:pt x="12" y="1"/>
                  </a:moveTo>
                  <a:cubicBezTo>
                    <a:pt x="5" y="3"/>
                    <a:pt x="0" y="8"/>
                    <a:pt x="2" y="14"/>
                  </a:cubicBezTo>
                  <a:cubicBezTo>
                    <a:pt x="3" y="19"/>
                    <a:pt x="8" y="22"/>
                    <a:pt x="15" y="21"/>
                  </a:cubicBezTo>
                  <a:cubicBezTo>
                    <a:pt x="22" y="20"/>
                    <a:pt x="27" y="14"/>
                    <a:pt x="26" y="9"/>
                  </a:cubicBezTo>
                  <a:cubicBezTo>
                    <a:pt x="26" y="3"/>
                    <a:pt x="19"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32" name="Freeform 1432"/>
            <p:cNvSpPr/>
            <p:nvPr/>
          </p:nvSpPr>
          <p:spPr bwMode="auto">
            <a:xfrm>
              <a:off x="1019479" y="11721878"/>
              <a:ext cx="73025" cy="57150"/>
            </a:xfrm>
            <a:custGeom>
              <a:avLst/>
              <a:gdLst>
                <a:gd name="T0" fmla="*/ 12 w 27"/>
                <a:gd name="T1" fmla="*/ 1 h 21"/>
                <a:gd name="T2" fmla="*/ 1 w 27"/>
                <a:gd name="T3" fmla="*/ 14 h 21"/>
                <a:gd name="T4" fmla="*/ 15 w 27"/>
                <a:gd name="T5" fmla="*/ 20 h 21"/>
                <a:gd name="T6" fmla="*/ 26 w 27"/>
                <a:gd name="T7" fmla="*/ 8 h 21"/>
                <a:gd name="T8" fmla="*/ 12 w 27"/>
                <a:gd name="T9" fmla="*/ 1 h 21"/>
              </a:gdLst>
              <a:ahLst/>
              <a:cxnLst>
                <a:cxn ang="0">
                  <a:pos x="T0" y="T1"/>
                </a:cxn>
                <a:cxn ang="0">
                  <a:pos x="T2" y="T3"/>
                </a:cxn>
                <a:cxn ang="0">
                  <a:pos x="T4" y="T5"/>
                </a:cxn>
                <a:cxn ang="0">
                  <a:pos x="T6" y="T7"/>
                </a:cxn>
                <a:cxn ang="0">
                  <a:pos x="T8" y="T9"/>
                </a:cxn>
              </a:cxnLst>
              <a:rect l="0" t="0" r="r" b="b"/>
              <a:pathLst>
                <a:path w="27" h="21">
                  <a:moveTo>
                    <a:pt x="12" y="1"/>
                  </a:moveTo>
                  <a:cubicBezTo>
                    <a:pt x="5" y="3"/>
                    <a:pt x="0" y="9"/>
                    <a:pt x="1" y="14"/>
                  </a:cubicBezTo>
                  <a:cubicBezTo>
                    <a:pt x="2" y="19"/>
                    <a:pt x="8" y="21"/>
                    <a:pt x="15" y="20"/>
                  </a:cubicBezTo>
                  <a:cubicBezTo>
                    <a:pt x="22" y="19"/>
                    <a:pt x="27" y="13"/>
                    <a:pt x="26" y="8"/>
                  </a:cubicBezTo>
                  <a:cubicBezTo>
                    <a:pt x="25" y="3"/>
                    <a:pt x="18"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33" name="Freeform 1433"/>
            <p:cNvSpPr/>
            <p:nvPr/>
          </p:nvSpPr>
          <p:spPr bwMode="auto">
            <a:xfrm>
              <a:off x="806754" y="11764740"/>
              <a:ext cx="74613" cy="53975"/>
            </a:xfrm>
            <a:custGeom>
              <a:avLst/>
              <a:gdLst>
                <a:gd name="T0" fmla="*/ 11 w 27"/>
                <a:gd name="T1" fmla="*/ 1 h 20"/>
                <a:gd name="T2" fmla="*/ 1 w 27"/>
                <a:gd name="T3" fmla="*/ 13 h 20"/>
                <a:gd name="T4" fmla="*/ 16 w 27"/>
                <a:gd name="T5" fmla="*/ 19 h 20"/>
                <a:gd name="T6" fmla="*/ 26 w 27"/>
                <a:gd name="T7" fmla="*/ 8 h 20"/>
                <a:gd name="T8" fmla="*/ 11 w 27"/>
                <a:gd name="T9" fmla="*/ 1 h 20"/>
              </a:gdLst>
              <a:ahLst/>
              <a:cxnLst>
                <a:cxn ang="0">
                  <a:pos x="T0" y="T1"/>
                </a:cxn>
                <a:cxn ang="0">
                  <a:pos x="T2" y="T3"/>
                </a:cxn>
                <a:cxn ang="0">
                  <a:pos x="T4" y="T5"/>
                </a:cxn>
                <a:cxn ang="0">
                  <a:pos x="T6" y="T7"/>
                </a:cxn>
                <a:cxn ang="0">
                  <a:pos x="T8" y="T9"/>
                </a:cxn>
              </a:cxnLst>
              <a:rect l="0" t="0" r="r" b="b"/>
              <a:pathLst>
                <a:path w="27" h="20">
                  <a:moveTo>
                    <a:pt x="11" y="1"/>
                  </a:moveTo>
                  <a:cubicBezTo>
                    <a:pt x="4" y="3"/>
                    <a:pt x="0" y="8"/>
                    <a:pt x="1" y="13"/>
                  </a:cubicBezTo>
                  <a:cubicBezTo>
                    <a:pt x="2" y="18"/>
                    <a:pt x="9" y="20"/>
                    <a:pt x="16" y="19"/>
                  </a:cubicBezTo>
                  <a:cubicBezTo>
                    <a:pt x="22" y="17"/>
                    <a:pt x="27" y="13"/>
                    <a:pt x="26" y="8"/>
                  </a:cubicBezTo>
                  <a:cubicBezTo>
                    <a:pt x="25" y="3"/>
                    <a:pt x="18"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34" name="Freeform 1434"/>
            <p:cNvSpPr/>
            <p:nvPr/>
          </p:nvSpPr>
          <p:spPr bwMode="auto">
            <a:xfrm>
              <a:off x="592442" y="11802840"/>
              <a:ext cx="74613" cy="52388"/>
            </a:xfrm>
            <a:custGeom>
              <a:avLst/>
              <a:gdLst>
                <a:gd name="T0" fmla="*/ 11 w 27"/>
                <a:gd name="T1" fmla="*/ 1 h 19"/>
                <a:gd name="T2" fmla="*/ 2 w 27"/>
                <a:gd name="T3" fmla="*/ 12 h 19"/>
                <a:gd name="T4" fmla="*/ 15 w 27"/>
                <a:gd name="T5" fmla="*/ 17 h 19"/>
                <a:gd name="T6" fmla="*/ 26 w 27"/>
                <a:gd name="T7" fmla="*/ 7 h 19"/>
                <a:gd name="T8" fmla="*/ 11 w 27"/>
                <a:gd name="T9" fmla="*/ 1 h 19"/>
              </a:gdLst>
              <a:ahLst/>
              <a:cxnLst>
                <a:cxn ang="0">
                  <a:pos x="T0" y="T1"/>
                </a:cxn>
                <a:cxn ang="0">
                  <a:pos x="T2" y="T3"/>
                </a:cxn>
                <a:cxn ang="0">
                  <a:pos x="T4" y="T5"/>
                </a:cxn>
                <a:cxn ang="0">
                  <a:pos x="T6" y="T7"/>
                </a:cxn>
                <a:cxn ang="0">
                  <a:pos x="T8" y="T9"/>
                </a:cxn>
              </a:cxnLst>
              <a:rect l="0" t="0" r="r" b="b"/>
              <a:pathLst>
                <a:path w="27" h="19">
                  <a:moveTo>
                    <a:pt x="11" y="1"/>
                  </a:moveTo>
                  <a:cubicBezTo>
                    <a:pt x="5" y="3"/>
                    <a:pt x="0" y="8"/>
                    <a:pt x="2" y="12"/>
                  </a:cubicBezTo>
                  <a:cubicBezTo>
                    <a:pt x="3" y="17"/>
                    <a:pt x="9" y="19"/>
                    <a:pt x="15" y="17"/>
                  </a:cubicBezTo>
                  <a:cubicBezTo>
                    <a:pt x="22" y="16"/>
                    <a:pt x="27" y="11"/>
                    <a:pt x="26" y="7"/>
                  </a:cubicBezTo>
                  <a:cubicBezTo>
                    <a:pt x="25" y="2"/>
                    <a:pt x="18"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35" name="Freeform 1435"/>
            <p:cNvSpPr/>
            <p:nvPr/>
          </p:nvSpPr>
          <p:spPr bwMode="auto">
            <a:xfrm>
              <a:off x="381304" y="11844115"/>
              <a:ext cx="73025" cy="46038"/>
            </a:xfrm>
            <a:custGeom>
              <a:avLst/>
              <a:gdLst>
                <a:gd name="T0" fmla="*/ 11 w 27"/>
                <a:gd name="T1" fmla="*/ 2 h 17"/>
                <a:gd name="T2" fmla="*/ 1 w 27"/>
                <a:gd name="T3" fmla="*/ 12 h 17"/>
                <a:gd name="T4" fmla="*/ 15 w 27"/>
                <a:gd name="T5" fmla="*/ 16 h 17"/>
                <a:gd name="T6" fmla="*/ 26 w 27"/>
                <a:gd name="T7" fmla="*/ 6 h 17"/>
                <a:gd name="T8" fmla="*/ 11 w 27"/>
                <a:gd name="T9" fmla="*/ 2 h 17"/>
              </a:gdLst>
              <a:ahLst/>
              <a:cxnLst>
                <a:cxn ang="0">
                  <a:pos x="T0" y="T1"/>
                </a:cxn>
                <a:cxn ang="0">
                  <a:pos x="T2" y="T3"/>
                </a:cxn>
                <a:cxn ang="0">
                  <a:pos x="T4" y="T5"/>
                </a:cxn>
                <a:cxn ang="0">
                  <a:pos x="T6" y="T7"/>
                </a:cxn>
                <a:cxn ang="0">
                  <a:pos x="T8" y="T9"/>
                </a:cxn>
              </a:cxnLst>
              <a:rect l="0" t="0" r="r" b="b"/>
              <a:pathLst>
                <a:path w="27" h="17">
                  <a:moveTo>
                    <a:pt x="11" y="2"/>
                  </a:moveTo>
                  <a:cubicBezTo>
                    <a:pt x="4" y="4"/>
                    <a:pt x="0" y="8"/>
                    <a:pt x="1" y="12"/>
                  </a:cubicBezTo>
                  <a:cubicBezTo>
                    <a:pt x="2" y="15"/>
                    <a:pt x="8" y="17"/>
                    <a:pt x="15" y="16"/>
                  </a:cubicBezTo>
                  <a:cubicBezTo>
                    <a:pt x="22" y="15"/>
                    <a:pt x="27" y="10"/>
                    <a:pt x="26" y="6"/>
                  </a:cubicBezTo>
                  <a:cubicBezTo>
                    <a:pt x="25" y="2"/>
                    <a:pt x="18"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36" name="Freeform 1436"/>
            <p:cNvSpPr/>
            <p:nvPr/>
          </p:nvSpPr>
          <p:spPr bwMode="auto">
            <a:xfrm>
              <a:off x="166992" y="11883803"/>
              <a:ext cx="73025" cy="41275"/>
            </a:xfrm>
            <a:custGeom>
              <a:avLst/>
              <a:gdLst>
                <a:gd name="T0" fmla="*/ 15 w 27"/>
                <a:gd name="T1" fmla="*/ 14 h 15"/>
                <a:gd name="T2" fmla="*/ 26 w 27"/>
                <a:gd name="T3" fmla="*/ 5 h 15"/>
                <a:gd name="T4" fmla="*/ 12 w 27"/>
                <a:gd name="T5" fmla="*/ 2 h 15"/>
                <a:gd name="T6" fmla="*/ 2 w 27"/>
                <a:gd name="T7" fmla="*/ 10 h 15"/>
                <a:gd name="T8" fmla="*/ 15 w 27"/>
                <a:gd name="T9" fmla="*/ 14 h 15"/>
              </a:gdLst>
              <a:ahLst/>
              <a:cxnLst>
                <a:cxn ang="0">
                  <a:pos x="T0" y="T1"/>
                </a:cxn>
                <a:cxn ang="0">
                  <a:pos x="T2" y="T3"/>
                </a:cxn>
                <a:cxn ang="0">
                  <a:pos x="T4" y="T5"/>
                </a:cxn>
                <a:cxn ang="0">
                  <a:pos x="T6" y="T7"/>
                </a:cxn>
                <a:cxn ang="0">
                  <a:pos x="T8" y="T9"/>
                </a:cxn>
              </a:cxnLst>
              <a:rect l="0" t="0" r="r" b="b"/>
              <a:pathLst>
                <a:path w="27" h="15">
                  <a:moveTo>
                    <a:pt x="15" y="14"/>
                  </a:moveTo>
                  <a:cubicBezTo>
                    <a:pt x="22" y="13"/>
                    <a:pt x="27" y="9"/>
                    <a:pt x="26" y="5"/>
                  </a:cubicBezTo>
                  <a:cubicBezTo>
                    <a:pt x="25" y="2"/>
                    <a:pt x="18" y="0"/>
                    <a:pt x="12" y="2"/>
                  </a:cubicBezTo>
                  <a:cubicBezTo>
                    <a:pt x="5" y="3"/>
                    <a:pt x="0" y="7"/>
                    <a:pt x="2" y="10"/>
                  </a:cubicBezTo>
                  <a:cubicBezTo>
                    <a:pt x="3" y="14"/>
                    <a:pt x="9" y="15"/>
                    <a:pt x="15"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37" name="Freeform 1437"/>
            <p:cNvSpPr/>
            <p:nvPr/>
          </p:nvSpPr>
          <p:spPr bwMode="auto">
            <a:xfrm>
              <a:off x="-44146" y="11920315"/>
              <a:ext cx="73025" cy="34925"/>
            </a:xfrm>
            <a:custGeom>
              <a:avLst/>
              <a:gdLst>
                <a:gd name="T0" fmla="*/ 15 w 27"/>
                <a:gd name="T1" fmla="*/ 12 h 13"/>
                <a:gd name="T2" fmla="*/ 26 w 27"/>
                <a:gd name="T3" fmla="*/ 4 h 13"/>
                <a:gd name="T4" fmla="*/ 11 w 27"/>
                <a:gd name="T5" fmla="*/ 1 h 13"/>
                <a:gd name="T6" fmla="*/ 1 w 27"/>
                <a:gd name="T7" fmla="*/ 8 h 13"/>
                <a:gd name="T8" fmla="*/ 15 w 27"/>
                <a:gd name="T9" fmla="*/ 12 h 13"/>
              </a:gdLst>
              <a:ahLst/>
              <a:cxnLst>
                <a:cxn ang="0">
                  <a:pos x="T0" y="T1"/>
                </a:cxn>
                <a:cxn ang="0">
                  <a:pos x="T2" y="T3"/>
                </a:cxn>
                <a:cxn ang="0">
                  <a:pos x="T4" y="T5"/>
                </a:cxn>
                <a:cxn ang="0">
                  <a:pos x="T6" y="T7"/>
                </a:cxn>
                <a:cxn ang="0">
                  <a:pos x="T8" y="T9"/>
                </a:cxn>
              </a:cxnLst>
              <a:rect l="0" t="0" r="r" b="b"/>
              <a:pathLst>
                <a:path w="27" h="13">
                  <a:moveTo>
                    <a:pt x="15" y="12"/>
                  </a:moveTo>
                  <a:cubicBezTo>
                    <a:pt x="22" y="11"/>
                    <a:pt x="27" y="7"/>
                    <a:pt x="26" y="4"/>
                  </a:cubicBezTo>
                  <a:cubicBezTo>
                    <a:pt x="25" y="1"/>
                    <a:pt x="18" y="0"/>
                    <a:pt x="11" y="1"/>
                  </a:cubicBezTo>
                  <a:cubicBezTo>
                    <a:pt x="5" y="2"/>
                    <a:pt x="0" y="5"/>
                    <a:pt x="1" y="8"/>
                  </a:cubicBezTo>
                  <a:cubicBezTo>
                    <a:pt x="1" y="11"/>
                    <a:pt x="8" y="13"/>
                    <a:pt x="1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38" name="Freeform 1438"/>
            <p:cNvSpPr/>
            <p:nvPr/>
          </p:nvSpPr>
          <p:spPr bwMode="auto">
            <a:xfrm>
              <a:off x="11650967" y="9015190"/>
              <a:ext cx="66675" cy="84138"/>
            </a:xfrm>
            <a:custGeom>
              <a:avLst/>
              <a:gdLst>
                <a:gd name="T0" fmla="*/ 11 w 25"/>
                <a:gd name="T1" fmla="*/ 14 h 31"/>
                <a:gd name="T2" fmla="*/ 1 w 25"/>
                <a:gd name="T3" fmla="*/ 30 h 31"/>
                <a:gd name="T4" fmla="*/ 13 w 25"/>
                <a:gd name="T5" fmla="*/ 17 h 31"/>
                <a:gd name="T6" fmla="*/ 24 w 25"/>
                <a:gd name="T7" fmla="*/ 1 h 31"/>
                <a:gd name="T8" fmla="*/ 11 w 25"/>
                <a:gd name="T9" fmla="*/ 14 h 31"/>
              </a:gdLst>
              <a:ahLst/>
              <a:cxnLst>
                <a:cxn ang="0">
                  <a:pos x="T0" y="T1"/>
                </a:cxn>
                <a:cxn ang="0">
                  <a:pos x="T2" y="T3"/>
                </a:cxn>
                <a:cxn ang="0">
                  <a:pos x="T4" y="T5"/>
                </a:cxn>
                <a:cxn ang="0">
                  <a:pos x="T6" y="T7"/>
                </a:cxn>
                <a:cxn ang="0">
                  <a:pos x="T8" y="T9"/>
                </a:cxn>
              </a:cxnLst>
              <a:rect l="0" t="0" r="r" b="b"/>
              <a:pathLst>
                <a:path w="25" h="31">
                  <a:moveTo>
                    <a:pt x="11" y="14"/>
                  </a:moveTo>
                  <a:cubicBezTo>
                    <a:pt x="5" y="22"/>
                    <a:pt x="0" y="29"/>
                    <a:pt x="1" y="30"/>
                  </a:cubicBezTo>
                  <a:cubicBezTo>
                    <a:pt x="2" y="31"/>
                    <a:pt x="7" y="25"/>
                    <a:pt x="13" y="17"/>
                  </a:cubicBezTo>
                  <a:cubicBezTo>
                    <a:pt x="20" y="9"/>
                    <a:pt x="25" y="2"/>
                    <a:pt x="24" y="1"/>
                  </a:cubicBezTo>
                  <a:cubicBezTo>
                    <a:pt x="24" y="0"/>
                    <a:pt x="18" y="6"/>
                    <a:pt x="11"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39" name="Freeform 1439"/>
            <p:cNvSpPr/>
            <p:nvPr/>
          </p:nvSpPr>
          <p:spPr bwMode="auto">
            <a:xfrm>
              <a:off x="11455704" y="9272365"/>
              <a:ext cx="66675" cy="92075"/>
            </a:xfrm>
            <a:custGeom>
              <a:avLst/>
              <a:gdLst>
                <a:gd name="T0" fmla="*/ 10 w 25"/>
                <a:gd name="T1" fmla="*/ 13 h 34"/>
                <a:gd name="T2" fmla="*/ 2 w 25"/>
                <a:gd name="T3" fmla="*/ 32 h 34"/>
                <a:gd name="T4" fmla="*/ 15 w 25"/>
                <a:gd name="T5" fmla="*/ 21 h 34"/>
                <a:gd name="T6" fmla="*/ 24 w 25"/>
                <a:gd name="T7" fmla="*/ 1 h 34"/>
                <a:gd name="T8" fmla="*/ 10 w 25"/>
                <a:gd name="T9" fmla="*/ 13 h 34"/>
              </a:gdLst>
              <a:ahLst/>
              <a:cxnLst>
                <a:cxn ang="0">
                  <a:pos x="T0" y="T1"/>
                </a:cxn>
                <a:cxn ang="0">
                  <a:pos x="T2" y="T3"/>
                </a:cxn>
                <a:cxn ang="0">
                  <a:pos x="T4" y="T5"/>
                </a:cxn>
                <a:cxn ang="0">
                  <a:pos x="T6" y="T7"/>
                </a:cxn>
                <a:cxn ang="0">
                  <a:pos x="T8" y="T9"/>
                </a:cxn>
              </a:cxnLst>
              <a:rect l="0" t="0" r="r" b="b"/>
              <a:pathLst>
                <a:path w="25" h="34">
                  <a:moveTo>
                    <a:pt x="10" y="13"/>
                  </a:moveTo>
                  <a:cubicBezTo>
                    <a:pt x="4" y="22"/>
                    <a:pt x="0" y="30"/>
                    <a:pt x="2" y="32"/>
                  </a:cubicBezTo>
                  <a:cubicBezTo>
                    <a:pt x="3" y="34"/>
                    <a:pt x="8" y="30"/>
                    <a:pt x="15" y="21"/>
                  </a:cubicBezTo>
                  <a:cubicBezTo>
                    <a:pt x="21" y="12"/>
                    <a:pt x="25" y="3"/>
                    <a:pt x="24" y="1"/>
                  </a:cubicBezTo>
                  <a:cubicBezTo>
                    <a:pt x="23" y="0"/>
                    <a:pt x="16" y="5"/>
                    <a:pt x="10"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40" name="Freeform 1440"/>
            <p:cNvSpPr/>
            <p:nvPr/>
          </p:nvSpPr>
          <p:spPr bwMode="auto">
            <a:xfrm>
              <a:off x="11257267" y="9500965"/>
              <a:ext cx="69850" cy="73025"/>
            </a:xfrm>
            <a:custGeom>
              <a:avLst/>
              <a:gdLst>
                <a:gd name="T0" fmla="*/ 11 w 26"/>
                <a:gd name="T1" fmla="*/ 6 h 27"/>
                <a:gd name="T2" fmla="*/ 1 w 26"/>
                <a:gd name="T3" fmla="*/ 23 h 27"/>
                <a:gd name="T4" fmla="*/ 14 w 26"/>
                <a:gd name="T5" fmla="*/ 22 h 27"/>
                <a:gd name="T6" fmla="*/ 25 w 26"/>
                <a:gd name="T7" fmla="*/ 4 h 27"/>
                <a:gd name="T8" fmla="*/ 11 w 26"/>
                <a:gd name="T9" fmla="*/ 6 h 27"/>
              </a:gdLst>
              <a:ahLst/>
              <a:cxnLst>
                <a:cxn ang="0">
                  <a:pos x="T0" y="T1"/>
                </a:cxn>
                <a:cxn ang="0">
                  <a:pos x="T2" y="T3"/>
                </a:cxn>
                <a:cxn ang="0">
                  <a:pos x="T4" y="T5"/>
                </a:cxn>
                <a:cxn ang="0">
                  <a:pos x="T6" y="T7"/>
                </a:cxn>
                <a:cxn ang="0">
                  <a:pos x="T8" y="T9"/>
                </a:cxn>
              </a:cxnLst>
              <a:rect l="0" t="0" r="r" b="b"/>
              <a:pathLst>
                <a:path w="26" h="27">
                  <a:moveTo>
                    <a:pt x="11" y="6"/>
                  </a:moveTo>
                  <a:cubicBezTo>
                    <a:pt x="4" y="11"/>
                    <a:pt x="0" y="18"/>
                    <a:pt x="1" y="23"/>
                  </a:cubicBezTo>
                  <a:cubicBezTo>
                    <a:pt x="2" y="27"/>
                    <a:pt x="8" y="27"/>
                    <a:pt x="14" y="22"/>
                  </a:cubicBezTo>
                  <a:cubicBezTo>
                    <a:pt x="21" y="17"/>
                    <a:pt x="26" y="8"/>
                    <a:pt x="25" y="4"/>
                  </a:cubicBezTo>
                  <a:cubicBezTo>
                    <a:pt x="24" y="0"/>
                    <a:pt x="17" y="1"/>
                    <a:pt x="1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41" name="Freeform 1441"/>
            <p:cNvSpPr/>
            <p:nvPr/>
          </p:nvSpPr>
          <p:spPr bwMode="auto">
            <a:xfrm>
              <a:off x="11044542" y="9581928"/>
              <a:ext cx="76200" cy="52388"/>
            </a:xfrm>
            <a:custGeom>
              <a:avLst/>
              <a:gdLst>
                <a:gd name="T0" fmla="*/ 11 w 28"/>
                <a:gd name="T1" fmla="*/ 1 h 19"/>
                <a:gd name="T2" fmla="*/ 1 w 28"/>
                <a:gd name="T3" fmla="*/ 10 h 19"/>
                <a:gd name="T4" fmla="*/ 16 w 28"/>
                <a:gd name="T5" fmla="*/ 19 h 19"/>
                <a:gd name="T6" fmla="*/ 26 w 28"/>
                <a:gd name="T7" fmla="*/ 9 h 19"/>
                <a:gd name="T8" fmla="*/ 11 w 28"/>
                <a:gd name="T9" fmla="*/ 1 h 19"/>
              </a:gdLst>
              <a:ahLst/>
              <a:cxnLst>
                <a:cxn ang="0">
                  <a:pos x="T0" y="T1"/>
                </a:cxn>
                <a:cxn ang="0">
                  <a:pos x="T2" y="T3"/>
                </a:cxn>
                <a:cxn ang="0">
                  <a:pos x="T4" y="T5"/>
                </a:cxn>
                <a:cxn ang="0">
                  <a:pos x="T6" y="T7"/>
                </a:cxn>
                <a:cxn ang="0">
                  <a:pos x="T8" y="T9"/>
                </a:cxn>
              </a:cxnLst>
              <a:rect l="0" t="0" r="r" b="b"/>
              <a:pathLst>
                <a:path w="28" h="19">
                  <a:moveTo>
                    <a:pt x="11" y="1"/>
                  </a:moveTo>
                  <a:cubicBezTo>
                    <a:pt x="4" y="1"/>
                    <a:pt x="0" y="6"/>
                    <a:pt x="1" y="10"/>
                  </a:cubicBezTo>
                  <a:cubicBezTo>
                    <a:pt x="2" y="15"/>
                    <a:pt x="8" y="19"/>
                    <a:pt x="16" y="19"/>
                  </a:cubicBezTo>
                  <a:cubicBezTo>
                    <a:pt x="23" y="18"/>
                    <a:pt x="28" y="14"/>
                    <a:pt x="26" y="9"/>
                  </a:cubicBezTo>
                  <a:cubicBezTo>
                    <a:pt x="25" y="4"/>
                    <a:pt x="17"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42" name="Freeform 1442"/>
            <p:cNvSpPr/>
            <p:nvPr/>
          </p:nvSpPr>
          <p:spPr bwMode="auto">
            <a:xfrm>
              <a:off x="10830229" y="9597803"/>
              <a:ext cx="76200" cy="49213"/>
            </a:xfrm>
            <a:custGeom>
              <a:avLst/>
              <a:gdLst>
                <a:gd name="T0" fmla="*/ 11 w 28"/>
                <a:gd name="T1" fmla="*/ 1 h 18"/>
                <a:gd name="T2" fmla="*/ 1 w 28"/>
                <a:gd name="T3" fmla="*/ 11 h 18"/>
                <a:gd name="T4" fmla="*/ 15 w 28"/>
                <a:gd name="T5" fmla="*/ 18 h 18"/>
                <a:gd name="T6" fmla="*/ 26 w 28"/>
                <a:gd name="T7" fmla="*/ 8 h 18"/>
                <a:gd name="T8" fmla="*/ 11 w 28"/>
                <a:gd name="T9" fmla="*/ 1 h 18"/>
              </a:gdLst>
              <a:ahLst/>
              <a:cxnLst>
                <a:cxn ang="0">
                  <a:pos x="T0" y="T1"/>
                </a:cxn>
                <a:cxn ang="0">
                  <a:pos x="T2" y="T3"/>
                </a:cxn>
                <a:cxn ang="0">
                  <a:pos x="T4" y="T5"/>
                </a:cxn>
                <a:cxn ang="0">
                  <a:pos x="T6" y="T7"/>
                </a:cxn>
                <a:cxn ang="0">
                  <a:pos x="T8" y="T9"/>
                </a:cxn>
              </a:cxnLst>
              <a:rect l="0" t="0" r="r" b="b"/>
              <a:pathLst>
                <a:path w="28" h="18">
                  <a:moveTo>
                    <a:pt x="11" y="1"/>
                  </a:moveTo>
                  <a:cubicBezTo>
                    <a:pt x="4" y="2"/>
                    <a:pt x="0" y="7"/>
                    <a:pt x="1" y="11"/>
                  </a:cubicBezTo>
                  <a:cubicBezTo>
                    <a:pt x="3" y="16"/>
                    <a:pt x="9" y="18"/>
                    <a:pt x="15" y="18"/>
                  </a:cubicBezTo>
                  <a:cubicBezTo>
                    <a:pt x="23" y="17"/>
                    <a:pt x="28" y="13"/>
                    <a:pt x="26" y="8"/>
                  </a:cubicBezTo>
                  <a:cubicBezTo>
                    <a:pt x="25" y="4"/>
                    <a:pt x="18"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43" name="Freeform 1443"/>
            <p:cNvSpPr/>
            <p:nvPr/>
          </p:nvSpPr>
          <p:spPr bwMode="auto">
            <a:xfrm>
              <a:off x="10615917" y="9626378"/>
              <a:ext cx="73025" cy="46038"/>
            </a:xfrm>
            <a:custGeom>
              <a:avLst/>
              <a:gdLst>
                <a:gd name="T0" fmla="*/ 11 w 27"/>
                <a:gd name="T1" fmla="*/ 1 h 17"/>
                <a:gd name="T2" fmla="*/ 1 w 27"/>
                <a:gd name="T3" fmla="*/ 11 h 17"/>
                <a:gd name="T4" fmla="*/ 15 w 27"/>
                <a:gd name="T5" fmla="*/ 16 h 17"/>
                <a:gd name="T6" fmla="*/ 26 w 27"/>
                <a:gd name="T7" fmla="*/ 7 h 17"/>
                <a:gd name="T8" fmla="*/ 11 w 27"/>
                <a:gd name="T9" fmla="*/ 1 h 17"/>
              </a:gdLst>
              <a:ahLst/>
              <a:cxnLst>
                <a:cxn ang="0">
                  <a:pos x="T0" y="T1"/>
                </a:cxn>
                <a:cxn ang="0">
                  <a:pos x="T2" y="T3"/>
                </a:cxn>
                <a:cxn ang="0">
                  <a:pos x="T4" y="T5"/>
                </a:cxn>
                <a:cxn ang="0">
                  <a:pos x="T6" y="T7"/>
                </a:cxn>
                <a:cxn ang="0">
                  <a:pos x="T8" y="T9"/>
                </a:cxn>
              </a:cxnLst>
              <a:rect l="0" t="0" r="r" b="b"/>
              <a:pathLst>
                <a:path w="27" h="17">
                  <a:moveTo>
                    <a:pt x="11" y="1"/>
                  </a:moveTo>
                  <a:cubicBezTo>
                    <a:pt x="4" y="3"/>
                    <a:pt x="0" y="7"/>
                    <a:pt x="1" y="11"/>
                  </a:cubicBezTo>
                  <a:cubicBezTo>
                    <a:pt x="3" y="15"/>
                    <a:pt x="9" y="17"/>
                    <a:pt x="15" y="16"/>
                  </a:cubicBezTo>
                  <a:cubicBezTo>
                    <a:pt x="22" y="15"/>
                    <a:pt x="27" y="11"/>
                    <a:pt x="26" y="7"/>
                  </a:cubicBezTo>
                  <a:cubicBezTo>
                    <a:pt x="25" y="3"/>
                    <a:pt x="18"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44" name="Freeform 1444"/>
            <p:cNvSpPr/>
            <p:nvPr/>
          </p:nvSpPr>
          <p:spPr bwMode="auto">
            <a:xfrm>
              <a:off x="10400017" y="9661303"/>
              <a:ext cx="74613" cy="39688"/>
            </a:xfrm>
            <a:custGeom>
              <a:avLst/>
              <a:gdLst>
                <a:gd name="T0" fmla="*/ 12 w 28"/>
                <a:gd name="T1" fmla="*/ 1 h 15"/>
                <a:gd name="T2" fmla="*/ 2 w 28"/>
                <a:gd name="T3" fmla="*/ 10 h 15"/>
                <a:gd name="T4" fmla="*/ 17 w 28"/>
                <a:gd name="T5" fmla="*/ 14 h 15"/>
                <a:gd name="T6" fmla="*/ 27 w 28"/>
                <a:gd name="T7" fmla="*/ 5 h 15"/>
                <a:gd name="T8" fmla="*/ 12 w 28"/>
                <a:gd name="T9" fmla="*/ 1 h 15"/>
              </a:gdLst>
              <a:ahLst/>
              <a:cxnLst>
                <a:cxn ang="0">
                  <a:pos x="T0" y="T1"/>
                </a:cxn>
                <a:cxn ang="0">
                  <a:pos x="T2" y="T3"/>
                </a:cxn>
                <a:cxn ang="0">
                  <a:pos x="T4" y="T5"/>
                </a:cxn>
                <a:cxn ang="0">
                  <a:pos x="T6" y="T7"/>
                </a:cxn>
                <a:cxn ang="0">
                  <a:pos x="T8" y="T9"/>
                </a:cxn>
              </a:cxnLst>
              <a:rect l="0" t="0" r="r" b="b"/>
              <a:pathLst>
                <a:path w="28" h="15">
                  <a:moveTo>
                    <a:pt x="12" y="1"/>
                  </a:moveTo>
                  <a:cubicBezTo>
                    <a:pt x="5" y="2"/>
                    <a:pt x="0" y="6"/>
                    <a:pt x="2" y="10"/>
                  </a:cubicBezTo>
                  <a:cubicBezTo>
                    <a:pt x="3" y="13"/>
                    <a:pt x="10" y="15"/>
                    <a:pt x="17" y="14"/>
                  </a:cubicBezTo>
                  <a:cubicBezTo>
                    <a:pt x="24" y="12"/>
                    <a:pt x="28" y="8"/>
                    <a:pt x="27" y="5"/>
                  </a:cubicBezTo>
                  <a:cubicBezTo>
                    <a:pt x="26" y="2"/>
                    <a:pt x="18"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45" name="Freeform 1445"/>
            <p:cNvSpPr/>
            <p:nvPr/>
          </p:nvSpPr>
          <p:spPr bwMode="auto">
            <a:xfrm>
              <a:off x="10184117" y="9699403"/>
              <a:ext cx="76200" cy="38100"/>
            </a:xfrm>
            <a:custGeom>
              <a:avLst/>
              <a:gdLst>
                <a:gd name="T0" fmla="*/ 11 w 28"/>
                <a:gd name="T1" fmla="*/ 2 h 14"/>
                <a:gd name="T2" fmla="*/ 1 w 28"/>
                <a:gd name="T3" fmla="*/ 10 h 14"/>
                <a:gd name="T4" fmla="*/ 16 w 28"/>
                <a:gd name="T5" fmla="*/ 13 h 14"/>
                <a:gd name="T6" fmla="*/ 26 w 28"/>
                <a:gd name="T7" fmla="*/ 5 h 14"/>
                <a:gd name="T8" fmla="*/ 11 w 28"/>
                <a:gd name="T9" fmla="*/ 2 h 14"/>
              </a:gdLst>
              <a:ahLst/>
              <a:cxnLst>
                <a:cxn ang="0">
                  <a:pos x="T0" y="T1"/>
                </a:cxn>
                <a:cxn ang="0">
                  <a:pos x="T2" y="T3"/>
                </a:cxn>
                <a:cxn ang="0">
                  <a:pos x="T4" y="T5"/>
                </a:cxn>
                <a:cxn ang="0">
                  <a:pos x="T6" y="T7"/>
                </a:cxn>
                <a:cxn ang="0">
                  <a:pos x="T8" y="T9"/>
                </a:cxn>
              </a:cxnLst>
              <a:rect l="0" t="0" r="r" b="b"/>
              <a:pathLst>
                <a:path w="28" h="14">
                  <a:moveTo>
                    <a:pt x="11" y="2"/>
                  </a:moveTo>
                  <a:cubicBezTo>
                    <a:pt x="5" y="3"/>
                    <a:pt x="0" y="7"/>
                    <a:pt x="1" y="10"/>
                  </a:cubicBezTo>
                  <a:cubicBezTo>
                    <a:pt x="2" y="13"/>
                    <a:pt x="8" y="14"/>
                    <a:pt x="16" y="13"/>
                  </a:cubicBezTo>
                  <a:cubicBezTo>
                    <a:pt x="23" y="11"/>
                    <a:pt x="28" y="8"/>
                    <a:pt x="26" y="5"/>
                  </a:cubicBezTo>
                  <a:cubicBezTo>
                    <a:pt x="25" y="1"/>
                    <a:pt x="18"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46" name="Freeform 1446"/>
            <p:cNvSpPr/>
            <p:nvPr/>
          </p:nvSpPr>
          <p:spPr bwMode="auto">
            <a:xfrm>
              <a:off x="9969804" y="9742265"/>
              <a:ext cx="74613" cy="34925"/>
            </a:xfrm>
            <a:custGeom>
              <a:avLst/>
              <a:gdLst>
                <a:gd name="T0" fmla="*/ 12 w 27"/>
                <a:gd name="T1" fmla="*/ 2 h 13"/>
                <a:gd name="T2" fmla="*/ 1 w 27"/>
                <a:gd name="T3" fmla="*/ 9 h 13"/>
                <a:gd name="T4" fmla="*/ 14 w 27"/>
                <a:gd name="T5" fmla="*/ 12 h 13"/>
                <a:gd name="T6" fmla="*/ 26 w 27"/>
                <a:gd name="T7" fmla="*/ 4 h 13"/>
                <a:gd name="T8" fmla="*/ 12 w 27"/>
                <a:gd name="T9" fmla="*/ 2 h 13"/>
              </a:gdLst>
              <a:ahLst/>
              <a:cxnLst>
                <a:cxn ang="0">
                  <a:pos x="T0" y="T1"/>
                </a:cxn>
                <a:cxn ang="0">
                  <a:pos x="T2" y="T3"/>
                </a:cxn>
                <a:cxn ang="0">
                  <a:pos x="T4" y="T5"/>
                </a:cxn>
                <a:cxn ang="0">
                  <a:pos x="T6" y="T7"/>
                </a:cxn>
                <a:cxn ang="0">
                  <a:pos x="T8" y="T9"/>
                </a:cxn>
              </a:cxnLst>
              <a:rect l="0" t="0" r="r" b="b"/>
              <a:pathLst>
                <a:path w="27" h="13">
                  <a:moveTo>
                    <a:pt x="12" y="2"/>
                  </a:moveTo>
                  <a:cubicBezTo>
                    <a:pt x="5" y="3"/>
                    <a:pt x="0" y="6"/>
                    <a:pt x="1" y="9"/>
                  </a:cubicBezTo>
                  <a:cubicBezTo>
                    <a:pt x="1" y="12"/>
                    <a:pt x="7" y="13"/>
                    <a:pt x="14" y="12"/>
                  </a:cubicBezTo>
                  <a:cubicBezTo>
                    <a:pt x="21" y="10"/>
                    <a:pt x="27" y="7"/>
                    <a:pt x="26" y="4"/>
                  </a:cubicBezTo>
                  <a:cubicBezTo>
                    <a:pt x="25" y="2"/>
                    <a:pt x="18"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47" name="Freeform 1447"/>
            <p:cNvSpPr/>
            <p:nvPr/>
          </p:nvSpPr>
          <p:spPr bwMode="auto">
            <a:xfrm>
              <a:off x="9753904" y="9788303"/>
              <a:ext cx="73025" cy="33338"/>
            </a:xfrm>
            <a:custGeom>
              <a:avLst/>
              <a:gdLst>
                <a:gd name="T0" fmla="*/ 11 w 27"/>
                <a:gd name="T1" fmla="*/ 2 h 12"/>
                <a:gd name="T2" fmla="*/ 1 w 27"/>
                <a:gd name="T3" fmla="*/ 9 h 12"/>
                <a:gd name="T4" fmla="*/ 15 w 27"/>
                <a:gd name="T5" fmla="*/ 10 h 12"/>
                <a:gd name="T6" fmla="*/ 26 w 27"/>
                <a:gd name="T7" fmla="*/ 3 h 12"/>
                <a:gd name="T8" fmla="*/ 11 w 27"/>
                <a:gd name="T9" fmla="*/ 2 h 12"/>
              </a:gdLst>
              <a:ahLst/>
              <a:cxnLst>
                <a:cxn ang="0">
                  <a:pos x="T0" y="T1"/>
                </a:cxn>
                <a:cxn ang="0">
                  <a:pos x="T2" y="T3"/>
                </a:cxn>
                <a:cxn ang="0">
                  <a:pos x="T4" y="T5"/>
                </a:cxn>
                <a:cxn ang="0">
                  <a:pos x="T6" y="T7"/>
                </a:cxn>
                <a:cxn ang="0">
                  <a:pos x="T8" y="T9"/>
                </a:cxn>
              </a:cxnLst>
              <a:rect l="0" t="0" r="r" b="b"/>
              <a:pathLst>
                <a:path w="27" h="12">
                  <a:moveTo>
                    <a:pt x="11" y="2"/>
                  </a:moveTo>
                  <a:cubicBezTo>
                    <a:pt x="4" y="4"/>
                    <a:pt x="0" y="7"/>
                    <a:pt x="1" y="9"/>
                  </a:cubicBezTo>
                  <a:cubicBezTo>
                    <a:pt x="2" y="11"/>
                    <a:pt x="8" y="12"/>
                    <a:pt x="15" y="10"/>
                  </a:cubicBezTo>
                  <a:cubicBezTo>
                    <a:pt x="22" y="9"/>
                    <a:pt x="27" y="6"/>
                    <a:pt x="26" y="3"/>
                  </a:cubicBezTo>
                  <a:cubicBezTo>
                    <a:pt x="25" y="1"/>
                    <a:pt x="18"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48" name="Freeform 1448"/>
            <p:cNvSpPr/>
            <p:nvPr/>
          </p:nvSpPr>
          <p:spPr bwMode="auto">
            <a:xfrm>
              <a:off x="9536417" y="9837515"/>
              <a:ext cx="76200" cy="26988"/>
            </a:xfrm>
            <a:custGeom>
              <a:avLst/>
              <a:gdLst>
                <a:gd name="T0" fmla="*/ 11 w 28"/>
                <a:gd name="T1" fmla="*/ 2 h 10"/>
                <a:gd name="T2" fmla="*/ 1 w 28"/>
                <a:gd name="T3" fmla="*/ 8 h 10"/>
                <a:gd name="T4" fmla="*/ 15 w 28"/>
                <a:gd name="T5" fmla="*/ 8 h 10"/>
                <a:gd name="T6" fmla="*/ 26 w 28"/>
                <a:gd name="T7" fmla="*/ 2 h 10"/>
                <a:gd name="T8" fmla="*/ 11 w 28"/>
                <a:gd name="T9" fmla="*/ 2 h 10"/>
              </a:gdLst>
              <a:ahLst/>
              <a:cxnLst>
                <a:cxn ang="0">
                  <a:pos x="T0" y="T1"/>
                </a:cxn>
                <a:cxn ang="0">
                  <a:pos x="T2" y="T3"/>
                </a:cxn>
                <a:cxn ang="0">
                  <a:pos x="T4" y="T5"/>
                </a:cxn>
                <a:cxn ang="0">
                  <a:pos x="T6" y="T7"/>
                </a:cxn>
                <a:cxn ang="0">
                  <a:pos x="T8" y="T9"/>
                </a:cxn>
              </a:cxnLst>
              <a:rect l="0" t="0" r="r" b="b"/>
              <a:pathLst>
                <a:path w="28" h="10">
                  <a:moveTo>
                    <a:pt x="11" y="2"/>
                  </a:moveTo>
                  <a:cubicBezTo>
                    <a:pt x="5" y="3"/>
                    <a:pt x="0" y="6"/>
                    <a:pt x="1" y="8"/>
                  </a:cubicBezTo>
                  <a:cubicBezTo>
                    <a:pt x="2" y="10"/>
                    <a:pt x="8" y="10"/>
                    <a:pt x="15" y="8"/>
                  </a:cubicBezTo>
                  <a:cubicBezTo>
                    <a:pt x="23" y="7"/>
                    <a:pt x="28" y="4"/>
                    <a:pt x="26" y="2"/>
                  </a:cubicBezTo>
                  <a:cubicBezTo>
                    <a:pt x="25" y="0"/>
                    <a:pt x="18"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49" name="Freeform 1449"/>
            <p:cNvSpPr/>
            <p:nvPr/>
          </p:nvSpPr>
          <p:spPr bwMode="auto">
            <a:xfrm>
              <a:off x="9322104" y="9886728"/>
              <a:ext cx="73025" cy="20638"/>
            </a:xfrm>
            <a:custGeom>
              <a:avLst/>
              <a:gdLst>
                <a:gd name="T0" fmla="*/ 10 w 27"/>
                <a:gd name="T1" fmla="*/ 1 h 8"/>
                <a:gd name="T2" fmla="*/ 0 w 27"/>
                <a:gd name="T3" fmla="*/ 7 h 8"/>
                <a:gd name="T4" fmla="*/ 15 w 27"/>
                <a:gd name="T5" fmla="*/ 7 h 8"/>
                <a:gd name="T6" fmla="*/ 26 w 27"/>
                <a:gd name="T7" fmla="*/ 1 h 8"/>
                <a:gd name="T8" fmla="*/ 10 w 27"/>
                <a:gd name="T9" fmla="*/ 1 h 8"/>
              </a:gdLst>
              <a:ahLst/>
              <a:cxnLst>
                <a:cxn ang="0">
                  <a:pos x="T0" y="T1"/>
                </a:cxn>
                <a:cxn ang="0">
                  <a:pos x="T2" y="T3"/>
                </a:cxn>
                <a:cxn ang="0">
                  <a:pos x="T4" y="T5"/>
                </a:cxn>
                <a:cxn ang="0">
                  <a:pos x="T6" y="T7"/>
                </a:cxn>
                <a:cxn ang="0">
                  <a:pos x="T8" y="T9"/>
                </a:cxn>
              </a:cxnLst>
              <a:rect l="0" t="0" r="r" b="b"/>
              <a:pathLst>
                <a:path w="27" h="8">
                  <a:moveTo>
                    <a:pt x="10" y="1"/>
                  </a:moveTo>
                  <a:cubicBezTo>
                    <a:pt x="4" y="3"/>
                    <a:pt x="0" y="5"/>
                    <a:pt x="0" y="7"/>
                  </a:cubicBezTo>
                  <a:cubicBezTo>
                    <a:pt x="1" y="8"/>
                    <a:pt x="7" y="8"/>
                    <a:pt x="15" y="7"/>
                  </a:cubicBezTo>
                  <a:cubicBezTo>
                    <a:pt x="22" y="5"/>
                    <a:pt x="27" y="3"/>
                    <a:pt x="26" y="1"/>
                  </a:cubicBezTo>
                  <a:cubicBezTo>
                    <a:pt x="24" y="0"/>
                    <a:pt x="17"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50" name="Freeform 1450"/>
            <p:cNvSpPr/>
            <p:nvPr/>
          </p:nvSpPr>
          <p:spPr bwMode="auto">
            <a:xfrm>
              <a:off x="9101442" y="9932765"/>
              <a:ext cx="76200" cy="19050"/>
            </a:xfrm>
            <a:custGeom>
              <a:avLst/>
              <a:gdLst>
                <a:gd name="T0" fmla="*/ 12 w 28"/>
                <a:gd name="T1" fmla="*/ 1 h 7"/>
                <a:gd name="T2" fmla="*/ 1 w 28"/>
                <a:gd name="T3" fmla="*/ 6 h 7"/>
                <a:gd name="T4" fmla="*/ 15 w 28"/>
                <a:gd name="T5" fmla="*/ 6 h 7"/>
                <a:gd name="T6" fmla="*/ 27 w 28"/>
                <a:gd name="T7" fmla="*/ 1 h 7"/>
                <a:gd name="T8" fmla="*/ 12 w 28"/>
                <a:gd name="T9" fmla="*/ 1 h 7"/>
              </a:gdLst>
              <a:ahLst/>
              <a:cxnLst>
                <a:cxn ang="0">
                  <a:pos x="T0" y="T1"/>
                </a:cxn>
                <a:cxn ang="0">
                  <a:pos x="T2" y="T3"/>
                </a:cxn>
                <a:cxn ang="0">
                  <a:pos x="T4" y="T5"/>
                </a:cxn>
                <a:cxn ang="0">
                  <a:pos x="T6" y="T7"/>
                </a:cxn>
                <a:cxn ang="0">
                  <a:pos x="T8" y="T9"/>
                </a:cxn>
              </a:cxnLst>
              <a:rect l="0" t="0" r="r" b="b"/>
              <a:pathLst>
                <a:path w="28" h="7">
                  <a:moveTo>
                    <a:pt x="12" y="1"/>
                  </a:moveTo>
                  <a:cubicBezTo>
                    <a:pt x="5" y="3"/>
                    <a:pt x="0" y="5"/>
                    <a:pt x="1" y="6"/>
                  </a:cubicBezTo>
                  <a:cubicBezTo>
                    <a:pt x="3" y="7"/>
                    <a:pt x="8" y="7"/>
                    <a:pt x="15" y="6"/>
                  </a:cubicBezTo>
                  <a:cubicBezTo>
                    <a:pt x="22" y="4"/>
                    <a:pt x="28" y="2"/>
                    <a:pt x="27" y="1"/>
                  </a:cubicBezTo>
                  <a:cubicBezTo>
                    <a:pt x="26" y="0"/>
                    <a:pt x="19"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51" name="Freeform 1451"/>
            <p:cNvSpPr/>
            <p:nvPr/>
          </p:nvSpPr>
          <p:spPr bwMode="auto">
            <a:xfrm>
              <a:off x="8885542" y="9975628"/>
              <a:ext cx="74613" cy="15875"/>
            </a:xfrm>
            <a:custGeom>
              <a:avLst/>
              <a:gdLst>
                <a:gd name="T0" fmla="*/ 13 w 28"/>
                <a:gd name="T1" fmla="*/ 1 h 6"/>
                <a:gd name="T2" fmla="*/ 2 w 28"/>
                <a:gd name="T3" fmla="*/ 5 h 6"/>
                <a:gd name="T4" fmla="*/ 15 w 28"/>
                <a:gd name="T5" fmla="*/ 5 h 6"/>
                <a:gd name="T6" fmla="*/ 27 w 28"/>
                <a:gd name="T7" fmla="*/ 1 h 6"/>
                <a:gd name="T8" fmla="*/ 13 w 28"/>
                <a:gd name="T9" fmla="*/ 1 h 6"/>
              </a:gdLst>
              <a:ahLst/>
              <a:cxnLst>
                <a:cxn ang="0">
                  <a:pos x="T0" y="T1"/>
                </a:cxn>
                <a:cxn ang="0">
                  <a:pos x="T2" y="T3"/>
                </a:cxn>
                <a:cxn ang="0">
                  <a:pos x="T4" y="T5"/>
                </a:cxn>
                <a:cxn ang="0">
                  <a:pos x="T6" y="T7"/>
                </a:cxn>
                <a:cxn ang="0">
                  <a:pos x="T8" y="T9"/>
                </a:cxn>
              </a:cxnLst>
              <a:rect l="0" t="0" r="r" b="b"/>
              <a:pathLst>
                <a:path w="28" h="6">
                  <a:moveTo>
                    <a:pt x="13" y="1"/>
                  </a:moveTo>
                  <a:cubicBezTo>
                    <a:pt x="6" y="3"/>
                    <a:pt x="0" y="4"/>
                    <a:pt x="2" y="5"/>
                  </a:cubicBezTo>
                  <a:cubicBezTo>
                    <a:pt x="2" y="6"/>
                    <a:pt x="8" y="6"/>
                    <a:pt x="15" y="5"/>
                  </a:cubicBezTo>
                  <a:cubicBezTo>
                    <a:pt x="22" y="4"/>
                    <a:pt x="28" y="2"/>
                    <a:pt x="27" y="1"/>
                  </a:cubicBezTo>
                  <a:cubicBezTo>
                    <a:pt x="26" y="0"/>
                    <a:pt x="19"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52" name="Freeform 1452"/>
            <p:cNvSpPr/>
            <p:nvPr/>
          </p:nvSpPr>
          <p:spPr bwMode="auto">
            <a:xfrm>
              <a:off x="5907392" y="10743978"/>
              <a:ext cx="69850" cy="38100"/>
            </a:xfrm>
            <a:custGeom>
              <a:avLst/>
              <a:gdLst>
                <a:gd name="T0" fmla="*/ 1 w 26"/>
                <a:gd name="T1" fmla="*/ 14 h 14"/>
                <a:gd name="T2" fmla="*/ 13 w 26"/>
                <a:gd name="T3" fmla="*/ 9 h 14"/>
                <a:gd name="T4" fmla="*/ 25 w 26"/>
                <a:gd name="T5" fmla="*/ 1 h 14"/>
                <a:gd name="T6" fmla="*/ 12 w 26"/>
                <a:gd name="T7" fmla="*/ 6 h 14"/>
                <a:gd name="T8" fmla="*/ 1 w 26"/>
                <a:gd name="T9" fmla="*/ 14 h 14"/>
              </a:gdLst>
              <a:ahLst/>
              <a:cxnLst>
                <a:cxn ang="0">
                  <a:pos x="T0" y="T1"/>
                </a:cxn>
                <a:cxn ang="0">
                  <a:pos x="T2" y="T3"/>
                </a:cxn>
                <a:cxn ang="0">
                  <a:pos x="T4" y="T5"/>
                </a:cxn>
                <a:cxn ang="0">
                  <a:pos x="T6" y="T7"/>
                </a:cxn>
                <a:cxn ang="0">
                  <a:pos x="T8" y="T9"/>
                </a:cxn>
              </a:cxnLst>
              <a:rect l="0" t="0" r="r" b="b"/>
              <a:pathLst>
                <a:path w="26" h="14">
                  <a:moveTo>
                    <a:pt x="1" y="14"/>
                  </a:moveTo>
                  <a:cubicBezTo>
                    <a:pt x="1" y="14"/>
                    <a:pt x="6" y="12"/>
                    <a:pt x="13" y="9"/>
                  </a:cubicBezTo>
                  <a:cubicBezTo>
                    <a:pt x="20" y="6"/>
                    <a:pt x="26" y="2"/>
                    <a:pt x="25" y="1"/>
                  </a:cubicBezTo>
                  <a:cubicBezTo>
                    <a:pt x="25" y="0"/>
                    <a:pt x="19" y="3"/>
                    <a:pt x="12" y="6"/>
                  </a:cubicBezTo>
                  <a:cubicBezTo>
                    <a:pt x="5" y="9"/>
                    <a:pt x="0" y="13"/>
                    <a:pt x="1"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53" name="Freeform 1453"/>
            <p:cNvSpPr/>
            <p:nvPr/>
          </p:nvSpPr>
          <p:spPr bwMode="auto">
            <a:xfrm>
              <a:off x="6116942" y="10640790"/>
              <a:ext cx="69850" cy="38100"/>
            </a:xfrm>
            <a:custGeom>
              <a:avLst/>
              <a:gdLst>
                <a:gd name="T0" fmla="*/ 1 w 26"/>
                <a:gd name="T1" fmla="*/ 13 h 14"/>
                <a:gd name="T2" fmla="*/ 13 w 26"/>
                <a:gd name="T3" fmla="*/ 9 h 14"/>
                <a:gd name="T4" fmla="*/ 26 w 26"/>
                <a:gd name="T5" fmla="*/ 1 h 14"/>
                <a:gd name="T6" fmla="*/ 12 w 26"/>
                <a:gd name="T7" fmla="*/ 6 h 14"/>
                <a:gd name="T8" fmla="*/ 1 w 26"/>
                <a:gd name="T9" fmla="*/ 13 h 14"/>
              </a:gdLst>
              <a:ahLst/>
              <a:cxnLst>
                <a:cxn ang="0">
                  <a:pos x="T0" y="T1"/>
                </a:cxn>
                <a:cxn ang="0">
                  <a:pos x="T2" y="T3"/>
                </a:cxn>
                <a:cxn ang="0">
                  <a:pos x="T4" y="T5"/>
                </a:cxn>
                <a:cxn ang="0">
                  <a:pos x="T6" y="T7"/>
                </a:cxn>
                <a:cxn ang="0">
                  <a:pos x="T8" y="T9"/>
                </a:cxn>
              </a:cxnLst>
              <a:rect l="0" t="0" r="r" b="b"/>
              <a:pathLst>
                <a:path w="26" h="14">
                  <a:moveTo>
                    <a:pt x="1" y="13"/>
                  </a:moveTo>
                  <a:cubicBezTo>
                    <a:pt x="1" y="14"/>
                    <a:pt x="7" y="12"/>
                    <a:pt x="13" y="9"/>
                  </a:cubicBezTo>
                  <a:cubicBezTo>
                    <a:pt x="20" y="5"/>
                    <a:pt x="26" y="2"/>
                    <a:pt x="26" y="1"/>
                  </a:cubicBezTo>
                  <a:cubicBezTo>
                    <a:pt x="25" y="0"/>
                    <a:pt x="19" y="3"/>
                    <a:pt x="12" y="6"/>
                  </a:cubicBezTo>
                  <a:cubicBezTo>
                    <a:pt x="5" y="9"/>
                    <a:pt x="0" y="12"/>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54" name="Freeform 1454"/>
            <p:cNvSpPr/>
            <p:nvPr/>
          </p:nvSpPr>
          <p:spPr bwMode="auto">
            <a:xfrm>
              <a:off x="6324904" y="10543953"/>
              <a:ext cx="71438" cy="31750"/>
            </a:xfrm>
            <a:custGeom>
              <a:avLst/>
              <a:gdLst>
                <a:gd name="T0" fmla="*/ 12 w 26"/>
                <a:gd name="T1" fmla="*/ 5 h 12"/>
                <a:gd name="T2" fmla="*/ 1 w 26"/>
                <a:gd name="T3" fmla="*/ 12 h 12"/>
                <a:gd name="T4" fmla="*/ 14 w 26"/>
                <a:gd name="T5" fmla="*/ 7 h 12"/>
                <a:gd name="T6" fmla="*/ 26 w 26"/>
                <a:gd name="T7" fmla="*/ 0 h 12"/>
                <a:gd name="T8" fmla="*/ 12 w 26"/>
                <a:gd name="T9" fmla="*/ 5 h 12"/>
              </a:gdLst>
              <a:ahLst/>
              <a:cxnLst>
                <a:cxn ang="0">
                  <a:pos x="T0" y="T1"/>
                </a:cxn>
                <a:cxn ang="0">
                  <a:pos x="T2" y="T3"/>
                </a:cxn>
                <a:cxn ang="0">
                  <a:pos x="T4" y="T5"/>
                </a:cxn>
                <a:cxn ang="0">
                  <a:pos x="T6" y="T7"/>
                </a:cxn>
                <a:cxn ang="0">
                  <a:pos x="T8" y="T9"/>
                </a:cxn>
              </a:cxnLst>
              <a:rect l="0" t="0" r="r" b="b"/>
              <a:pathLst>
                <a:path w="26" h="12">
                  <a:moveTo>
                    <a:pt x="12" y="5"/>
                  </a:moveTo>
                  <a:cubicBezTo>
                    <a:pt x="5" y="8"/>
                    <a:pt x="0" y="11"/>
                    <a:pt x="1" y="12"/>
                  </a:cubicBezTo>
                  <a:cubicBezTo>
                    <a:pt x="2" y="12"/>
                    <a:pt x="7" y="10"/>
                    <a:pt x="14" y="7"/>
                  </a:cubicBezTo>
                  <a:cubicBezTo>
                    <a:pt x="21" y="4"/>
                    <a:pt x="26" y="1"/>
                    <a:pt x="26" y="0"/>
                  </a:cubicBezTo>
                  <a:cubicBezTo>
                    <a:pt x="25" y="0"/>
                    <a:pt x="19" y="2"/>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55" name="Freeform 1455"/>
            <p:cNvSpPr/>
            <p:nvPr/>
          </p:nvSpPr>
          <p:spPr bwMode="auto">
            <a:xfrm>
              <a:off x="6537629" y="10448703"/>
              <a:ext cx="69850" cy="31750"/>
            </a:xfrm>
            <a:custGeom>
              <a:avLst/>
              <a:gdLst>
                <a:gd name="T0" fmla="*/ 0 w 26"/>
                <a:gd name="T1" fmla="*/ 11 h 12"/>
                <a:gd name="T2" fmla="*/ 13 w 26"/>
                <a:gd name="T3" fmla="*/ 7 h 12"/>
                <a:gd name="T4" fmla="*/ 25 w 26"/>
                <a:gd name="T5" fmla="*/ 0 h 12"/>
                <a:gd name="T6" fmla="*/ 11 w 26"/>
                <a:gd name="T7" fmla="*/ 5 h 12"/>
                <a:gd name="T8" fmla="*/ 0 w 26"/>
                <a:gd name="T9" fmla="*/ 11 h 12"/>
              </a:gdLst>
              <a:ahLst/>
              <a:cxnLst>
                <a:cxn ang="0">
                  <a:pos x="T0" y="T1"/>
                </a:cxn>
                <a:cxn ang="0">
                  <a:pos x="T2" y="T3"/>
                </a:cxn>
                <a:cxn ang="0">
                  <a:pos x="T4" y="T5"/>
                </a:cxn>
                <a:cxn ang="0">
                  <a:pos x="T6" y="T7"/>
                </a:cxn>
                <a:cxn ang="0">
                  <a:pos x="T8" y="T9"/>
                </a:cxn>
              </a:cxnLst>
              <a:rect l="0" t="0" r="r" b="b"/>
              <a:pathLst>
                <a:path w="26" h="12">
                  <a:moveTo>
                    <a:pt x="0" y="11"/>
                  </a:moveTo>
                  <a:cubicBezTo>
                    <a:pt x="1" y="12"/>
                    <a:pt x="7" y="10"/>
                    <a:pt x="13" y="7"/>
                  </a:cubicBezTo>
                  <a:cubicBezTo>
                    <a:pt x="20" y="4"/>
                    <a:pt x="26" y="1"/>
                    <a:pt x="25" y="0"/>
                  </a:cubicBezTo>
                  <a:cubicBezTo>
                    <a:pt x="25" y="0"/>
                    <a:pt x="18" y="2"/>
                    <a:pt x="11" y="5"/>
                  </a:cubicBezTo>
                  <a:cubicBezTo>
                    <a:pt x="5" y="8"/>
                    <a:pt x="0" y="11"/>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56" name="Freeform 1456"/>
            <p:cNvSpPr/>
            <p:nvPr/>
          </p:nvSpPr>
          <p:spPr bwMode="auto">
            <a:xfrm>
              <a:off x="6745592" y="10361390"/>
              <a:ext cx="71438" cy="30163"/>
            </a:xfrm>
            <a:custGeom>
              <a:avLst/>
              <a:gdLst>
                <a:gd name="T0" fmla="*/ 1 w 26"/>
                <a:gd name="T1" fmla="*/ 10 h 11"/>
                <a:gd name="T2" fmla="*/ 14 w 26"/>
                <a:gd name="T3" fmla="*/ 6 h 11"/>
                <a:gd name="T4" fmla="*/ 26 w 26"/>
                <a:gd name="T5" fmla="*/ 0 h 11"/>
                <a:gd name="T6" fmla="*/ 12 w 26"/>
                <a:gd name="T7" fmla="*/ 5 h 11"/>
                <a:gd name="T8" fmla="*/ 1 w 26"/>
                <a:gd name="T9" fmla="*/ 10 h 11"/>
              </a:gdLst>
              <a:ahLst/>
              <a:cxnLst>
                <a:cxn ang="0">
                  <a:pos x="T0" y="T1"/>
                </a:cxn>
                <a:cxn ang="0">
                  <a:pos x="T2" y="T3"/>
                </a:cxn>
                <a:cxn ang="0">
                  <a:pos x="T4" y="T5"/>
                </a:cxn>
                <a:cxn ang="0">
                  <a:pos x="T6" y="T7"/>
                </a:cxn>
                <a:cxn ang="0">
                  <a:pos x="T8" y="T9"/>
                </a:cxn>
              </a:cxnLst>
              <a:rect l="0" t="0" r="r" b="b"/>
              <a:pathLst>
                <a:path w="26" h="11">
                  <a:moveTo>
                    <a:pt x="1" y="10"/>
                  </a:moveTo>
                  <a:cubicBezTo>
                    <a:pt x="2" y="11"/>
                    <a:pt x="7" y="9"/>
                    <a:pt x="14" y="6"/>
                  </a:cubicBezTo>
                  <a:cubicBezTo>
                    <a:pt x="21" y="4"/>
                    <a:pt x="26" y="1"/>
                    <a:pt x="26" y="0"/>
                  </a:cubicBezTo>
                  <a:cubicBezTo>
                    <a:pt x="25" y="0"/>
                    <a:pt x="19" y="2"/>
                    <a:pt x="12" y="5"/>
                  </a:cubicBezTo>
                  <a:cubicBezTo>
                    <a:pt x="5" y="7"/>
                    <a:pt x="0" y="10"/>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57" name="Freeform 1457"/>
            <p:cNvSpPr/>
            <p:nvPr/>
          </p:nvSpPr>
          <p:spPr bwMode="auto">
            <a:xfrm>
              <a:off x="6958317" y="10285190"/>
              <a:ext cx="69850" cy="23813"/>
            </a:xfrm>
            <a:custGeom>
              <a:avLst/>
              <a:gdLst>
                <a:gd name="T0" fmla="*/ 1 w 26"/>
                <a:gd name="T1" fmla="*/ 9 h 9"/>
                <a:gd name="T2" fmla="*/ 14 w 26"/>
                <a:gd name="T3" fmla="*/ 5 h 9"/>
                <a:gd name="T4" fmla="*/ 25 w 26"/>
                <a:gd name="T5" fmla="*/ 0 h 9"/>
                <a:gd name="T6" fmla="*/ 11 w 26"/>
                <a:gd name="T7" fmla="*/ 4 h 9"/>
                <a:gd name="T8" fmla="*/ 1 w 26"/>
                <a:gd name="T9" fmla="*/ 9 h 9"/>
              </a:gdLst>
              <a:ahLst/>
              <a:cxnLst>
                <a:cxn ang="0">
                  <a:pos x="T0" y="T1"/>
                </a:cxn>
                <a:cxn ang="0">
                  <a:pos x="T2" y="T3"/>
                </a:cxn>
                <a:cxn ang="0">
                  <a:pos x="T4" y="T5"/>
                </a:cxn>
                <a:cxn ang="0">
                  <a:pos x="T6" y="T7"/>
                </a:cxn>
                <a:cxn ang="0">
                  <a:pos x="T8" y="T9"/>
                </a:cxn>
              </a:cxnLst>
              <a:rect l="0" t="0" r="r" b="b"/>
              <a:pathLst>
                <a:path w="26" h="9">
                  <a:moveTo>
                    <a:pt x="1" y="9"/>
                  </a:moveTo>
                  <a:cubicBezTo>
                    <a:pt x="1" y="9"/>
                    <a:pt x="7" y="8"/>
                    <a:pt x="14" y="5"/>
                  </a:cubicBezTo>
                  <a:cubicBezTo>
                    <a:pt x="21" y="3"/>
                    <a:pt x="26" y="0"/>
                    <a:pt x="25" y="0"/>
                  </a:cubicBezTo>
                  <a:cubicBezTo>
                    <a:pt x="25" y="0"/>
                    <a:pt x="18" y="2"/>
                    <a:pt x="11" y="4"/>
                  </a:cubicBezTo>
                  <a:cubicBezTo>
                    <a:pt x="5" y="6"/>
                    <a:pt x="0" y="8"/>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58" name="Freeform 1458"/>
            <p:cNvSpPr/>
            <p:nvPr/>
          </p:nvSpPr>
          <p:spPr bwMode="auto">
            <a:xfrm>
              <a:off x="7593317" y="10128028"/>
              <a:ext cx="69850" cy="12700"/>
            </a:xfrm>
            <a:custGeom>
              <a:avLst/>
              <a:gdLst>
                <a:gd name="T0" fmla="*/ 1 w 26"/>
                <a:gd name="T1" fmla="*/ 4 h 5"/>
                <a:gd name="T2" fmla="*/ 14 w 26"/>
                <a:gd name="T3" fmla="*/ 3 h 5"/>
                <a:gd name="T4" fmla="*/ 26 w 26"/>
                <a:gd name="T5" fmla="*/ 1 h 5"/>
                <a:gd name="T6" fmla="*/ 12 w 26"/>
                <a:gd name="T7" fmla="*/ 2 h 5"/>
                <a:gd name="T8" fmla="*/ 1 w 26"/>
                <a:gd name="T9" fmla="*/ 4 h 5"/>
              </a:gdLst>
              <a:ahLst/>
              <a:cxnLst>
                <a:cxn ang="0">
                  <a:pos x="T0" y="T1"/>
                </a:cxn>
                <a:cxn ang="0">
                  <a:pos x="T2" y="T3"/>
                </a:cxn>
                <a:cxn ang="0">
                  <a:pos x="T4" y="T5"/>
                </a:cxn>
                <a:cxn ang="0">
                  <a:pos x="T6" y="T7"/>
                </a:cxn>
                <a:cxn ang="0">
                  <a:pos x="T8" y="T9"/>
                </a:cxn>
              </a:cxnLst>
              <a:rect l="0" t="0" r="r" b="b"/>
              <a:pathLst>
                <a:path w="26" h="5">
                  <a:moveTo>
                    <a:pt x="1" y="4"/>
                  </a:moveTo>
                  <a:cubicBezTo>
                    <a:pt x="2" y="5"/>
                    <a:pt x="7" y="4"/>
                    <a:pt x="14" y="3"/>
                  </a:cubicBezTo>
                  <a:cubicBezTo>
                    <a:pt x="21" y="2"/>
                    <a:pt x="26" y="1"/>
                    <a:pt x="26" y="1"/>
                  </a:cubicBezTo>
                  <a:cubicBezTo>
                    <a:pt x="26" y="0"/>
                    <a:pt x="19" y="1"/>
                    <a:pt x="12" y="2"/>
                  </a:cubicBezTo>
                  <a:cubicBezTo>
                    <a:pt x="5" y="3"/>
                    <a:pt x="0"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59" name="Freeform 1459"/>
            <p:cNvSpPr/>
            <p:nvPr/>
          </p:nvSpPr>
          <p:spPr bwMode="auto">
            <a:xfrm>
              <a:off x="7791754" y="10108978"/>
              <a:ext cx="85725" cy="4763"/>
            </a:xfrm>
            <a:custGeom>
              <a:avLst/>
              <a:gdLst>
                <a:gd name="T0" fmla="*/ 25 w 32"/>
                <a:gd name="T1" fmla="*/ 0 h 2"/>
                <a:gd name="T2" fmla="*/ 15 w 32"/>
                <a:gd name="T3" fmla="*/ 1 h 2"/>
                <a:gd name="T4" fmla="*/ 1 w 32"/>
                <a:gd name="T5" fmla="*/ 2 h 2"/>
                <a:gd name="T6" fmla="*/ 7 w 32"/>
                <a:gd name="T7" fmla="*/ 2 h 2"/>
                <a:gd name="T8" fmla="*/ 7 w 32"/>
                <a:gd name="T9" fmla="*/ 2 h 2"/>
                <a:gd name="T10" fmla="*/ 19 w 32"/>
                <a:gd name="T11" fmla="*/ 1 h 2"/>
                <a:gd name="T12" fmla="*/ 32 w 32"/>
                <a:gd name="T13" fmla="*/ 0 h 2"/>
                <a:gd name="T14" fmla="*/ 25 w 32"/>
                <a:gd name="T15" fmla="*/ 0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2">
                  <a:moveTo>
                    <a:pt x="25" y="0"/>
                  </a:moveTo>
                  <a:cubicBezTo>
                    <a:pt x="25" y="0"/>
                    <a:pt x="20" y="0"/>
                    <a:pt x="15" y="1"/>
                  </a:cubicBezTo>
                  <a:cubicBezTo>
                    <a:pt x="8" y="1"/>
                    <a:pt x="2" y="1"/>
                    <a:pt x="1" y="2"/>
                  </a:cubicBezTo>
                  <a:cubicBezTo>
                    <a:pt x="0" y="2"/>
                    <a:pt x="3" y="2"/>
                    <a:pt x="7" y="2"/>
                  </a:cubicBezTo>
                  <a:cubicBezTo>
                    <a:pt x="7" y="2"/>
                    <a:pt x="7" y="2"/>
                    <a:pt x="7" y="2"/>
                  </a:cubicBezTo>
                  <a:cubicBezTo>
                    <a:pt x="7" y="2"/>
                    <a:pt x="13" y="2"/>
                    <a:pt x="19" y="1"/>
                  </a:cubicBezTo>
                  <a:cubicBezTo>
                    <a:pt x="26" y="1"/>
                    <a:pt x="32" y="0"/>
                    <a:pt x="32" y="0"/>
                  </a:cubicBezTo>
                  <a:cubicBezTo>
                    <a:pt x="32" y="0"/>
                    <a:pt x="29"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60" name="Freeform 1460"/>
            <p:cNvSpPr/>
            <p:nvPr/>
          </p:nvSpPr>
          <p:spPr bwMode="auto">
            <a:xfrm>
              <a:off x="8239429" y="10075640"/>
              <a:ext cx="69850" cy="9525"/>
            </a:xfrm>
            <a:custGeom>
              <a:avLst/>
              <a:gdLst>
                <a:gd name="T0" fmla="*/ 12 w 26"/>
                <a:gd name="T1" fmla="*/ 1 h 3"/>
                <a:gd name="T2" fmla="*/ 0 w 26"/>
                <a:gd name="T3" fmla="*/ 3 h 3"/>
                <a:gd name="T4" fmla="*/ 13 w 26"/>
                <a:gd name="T5" fmla="*/ 3 h 3"/>
                <a:gd name="T6" fmla="*/ 26 w 26"/>
                <a:gd name="T7" fmla="*/ 0 h 3"/>
                <a:gd name="T8" fmla="*/ 12 w 26"/>
                <a:gd name="T9" fmla="*/ 1 h 3"/>
              </a:gdLst>
              <a:ahLst/>
              <a:cxnLst>
                <a:cxn ang="0">
                  <a:pos x="T0" y="T1"/>
                </a:cxn>
                <a:cxn ang="0">
                  <a:pos x="T2" y="T3"/>
                </a:cxn>
                <a:cxn ang="0">
                  <a:pos x="T4" y="T5"/>
                </a:cxn>
                <a:cxn ang="0">
                  <a:pos x="T6" y="T7"/>
                </a:cxn>
                <a:cxn ang="0">
                  <a:pos x="T8" y="T9"/>
                </a:cxn>
              </a:cxnLst>
              <a:rect l="0" t="0" r="r" b="b"/>
              <a:pathLst>
                <a:path w="26" h="3">
                  <a:moveTo>
                    <a:pt x="12" y="1"/>
                  </a:moveTo>
                  <a:cubicBezTo>
                    <a:pt x="5" y="2"/>
                    <a:pt x="0" y="3"/>
                    <a:pt x="0" y="3"/>
                  </a:cubicBezTo>
                  <a:cubicBezTo>
                    <a:pt x="1" y="3"/>
                    <a:pt x="6" y="3"/>
                    <a:pt x="13" y="3"/>
                  </a:cubicBezTo>
                  <a:cubicBezTo>
                    <a:pt x="20" y="2"/>
                    <a:pt x="26" y="1"/>
                    <a:pt x="26" y="0"/>
                  </a:cubicBezTo>
                  <a:cubicBezTo>
                    <a:pt x="25" y="0"/>
                    <a:pt x="19"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61" name="Freeform 1461"/>
            <p:cNvSpPr/>
            <p:nvPr/>
          </p:nvSpPr>
          <p:spPr bwMode="auto">
            <a:xfrm>
              <a:off x="8453742" y="10048653"/>
              <a:ext cx="73025" cy="11113"/>
            </a:xfrm>
            <a:custGeom>
              <a:avLst/>
              <a:gdLst>
                <a:gd name="T0" fmla="*/ 13 w 27"/>
                <a:gd name="T1" fmla="*/ 1 h 4"/>
                <a:gd name="T2" fmla="*/ 1 w 27"/>
                <a:gd name="T3" fmla="*/ 4 h 4"/>
                <a:gd name="T4" fmla="*/ 13 w 27"/>
                <a:gd name="T5" fmla="*/ 3 h 4"/>
                <a:gd name="T6" fmla="*/ 26 w 27"/>
                <a:gd name="T7" fmla="*/ 0 h 4"/>
                <a:gd name="T8" fmla="*/ 13 w 27"/>
                <a:gd name="T9" fmla="*/ 1 h 4"/>
              </a:gdLst>
              <a:ahLst/>
              <a:cxnLst>
                <a:cxn ang="0">
                  <a:pos x="T0" y="T1"/>
                </a:cxn>
                <a:cxn ang="0">
                  <a:pos x="T2" y="T3"/>
                </a:cxn>
                <a:cxn ang="0">
                  <a:pos x="T4" y="T5"/>
                </a:cxn>
                <a:cxn ang="0">
                  <a:pos x="T6" y="T7"/>
                </a:cxn>
                <a:cxn ang="0">
                  <a:pos x="T8" y="T9"/>
                </a:cxn>
              </a:cxnLst>
              <a:rect l="0" t="0" r="r" b="b"/>
              <a:pathLst>
                <a:path w="27" h="4">
                  <a:moveTo>
                    <a:pt x="13" y="1"/>
                  </a:moveTo>
                  <a:cubicBezTo>
                    <a:pt x="6" y="2"/>
                    <a:pt x="0" y="3"/>
                    <a:pt x="1" y="4"/>
                  </a:cubicBezTo>
                  <a:cubicBezTo>
                    <a:pt x="1" y="4"/>
                    <a:pt x="7" y="4"/>
                    <a:pt x="13" y="3"/>
                  </a:cubicBezTo>
                  <a:cubicBezTo>
                    <a:pt x="21" y="2"/>
                    <a:pt x="27" y="1"/>
                    <a:pt x="26" y="0"/>
                  </a:cubicBezTo>
                  <a:cubicBezTo>
                    <a:pt x="26" y="0"/>
                    <a:pt x="20" y="0"/>
                    <a:pt x="1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62" name="Freeform 1462"/>
            <p:cNvSpPr/>
            <p:nvPr/>
          </p:nvSpPr>
          <p:spPr bwMode="auto">
            <a:xfrm>
              <a:off x="8669642" y="10013728"/>
              <a:ext cx="74613" cy="15875"/>
            </a:xfrm>
            <a:custGeom>
              <a:avLst/>
              <a:gdLst>
                <a:gd name="T0" fmla="*/ 12 w 27"/>
                <a:gd name="T1" fmla="*/ 2 h 6"/>
                <a:gd name="T2" fmla="*/ 1 w 27"/>
                <a:gd name="T3" fmla="*/ 5 h 6"/>
                <a:gd name="T4" fmla="*/ 15 w 27"/>
                <a:gd name="T5" fmla="*/ 4 h 6"/>
                <a:gd name="T6" fmla="*/ 26 w 27"/>
                <a:gd name="T7" fmla="*/ 1 h 6"/>
                <a:gd name="T8" fmla="*/ 12 w 27"/>
                <a:gd name="T9" fmla="*/ 2 h 6"/>
              </a:gdLst>
              <a:ahLst/>
              <a:cxnLst>
                <a:cxn ang="0">
                  <a:pos x="T0" y="T1"/>
                </a:cxn>
                <a:cxn ang="0">
                  <a:pos x="T2" y="T3"/>
                </a:cxn>
                <a:cxn ang="0">
                  <a:pos x="T4" y="T5"/>
                </a:cxn>
                <a:cxn ang="0">
                  <a:pos x="T6" y="T7"/>
                </a:cxn>
                <a:cxn ang="0">
                  <a:pos x="T8" y="T9"/>
                </a:cxn>
              </a:cxnLst>
              <a:rect l="0" t="0" r="r" b="b"/>
              <a:pathLst>
                <a:path w="27" h="6">
                  <a:moveTo>
                    <a:pt x="12" y="2"/>
                  </a:moveTo>
                  <a:cubicBezTo>
                    <a:pt x="5" y="3"/>
                    <a:pt x="0" y="4"/>
                    <a:pt x="1" y="5"/>
                  </a:cubicBezTo>
                  <a:cubicBezTo>
                    <a:pt x="1" y="6"/>
                    <a:pt x="7" y="5"/>
                    <a:pt x="15" y="4"/>
                  </a:cubicBezTo>
                  <a:cubicBezTo>
                    <a:pt x="22" y="3"/>
                    <a:pt x="27" y="1"/>
                    <a:pt x="26" y="1"/>
                  </a:cubicBezTo>
                  <a:cubicBezTo>
                    <a:pt x="25" y="0"/>
                    <a:pt x="19" y="1"/>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63" name="Freeform 1463"/>
            <p:cNvSpPr/>
            <p:nvPr/>
          </p:nvSpPr>
          <p:spPr bwMode="auto">
            <a:xfrm>
              <a:off x="3256267" y="11572653"/>
              <a:ext cx="66675" cy="19050"/>
            </a:xfrm>
            <a:custGeom>
              <a:avLst/>
              <a:gdLst>
                <a:gd name="T0" fmla="*/ 12 w 25"/>
                <a:gd name="T1" fmla="*/ 0 h 7"/>
                <a:gd name="T2" fmla="*/ 0 w 25"/>
                <a:gd name="T3" fmla="*/ 3 h 7"/>
                <a:gd name="T4" fmla="*/ 13 w 25"/>
                <a:gd name="T5" fmla="*/ 7 h 7"/>
                <a:gd name="T6" fmla="*/ 25 w 25"/>
                <a:gd name="T7" fmla="*/ 4 h 7"/>
                <a:gd name="T8" fmla="*/ 12 w 25"/>
                <a:gd name="T9" fmla="*/ 0 h 7"/>
              </a:gdLst>
              <a:ahLst/>
              <a:cxnLst>
                <a:cxn ang="0">
                  <a:pos x="T0" y="T1"/>
                </a:cxn>
                <a:cxn ang="0">
                  <a:pos x="T2" y="T3"/>
                </a:cxn>
                <a:cxn ang="0">
                  <a:pos x="T4" y="T5"/>
                </a:cxn>
                <a:cxn ang="0">
                  <a:pos x="T6" y="T7"/>
                </a:cxn>
                <a:cxn ang="0">
                  <a:pos x="T8" y="T9"/>
                </a:cxn>
              </a:cxnLst>
              <a:rect l="0" t="0" r="r" b="b"/>
              <a:pathLst>
                <a:path w="25" h="7">
                  <a:moveTo>
                    <a:pt x="12" y="0"/>
                  </a:moveTo>
                  <a:cubicBezTo>
                    <a:pt x="5" y="0"/>
                    <a:pt x="0" y="1"/>
                    <a:pt x="0" y="3"/>
                  </a:cubicBezTo>
                  <a:cubicBezTo>
                    <a:pt x="1" y="5"/>
                    <a:pt x="7" y="7"/>
                    <a:pt x="13" y="7"/>
                  </a:cubicBezTo>
                  <a:cubicBezTo>
                    <a:pt x="20" y="7"/>
                    <a:pt x="25" y="5"/>
                    <a:pt x="25" y="4"/>
                  </a:cubicBezTo>
                  <a:cubicBezTo>
                    <a:pt x="25" y="1"/>
                    <a:pt x="19"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64" name="Freeform 1464"/>
            <p:cNvSpPr/>
            <p:nvPr/>
          </p:nvSpPr>
          <p:spPr bwMode="auto">
            <a:xfrm>
              <a:off x="3467404" y="11569478"/>
              <a:ext cx="69850" cy="15875"/>
            </a:xfrm>
            <a:custGeom>
              <a:avLst/>
              <a:gdLst>
                <a:gd name="T0" fmla="*/ 13 w 26"/>
                <a:gd name="T1" fmla="*/ 0 h 6"/>
                <a:gd name="T2" fmla="*/ 2 w 26"/>
                <a:gd name="T3" fmla="*/ 3 h 6"/>
                <a:gd name="T4" fmla="*/ 15 w 26"/>
                <a:gd name="T5" fmla="*/ 6 h 6"/>
                <a:gd name="T6" fmla="*/ 26 w 26"/>
                <a:gd name="T7" fmla="*/ 2 h 6"/>
                <a:gd name="T8" fmla="*/ 13 w 26"/>
                <a:gd name="T9" fmla="*/ 0 h 6"/>
              </a:gdLst>
              <a:ahLst/>
              <a:cxnLst>
                <a:cxn ang="0">
                  <a:pos x="T0" y="T1"/>
                </a:cxn>
                <a:cxn ang="0">
                  <a:pos x="T2" y="T3"/>
                </a:cxn>
                <a:cxn ang="0">
                  <a:pos x="T4" y="T5"/>
                </a:cxn>
                <a:cxn ang="0">
                  <a:pos x="T6" y="T7"/>
                </a:cxn>
                <a:cxn ang="0">
                  <a:pos x="T8" y="T9"/>
                </a:cxn>
              </a:cxnLst>
              <a:rect l="0" t="0" r="r" b="b"/>
              <a:pathLst>
                <a:path w="26" h="6">
                  <a:moveTo>
                    <a:pt x="13" y="0"/>
                  </a:moveTo>
                  <a:cubicBezTo>
                    <a:pt x="6" y="0"/>
                    <a:pt x="0" y="2"/>
                    <a:pt x="2" y="3"/>
                  </a:cubicBezTo>
                  <a:cubicBezTo>
                    <a:pt x="3" y="5"/>
                    <a:pt x="9" y="6"/>
                    <a:pt x="15" y="6"/>
                  </a:cubicBezTo>
                  <a:cubicBezTo>
                    <a:pt x="22" y="6"/>
                    <a:pt x="26" y="4"/>
                    <a:pt x="26" y="2"/>
                  </a:cubicBezTo>
                  <a:cubicBezTo>
                    <a:pt x="25" y="1"/>
                    <a:pt x="20"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65" name="Freeform 1465"/>
            <p:cNvSpPr/>
            <p:nvPr/>
          </p:nvSpPr>
          <p:spPr bwMode="auto">
            <a:xfrm>
              <a:off x="3684892" y="11553603"/>
              <a:ext cx="66675" cy="19050"/>
            </a:xfrm>
            <a:custGeom>
              <a:avLst/>
              <a:gdLst>
                <a:gd name="T0" fmla="*/ 11 w 25"/>
                <a:gd name="T1" fmla="*/ 1 h 7"/>
                <a:gd name="T2" fmla="*/ 0 w 25"/>
                <a:gd name="T3" fmla="*/ 4 h 7"/>
                <a:gd name="T4" fmla="*/ 15 w 25"/>
                <a:gd name="T5" fmla="*/ 6 h 7"/>
                <a:gd name="T6" fmla="*/ 25 w 25"/>
                <a:gd name="T7" fmla="*/ 2 h 7"/>
                <a:gd name="T8" fmla="*/ 11 w 25"/>
                <a:gd name="T9" fmla="*/ 1 h 7"/>
              </a:gdLst>
              <a:ahLst/>
              <a:cxnLst>
                <a:cxn ang="0">
                  <a:pos x="T0" y="T1"/>
                </a:cxn>
                <a:cxn ang="0">
                  <a:pos x="T2" y="T3"/>
                </a:cxn>
                <a:cxn ang="0">
                  <a:pos x="T4" y="T5"/>
                </a:cxn>
                <a:cxn ang="0">
                  <a:pos x="T6" y="T7"/>
                </a:cxn>
                <a:cxn ang="0">
                  <a:pos x="T8" y="T9"/>
                </a:cxn>
              </a:cxnLst>
              <a:rect l="0" t="0" r="r" b="b"/>
              <a:pathLst>
                <a:path w="25" h="7">
                  <a:moveTo>
                    <a:pt x="11" y="1"/>
                  </a:moveTo>
                  <a:cubicBezTo>
                    <a:pt x="5" y="1"/>
                    <a:pt x="0" y="3"/>
                    <a:pt x="0" y="4"/>
                  </a:cubicBezTo>
                  <a:cubicBezTo>
                    <a:pt x="1" y="6"/>
                    <a:pt x="8" y="7"/>
                    <a:pt x="15" y="6"/>
                  </a:cubicBezTo>
                  <a:cubicBezTo>
                    <a:pt x="21" y="5"/>
                    <a:pt x="25" y="3"/>
                    <a:pt x="25" y="2"/>
                  </a:cubicBezTo>
                  <a:cubicBezTo>
                    <a:pt x="24" y="1"/>
                    <a:pt x="18"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66" name="Freeform 1466"/>
            <p:cNvSpPr/>
            <p:nvPr/>
          </p:nvSpPr>
          <p:spPr bwMode="auto">
            <a:xfrm>
              <a:off x="3896029" y="11528203"/>
              <a:ext cx="71438" cy="19050"/>
            </a:xfrm>
            <a:custGeom>
              <a:avLst/>
              <a:gdLst>
                <a:gd name="T0" fmla="*/ 12 w 26"/>
                <a:gd name="T1" fmla="*/ 1 h 7"/>
                <a:gd name="T2" fmla="*/ 1 w 26"/>
                <a:gd name="T3" fmla="*/ 5 h 7"/>
                <a:gd name="T4" fmla="*/ 15 w 26"/>
                <a:gd name="T5" fmla="*/ 6 h 7"/>
                <a:gd name="T6" fmla="*/ 25 w 26"/>
                <a:gd name="T7" fmla="*/ 2 h 7"/>
                <a:gd name="T8" fmla="*/ 12 w 26"/>
                <a:gd name="T9" fmla="*/ 1 h 7"/>
              </a:gdLst>
              <a:ahLst/>
              <a:cxnLst>
                <a:cxn ang="0">
                  <a:pos x="T0" y="T1"/>
                </a:cxn>
                <a:cxn ang="0">
                  <a:pos x="T2" y="T3"/>
                </a:cxn>
                <a:cxn ang="0">
                  <a:pos x="T4" y="T5"/>
                </a:cxn>
                <a:cxn ang="0">
                  <a:pos x="T6" y="T7"/>
                </a:cxn>
                <a:cxn ang="0">
                  <a:pos x="T8" y="T9"/>
                </a:cxn>
              </a:cxnLst>
              <a:rect l="0" t="0" r="r" b="b"/>
              <a:pathLst>
                <a:path w="26" h="7">
                  <a:moveTo>
                    <a:pt x="12" y="1"/>
                  </a:moveTo>
                  <a:cubicBezTo>
                    <a:pt x="5" y="2"/>
                    <a:pt x="0" y="4"/>
                    <a:pt x="1" y="5"/>
                  </a:cubicBezTo>
                  <a:cubicBezTo>
                    <a:pt x="2" y="7"/>
                    <a:pt x="9" y="7"/>
                    <a:pt x="15" y="6"/>
                  </a:cubicBezTo>
                  <a:cubicBezTo>
                    <a:pt x="22" y="5"/>
                    <a:pt x="26" y="3"/>
                    <a:pt x="25" y="2"/>
                  </a:cubicBezTo>
                  <a:cubicBezTo>
                    <a:pt x="24" y="0"/>
                    <a:pt x="18"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67" name="Freeform 1467"/>
            <p:cNvSpPr/>
            <p:nvPr/>
          </p:nvSpPr>
          <p:spPr bwMode="auto">
            <a:xfrm>
              <a:off x="4110342" y="11488515"/>
              <a:ext cx="68263" cy="20638"/>
            </a:xfrm>
            <a:custGeom>
              <a:avLst/>
              <a:gdLst>
                <a:gd name="T0" fmla="*/ 11 w 25"/>
                <a:gd name="T1" fmla="*/ 2 h 8"/>
                <a:gd name="T2" fmla="*/ 0 w 25"/>
                <a:gd name="T3" fmla="*/ 6 h 8"/>
                <a:gd name="T4" fmla="*/ 15 w 25"/>
                <a:gd name="T5" fmla="*/ 6 h 8"/>
                <a:gd name="T6" fmla="*/ 24 w 25"/>
                <a:gd name="T7" fmla="*/ 1 h 8"/>
                <a:gd name="T8" fmla="*/ 11 w 25"/>
                <a:gd name="T9" fmla="*/ 2 h 8"/>
              </a:gdLst>
              <a:ahLst/>
              <a:cxnLst>
                <a:cxn ang="0">
                  <a:pos x="T0" y="T1"/>
                </a:cxn>
                <a:cxn ang="0">
                  <a:pos x="T2" y="T3"/>
                </a:cxn>
                <a:cxn ang="0">
                  <a:pos x="T4" y="T5"/>
                </a:cxn>
                <a:cxn ang="0">
                  <a:pos x="T6" y="T7"/>
                </a:cxn>
                <a:cxn ang="0">
                  <a:pos x="T8" y="T9"/>
                </a:cxn>
              </a:cxnLst>
              <a:rect l="0" t="0" r="r" b="b"/>
              <a:pathLst>
                <a:path w="25" h="8">
                  <a:moveTo>
                    <a:pt x="11" y="2"/>
                  </a:moveTo>
                  <a:cubicBezTo>
                    <a:pt x="5" y="3"/>
                    <a:pt x="0" y="5"/>
                    <a:pt x="0" y="6"/>
                  </a:cubicBezTo>
                  <a:cubicBezTo>
                    <a:pt x="1" y="8"/>
                    <a:pt x="8" y="8"/>
                    <a:pt x="15" y="6"/>
                  </a:cubicBezTo>
                  <a:cubicBezTo>
                    <a:pt x="21" y="4"/>
                    <a:pt x="25" y="2"/>
                    <a:pt x="24" y="1"/>
                  </a:cubicBezTo>
                  <a:cubicBezTo>
                    <a:pt x="24" y="0"/>
                    <a:pt x="18"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68" name="Freeform 1468"/>
            <p:cNvSpPr/>
            <p:nvPr/>
          </p:nvSpPr>
          <p:spPr bwMode="auto">
            <a:xfrm>
              <a:off x="4323067" y="11431365"/>
              <a:ext cx="66675" cy="23813"/>
            </a:xfrm>
            <a:custGeom>
              <a:avLst/>
              <a:gdLst>
                <a:gd name="T0" fmla="*/ 0 w 25"/>
                <a:gd name="T1" fmla="*/ 8 h 9"/>
                <a:gd name="T2" fmla="*/ 14 w 25"/>
                <a:gd name="T3" fmla="*/ 7 h 9"/>
                <a:gd name="T4" fmla="*/ 24 w 25"/>
                <a:gd name="T5" fmla="*/ 1 h 9"/>
                <a:gd name="T6" fmla="*/ 11 w 25"/>
                <a:gd name="T7" fmla="*/ 3 h 9"/>
                <a:gd name="T8" fmla="*/ 0 w 25"/>
                <a:gd name="T9" fmla="*/ 8 h 9"/>
              </a:gdLst>
              <a:ahLst/>
              <a:cxnLst>
                <a:cxn ang="0">
                  <a:pos x="T0" y="T1"/>
                </a:cxn>
                <a:cxn ang="0">
                  <a:pos x="T2" y="T3"/>
                </a:cxn>
                <a:cxn ang="0">
                  <a:pos x="T4" y="T5"/>
                </a:cxn>
                <a:cxn ang="0">
                  <a:pos x="T6" y="T7"/>
                </a:cxn>
                <a:cxn ang="0">
                  <a:pos x="T8" y="T9"/>
                </a:cxn>
              </a:cxnLst>
              <a:rect l="0" t="0" r="r" b="b"/>
              <a:pathLst>
                <a:path w="25" h="9">
                  <a:moveTo>
                    <a:pt x="0" y="8"/>
                  </a:moveTo>
                  <a:cubicBezTo>
                    <a:pt x="1" y="9"/>
                    <a:pt x="8" y="9"/>
                    <a:pt x="14" y="7"/>
                  </a:cubicBezTo>
                  <a:cubicBezTo>
                    <a:pt x="21" y="5"/>
                    <a:pt x="25" y="2"/>
                    <a:pt x="24" y="1"/>
                  </a:cubicBezTo>
                  <a:cubicBezTo>
                    <a:pt x="24" y="0"/>
                    <a:pt x="18" y="1"/>
                    <a:pt x="11" y="3"/>
                  </a:cubicBezTo>
                  <a:cubicBezTo>
                    <a:pt x="5" y="5"/>
                    <a:pt x="0" y="7"/>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69" name="Freeform 1469"/>
            <p:cNvSpPr/>
            <p:nvPr/>
          </p:nvSpPr>
          <p:spPr bwMode="auto">
            <a:xfrm>
              <a:off x="4531029" y="11363103"/>
              <a:ext cx="71438" cy="26988"/>
            </a:xfrm>
            <a:custGeom>
              <a:avLst/>
              <a:gdLst>
                <a:gd name="T0" fmla="*/ 1 w 26"/>
                <a:gd name="T1" fmla="*/ 9 h 10"/>
                <a:gd name="T2" fmla="*/ 15 w 26"/>
                <a:gd name="T3" fmla="*/ 7 h 10"/>
                <a:gd name="T4" fmla="*/ 25 w 26"/>
                <a:gd name="T5" fmla="*/ 1 h 10"/>
                <a:gd name="T6" fmla="*/ 13 w 26"/>
                <a:gd name="T7" fmla="*/ 3 h 10"/>
                <a:gd name="T8" fmla="*/ 1 w 26"/>
                <a:gd name="T9" fmla="*/ 9 h 10"/>
              </a:gdLst>
              <a:ahLst/>
              <a:cxnLst>
                <a:cxn ang="0">
                  <a:pos x="T0" y="T1"/>
                </a:cxn>
                <a:cxn ang="0">
                  <a:pos x="T2" y="T3"/>
                </a:cxn>
                <a:cxn ang="0">
                  <a:pos x="T4" y="T5"/>
                </a:cxn>
                <a:cxn ang="0">
                  <a:pos x="T6" y="T7"/>
                </a:cxn>
                <a:cxn ang="0">
                  <a:pos x="T8" y="T9"/>
                </a:cxn>
              </a:cxnLst>
              <a:rect l="0" t="0" r="r" b="b"/>
              <a:pathLst>
                <a:path w="26" h="10">
                  <a:moveTo>
                    <a:pt x="1" y="9"/>
                  </a:moveTo>
                  <a:cubicBezTo>
                    <a:pt x="2" y="10"/>
                    <a:pt x="8" y="9"/>
                    <a:pt x="15" y="7"/>
                  </a:cubicBezTo>
                  <a:cubicBezTo>
                    <a:pt x="21" y="5"/>
                    <a:pt x="26" y="2"/>
                    <a:pt x="25" y="1"/>
                  </a:cubicBezTo>
                  <a:cubicBezTo>
                    <a:pt x="25" y="0"/>
                    <a:pt x="20" y="0"/>
                    <a:pt x="13" y="3"/>
                  </a:cubicBezTo>
                  <a:cubicBezTo>
                    <a:pt x="6" y="5"/>
                    <a:pt x="0" y="8"/>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70" name="Freeform 1470"/>
            <p:cNvSpPr/>
            <p:nvPr/>
          </p:nvSpPr>
          <p:spPr bwMode="auto">
            <a:xfrm>
              <a:off x="4745342" y="11282140"/>
              <a:ext cx="68263" cy="31750"/>
            </a:xfrm>
            <a:custGeom>
              <a:avLst/>
              <a:gdLst>
                <a:gd name="T0" fmla="*/ 0 w 25"/>
                <a:gd name="T1" fmla="*/ 11 h 12"/>
                <a:gd name="T2" fmla="*/ 14 w 25"/>
                <a:gd name="T3" fmla="*/ 7 h 12"/>
                <a:gd name="T4" fmla="*/ 24 w 25"/>
                <a:gd name="T5" fmla="*/ 1 h 12"/>
                <a:gd name="T6" fmla="*/ 11 w 25"/>
                <a:gd name="T7" fmla="*/ 4 h 12"/>
                <a:gd name="T8" fmla="*/ 0 w 25"/>
                <a:gd name="T9" fmla="*/ 11 h 12"/>
              </a:gdLst>
              <a:ahLst/>
              <a:cxnLst>
                <a:cxn ang="0">
                  <a:pos x="T0" y="T1"/>
                </a:cxn>
                <a:cxn ang="0">
                  <a:pos x="T2" y="T3"/>
                </a:cxn>
                <a:cxn ang="0">
                  <a:pos x="T4" y="T5"/>
                </a:cxn>
                <a:cxn ang="0">
                  <a:pos x="T6" y="T7"/>
                </a:cxn>
                <a:cxn ang="0">
                  <a:pos x="T8" y="T9"/>
                </a:cxn>
              </a:cxnLst>
              <a:rect l="0" t="0" r="r" b="b"/>
              <a:pathLst>
                <a:path w="25" h="12">
                  <a:moveTo>
                    <a:pt x="0" y="11"/>
                  </a:moveTo>
                  <a:cubicBezTo>
                    <a:pt x="0" y="12"/>
                    <a:pt x="7" y="10"/>
                    <a:pt x="14" y="7"/>
                  </a:cubicBezTo>
                  <a:cubicBezTo>
                    <a:pt x="20" y="5"/>
                    <a:pt x="25" y="2"/>
                    <a:pt x="24" y="1"/>
                  </a:cubicBezTo>
                  <a:cubicBezTo>
                    <a:pt x="23" y="0"/>
                    <a:pt x="17" y="2"/>
                    <a:pt x="11" y="4"/>
                  </a:cubicBezTo>
                  <a:cubicBezTo>
                    <a:pt x="5" y="7"/>
                    <a:pt x="0" y="9"/>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71" name="Freeform 1471"/>
            <p:cNvSpPr/>
            <p:nvPr/>
          </p:nvSpPr>
          <p:spPr bwMode="auto">
            <a:xfrm>
              <a:off x="4951717" y="11194828"/>
              <a:ext cx="71438" cy="33338"/>
            </a:xfrm>
            <a:custGeom>
              <a:avLst/>
              <a:gdLst>
                <a:gd name="T0" fmla="*/ 2 w 26"/>
                <a:gd name="T1" fmla="*/ 11 h 12"/>
                <a:gd name="T2" fmla="*/ 15 w 26"/>
                <a:gd name="T3" fmla="*/ 7 h 12"/>
                <a:gd name="T4" fmla="*/ 25 w 26"/>
                <a:gd name="T5" fmla="*/ 0 h 12"/>
                <a:gd name="T6" fmla="*/ 13 w 26"/>
                <a:gd name="T7" fmla="*/ 4 h 12"/>
                <a:gd name="T8" fmla="*/ 2 w 26"/>
                <a:gd name="T9" fmla="*/ 11 h 12"/>
              </a:gdLst>
              <a:ahLst/>
              <a:cxnLst>
                <a:cxn ang="0">
                  <a:pos x="T0" y="T1"/>
                </a:cxn>
                <a:cxn ang="0">
                  <a:pos x="T2" y="T3"/>
                </a:cxn>
                <a:cxn ang="0">
                  <a:pos x="T4" y="T5"/>
                </a:cxn>
                <a:cxn ang="0">
                  <a:pos x="T6" y="T7"/>
                </a:cxn>
                <a:cxn ang="0">
                  <a:pos x="T8" y="T9"/>
                </a:cxn>
              </a:cxnLst>
              <a:rect l="0" t="0" r="r" b="b"/>
              <a:pathLst>
                <a:path w="26" h="12">
                  <a:moveTo>
                    <a:pt x="2" y="11"/>
                  </a:moveTo>
                  <a:cubicBezTo>
                    <a:pt x="2" y="12"/>
                    <a:pt x="9" y="10"/>
                    <a:pt x="15" y="7"/>
                  </a:cubicBezTo>
                  <a:cubicBezTo>
                    <a:pt x="21" y="4"/>
                    <a:pt x="26" y="1"/>
                    <a:pt x="25" y="0"/>
                  </a:cubicBezTo>
                  <a:cubicBezTo>
                    <a:pt x="25" y="0"/>
                    <a:pt x="20" y="1"/>
                    <a:pt x="13" y="4"/>
                  </a:cubicBezTo>
                  <a:cubicBezTo>
                    <a:pt x="6" y="7"/>
                    <a:pt x="0" y="10"/>
                    <a:pt x="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72" name="Freeform 1472"/>
            <p:cNvSpPr/>
            <p:nvPr/>
          </p:nvSpPr>
          <p:spPr bwMode="auto">
            <a:xfrm>
              <a:off x="5164442" y="11096403"/>
              <a:ext cx="66675" cy="36513"/>
            </a:xfrm>
            <a:custGeom>
              <a:avLst/>
              <a:gdLst>
                <a:gd name="T0" fmla="*/ 12 w 25"/>
                <a:gd name="T1" fmla="*/ 5 h 13"/>
                <a:gd name="T2" fmla="*/ 1 w 25"/>
                <a:gd name="T3" fmla="*/ 12 h 13"/>
                <a:gd name="T4" fmla="*/ 13 w 25"/>
                <a:gd name="T5" fmla="*/ 9 h 13"/>
                <a:gd name="T6" fmla="*/ 25 w 25"/>
                <a:gd name="T7" fmla="*/ 1 h 13"/>
                <a:gd name="T8" fmla="*/ 12 w 25"/>
                <a:gd name="T9" fmla="*/ 5 h 13"/>
              </a:gdLst>
              <a:ahLst/>
              <a:cxnLst>
                <a:cxn ang="0">
                  <a:pos x="T0" y="T1"/>
                </a:cxn>
                <a:cxn ang="0">
                  <a:pos x="T2" y="T3"/>
                </a:cxn>
                <a:cxn ang="0">
                  <a:pos x="T4" y="T5"/>
                </a:cxn>
                <a:cxn ang="0">
                  <a:pos x="T6" y="T7"/>
                </a:cxn>
                <a:cxn ang="0">
                  <a:pos x="T8" y="T9"/>
                </a:cxn>
              </a:cxnLst>
              <a:rect l="0" t="0" r="r" b="b"/>
              <a:pathLst>
                <a:path w="25" h="13">
                  <a:moveTo>
                    <a:pt x="12" y="5"/>
                  </a:moveTo>
                  <a:cubicBezTo>
                    <a:pt x="5" y="8"/>
                    <a:pt x="0" y="11"/>
                    <a:pt x="1" y="12"/>
                  </a:cubicBezTo>
                  <a:cubicBezTo>
                    <a:pt x="1" y="13"/>
                    <a:pt x="7" y="11"/>
                    <a:pt x="13" y="9"/>
                  </a:cubicBezTo>
                  <a:cubicBezTo>
                    <a:pt x="19" y="6"/>
                    <a:pt x="25" y="2"/>
                    <a:pt x="25" y="1"/>
                  </a:cubicBezTo>
                  <a:cubicBezTo>
                    <a:pt x="25" y="0"/>
                    <a:pt x="19" y="2"/>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73" name="Freeform 1473"/>
            <p:cNvSpPr/>
            <p:nvPr/>
          </p:nvSpPr>
          <p:spPr bwMode="auto">
            <a:xfrm>
              <a:off x="5372404" y="10999565"/>
              <a:ext cx="71438" cy="31750"/>
            </a:xfrm>
            <a:custGeom>
              <a:avLst/>
              <a:gdLst>
                <a:gd name="T0" fmla="*/ 13 w 26"/>
                <a:gd name="T1" fmla="*/ 5 h 12"/>
                <a:gd name="T2" fmla="*/ 1 w 26"/>
                <a:gd name="T3" fmla="*/ 12 h 12"/>
                <a:gd name="T4" fmla="*/ 15 w 26"/>
                <a:gd name="T5" fmla="*/ 7 h 12"/>
                <a:gd name="T6" fmla="*/ 25 w 26"/>
                <a:gd name="T7" fmla="*/ 0 h 12"/>
                <a:gd name="T8" fmla="*/ 13 w 26"/>
                <a:gd name="T9" fmla="*/ 5 h 12"/>
              </a:gdLst>
              <a:ahLst/>
              <a:cxnLst>
                <a:cxn ang="0">
                  <a:pos x="T0" y="T1"/>
                </a:cxn>
                <a:cxn ang="0">
                  <a:pos x="T2" y="T3"/>
                </a:cxn>
                <a:cxn ang="0">
                  <a:pos x="T4" y="T5"/>
                </a:cxn>
                <a:cxn ang="0">
                  <a:pos x="T6" y="T7"/>
                </a:cxn>
                <a:cxn ang="0">
                  <a:pos x="T8" y="T9"/>
                </a:cxn>
              </a:cxnLst>
              <a:rect l="0" t="0" r="r" b="b"/>
              <a:pathLst>
                <a:path w="26" h="12">
                  <a:moveTo>
                    <a:pt x="13" y="5"/>
                  </a:moveTo>
                  <a:cubicBezTo>
                    <a:pt x="6" y="8"/>
                    <a:pt x="0" y="11"/>
                    <a:pt x="1" y="12"/>
                  </a:cubicBezTo>
                  <a:cubicBezTo>
                    <a:pt x="2" y="12"/>
                    <a:pt x="8" y="10"/>
                    <a:pt x="15" y="7"/>
                  </a:cubicBezTo>
                  <a:cubicBezTo>
                    <a:pt x="21" y="4"/>
                    <a:pt x="26" y="1"/>
                    <a:pt x="25" y="0"/>
                  </a:cubicBezTo>
                  <a:cubicBezTo>
                    <a:pt x="25" y="0"/>
                    <a:pt x="19" y="1"/>
                    <a:pt x="1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74" name="Freeform 1474"/>
            <p:cNvSpPr/>
            <p:nvPr/>
          </p:nvSpPr>
          <p:spPr bwMode="auto">
            <a:xfrm>
              <a:off x="5585129" y="10896378"/>
              <a:ext cx="66675" cy="34925"/>
            </a:xfrm>
            <a:custGeom>
              <a:avLst/>
              <a:gdLst>
                <a:gd name="T0" fmla="*/ 11 w 25"/>
                <a:gd name="T1" fmla="*/ 5 h 13"/>
                <a:gd name="T2" fmla="*/ 0 w 25"/>
                <a:gd name="T3" fmla="*/ 12 h 13"/>
                <a:gd name="T4" fmla="*/ 15 w 25"/>
                <a:gd name="T5" fmla="*/ 7 h 13"/>
                <a:gd name="T6" fmla="*/ 24 w 25"/>
                <a:gd name="T7" fmla="*/ 0 h 13"/>
                <a:gd name="T8" fmla="*/ 11 w 25"/>
                <a:gd name="T9" fmla="*/ 5 h 13"/>
              </a:gdLst>
              <a:ahLst/>
              <a:cxnLst>
                <a:cxn ang="0">
                  <a:pos x="T0" y="T1"/>
                </a:cxn>
                <a:cxn ang="0">
                  <a:pos x="T2" y="T3"/>
                </a:cxn>
                <a:cxn ang="0">
                  <a:pos x="T4" y="T5"/>
                </a:cxn>
                <a:cxn ang="0">
                  <a:pos x="T6" y="T7"/>
                </a:cxn>
                <a:cxn ang="0">
                  <a:pos x="T8" y="T9"/>
                </a:cxn>
              </a:cxnLst>
              <a:rect l="0" t="0" r="r" b="b"/>
              <a:pathLst>
                <a:path w="25" h="13">
                  <a:moveTo>
                    <a:pt x="11" y="5"/>
                  </a:moveTo>
                  <a:cubicBezTo>
                    <a:pt x="5" y="8"/>
                    <a:pt x="0" y="11"/>
                    <a:pt x="0" y="12"/>
                  </a:cubicBezTo>
                  <a:cubicBezTo>
                    <a:pt x="1" y="13"/>
                    <a:pt x="8" y="10"/>
                    <a:pt x="15" y="7"/>
                  </a:cubicBezTo>
                  <a:cubicBezTo>
                    <a:pt x="21" y="3"/>
                    <a:pt x="25" y="0"/>
                    <a:pt x="24" y="0"/>
                  </a:cubicBezTo>
                  <a:cubicBezTo>
                    <a:pt x="23" y="0"/>
                    <a:pt x="18" y="2"/>
                    <a:pt x="1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75" name="Freeform 1475"/>
            <p:cNvSpPr/>
            <p:nvPr/>
          </p:nvSpPr>
          <p:spPr bwMode="auto">
            <a:xfrm>
              <a:off x="5793092" y="10790015"/>
              <a:ext cx="68263" cy="34925"/>
            </a:xfrm>
            <a:custGeom>
              <a:avLst/>
              <a:gdLst>
                <a:gd name="T0" fmla="*/ 1 w 25"/>
                <a:gd name="T1" fmla="*/ 12 h 13"/>
                <a:gd name="T2" fmla="*/ 14 w 25"/>
                <a:gd name="T3" fmla="*/ 7 h 13"/>
                <a:gd name="T4" fmla="*/ 25 w 25"/>
                <a:gd name="T5" fmla="*/ 1 h 13"/>
                <a:gd name="T6" fmla="*/ 13 w 25"/>
                <a:gd name="T7" fmla="*/ 5 h 13"/>
                <a:gd name="T8" fmla="*/ 1 w 25"/>
                <a:gd name="T9" fmla="*/ 12 h 13"/>
              </a:gdLst>
              <a:ahLst/>
              <a:cxnLst>
                <a:cxn ang="0">
                  <a:pos x="T0" y="T1"/>
                </a:cxn>
                <a:cxn ang="0">
                  <a:pos x="T2" y="T3"/>
                </a:cxn>
                <a:cxn ang="0">
                  <a:pos x="T4" y="T5"/>
                </a:cxn>
                <a:cxn ang="0">
                  <a:pos x="T6" y="T7"/>
                </a:cxn>
                <a:cxn ang="0">
                  <a:pos x="T8" y="T9"/>
                </a:cxn>
              </a:cxnLst>
              <a:rect l="0" t="0" r="r" b="b"/>
              <a:pathLst>
                <a:path w="25" h="13">
                  <a:moveTo>
                    <a:pt x="1" y="12"/>
                  </a:moveTo>
                  <a:cubicBezTo>
                    <a:pt x="1" y="13"/>
                    <a:pt x="7" y="11"/>
                    <a:pt x="14" y="7"/>
                  </a:cubicBezTo>
                  <a:cubicBezTo>
                    <a:pt x="20" y="4"/>
                    <a:pt x="25" y="1"/>
                    <a:pt x="25" y="1"/>
                  </a:cubicBezTo>
                  <a:cubicBezTo>
                    <a:pt x="24" y="0"/>
                    <a:pt x="19" y="2"/>
                    <a:pt x="13" y="5"/>
                  </a:cubicBezTo>
                  <a:cubicBezTo>
                    <a:pt x="6" y="9"/>
                    <a:pt x="0" y="12"/>
                    <a:pt x="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76" name="Freeform 1476"/>
            <p:cNvSpPr/>
            <p:nvPr/>
          </p:nvSpPr>
          <p:spPr bwMode="auto">
            <a:xfrm>
              <a:off x="3041954" y="11564715"/>
              <a:ext cx="69850" cy="23813"/>
            </a:xfrm>
            <a:custGeom>
              <a:avLst/>
              <a:gdLst>
                <a:gd name="T0" fmla="*/ 11 w 26"/>
                <a:gd name="T1" fmla="*/ 1 h 9"/>
                <a:gd name="T2" fmla="*/ 0 w 26"/>
                <a:gd name="T3" fmla="*/ 4 h 9"/>
                <a:gd name="T4" fmla="*/ 15 w 26"/>
                <a:gd name="T5" fmla="*/ 9 h 9"/>
                <a:gd name="T6" fmla="*/ 25 w 26"/>
                <a:gd name="T7" fmla="*/ 5 h 9"/>
                <a:gd name="T8" fmla="*/ 11 w 26"/>
                <a:gd name="T9" fmla="*/ 1 h 9"/>
              </a:gdLst>
              <a:ahLst/>
              <a:cxnLst>
                <a:cxn ang="0">
                  <a:pos x="T0" y="T1"/>
                </a:cxn>
                <a:cxn ang="0">
                  <a:pos x="T2" y="T3"/>
                </a:cxn>
                <a:cxn ang="0">
                  <a:pos x="T4" y="T5"/>
                </a:cxn>
                <a:cxn ang="0">
                  <a:pos x="T6" y="T7"/>
                </a:cxn>
                <a:cxn ang="0">
                  <a:pos x="T8" y="T9"/>
                </a:cxn>
              </a:cxnLst>
              <a:rect l="0" t="0" r="r" b="b"/>
              <a:pathLst>
                <a:path w="26" h="9">
                  <a:moveTo>
                    <a:pt x="11" y="1"/>
                  </a:moveTo>
                  <a:cubicBezTo>
                    <a:pt x="5" y="0"/>
                    <a:pt x="0" y="2"/>
                    <a:pt x="0" y="4"/>
                  </a:cubicBezTo>
                  <a:cubicBezTo>
                    <a:pt x="1" y="7"/>
                    <a:pt x="8" y="9"/>
                    <a:pt x="15" y="9"/>
                  </a:cubicBezTo>
                  <a:cubicBezTo>
                    <a:pt x="21" y="9"/>
                    <a:pt x="26" y="7"/>
                    <a:pt x="25" y="5"/>
                  </a:cubicBezTo>
                  <a:cubicBezTo>
                    <a:pt x="24" y="3"/>
                    <a:pt x="18" y="1"/>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77" name="Freeform 1477"/>
            <p:cNvSpPr/>
            <p:nvPr/>
          </p:nvSpPr>
          <p:spPr bwMode="auto">
            <a:xfrm>
              <a:off x="2826054" y="11553603"/>
              <a:ext cx="68263" cy="31750"/>
            </a:xfrm>
            <a:custGeom>
              <a:avLst/>
              <a:gdLst>
                <a:gd name="T0" fmla="*/ 0 w 25"/>
                <a:gd name="T1" fmla="*/ 5 h 12"/>
                <a:gd name="T2" fmla="*/ 13 w 25"/>
                <a:gd name="T3" fmla="*/ 11 h 12"/>
                <a:gd name="T4" fmla="*/ 25 w 25"/>
                <a:gd name="T5" fmla="*/ 7 h 12"/>
                <a:gd name="T6" fmla="*/ 11 w 25"/>
                <a:gd name="T7" fmla="*/ 1 h 12"/>
                <a:gd name="T8" fmla="*/ 0 w 25"/>
                <a:gd name="T9" fmla="*/ 5 h 12"/>
              </a:gdLst>
              <a:ahLst/>
              <a:cxnLst>
                <a:cxn ang="0">
                  <a:pos x="T0" y="T1"/>
                </a:cxn>
                <a:cxn ang="0">
                  <a:pos x="T2" y="T3"/>
                </a:cxn>
                <a:cxn ang="0">
                  <a:pos x="T4" y="T5"/>
                </a:cxn>
                <a:cxn ang="0">
                  <a:pos x="T6" y="T7"/>
                </a:cxn>
                <a:cxn ang="0">
                  <a:pos x="T8" y="T9"/>
                </a:cxn>
              </a:cxnLst>
              <a:rect l="0" t="0" r="r" b="b"/>
              <a:pathLst>
                <a:path w="25" h="12">
                  <a:moveTo>
                    <a:pt x="0" y="5"/>
                  </a:moveTo>
                  <a:cubicBezTo>
                    <a:pt x="1" y="8"/>
                    <a:pt x="7" y="11"/>
                    <a:pt x="13" y="11"/>
                  </a:cubicBezTo>
                  <a:cubicBezTo>
                    <a:pt x="19" y="12"/>
                    <a:pt x="25" y="10"/>
                    <a:pt x="25" y="7"/>
                  </a:cubicBezTo>
                  <a:cubicBezTo>
                    <a:pt x="25" y="4"/>
                    <a:pt x="19" y="1"/>
                    <a:pt x="11" y="1"/>
                  </a:cubicBezTo>
                  <a:cubicBezTo>
                    <a:pt x="5" y="0"/>
                    <a:pt x="0" y="2"/>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78" name="Freeform 1478"/>
            <p:cNvSpPr/>
            <p:nvPr/>
          </p:nvSpPr>
          <p:spPr bwMode="auto">
            <a:xfrm>
              <a:off x="2611742" y="11542490"/>
              <a:ext cx="68263" cy="34925"/>
            </a:xfrm>
            <a:custGeom>
              <a:avLst/>
              <a:gdLst>
                <a:gd name="T0" fmla="*/ 11 w 25"/>
                <a:gd name="T1" fmla="*/ 0 h 13"/>
                <a:gd name="T2" fmla="*/ 0 w 25"/>
                <a:gd name="T3" fmla="*/ 6 h 13"/>
                <a:gd name="T4" fmla="*/ 13 w 25"/>
                <a:gd name="T5" fmla="*/ 13 h 13"/>
                <a:gd name="T6" fmla="*/ 25 w 25"/>
                <a:gd name="T7" fmla="*/ 8 h 13"/>
                <a:gd name="T8" fmla="*/ 11 w 25"/>
                <a:gd name="T9" fmla="*/ 0 h 13"/>
              </a:gdLst>
              <a:ahLst/>
              <a:cxnLst>
                <a:cxn ang="0">
                  <a:pos x="T0" y="T1"/>
                </a:cxn>
                <a:cxn ang="0">
                  <a:pos x="T2" y="T3"/>
                </a:cxn>
                <a:cxn ang="0">
                  <a:pos x="T4" y="T5"/>
                </a:cxn>
                <a:cxn ang="0">
                  <a:pos x="T6" y="T7"/>
                </a:cxn>
                <a:cxn ang="0">
                  <a:pos x="T8" y="T9"/>
                </a:cxn>
              </a:cxnLst>
              <a:rect l="0" t="0" r="r" b="b"/>
              <a:pathLst>
                <a:path w="25" h="13">
                  <a:moveTo>
                    <a:pt x="11" y="0"/>
                  </a:moveTo>
                  <a:cubicBezTo>
                    <a:pt x="5" y="0"/>
                    <a:pt x="0" y="2"/>
                    <a:pt x="0" y="6"/>
                  </a:cubicBezTo>
                  <a:cubicBezTo>
                    <a:pt x="0" y="9"/>
                    <a:pt x="6" y="12"/>
                    <a:pt x="13" y="13"/>
                  </a:cubicBezTo>
                  <a:cubicBezTo>
                    <a:pt x="19" y="13"/>
                    <a:pt x="25" y="11"/>
                    <a:pt x="25" y="8"/>
                  </a:cubicBezTo>
                  <a:cubicBezTo>
                    <a:pt x="24" y="4"/>
                    <a:pt x="18" y="1"/>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79" name="Freeform 1479"/>
            <p:cNvSpPr/>
            <p:nvPr/>
          </p:nvSpPr>
          <p:spPr bwMode="auto">
            <a:xfrm>
              <a:off x="2395842" y="11534553"/>
              <a:ext cx="73025" cy="38100"/>
            </a:xfrm>
            <a:custGeom>
              <a:avLst/>
              <a:gdLst>
                <a:gd name="T0" fmla="*/ 11 w 27"/>
                <a:gd name="T1" fmla="*/ 0 h 14"/>
                <a:gd name="T2" fmla="*/ 1 w 27"/>
                <a:gd name="T3" fmla="*/ 6 h 14"/>
                <a:gd name="T4" fmla="*/ 15 w 27"/>
                <a:gd name="T5" fmla="*/ 14 h 14"/>
                <a:gd name="T6" fmla="*/ 25 w 27"/>
                <a:gd name="T7" fmla="*/ 6 h 14"/>
                <a:gd name="T8" fmla="*/ 11 w 27"/>
                <a:gd name="T9" fmla="*/ 0 h 14"/>
              </a:gdLst>
              <a:ahLst/>
              <a:cxnLst>
                <a:cxn ang="0">
                  <a:pos x="T0" y="T1"/>
                </a:cxn>
                <a:cxn ang="0">
                  <a:pos x="T2" y="T3"/>
                </a:cxn>
                <a:cxn ang="0">
                  <a:pos x="T4" y="T5"/>
                </a:cxn>
                <a:cxn ang="0">
                  <a:pos x="T6" y="T7"/>
                </a:cxn>
                <a:cxn ang="0">
                  <a:pos x="T8" y="T9"/>
                </a:cxn>
              </a:cxnLst>
              <a:rect l="0" t="0" r="r" b="b"/>
              <a:pathLst>
                <a:path w="27" h="14">
                  <a:moveTo>
                    <a:pt x="11" y="0"/>
                  </a:moveTo>
                  <a:cubicBezTo>
                    <a:pt x="5" y="0"/>
                    <a:pt x="0" y="3"/>
                    <a:pt x="1" y="6"/>
                  </a:cubicBezTo>
                  <a:cubicBezTo>
                    <a:pt x="2" y="10"/>
                    <a:pt x="8" y="14"/>
                    <a:pt x="15" y="14"/>
                  </a:cubicBezTo>
                  <a:cubicBezTo>
                    <a:pt x="22" y="14"/>
                    <a:pt x="27" y="10"/>
                    <a:pt x="25" y="6"/>
                  </a:cubicBezTo>
                  <a:cubicBezTo>
                    <a:pt x="24" y="3"/>
                    <a:pt x="18"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80" name="Freeform 1480"/>
            <p:cNvSpPr/>
            <p:nvPr/>
          </p:nvSpPr>
          <p:spPr bwMode="auto">
            <a:xfrm>
              <a:off x="2181529" y="11526615"/>
              <a:ext cx="69850" cy="42863"/>
            </a:xfrm>
            <a:custGeom>
              <a:avLst/>
              <a:gdLst>
                <a:gd name="T0" fmla="*/ 13 w 26"/>
                <a:gd name="T1" fmla="*/ 0 h 16"/>
                <a:gd name="T2" fmla="*/ 1 w 26"/>
                <a:gd name="T3" fmla="*/ 8 h 16"/>
                <a:gd name="T4" fmla="*/ 15 w 26"/>
                <a:gd name="T5" fmla="*/ 16 h 16"/>
                <a:gd name="T6" fmla="*/ 25 w 26"/>
                <a:gd name="T7" fmla="*/ 8 h 16"/>
                <a:gd name="T8" fmla="*/ 13 w 26"/>
                <a:gd name="T9" fmla="*/ 0 h 16"/>
              </a:gdLst>
              <a:ahLst/>
              <a:cxnLst>
                <a:cxn ang="0">
                  <a:pos x="T0" y="T1"/>
                </a:cxn>
                <a:cxn ang="0">
                  <a:pos x="T2" y="T3"/>
                </a:cxn>
                <a:cxn ang="0">
                  <a:pos x="T4" y="T5"/>
                </a:cxn>
                <a:cxn ang="0">
                  <a:pos x="T6" y="T7"/>
                </a:cxn>
                <a:cxn ang="0">
                  <a:pos x="T8" y="T9"/>
                </a:cxn>
              </a:cxnLst>
              <a:rect l="0" t="0" r="r" b="b"/>
              <a:pathLst>
                <a:path w="26" h="16">
                  <a:moveTo>
                    <a:pt x="13" y="0"/>
                  </a:moveTo>
                  <a:cubicBezTo>
                    <a:pt x="5" y="0"/>
                    <a:pt x="0" y="4"/>
                    <a:pt x="1" y="8"/>
                  </a:cubicBezTo>
                  <a:cubicBezTo>
                    <a:pt x="2" y="12"/>
                    <a:pt x="8" y="16"/>
                    <a:pt x="15" y="16"/>
                  </a:cubicBezTo>
                  <a:cubicBezTo>
                    <a:pt x="21" y="16"/>
                    <a:pt x="26" y="13"/>
                    <a:pt x="25" y="8"/>
                  </a:cubicBezTo>
                  <a:cubicBezTo>
                    <a:pt x="25" y="4"/>
                    <a:pt x="19" y="1"/>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81" name="Freeform 1481"/>
            <p:cNvSpPr/>
            <p:nvPr/>
          </p:nvSpPr>
          <p:spPr bwMode="auto">
            <a:xfrm>
              <a:off x="1967217" y="11526615"/>
              <a:ext cx="69850" cy="47625"/>
            </a:xfrm>
            <a:custGeom>
              <a:avLst/>
              <a:gdLst>
                <a:gd name="T0" fmla="*/ 12 w 26"/>
                <a:gd name="T1" fmla="*/ 0 h 18"/>
                <a:gd name="T2" fmla="*/ 1 w 26"/>
                <a:gd name="T3" fmla="*/ 9 h 18"/>
                <a:gd name="T4" fmla="*/ 16 w 26"/>
                <a:gd name="T5" fmla="*/ 17 h 18"/>
                <a:gd name="T6" fmla="*/ 25 w 26"/>
                <a:gd name="T7" fmla="*/ 8 h 18"/>
                <a:gd name="T8" fmla="*/ 12 w 26"/>
                <a:gd name="T9" fmla="*/ 0 h 18"/>
              </a:gdLst>
              <a:ahLst/>
              <a:cxnLst>
                <a:cxn ang="0">
                  <a:pos x="T0" y="T1"/>
                </a:cxn>
                <a:cxn ang="0">
                  <a:pos x="T2" y="T3"/>
                </a:cxn>
                <a:cxn ang="0">
                  <a:pos x="T4" y="T5"/>
                </a:cxn>
                <a:cxn ang="0">
                  <a:pos x="T6" y="T7"/>
                </a:cxn>
                <a:cxn ang="0">
                  <a:pos x="T8" y="T9"/>
                </a:cxn>
              </a:cxnLst>
              <a:rect l="0" t="0" r="r" b="b"/>
              <a:pathLst>
                <a:path w="26" h="18">
                  <a:moveTo>
                    <a:pt x="12" y="0"/>
                  </a:moveTo>
                  <a:cubicBezTo>
                    <a:pt x="5" y="0"/>
                    <a:pt x="0" y="4"/>
                    <a:pt x="1" y="9"/>
                  </a:cubicBezTo>
                  <a:cubicBezTo>
                    <a:pt x="2" y="14"/>
                    <a:pt x="9" y="18"/>
                    <a:pt x="16" y="17"/>
                  </a:cubicBezTo>
                  <a:cubicBezTo>
                    <a:pt x="22" y="17"/>
                    <a:pt x="26" y="13"/>
                    <a:pt x="25" y="8"/>
                  </a:cubicBezTo>
                  <a:cubicBezTo>
                    <a:pt x="24" y="3"/>
                    <a:pt x="18"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82" name="Freeform 1482"/>
            <p:cNvSpPr/>
            <p:nvPr/>
          </p:nvSpPr>
          <p:spPr bwMode="auto">
            <a:xfrm>
              <a:off x="1751317" y="11531378"/>
              <a:ext cx="74613" cy="53975"/>
            </a:xfrm>
            <a:custGeom>
              <a:avLst/>
              <a:gdLst>
                <a:gd name="T0" fmla="*/ 11 w 27"/>
                <a:gd name="T1" fmla="*/ 1 h 20"/>
                <a:gd name="T2" fmla="*/ 1 w 27"/>
                <a:gd name="T3" fmla="*/ 12 h 20"/>
                <a:gd name="T4" fmla="*/ 16 w 27"/>
                <a:gd name="T5" fmla="*/ 19 h 20"/>
                <a:gd name="T6" fmla="*/ 26 w 27"/>
                <a:gd name="T7" fmla="*/ 9 h 20"/>
                <a:gd name="T8" fmla="*/ 11 w 27"/>
                <a:gd name="T9" fmla="*/ 1 h 20"/>
              </a:gdLst>
              <a:ahLst/>
              <a:cxnLst>
                <a:cxn ang="0">
                  <a:pos x="T0" y="T1"/>
                </a:cxn>
                <a:cxn ang="0">
                  <a:pos x="T2" y="T3"/>
                </a:cxn>
                <a:cxn ang="0">
                  <a:pos x="T4" y="T5"/>
                </a:cxn>
                <a:cxn ang="0">
                  <a:pos x="T6" y="T7"/>
                </a:cxn>
                <a:cxn ang="0">
                  <a:pos x="T8" y="T9"/>
                </a:cxn>
              </a:cxnLst>
              <a:rect l="0" t="0" r="r" b="b"/>
              <a:pathLst>
                <a:path w="27" h="20">
                  <a:moveTo>
                    <a:pt x="11" y="1"/>
                  </a:moveTo>
                  <a:cubicBezTo>
                    <a:pt x="4" y="2"/>
                    <a:pt x="0" y="7"/>
                    <a:pt x="1" y="12"/>
                  </a:cubicBezTo>
                  <a:cubicBezTo>
                    <a:pt x="3" y="16"/>
                    <a:pt x="10" y="20"/>
                    <a:pt x="16" y="19"/>
                  </a:cubicBezTo>
                  <a:cubicBezTo>
                    <a:pt x="22" y="19"/>
                    <a:pt x="27" y="14"/>
                    <a:pt x="26" y="9"/>
                  </a:cubicBezTo>
                  <a:cubicBezTo>
                    <a:pt x="25" y="4"/>
                    <a:pt x="18"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83" name="Freeform 1483"/>
            <p:cNvSpPr/>
            <p:nvPr/>
          </p:nvSpPr>
          <p:spPr bwMode="auto">
            <a:xfrm>
              <a:off x="1537004" y="11550428"/>
              <a:ext cx="74613" cy="53975"/>
            </a:xfrm>
            <a:custGeom>
              <a:avLst/>
              <a:gdLst>
                <a:gd name="T0" fmla="*/ 13 w 27"/>
                <a:gd name="T1" fmla="*/ 0 h 20"/>
                <a:gd name="T2" fmla="*/ 2 w 27"/>
                <a:gd name="T3" fmla="*/ 12 h 20"/>
                <a:gd name="T4" fmla="*/ 16 w 27"/>
                <a:gd name="T5" fmla="*/ 19 h 20"/>
                <a:gd name="T6" fmla="*/ 26 w 27"/>
                <a:gd name="T7" fmla="*/ 9 h 20"/>
                <a:gd name="T8" fmla="*/ 13 w 27"/>
                <a:gd name="T9" fmla="*/ 0 h 20"/>
              </a:gdLst>
              <a:ahLst/>
              <a:cxnLst>
                <a:cxn ang="0">
                  <a:pos x="T0" y="T1"/>
                </a:cxn>
                <a:cxn ang="0">
                  <a:pos x="T2" y="T3"/>
                </a:cxn>
                <a:cxn ang="0">
                  <a:pos x="T4" y="T5"/>
                </a:cxn>
                <a:cxn ang="0">
                  <a:pos x="T6" y="T7"/>
                </a:cxn>
                <a:cxn ang="0">
                  <a:pos x="T8" y="T9"/>
                </a:cxn>
              </a:cxnLst>
              <a:rect l="0" t="0" r="r" b="b"/>
              <a:pathLst>
                <a:path w="27" h="20">
                  <a:moveTo>
                    <a:pt x="13" y="0"/>
                  </a:moveTo>
                  <a:cubicBezTo>
                    <a:pt x="6" y="1"/>
                    <a:pt x="0" y="6"/>
                    <a:pt x="2" y="12"/>
                  </a:cubicBezTo>
                  <a:cubicBezTo>
                    <a:pt x="3" y="17"/>
                    <a:pt x="10" y="20"/>
                    <a:pt x="16" y="19"/>
                  </a:cubicBezTo>
                  <a:cubicBezTo>
                    <a:pt x="22" y="19"/>
                    <a:pt x="27" y="14"/>
                    <a:pt x="26" y="9"/>
                  </a:cubicBezTo>
                  <a:cubicBezTo>
                    <a:pt x="25" y="3"/>
                    <a:pt x="20"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84" name="Freeform 1484"/>
            <p:cNvSpPr/>
            <p:nvPr/>
          </p:nvSpPr>
          <p:spPr bwMode="auto">
            <a:xfrm>
              <a:off x="1329042" y="11577415"/>
              <a:ext cx="66675" cy="60325"/>
            </a:xfrm>
            <a:custGeom>
              <a:avLst/>
              <a:gdLst>
                <a:gd name="T0" fmla="*/ 11 w 25"/>
                <a:gd name="T1" fmla="*/ 1 h 22"/>
                <a:gd name="T2" fmla="*/ 0 w 25"/>
                <a:gd name="T3" fmla="*/ 12 h 22"/>
                <a:gd name="T4" fmla="*/ 15 w 25"/>
                <a:gd name="T5" fmla="*/ 20 h 22"/>
                <a:gd name="T6" fmla="*/ 24 w 25"/>
                <a:gd name="T7" fmla="*/ 8 h 22"/>
                <a:gd name="T8" fmla="*/ 11 w 25"/>
                <a:gd name="T9" fmla="*/ 1 h 22"/>
              </a:gdLst>
              <a:ahLst/>
              <a:cxnLst>
                <a:cxn ang="0">
                  <a:pos x="T0" y="T1"/>
                </a:cxn>
                <a:cxn ang="0">
                  <a:pos x="T2" y="T3"/>
                </a:cxn>
                <a:cxn ang="0">
                  <a:pos x="T4" y="T5"/>
                </a:cxn>
                <a:cxn ang="0">
                  <a:pos x="T6" y="T7"/>
                </a:cxn>
                <a:cxn ang="0">
                  <a:pos x="T8" y="T9"/>
                </a:cxn>
              </a:cxnLst>
              <a:rect l="0" t="0" r="r" b="b"/>
              <a:pathLst>
                <a:path w="25" h="22">
                  <a:moveTo>
                    <a:pt x="11" y="1"/>
                  </a:moveTo>
                  <a:cubicBezTo>
                    <a:pt x="4" y="2"/>
                    <a:pt x="0" y="7"/>
                    <a:pt x="0" y="12"/>
                  </a:cubicBezTo>
                  <a:cubicBezTo>
                    <a:pt x="1" y="18"/>
                    <a:pt x="8" y="22"/>
                    <a:pt x="15" y="20"/>
                  </a:cubicBezTo>
                  <a:cubicBezTo>
                    <a:pt x="21" y="18"/>
                    <a:pt x="25" y="13"/>
                    <a:pt x="24" y="8"/>
                  </a:cubicBezTo>
                  <a:cubicBezTo>
                    <a:pt x="23" y="3"/>
                    <a:pt x="17"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85" name="Freeform 1485"/>
            <p:cNvSpPr/>
            <p:nvPr/>
          </p:nvSpPr>
          <p:spPr bwMode="auto">
            <a:xfrm>
              <a:off x="1114729" y="11615515"/>
              <a:ext cx="69850" cy="60325"/>
            </a:xfrm>
            <a:custGeom>
              <a:avLst/>
              <a:gdLst>
                <a:gd name="T0" fmla="*/ 12 w 26"/>
                <a:gd name="T1" fmla="*/ 2 h 22"/>
                <a:gd name="T2" fmla="*/ 1 w 26"/>
                <a:gd name="T3" fmla="*/ 14 h 22"/>
                <a:gd name="T4" fmla="*/ 15 w 26"/>
                <a:gd name="T5" fmla="*/ 21 h 22"/>
                <a:gd name="T6" fmla="*/ 25 w 26"/>
                <a:gd name="T7" fmla="*/ 9 h 22"/>
                <a:gd name="T8" fmla="*/ 12 w 26"/>
                <a:gd name="T9" fmla="*/ 2 h 22"/>
              </a:gdLst>
              <a:ahLst/>
              <a:cxnLst>
                <a:cxn ang="0">
                  <a:pos x="T0" y="T1"/>
                </a:cxn>
                <a:cxn ang="0">
                  <a:pos x="T2" y="T3"/>
                </a:cxn>
                <a:cxn ang="0">
                  <a:pos x="T4" y="T5"/>
                </a:cxn>
                <a:cxn ang="0">
                  <a:pos x="T6" y="T7"/>
                </a:cxn>
                <a:cxn ang="0">
                  <a:pos x="T8" y="T9"/>
                </a:cxn>
              </a:cxnLst>
              <a:rect l="0" t="0" r="r" b="b"/>
              <a:pathLst>
                <a:path w="26" h="22">
                  <a:moveTo>
                    <a:pt x="12" y="2"/>
                  </a:moveTo>
                  <a:cubicBezTo>
                    <a:pt x="5" y="3"/>
                    <a:pt x="0" y="9"/>
                    <a:pt x="1" y="14"/>
                  </a:cubicBezTo>
                  <a:cubicBezTo>
                    <a:pt x="2" y="19"/>
                    <a:pt x="9" y="22"/>
                    <a:pt x="15" y="21"/>
                  </a:cubicBezTo>
                  <a:cubicBezTo>
                    <a:pt x="21" y="19"/>
                    <a:pt x="26" y="14"/>
                    <a:pt x="25" y="9"/>
                  </a:cubicBezTo>
                  <a:cubicBezTo>
                    <a:pt x="24" y="3"/>
                    <a:pt x="19"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86" name="Freeform 1486"/>
            <p:cNvSpPr/>
            <p:nvPr/>
          </p:nvSpPr>
          <p:spPr bwMode="auto">
            <a:xfrm>
              <a:off x="902004" y="11669490"/>
              <a:ext cx="71438" cy="57150"/>
            </a:xfrm>
            <a:custGeom>
              <a:avLst/>
              <a:gdLst>
                <a:gd name="T0" fmla="*/ 11 w 26"/>
                <a:gd name="T1" fmla="*/ 2 h 21"/>
                <a:gd name="T2" fmla="*/ 1 w 26"/>
                <a:gd name="T3" fmla="*/ 13 h 21"/>
                <a:gd name="T4" fmla="*/ 15 w 26"/>
                <a:gd name="T5" fmla="*/ 19 h 21"/>
                <a:gd name="T6" fmla="*/ 25 w 26"/>
                <a:gd name="T7" fmla="*/ 7 h 21"/>
                <a:gd name="T8" fmla="*/ 11 w 26"/>
                <a:gd name="T9" fmla="*/ 2 h 21"/>
              </a:gdLst>
              <a:ahLst/>
              <a:cxnLst>
                <a:cxn ang="0">
                  <a:pos x="T0" y="T1"/>
                </a:cxn>
                <a:cxn ang="0">
                  <a:pos x="T2" y="T3"/>
                </a:cxn>
                <a:cxn ang="0">
                  <a:pos x="T4" y="T5"/>
                </a:cxn>
                <a:cxn ang="0">
                  <a:pos x="T6" y="T7"/>
                </a:cxn>
                <a:cxn ang="0">
                  <a:pos x="T8" y="T9"/>
                </a:cxn>
              </a:cxnLst>
              <a:rect l="0" t="0" r="r" b="b"/>
              <a:pathLst>
                <a:path w="26" h="21">
                  <a:moveTo>
                    <a:pt x="11" y="2"/>
                  </a:moveTo>
                  <a:cubicBezTo>
                    <a:pt x="5" y="3"/>
                    <a:pt x="0" y="8"/>
                    <a:pt x="1" y="13"/>
                  </a:cubicBezTo>
                  <a:cubicBezTo>
                    <a:pt x="1" y="18"/>
                    <a:pt x="9" y="21"/>
                    <a:pt x="15" y="19"/>
                  </a:cubicBezTo>
                  <a:cubicBezTo>
                    <a:pt x="22" y="17"/>
                    <a:pt x="26" y="11"/>
                    <a:pt x="25" y="7"/>
                  </a:cubicBezTo>
                  <a:cubicBezTo>
                    <a:pt x="24" y="2"/>
                    <a:pt x="18"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87" name="Freeform 1487"/>
            <p:cNvSpPr/>
            <p:nvPr/>
          </p:nvSpPr>
          <p:spPr bwMode="auto">
            <a:xfrm>
              <a:off x="690867" y="11713940"/>
              <a:ext cx="69850" cy="50800"/>
            </a:xfrm>
            <a:custGeom>
              <a:avLst/>
              <a:gdLst>
                <a:gd name="T0" fmla="*/ 11 w 26"/>
                <a:gd name="T1" fmla="*/ 1 h 19"/>
                <a:gd name="T2" fmla="*/ 0 w 26"/>
                <a:gd name="T3" fmla="*/ 12 h 19"/>
                <a:gd name="T4" fmla="*/ 14 w 26"/>
                <a:gd name="T5" fmla="*/ 17 h 19"/>
                <a:gd name="T6" fmla="*/ 24 w 26"/>
                <a:gd name="T7" fmla="*/ 6 h 19"/>
                <a:gd name="T8" fmla="*/ 11 w 26"/>
                <a:gd name="T9" fmla="*/ 1 h 19"/>
              </a:gdLst>
              <a:ahLst/>
              <a:cxnLst>
                <a:cxn ang="0">
                  <a:pos x="T0" y="T1"/>
                </a:cxn>
                <a:cxn ang="0">
                  <a:pos x="T2" y="T3"/>
                </a:cxn>
                <a:cxn ang="0">
                  <a:pos x="T4" y="T5"/>
                </a:cxn>
                <a:cxn ang="0">
                  <a:pos x="T6" y="T7"/>
                </a:cxn>
                <a:cxn ang="0">
                  <a:pos x="T8" y="T9"/>
                </a:cxn>
              </a:cxnLst>
              <a:rect l="0" t="0" r="r" b="b"/>
              <a:pathLst>
                <a:path w="26" h="19">
                  <a:moveTo>
                    <a:pt x="11" y="1"/>
                  </a:moveTo>
                  <a:cubicBezTo>
                    <a:pt x="4" y="3"/>
                    <a:pt x="0" y="8"/>
                    <a:pt x="0" y="12"/>
                  </a:cubicBezTo>
                  <a:cubicBezTo>
                    <a:pt x="1" y="16"/>
                    <a:pt x="8" y="19"/>
                    <a:pt x="14" y="17"/>
                  </a:cubicBezTo>
                  <a:cubicBezTo>
                    <a:pt x="21" y="16"/>
                    <a:pt x="26" y="11"/>
                    <a:pt x="24" y="6"/>
                  </a:cubicBezTo>
                  <a:cubicBezTo>
                    <a:pt x="23" y="2"/>
                    <a:pt x="17"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88" name="Freeform 1488"/>
            <p:cNvSpPr/>
            <p:nvPr/>
          </p:nvSpPr>
          <p:spPr bwMode="auto">
            <a:xfrm>
              <a:off x="479729" y="11761565"/>
              <a:ext cx="66675" cy="46038"/>
            </a:xfrm>
            <a:custGeom>
              <a:avLst/>
              <a:gdLst>
                <a:gd name="T0" fmla="*/ 11 w 25"/>
                <a:gd name="T1" fmla="*/ 1 h 17"/>
                <a:gd name="T2" fmla="*/ 0 w 25"/>
                <a:gd name="T3" fmla="*/ 11 h 17"/>
                <a:gd name="T4" fmla="*/ 14 w 25"/>
                <a:gd name="T5" fmla="*/ 15 h 17"/>
                <a:gd name="T6" fmla="*/ 24 w 25"/>
                <a:gd name="T7" fmla="*/ 5 h 17"/>
                <a:gd name="T8" fmla="*/ 11 w 25"/>
                <a:gd name="T9" fmla="*/ 1 h 17"/>
              </a:gdLst>
              <a:ahLst/>
              <a:cxnLst>
                <a:cxn ang="0">
                  <a:pos x="T0" y="T1"/>
                </a:cxn>
                <a:cxn ang="0">
                  <a:pos x="T2" y="T3"/>
                </a:cxn>
                <a:cxn ang="0">
                  <a:pos x="T4" y="T5"/>
                </a:cxn>
                <a:cxn ang="0">
                  <a:pos x="T6" y="T7"/>
                </a:cxn>
                <a:cxn ang="0">
                  <a:pos x="T8" y="T9"/>
                </a:cxn>
              </a:cxnLst>
              <a:rect l="0" t="0" r="r" b="b"/>
              <a:pathLst>
                <a:path w="25" h="17">
                  <a:moveTo>
                    <a:pt x="11" y="1"/>
                  </a:moveTo>
                  <a:cubicBezTo>
                    <a:pt x="4" y="3"/>
                    <a:pt x="0" y="7"/>
                    <a:pt x="0" y="11"/>
                  </a:cubicBezTo>
                  <a:cubicBezTo>
                    <a:pt x="0" y="15"/>
                    <a:pt x="8" y="17"/>
                    <a:pt x="14" y="15"/>
                  </a:cubicBezTo>
                  <a:cubicBezTo>
                    <a:pt x="21" y="14"/>
                    <a:pt x="25" y="9"/>
                    <a:pt x="24" y="5"/>
                  </a:cubicBezTo>
                  <a:cubicBezTo>
                    <a:pt x="23" y="1"/>
                    <a:pt x="18"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89" name="Freeform 1489"/>
            <p:cNvSpPr/>
            <p:nvPr/>
          </p:nvSpPr>
          <p:spPr bwMode="auto">
            <a:xfrm>
              <a:off x="265417" y="11810778"/>
              <a:ext cx="66675" cy="41275"/>
            </a:xfrm>
            <a:custGeom>
              <a:avLst/>
              <a:gdLst>
                <a:gd name="T0" fmla="*/ 13 w 25"/>
                <a:gd name="T1" fmla="*/ 2 h 15"/>
                <a:gd name="T2" fmla="*/ 1 w 25"/>
                <a:gd name="T3" fmla="*/ 11 h 15"/>
                <a:gd name="T4" fmla="*/ 14 w 25"/>
                <a:gd name="T5" fmla="*/ 14 h 15"/>
                <a:gd name="T6" fmla="*/ 25 w 25"/>
                <a:gd name="T7" fmla="*/ 5 h 15"/>
                <a:gd name="T8" fmla="*/ 13 w 25"/>
                <a:gd name="T9" fmla="*/ 2 h 15"/>
              </a:gdLst>
              <a:ahLst/>
              <a:cxnLst>
                <a:cxn ang="0">
                  <a:pos x="T0" y="T1"/>
                </a:cxn>
                <a:cxn ang="0">
                  <a:pos x="T2" y="T3"/>
                </a:cxn>
                <a:cxn ang="0">
                  <a:pos x="T4" y="T5"/>
                </a:cxn>
                <a:cxn ang="0">
                  <a:pos x="T6" y="T7"/>
                </a:cxn>
                <a:cxn ang="0">
                  <a:pos x="T8" y="T9"/>
                </a:cxn>
              </a:cxnLst>
              <a:rect l="0" t="0" r="r" b="b"/>
              <a:pathLst>
                <a:path w="25" h="15">
                  <a:moveTo>
                    <a:pt x="13" y="2"/>
                  </a:moveTo>
                  <a:cubicBezTo>
                    <a:pt x="5" y="3"/>
                    <a:pt x="0" y="7"/>
                    <a:pt x="1" y="11"/>
                  </a:cubicBezTo>
                  <a:cubicBezTo>
                    <a:pt x="2" y="14"/>
                    <a:pt x="8" y="15"/>
                    <a:pt x="14" y="14"/>
                  </a:cubicBezTo>
                  <a:cubicBezTo>
                    <a:pt x="21" y="13"/>
                    <a:pt x="25" y="9"/>
                    <a:pt x="25" y="5"/>
                  </a:cubicBezTo>
                  <a:cubicBezTo>
                    <a:pt x="24" y="2"/>
                    <a:pt x="19" y="0"/>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90" name="Freeform 1490"/>
            <p:cNvSpPr/>
            <p:nvPr/>
          </p:nvSpPr>
          <p:spPr bwMode="auto">
            <a:xfrm>
              <a:off x="52692" y="11856815"/>
              <a:ext cx="68263" cy="34925"/>
            </a:xfrm>
            <a:custGeom>
              <a:avLst/>
              <a:gdLst>
                <a:gd name="T0" fmla="*/ 15 w 25"/>
                <a:gd name="T1" fmla="*/ 12 h 13"/>
                <a:gd name="T2" fmla="*/ 25 w 25"/>
                <a:gd name="T3" fmla="*/ 4 h 13"/>
                <a:gd name="T4" fmla="*/ 11 w 25"/>
                <a:gd name="T5" fmla="*/ 1 h 13"/>
                <a:gd name="T6" fmla="*/ 0 w 25"/>
                <a:gd name="T7" fmla="*/ 8 h 13"/>
                <a:gd name="T8" fmla="*/ 15 w 25"/>
                <a:gd name="T9" fmla="*/ 12 h 13"/>
              </a:gdLst>
              <a:ahLst/>
              <a:cxnLst>
                <a:cxn ang="0">
                  <a:pos x="T0" y="T1"/>
                </a:cxn>
                <a:cxn ang="0">
                  <a:pos x="T2" y="T3"/>
                </a:cxn>
                <a:cxn ang="0">
                  <a:pos x="T4" y="T5"/>
                </a:cxn>
                <a:cxn ang="0">
                  <a:pos x="T6" y="T7"/>
                </a:cxn>
                <a:cxn ang="0">
                  <a:pos x="T8" y="T9"/>
                </a:cxn>
              </a:cxnLst>
              <a:rect l="0" t="0" r="r" b="b"/>
              <a:pathLst>
                <a:path w="25" h="13">
                  <a:moveTo>
                    <a:pt x="15" y="12"/>
                  </a:moveTo>
                  <a:cubicBezTo>
                    <a:pt x="21" y="10"/>
                    <a:pt x="25" y="7"/>
                    <a:pt x="25" y="4"/>
                  </a:cubicBezTo>
                  <a:cubicBezTo>
                    <a:pt x="24" y="1"/>
                    <a:pt x="18" y="0"/>
                    <a:pt x="11" y="1"/>
                  </a:cubicBezTo>
                  <a:cubicBezTo>
                    <a:pt x="5" y="3"/>
                    <a:pt x="0" y="6"/>
                    <a:pt x="0" y="8"/>
                  </a:cubicBezTo>
                  <a:cubicBezTo>
                    <a:pt x="1" y="11"/>
                    <a:pt x="8" y="13"/>
                    <a:pt x="1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91" name="Freeform 1491"/>
            <p:cNvSpPr/>
            <p:nvPr/>
          </p:nvSpPr>
          <p:spPr bwMode="auto">
            <a:xfrm>
              <a:off x="11541429" y="9119965"/>
              <a:ext cx="65088" cy="84138"/>
            </a:xfrm>
            <a:custGeom>
              <a:avLst/>
              <a:gdLst>
                <a:gd name="T0" fmla="*/ 10 w 24"/>
                <a:gd name="T1" fmla="*/ 12 h 31"/>
                <a:gd name="T2" fmla="*/ 0 w 24"/>
                <a:gd name="T3" fmla="*/ 28 h 31"/>
                <a:gd name="T4" fmla="*/ 14 w 24"/>
                <a:gd name="T5" fmla="*/ 17 h 31"/>
                <a:gd name="T6" fmla="*/ 23 w 24"/>
                <a:gd name="T7" fmla="*/ 1 h 31"/>
                <a:gd name="T8" fmla="*/ 10 w 24"/>
                <a:gd name="T9" fmla="*/ 12 h 31"/>
              </a:gdLst>
              <a:ahLst/>
              <a:cxnLst>
                <a:cxn ang="0">
                  <a:pos x="T0" y="T1"/>
                </a:cxn>
                <a:cxn ang="0">
                  <a:pos x="T2" y="T3"/>
                </a:cxn>
                <a:cxn ang="0">
                  <a:pos x="T4" y="T5"/>
                </a:cxn>
                <a:cxn ang="0">
                  <a:pos x="T6" y="T7"/>
                </a:cxn>
                <a:cxn ang="0">
                  <a:pos x="T8" y="T9"/>
                </a:cxn>
              </a:cxnLst>
              <a:rect l="0" t="0" r="r" b="b"/>
              <a:pathLst>
                <a:path w="24" h="31">
                  <a:moveTo>
                    <a:pt x="10" y="12"/>
                  </a:moveTo>
                  <a:cubicBezTo>
                    <a:pt x="4" y="19"/>
                    <a:pt x="0" y="26"/>
                    <a:pt x="0" y="28"/>
                  </a:cubicBezTo>
                  <a:cubicBezTo>
                    <a:pt x="1" y="31"/>
                    <a:pt x="8" y="25"/>
                    <a:pt x="14" y="17"/>
                  </a:cubicBezTo>
                  <a:cubicBezTo>
                    <a:pt x="20" y="10"/>
                    <a:pt x="24" y="3"/>
                    <a:pt x="23" y="1"/>
                  </a:cubicBezTo>
                  <a:cubicBezTo>
                    <a:pt x="22" y="0"/>
                    <a:pt x="16" y="5"/>
                    <a:pt x="10"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92" name="Freeform 1492"/>
            <p:cNvSpPr/>
            <p:nvPr/>
          </p:nvSpPr>
          <p:spPr bwMode="auto">
            <a:xfrm>
              <a:off x="11341404" y="9345390"/>
              <a:ext cx="68263" cy="82550"/>
            </a:xfrm>
            <a:custGeom>
              <a:avLst/>
              <a:gdLst>
                <a:gd name="T0" fmla="*/ 12 w 25"/>
                <a:gd name="T1" fmla="*/ 8 h 30"/>
                <a:gd name="T2" fmla="*/ 1 w 25"/>
                <a:gd name="T3" fmla="*/ 26 h 30"/>
                <a:gd name="T4" fmla="*/ 15 w 25"/>
                <a:gd name="T5" fmla="*/ 21 h 30"/>
                <a:gd name="T6" fmla="*/ 24 w 25"/>
                <a:gd name="T7" fmla="*/ 4 h 30"/>
                <a:gd name="T8" fmla="*/ 12 w 25"/>
                <a:gd name="T9" fmla="*/ 8 h 30"/>
              </a:gdLst>
              <a:ahLst/>
              <a:cxnLst>
                <a:cxn ang="0">
                  <a:pos x="T0" y="T1"/>
                </a:cxn>
                <a:cxn ang="0">
                  <a:pos x="T2" y="T3"/>
                </a:cxn>
                <a:cxn ang="0">
                  <a:pos x="T4" y="T5"/>
                </a:cxn>
                <a:cxn ang="0">
                  <a:pos x="T6" y="T7"/>
                </a:cxn>
                <a:cxn ang="0">
                  <a:pos x="T8" y="T9"/>
                </a:cxn>
              </a:cxnLst>
              <a:rect l="0" t="0" r="r" b="b"/>
              <a:pathLst>
                <a:path w="25" h="30">
                  <a:moveTo>
                    <a:pt x="12" y="8"/>
                  </a:moveTo>
                  <a:cubicBezTo>
                    <a:pt x="5" y="14"/>
                    <a:pt x="0" y="23"/>
                    <a:pt x="1" y="26"/>
                  </a:cubicBezTo>
                  <a:cubicBezTo>
                    <a:pt x="3" y="30"/>
                    <a:pt x="9" y="27"/>
                    <a:pt x="15" y="21"/>
                  </a:cubicBezTo>
                  <a:cubicBezTo>
                    <a:pt x="21" y="15"/>
                    <a:pt x="25" y="7"/>
                    <a:pt x="24" y="4"/>
                  </a:cubicBezTo>
                  <a:cubicBezTo>
                    <a:pt x="23" y="0"/>
                    <a:pt x="18" y="2"/>
                    <a:pt x="1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93" name="Freeform 1493"/>
            <p:cNvSpPr/>
            <p:nvPr/>
          </p:nvSpPr>
          <p:spPr bwMode="auto">
            <a:xfrm>
              <a:off x="11135029" y="9493028"/>
              <a:ext cx="69850" cy="57150"/>
            </a:xfrm>
            <a:custGeom>
              <a:avLst/>
              <a:gdLst>
                <a:gd name="T0" fmla="*/ 12 w 26"/>
                <a:gd name="T1" fmla="*/ 2 h 21"/>
                <a:gd name="T2" fmla="*/ 1 w 26"/>
                <a:gd name="T3" fmla="*/ 13 h 21"/>
                <a:gd name="T4" fmla="*/ 16 w 26"/>
                <a:gd name="T5" fmla="*/ 19 h 21"/>
                <a:gd name="T6" fmla="*/ 25 w 26"/>
                <a:gd name="T7" fmla="*/ 6 h 21"/>
                <a:gd name="T8" fmla="*/ 12 w 26"/>
                <a:gd name="T9" fmla="*/ 2 h 21"/>
              </a:gdLst>
              <a:ahLst/>
              <a:cxnLst>
                <a:cxn ang="0">
                  <a:pos x="T0" y="T1"/>
                </a:cxn>
                <a:cxn ang="0">
                  <a:pos x="T2" y="T3"/>
                </a:cxn>
                <a:cxn ang="0">
                  <a:pos x="T4" y="T5"/>
                </a:cxn>
                <a:cxn ang="0">
                  <a:pos x="T6" y="T7"/>
                </a:cxn>
                <a:cxn ang="0">
                  <a:pos x="T8" y="T9"/>
                </a:cxn>
              </a:cxnLst>
              <a:rect l="0" t="0" r="r" b="b"/>
              <a:pathLst>
                <a:path w="26" h="21">
                  <a:moveTo>
                    <a:pt x="12" y="2"/>
                  </a:moveTo>
                  <a:cubicBezTo>
                    <a:pt x="5" y="3"/>
                    <a:pt x="0" y="8"/>
                    <a:pt x="1" y="13"/>
                  </a:cubicBezTo>
                  <a:cubicBezTo>
                    <a:pt x="3" y="18"/>
                    <a:pt x="10" y="21"/>
                    <a:pt x="16" y="19"/>
                  </a:cubicBezTo>
                  <a:cubicBezTo>
                    <a:pt x="22" y="17"/>
                    <a:pt x="26" y="11"/>
                    <a:pt x="25" y="6"/>
                  </a:cubicBezTo>
                  <a:cubicBezTo>
                    <a:pt x="24" y="2"/>
                    <a:pt x="18"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94" name="Freeform 1494"/>
            <p:cNvSpPr/>
            <p:nvPr/>
          </p:nvSpPr>
          <p:spPr bwMode="auto">
            <a:xfrm>
              <a:off x="10922304" y="9520015"/>
              <a:ext cx="71438" cy="46038"/>
            </a:xfrm>
            <a:custGeom>
              <a:avLst/>
              <a:gdLst>
                <a:gd name="T0" fmla="*/ 12 w 26"/>
                <a:gd name="T1" fmla="*/ 0 h 17"/>
                <a:gd name="T2" fmla="*/ 0 w 26"/>
                <a:gd name="T3" fmla="*/ 9 h 17"/>
                <a:gd name="T4" fmla="*/ 15 w 26"/>
                <a:gd name="T5" fmla="*/ 17 h 17"/>
                <a:gd name="T6" fmla="*/ 25 w 26"/>
                <a:gd name="T7" fmla="*/ 7 h 17"/>
                <a:gd name="T8" fmla="*/ 12 w 26"/>
                <a:gd name="T9" fmla="*/ 0 h 17"/>
              </a:gdLst>
              <a:ahLst/>
              <a:cxnLst>
                <a:cxn ang="0">
                  <a:pos x="T0" y="T1"/>
                </a:cxn>
                <a:cxn ang="0">
                  <a:pos x="T2" y="T3"/>
                </a:cxn>
                <a:cxn ang="0">
                  <a:pos x="T4" y="T5"/>
                </a:cxn>
                <a:cxn ang="0">
                  <a:pos x="T6" y="T7"/>
                </a:cxn>
                <a:cxn ang="0">
                  <a:pos x="T8" y="T9"/>
                </a:cxn>
              </a:cxnLst>
              <a:rect l="0" t="0" r="r" b="b"/>
              <a:pathLst>
                <a:path w="26" h="17">
                  <a:moveTo>
                    <a:pt x="12" y="0"/>
                  </a:moveTo>
                  <a:cubicBezTo>
                    <a:pt x="5" y="1"/>
                    <a:pt x="0" y="5"/>
                    <a:pt x="0" y="9"/>
                  </a:cubicBezTo>
                  <a:cubicBezTo>
                    <a:pt x="1" y="14"/>
                    <a:pt x="8" y="17"/>
                    <a:pt x="15" y="17"/>
                  </a:cubicBezTo>
                  <a:cubicBezTo>
                    <a:pt x="21" y="16"/>
                    <a:pt x="26" y="12"/>
                    <a:pt x="25" y="7"/>
                  </a:cubicBezTo>
                  <a:cubicBezTo>
                    <a:pt x="24" y="3"/>
                    <a:pt x="18"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95" name="Freeform 1495"/>
            <p:cNvSpPr/>
            <p:nvPr/>
          </p:nvSpPr>
          <p:spPr bwMode="auto">
            <a:xfrm>
              <a:off x="10707992" y="9547003"/>
              <a:ext cx="71438" cy="46038"/>
            </a:xfrm>
            <a:custGeom>
              <a:avLst/>
              <a:gdLst>
                <a:gd name="T0" fmla="*/ 1 w 26"/>
                <a:gd name="T1" fmla="*/ 11 h 17"/>
                <a:gd name="T2" fmla="*/ 15 w 26"/>
                <a:gd name="T3" fmla="*/ 16 h 17"/>
                <a:gd name="T4" fmla="*/ 25 w 26"/>
                <a:gd name="T5" fmla="*/ 7 h 17"/>
                <a:gd name="T6" fmla="*/ 12 w 26"/>
                <a:gd name="T7" fmla="*/ 1 h 17"/>
                <a:gd name="T8" fmla="*/ 1 w 26"/>
                <a:gd name="T9" fmla="*/ 11 h 17"/>
              </a:gdLst>
              <a:ahLst/>
              <a:cxnLst>
                <a:cxn ang="0">
                  <a:pos x="T0" y="T1"/>
                </a:cxn>
                <a:cxn ang="0">
                  <a:pos x="T2" y="T3"/>
                </a:cxn>
                <a:cxn ang="0">
                  <a:pos x="T4" y="T5"/>
                </a:cxn>
                <a:cxn ang="0">
                  <a:pos x="T6" y="T7"/>
                </a:cxn>
                <a:cxn ang="0">
                  <a:pos x="T8" y="T9"/>
                </a:cxn>
              </a:cxnLst>
              <a:rect l="0" t="0" r="r" b="b"/>
              <a:pathLst>
                <a:path w="26" h="17">
                  <a:moveTo>
                    <a:pt x="1" y="11"/>
                  </a:moveTo>
                  <a:cubicBezTo>
                    <a:pt x="2" y="14"/>
                    <a:pt x="8" y="17"/>
                    <a:pt x="15" y="16"/>
                  </a:cubicBezTo>
                  <a:cubicBezTo>
                    <a:pt x="21" y="16"/>
                    <a:pt x="26" y="11"/>
                    <a:pt x="25" y="7"/>
                  </a:cubicBezTo>
                  <a:cubicBezTo>
                    <a:pt x="24" y="3"/>
                    <a:pt x="19" y="0"/>
                    <a:pt x="12" y="1"/>
                  </a:cubicBezTo>
                  <a:cubicBezTo>
                    <a:pt x="5" y="2"/>
                    <a:pt x="0" y="6"/>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96" name="Freeform 1496"/>
            <p:cNvSpPr/>
            <p:nvPr/>
          </p:nvSpPr>
          <p:spPr bwMode="auto">
            <a:xfrm>
              <a:off x="10493679" y="9585103"/>
              <a:ext cx="71438" cy="42863"/>
            </a:xfrm>
            <a:custGeom>
              <a:avLst/>
              <a:gdLst>
                <a:gd name="T0" fmla="*/ 1 w 26"/>
                <a:gd name="T1" fmla="*/ 9 h 16"/>
                <a:gd name="T2" fmla="*/ 15 w 26"/>
                <a:gd name="T3" fmla="*/ 15 h 16"/>
                <a:gd name="T4" fmla="*/ 25 w 26"/>
                <a:gd name="T5" fmla="*/ 6 h 16"/>
                <a:gd name="T6" fmla="*/ 12 w 26"/>
                <a:gd name="T7" fmla="*/ 1 h 16"/>
                <a:gd name="T8" fmla="*/ 1 w 26"/>
                <a:gd name="T9" fmla="*/ 9 h 16"/>
              </a:gdLst>
              <a:ahLst/>
              <a:cxnLst>
                <a:cxn ang="0">
                  <a:pos x="T0" y="T1"/>
                </a:cxn>
                <a:cxn ang="0">
                  <a:pos x="T2" y="T3"/>
                </a:cxn>
                <a:cxn ang="0">
                  <a:pos x="T4" y="T5"/>
                </a:cxn>
                <a:cxn ang="0">
                  <a:pos x="T6" y="T7"/>
                </a:cxn>
                <a:cxn ang="0">
                  <a:pos x="T8" y="T9"/>
                </a:cxn>
              </a:cxnLst>
              <a:rect l="0" t="0" r="r" b="b"/>
              <a:pathLst>
                <a:path w="26" h="16">
                  <a:moveTo>
                    <a:pt x="1" y="9"/>
                  </a:moveTo>
                  <a:cubicBezTo>
                    <a:pt x="1" y="13"/>
                    <a:pt x="8" y="16"/>
                    <a:pt x="15" y="15"/>
                  </a:cubicBezTo>
                  <a:cubicBezTo>
                    <a:pt x="21" y="13"/>
                    <a:pt x="26" y="10"/>
                    <a:pt x="25" y="6"/>
                  </a:cubicBezTo>
                  <a:cubicBezTo>
                    <a:pt x="24" y="2"/>
                    <a:pt x="19" y="0"/>
                    <a:pt x="12" y="1"/>
                  </a:cubicBezTo>
                  <a:cubicBezTo>
                    <a:pt x="5" y="2"/>
                    <a:pt x="0" y="6"/>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97" name="Freeform 1497"/>
            <p:cNvSpPr/>
            <p:nvPr/>
          </p:nvSpPr>
          <p:spPr bwMode="auto">
            <a:xfrm>
              <a:off x="10277779" y="9627965"/>
              <a:ext cx="73025" cy="38100"/>
            </a:xfrm>
            <a:custGeom>
              <a:avLst/>
              <a:gdLst>
                <a:gd name="T0" fmla="*/ 2 w 27"/>
                <a:gd name="T1" fmla="*/ 10 h 14"/>
                <a:gd name="T2" fmla="*/ 16 w 27"/>
                <a:gd name="T3" fmla="*/ 13 h 14"/>
                <a:gd name="T4" fmla="*/ 26 w 27"/>
                <a:gd name="T5" fmla="*/ 5 h 14"/>
                <a:gd name="T6" fmla="*/ 13 w 27"/>
                <a:gd name="T7" fmla="*/ 1 h 14"/>
                <a:gd name="T8" fmla="*/ 2 w 27"/>
                <a:gd name="T9" fmla="*/ 10 h 14"/>
              </a:gdLst>
              <a:ahLst/>
              <a:cxnLst>
                <a:cxn ang="0">
                  <a:pos x="T0" y="T1"/>
                </a:cxn>
                <a:cxn ang="0">
                  <a:pos x="T2" y="T3"/>
                </a:cxn>
                <a:cxn ang="0">
                  <a:pos x="T4" y="T5"/>
                </a:cxn>
                <a:cxn ang="0">
                  <a:pos x="T6" y="T7"/>
                </a:cxn>
                <a:cxn ang="0">
                  <a:pos x="T8" y="T9"/>
                </a:cxn>
              </a:cxnLst>
              <a:rect l="0" t="0" r="r" b="b"/>
              <a:pathLst>
                <a:path w="27" h="14">
                  <a:moveTo>
                    <a:pt x="2" y="10"/>
                  </a:moveTo>
                  <a:cubicBezTo>
                    <a:pt x="3" y="13"/>
                    <a:pt x="10" y="14"/>
                    <a:pt x="16" y="13"/>
                  </a:cubicBezTo>
                  <a:cubicBezTo>
                    <a:pt x="22" y="12"/>
                    <a:pt x="27" y="8"/>
                    <a:pt x="26" y="5"/>
                  </a:cubicBezTo>
                  <a:cubicBezTo>
                    <a:pt x="25" y="2"/>
                    <a:pt x="19" y="0"/>
                    <a:pt x="13" y="1"/>
                  </a:cubicBezTo>
                  <a:cubicBezTo>
                    <a:pt x="6" y="3"/>
                    <a:pt x="0" y="7"/>
                    <a:pt x="2"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98" name="Freeform 1498"/>
            <p:cNvSpPr/>
            <p:nvPr/>
          </p:nvSpPr>
          <p:spPr bwMode="auto">
            <a:xfrm>
              <a:off x="10065054" y="9677178"/>
              <a:ext cx="71438" cy="34925"/>
            </a:xfrm>
            <a:custGeom>
              <a:avLst/>
              <a:gdLst>
                <a:gd name="T0" fmla="*/ 11 w 26"/>
                <a:gd name="T1" fmla="*/ 1 h 13"/>
                <a:gd name="T2" fmla="*/ 0 w 26"/>
                <a:gd name="T3" fmla="*/ 9 h 13"/>
                <a:gd name="T4" fmla="*/ 15 w 26"/>
                <a:gd name="T5" fmla="*/ 11 h 13"/>
                <a:gd name="T6" fmla="*/ 25 w 26"/>
                <a:gd name="T7" fmla="*/ 4 h 13"/>
                <a:gd name="T8" fmla="*/ 11 w 26"/>
                <a:gd name="T9" fmla="*/ 1 h 13"/>
              </a:gdLst>
              <a:ahLst/>
              <a:cxnLst>
                <a:cxn ang="0">
                  <a:pos x="T0" y="T1"/>
                </a:cxn>
                <a:cxn ang="0">
                  <a:pos x="T2" y="T3"/>
                </a:cxn>
                <a:cxn ang="0">
                  <a:pos x="T4" y="T5"/>
                </a:cxn>
                <a:cxn ang="0">
                  <a:pos x="T6" y="T7"/>
                </a:cxn>
                <a:cxn ang="0">
                  <a:pos x="T8" y="T9"/>
                </a:cxn>
              </a:cxnLst>
              <a:rect l="0" t="0" r="r" b="b"/>
              <a:pathLst>
                <a:path w="26" h="13">
                  <a:moveTo>
                    <a:pt x="11" y="1"/>
                  </a:moveTo>
                  <a:cubicBezTo>
                    <a:pt x="4" y="3"/>
                    <a:pt x="0" y="6"/>
                    <a:pt x="0" y="9"/>
                  </a:cubicBezTo>
                  <a:cubicBezTo>
                    <a:pt x="1" y="12"/>
                    <a:pt x="8" y="13"/>
                    <a:pt x="15" y="11"/>
                  </a:cubicBezTo>
                  <a:cubicBezTo>
                    <a:pt x="22" y="10"/>
                    <a:pt x="26" y="6"/>
                    <a:pt x="25" y="4"/>
                  </a:cubicBezTo>
                  <a:cubicBezTo>
                    <a:pt x="24" y="1"/>
                    <a:pt x="18"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499" name="Freeform 1499"/>
            <p:cNvSpPr/>
            <p:nvPr/>
          </p:nvSpPr>
          <p:spPr bwMode="auto">
            <a:xfrm>
              <a:off x="9847567" y="9729565"/>
              <a:ext cx="71438" cy="31750"/>
            </a:xfrm>
            <a:custGeom>
              <a:avLst/>
              <a:gdLst>
                <a:gd name="T0" fmla="*/ 12 w 26"/>
                <a:gd name="T1" fmla="*/ 1 h 12"/>
                <a:gd name="T2" fmla="*/ 1 w 26"/>
                <a:gd name="T3" fmla="*/ 9 h 12"/>
                <a:gd name="T4" fmla="*/ 15 w 26"/>
                <a:gd name="T5" fmla="*/ 10 h 12"/>
                <a:gd name="T6" fmla="*/ 26 w 26"/>
                <a:gd name="T7" fmla="*/ 3 h 12"/>
                <a:gd name="T8" fmla="*/ 12 w 26"/>
                <a:gd name="T9" fmla="*/ 1 h 12"/>
              </a:gdLst>
              <a:ahLst/>
              <a:cxnLst>
                <a:cxn ang="0">
                  <a:pos x="T0" y="T1"/>
                </a:cxn>
                <a:cxn ang="0">
                  <a:pos x="T2" y="T3"/>
                </a:cxn>
                <a:cxn ang="0">
                  <a:pos x="T4" y="T5"/>
                </a:cxn>
                <a:cxn ang="0">
                  <a:pos x="T6" y="T7"/>
                </a:cxn>
                <a:cxn ang="0">
                  <a:pos x="T8" y="T9"/>
                </a:cxn>
              </a:cxnLst>
              <a:rect l="0" t="0" r="r" b="b"/>
              <a:pathLst>
                <a:path w="26" h="12">
                  <a:moveTo>
                    <a:pt x="12" y="1"/>
                  </a:moveTo>
                  <a:cubicBezTo>
                    <a:pt x="5" y="3"/>
                    <a:pt x="0" y="7"/>
                    <a:pt x="1" y="9"/>
                  </a:cubicBezTo>
                  <a:cubicBezTo>
                    <a:pt x="2" y="11"/>
                    <a:pt x="9" y="12"/>
                    <a:pt x="15" y="10"/>
                  </a:cubicBezTo>
                  <a:cubicBezTo>
                    <a:pt x="21" y="9"/>
                    <a:pt x="26" y="6"/>
                    <a:pt x="26" y="3"/>
                  </a:cubicBezTo>
                  <a:cubicBezTo>
                    <a:pt x="25" y="1"/>
                    <a:pt x="19"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00" name="Freeform 1500"/>
            <p:cNvSpPr/>
            <p:nvPr/>
          </p:nvSpPr>
          <p:spPr bwMode="auto">
            <a:xfrm>
              <a:off x="9633254" y="9783540"/>
              <a:ext cx="68263" cy="26988"/>
            </a:xfrm>
            <a:custGeom>
              <a:avLst/>
              <a:gdLst>
                <a:gd name="T0" fmla="*/ 11 w 25"/>
                <a:gd name="T1" fmla="*/ 1 h 10"/>
                <a:gd name="T2" fmla="*/ 0 w 25"/>
                <a:gd name="T3" fmla="*/ 8 h 10"/>
                <a:gd name="T4" fmla="*/ 13 w 25"/>
                <a:gd name="T5" fmla="*/ 9 h 10"/>
                <a:gd name="T6" fmla="*/ 25 w 25"/>
                <a:gd name="T7" fmla="*/ 2 h 10"/>
                <a:gd name="T8" fmla="*/ 11 w 25"/>
                <a:gd name="T9" fmla="*/ 1 h 10"/>
              </a:gdLst>
              <a:ahLst/>
              <a:cxnLst>
                <a:cxn ang="0">
                  <a:pos x="T0" y="T1"/>
                </a:cxn>
                <a:cxn ang="0">
                  <a:pos x="T2" y="T3"/>
                </a:cxn>
                <a:cxn ang="0">
                  <a:pos x="T4" y="T5"/>
                </a:cxn>
                <a:cxn ang="0">
                  <a:pos x="T6" y="T7"/>
                </a:cxn>
                <a:cxn ang="0">
                  <a:pos x="T8" y="T9"/>
                </a:cxn>
              </a:cxnLst>
              <a:rect l="0" t="0" r="r" b="b"/>
              <a:pathLst>
                <a:path w="25" h="10">
                  <a:moveTo>
                    <a:pt x="11" y="1"/>
                  </a:moveTo>
                  <a:cubicBezTo>
                    <a:pt x="5" y="3"/>
                    <a:pt x="0" y="6"/>
                    <a:pt x="0" y="8"/>
                  </a:cubicBezTo>
                  <a:cubicBezTo>
                    <a:pt x="1" y="10"/>
                    <a:pt x="7" y="10"/>
                    <a:pt x="13" y="9"/>
                  </a:cubicBezTo>
                  <a:cubicBezTo>
                    <a:pt x="20" y="7"/>
                    <a:pt x="25" y="4"/>
                    <a:pt x="25" y="2"/>
                  </a:cubicBezTo>
                  <a:cubicBezTo>
                    <a:pt x="25" y="0"/>
                    <a:pt x="19"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01" name="Freeform 1501"/>
            <p:cNvSpPr/>
            <p:nvPr/>
          </p:nvSpPr>
          <p:spPr bwMode="auto">
            <a:xfrm>
              <a:off x="9417354" y="9834340"/>
              <a:ext cx="69850" cy="26988"/>
            </a:xfrm>
            <a:custGeom>
              <a:avLst/>
              <a:gdLst>
                <a:gd name="T0" fmla="*/ 12 w 26"/>
                <a:gd name="T1" fmla="*/ 2 h 10"/>
                <a:gd name="T2" fmla="*/ 1 w 26"/>
                <a:gd name="T3" fmla="*/ 8 h 10"/>
                <a:gd name="T4" fmla="*/ 14 w 26"/>
                <a:gd name="T5" fmla="*/ 8 h 10"/>
                <a:gd name="T6" fmla="*/ 26 w 26"/>
                <a:gd name="T7" fmla="*/ 2 h 10"/>
                <a:gd name="T8" fmla="*/ 12 w 26"/>
                <a:gd name="T9" fmla="*/ 2 h 10"/>
              </a:gdLst>
              <a:ahLst/>
              <a:cxnLst>
                <a:cxn ang="0">
                  <a:pos x="T0" y="T1"/>
                </a:cxn>
                <a:cxn ang="0">
                  <a:pos x="T2" y="T3"/>
                </a:cxn>
                <a:cxn ang="0">
                  <a:pos x="T4" y="T5"/>
                </a:cxn>
                <a:cxn ang="0">
                  <a:pos x="T6" y="T7"/>
                </a:cxn>
                <a:cxn ang="0">
                  <a:pos x="T8" y="T9"/>
                </a:cxn>
              </a:cxnLst>
              <a:rect l="0" t="0" r="r" b="b"/>
              <a:pathLst>
                <a:path w="26" h="10">
                  <a:moveTo>
                    <a:pt x="12" y="2"/>
                  </a:moveTo>
                  <a:cubicBezTo>
                    <a:pt x="5" y="4"/>
                    <a:pt x="0" y="6"/>
                    <a:pt x="1" y="8"/>
                  </a:cubicBezTo>
                  <a:cubicBezTo>
                    <a:pt x="1" y="9"/>
                    <a:pt x="7" y="10"/>
                    <a:pt x="14" y="8"/>
                  </a:cubicBezTo>
                  <a:cubicBezTo>
                    <a:pt x="20" y="7"/>
                    <a:pt x="26" y="4"/>
                    <a:pt x="26" y="2"/>
                  </a:cubicBezTo>
                  <a:cubicBezTo>
                    <a:pt x="25" y="1"/>
                    <a:pt x="19"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02" name="Freeform 1502"/>
            <p:cNvSpPr/>
            <p:nvPr/>
          </p:nvSpPr>
          <p:spPr bwMode="auto">
            <a:xfrm>
              <a:off x="9203042" y="9888315"/>
              <a:ext cx="69850" cy="22225"/>
            </a:xfrm>
            <a:custGeom>
              <a:avLst/>
              <a:gdLst>
                <a:gd name="T0" fmla="*/ 11 w 26"/>
                <a:gd name="T1" fmla="*/ 2 h 8"/>
                <a:gd name="T2" fmla="*/ 0 w 26"/>
                <a:gd name="T3" fmla="*/ 7 h 8"/>
                <a:gd name="T4" fmla="*/ 15 w 26"/>
                <a:gd name="T5" fmla="*/ 6 h 8"/>
                <a:gd name="T6" fmla="*/ 25 w 26"/>
                <a:gd name="T7" fmla="*/ 1 h 8"/>
                <a:gd name="T8" fmla="*/ 11 w 26"/>
                <a:gd name="T9" fmla="*/ 2 h 8"/>
              </a:gdLst>
              <a:ahLst/>
              <a:cxnLst>
                <a:cxn ang="0">
                  <a:pos x="T0" y="T1"/>
                </a:cxn>
                <a:cxn ang="0">
                  <a:pos x="T2" y="T3"/>
                </a:cxn>
                <a:cxn ang="0">
                  <a:pos x="T4" y="T5"/>
                </a:cxn>
                <a:cxn ang="0">
                  <a:pos x="T6" y="T7"/>
                </a:cxn>
                <a:cxn ang="0">
                  <a:pos x="T8" y="T9"/>
                </a:cxn>
              </a:cxnLst>
              <a:rect l="0" t="0" r="r" b="b"/>
              <a:pathLst>
                <a:path w="26" h="8">
                  <a:moveTo>
                    <a:pt x="11" y="2"/>
                  </a:moveTo>
                  <a:cubicBezTo>
                    <a:pt x="5" y="3"/>
                    <a:pt x="0" y="5"/>
                    <a:pt x="0" y="7"/>
                  </a:cubicBezTo>
                  <a:cubicBezTo>
                    <a:pt x="1" y="8"/>
                    <a:pt x="8" y="8"/>
                    <a:pt x="15" y="6"/>
                  </a:cubicBezTo>
                  <a:cubicBezTo>
                    <a:pt x="22" y="4"/>
                    <a:pt x="26" y="2"/>
                    <a:pt x="25" y="1"/>
                  </a:cubicBezTo>
                  <a:cubicBezTo>
                    <a:pt x="24" y="0"/>
                    <a:pt x="18"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03" name="Freeform 1503"/>
            <p:cNvSpPr/>
            <p:nvPr/>
          </p:nvSpPr>
          <p:spPr bwMode="auto">
            <a:xfrm>
              <a:off x="8985554" y="9937528"/>
              <a:ext cx="69850" cy="19050"/>
            </a:xfrm>
            <a:custGeom>
              <a:avLst/>
              <a:gdLst>
                <a:gd name="T0" fmla="*/ 12 w 26"/>
                <a:gd name="T1" fmla="*/ 2 h 7"/>
                <a:gd name="T2" fmla="*/ 1 w 26"/>
                <a:gd name="T3" fmla="*/ 6 h 7"/>
                <a:gd name="T4" fmla="*/ 14 w 26"/>
                <a:gd name="T5" fmla="*/ 5 h 7"/>
                <a:gd name="T6" fmla="*/ 25 w 26"/>
                <a:gd name="T7" fmla="*/ 1 h 7"/>
                <a:gd name="T8" fmla="*/ 12 w 26"/>
                <a:gd name="T9" fmla="*/ 2 h 7"/>
              </a:gdLst>
              <a:ahLst/>
              <a:cxnLst>
                <a:cxn ang="0">
                  <a:pos x="T0" y="T1"/>
                </a:cxn>
                <a:cxn ang="0">
                  <a:pos x="T2" y="T3"/>
                </a:cxn>
                <a:cxn ang="0">
                  <a:pos x="T4" y="T5"/>
                </a:cxn>
                <a:cxn ang="0">
                  <a:pos x="T6" y="T7"/>
                </a:cxn>
                <a:cxn ang="0">
                  <a:pos x="T8" y="T9"/>
                </a:cxn>
              </a:cxnLst>
              <a:rect l="0" t="0" r="r" b="b"/>
              <a:pathLst>
                <a:path w="26" h="7">
                  <a:moveTo>
                    <a:pt x="12" y="2"/>
                  </a:moveTo>
                  <a:cubicBezTo>
                    <a:pt x="5" y="3"/>
                    <a:pt x="0" y="5"/>
                    <a:pt x="1" y="6"/>
                  </a:cubicBezTo>
                  <a:cubicBezTo>
                    <a:pt x="2" y="7"/>
                    <a:pt x="8" y="7"/>
                    <a:pt x="14" y="5"/>
                  </a:cubicBezTo>
                  <a:cubicBezTo>
                    <a:pt x="21" y="4"/>
                    <a:pt x="26" y="2"/>
                    <a:pt x="25" y="1"/>
                  </a:cubicBezTo>
                  <a:cubicBezTo>
                    <a:pt x="25" y="0"/>
                    <a:pt x="19"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04" name="Freeform 1504"/>
            <p:cNvSpPr/>
            <p:nvPr/>
          </p:nvSpPr>
          <p:spPr bwMode="auto">
            <a:xfrm>
              <a:off x="8768067" y="9983565"/>
              <a:ext cx="69850" cy="17463"/>
            </a:xfrm>
            <a:custGeom>
              <a:avLst/>
              <a:gdLst>
                <a:gd name="T0" fmla="*/ 1 w 26"/>
                <a:gd name="T1" fmla="*/ 5 h 6"/>
                <a:gd name="T2" fmla="*/ 16 w 26"/>
                <a:gd name="T3" fmla="*/ 4 h 6"/>
                <a:gd name="T4" fmla="*/ 26 w 26"/>
                <a:gd name="T5" fmla="*/ 0 h 6"/>
                <a:gd name="T6" fmla="*/ 12 w 26"/>
                <a:gd name="T7" fmla="*/ 2 h 6"/>
                <a:gd name="T8" fmla="*/ 1 w 26"/>
                <a:gd name="T9" fmla="*/ 5 h 6"/>
              </a:gdLst>
              <a:ahLst/>
              <a:cxnLst>
                <a:cxn ang="0">
                  <a:pos x="T0" y="T1"/>
                </a:cxn>
                <a:cxn ang="0">
                  <a:pos x="T2" y="T3"/>
                </a:cxn>
                <a:cxn ang="0">
                  <a:pos x="T4" y="T5"/>
                </a:cxn>
                <a:cxn ang="0">
                  <a:pos x="T6" y="T7"/>
                </a:cxn>
                <a:cxn ang="0">
                  <a:pos x="T8" y="T9"/>
                </a:cxn>
              </a:cxnLst>
              <a:rect l="0" t="0" r="r" b="b"/>
              <a:pathLst>
                <a:path w="26" h="6">
                  <a:moveTo>
                    <a:pt x="1" y="5"/>
                  </a:moveTo>
                  <a:cubicBezTo>
                    <a:pt x="1" y="6"/>
                    <a:pt x="9" y="5"/>
                    <a:pt x="16" y="4"/>
                  </a:cubicBezTo>
                  <a:cubicBezTo>
                    <a:pt x="22" y="3"/>
                    <a:pt x="26" y="1"/>
                    <a:pt x="26" y="0"/>
                  </a:cubicBezTo>
                  <a:cubicBezTo>
                    <a:pt x="25" y="0"/>
                    <a:pt x="19" y="0"/>
                    <a:pt x="12" y="2"/>
                  </a:cubicBezTo>
                  <a:cubicBezTo>
                    <a:pt x="5" y="3"/>
                    <a:pt x="0" y="5"/>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05" name="Freeform 1505"/>
            <p:cNvSpPr/>
            <p:nvPr/>
          </p:nvSpPr>
          <p:spPr bwMode="auto">
            <a:xfrm>
              <a:off x="8553754" y="10024840"/>
              <a:ext cx="68263" cy="12700"/>
            </a:xfrm>
            <a:custGeom>
              <a:avLst/>
              <a:gdLst>
                <a:gd name="T0" fmla="*/ 0 w 25"/>
                <a:gd name="T1" fmla="*/ 4 h 5"/>
                <a:gd name="T2" fmla="*/ 14 w 25"/>
                <a:gd name="T3" fmla="*/ 3 h 5"/>
                <a:gd name="T4" fmla="*/ 25 w 25"/>
                <a:gd name="T5" fmla="*/ 0 h 5"/>
                <a:gd name="T6" fmla="*/ 12 w 25"/>
                <a:gd name="T7" fmla="*/ 1 h 5"/>
                <a:gd name="T8" fmla="*/ 0 w 25"/>
                <a:gd name="T9" fmla="*/ 4 h 5"/>
              </a:gdLst>
              <a:ahLst/>
              <a:cxnLst>
                <a:cxn ang="0">
                  <a:pos x="T0" y="T1"/>
                </a:cxn>
                <a:cxn ang="0">
                  <a:pos x="T2" y="T3"/>
                </a:cxn>
                <a:cxn ang="0">
                  <a:pos x="T4" y="T5"/>
                </a:cxn>
                <a:cxn ang="0">
                  <a:pos x="T6" y="T7"/>
                </a:cxn>
                <a:cxn ang="0">
                  <a:pos x="T8" y="T9"/>
                </a:cxn>
              </a:cxnLst>
              <a:rect l="0" t="0" r="r" b="b"/>
              <a:pathLst>
                <a:path w="25" h="5">
                  <a:moveTo>
                    <a:pt x="0" y="4"/>
                  </a:moveTo>
                  <a:cubicBezTo>
                    <a:pt x="0" y="5"/>
                    <a:pt x="7" y="4"/>
                    <a:pt x="14" y="3"/>
                  </a:cubicBezTo>
                  <a:cubicBezTo>
                    <a:pt x="20" y="2"/>
                    <a:pt x="25" y="1"/>
                    <a:pt x="25" y="0"/>
                  </a:cubicBezTo>
                  <a:cubicBezTo>
                    <a:pt x="25" y="0"/>
                    <a:pt x="19" y="0"/>
                    <a:pt x="12" y="1"/>
                  </a:cubicBezTo>
                  <a:cubicBezTo>
                    <a:pt x="6" y="3"/>
                    <a:pt x="0" y="4"/>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06" name="Freeform 1506"/>
            <p:cNvSpPr/>
            <p:nvPr/>
          </p:nvSpPr>
          <p:spPr bwMode="auto">
            <a:xfrm>
              <a:off x="8336267" y="10056590"/>
              <a:ext cx="71438" cy="11113"/>
            </a:xfrm>
            <a:custGeom>
              <a:avLst/>
              <a:gdLst>
                <a:gd name="T0" fmla="*/ 13 w 26"/>
                <a:gd name="T1" fmla="*/ 2 h 4"/>
                <a:gd name="T2" fmla="*/ 1 w 26"/>
                <a:gd name="T3" fmla="*/ 4 h 4"/>
                <a:gd name="T4" fmla="*/ 14 w 26"/>
                <a:gd name="T5" fmla="*/ 3 h 4"/>
                <a:gd name="T6" fmla="*/ 25 w 26"/>
                <a:gd name="T7" fmla="*/ 1 h 4"/>
                <a:gd name="T8" fmla="*/ 13 w 26"/>
                <a:gd name="T9" fmla="*/ 2 h 4"/>
              </a:gdLst>
              <a:ahLst/>
              <a:cxnLst>
                <a:cxn ang="0">
                  <a:pos x="T0" y="T1"/>
                </a:cxn>
                <a:cxn ang="0">
                  <a:pos x="T2" y="T3"/>
                </a:cxn>
                <a:cxn ang="0">
                  <a:pos x="T4" y="T5"/>
                </a:cxn>
                <a:cxn ang="0">
                  <a:pos x="T6" y="T7"/>
                </a:cxn>
                <a:cxn ang="0">
                  <a:pos x="T8" y="T9"/>
                </a:cxn>
              </a:cxnLst>
              <a:rect l="0" t="0" r="r" b="b"/>
              <a:pathLst>
                <a:path w="26" h="4">
                  <a:moveTo>
                    <a:pt x="13" y="2"/>
                  </a:moveTo>
                  <a:cubicBezTo>
                    <a:pt x="6" y="3"/>
                    <a:pt x="0" y="4"/>
                    <a:pt x="1" y="4"/>
                  </a:cubicBezTo>
                  <a:cubicBezTo>
                    <a:pt x="2" y="4"/>
                    <a:pt x="8" y="4"/>
                    <a:pt x="14" y="3"/>
                  </a:cubicBezTo>
                  <a:cubicBezTo>
                    <a:pt x="21" y="2"/>
                    <a:pt x="26" y="1"/>
                    <a:pt x="25" y="1"/>
                  </a:cubicBezTo>
                  <a:cubicBezTo>
                    <a:pt x="25" y="0"/>
                    <a:pt x="19" y="1"/>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07" name="Freeform 1507"/>
            <p:cNvSpPr/>
            <p:nvPr/>
          </p:nvSpPr>
          <p:spPr bwMode="auto">
            <a:xfrm>
              <a:off x="7693329" y="10113740"/>
              <a:ext cx="68263" cy="7938"/>
            </a:xfrm>
            <a:custGeom>
              <a:avLst/>
              <a:gdLst>
                <a:gd name="T0" fmla="*/ 25 w 25"/>
                <a:gd name="T1" fmla="*/ 0 h 3"/>
                <a:gd name="T2" fmla="*/ 13 w 25"/>
                <a:gd name="T3" fmla="*/ 2 h 3"/>
                <a:gd name="T4" fmla="*/ 0 w 25"/>
                <a:gd name="T5" fmla="*/ 3 h 3"/>
                <a:gd name="T6" fmla="*/ 13 w 25"/>
                <a:gd name="T7" fmla="*/ 2 h 3"/>
                <a:gd name="T8" fmla="*/ 25 w 25"/>
                <a:gd name="T9" fmla="*/ 0 h 3"/>
              </a:gdLst>
              <a:ahLst/>
              <a:cxnLst>
                <a:cxn ang="0">
                  <a:pos x="T0" y="T1"/>
                </a:cxn>
                <a:cxn ang="0">
                  <a:pos x="T2" y="T3"/>
                </a:cxn>
                <a:cxn ang="0">
                  <a:pos x="T4" y="T5"/>
                </a:cxn>
                <a:cxn ang="0">
                  <a:pos x="T6" y="T7"/>
                </a:cxn>
                <a:cxn ang="0">
                  <a:pos x="T8" y="T9"/>
                </a:cxn>
              </a:cxnLst>
              <a:rect l="0" t="0" r="r" b="b"/>
              <a:pathLst>
                <a:path w="25" h="3">
                  <a:moveTo>
                    <a:pt x="25" y="0"/>
                  </a:moveTo>
                  <a:cubicBezTo>
                    <a:pt x="25" y="0"/>
                    <a:pt x="20" y="1"/>
                    <a:pt x="13" y="2"/>
                  </a:cubicBezTo>
                  <a:cubicBezTo>
                    <a:pt x="6" y="2"/>
                    <a:pt x="0" y="3"/>
                    <a:pt x="0" y="3"/>
                  </a:cubicBezTo>
                  <a:cubicBezTo>
                    <a:pt x="1" y="3"/>
                    <a:pt x="6" y="3"/>
                    <a:pt x="13" y="2"/>
                  </a:cubicBezTo>
                  <a:cubicBezTo>
                    <a:pt x="19" y="1"/>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08" name="Freeform 1508"/>
            <p:cNvSpPr/>
            <p:nvPr/>
          </p:nvSpPr>
          <p:spPr bwMode="auto">
            <a:xfrm>
              <a:off x="7479017" y="10143903"/>
              <a:ext cx="69850" cy="14288"/>
            </a:xfrm>
            <a:custGeom>
              <a:avLst/>
              <a:gdLst>
                <a:gd name="T0" fmla="*/ 25 w 26"/>
                <a:gd name="T1" fmla="*/ 0 h 5"/>
                <a:gd name="T2" fmla="*/ 12 w 26"/>
                <a:gd name="T3" fmla="*/ 3 h 5"/>
                <a:gd name="T4" fmla="*/ 1 w 26"/>
                <a:gd name="T5" fmla="*/ 5 h 5"/>
                <a:gd name="T6" fmla="*/ 15 w 26"/>
                <a:gd name="T7" fmla="*/ 2 h 5"/>
                <a:gd name="T8" fmla="*/ 25 w 26"/>
                <a:gd name="T9" fmla="*/ 0 h 5"/>
              </a:gdLst>
              <a:ahLst/>
              <a:cxnLst>
                <a:cxn ang="0">
                  <a:pos x="T0" y="T1"/>
                </a:cxn>
                <a:cxn ang="0">
                  <a:pos x="T2" y="T3"/>
                </a:cxn>
                <a:cxn ang="0">
                  <a:pos x="T4" y="T5"/>
                </a:cxn>
                <a:cxn ang="0">
                  <a:pos x="T6" y="T7"/>
                </a:cxn>
                <a:cxn ang="0">
                  <a:pos x="T8" y="T9"/>
                </a:cxn>
              </a:cxnLst>
              <a:rect l="0" t="0" r="r" b="b"/>
              <a:pathLst>
                <a:path w="26" h="5">
                  <a:moveTo>
                    <a:pt x="25" y="0"/>
                  </a:moveTo>
                  <a:cubicBezTo>
                    <a:pt x="24" y="0"/>
                    <a:pt x="19" y="1"/>
                    <a:pt x="12" y="3"/>
                  </a:cubicBezTo>
                  <a:cubicBezTo>
                    <a:pt x="6" y="4"/>
                    <a:pt x="0" y="5"/>
                    <a:pt x="1" y="5"/>
                  </a:cubicBezTo>
                  <a:cubicBezTo>
                    <a:pt x="1" y="5"/>
                    <a:pt x="8" y="4"/>
                    <a:pt x="15" y="2"/>
                  </a:cubicBezTo>
                  <a:cubicBezTo>
                    <a:pt x="21" y="1"/>
                    <a:pt x="26"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09" name="Freeform 1509"/>
            <p:cNvSpPr/>
            <p:nvPr/>
          </p:nvSpPr>
          <p:spPr bwMode="auto">
            <a:xfrm>
              <a:off x="6631292" y="10402665"/>
              <a:ext cx="71438" cy="26988"/>
            </a:xfrm>
            <a:custGeom>
              <a:avLst/>
              <a:gdLst>
                <a:gd name="T0" fmla="*/ 1 w 26"/>
                <a:gd name="T1" fmla="*/ 10 h 10"/>
                <a:gd name="T2" fmla="*/ 15 w 26"/>
                <a:gd name="T3" fmla="*/ 5 h 10"/>
                <a:gd name="T4" fmla="*/ 25 w 26"/>
                <a:gd name="T5" fmla="*/ 0 h 10"/>
                <a:gd name="T6" fmla="*/ 11 w 26"/>
                <a:gd name="T7" fmla="*/ 5 h 10"/>
                <a:gd name="T8" fmla="*/ 1 w 26"/>
                <a:gd name="T9" fmla="*/ 10 h 10"/>
              </a:gdLst>
              <a:ahLst/>
              <a:cxnLst>
                <a:cxn ang="0">
                  <a:pos x="T0" y="T1"/>
                </a:cxn>
                <a:cxn ang="0">
                  <a:pos x="T2" y="T3"/>
                </a:cxn>
                <a:cxn ang="0">
                  <a:pos x="T4" y="T5"/>
                </a:cxn>
                <a:cxn ang="0">
                  <a:pos x="T6" y="T7"/>
                </a:cxn>
                <a:cxn ang="0">
                  <a:pos x="T8" y="T9"/>
                </a:cxn>
              </a:cxnLst>
              <a:rect l="0" t="0" r="r" b="b"/>
              <a:pathLst>
                <a:path w="26" h="10">
                  <a:moveTo>
                    <a:pt x="1" y="10"/>
                  </a:moveTo>
                  <a:cubicBezTo>
                    <a:pt x="2" y="10"/>
                    <a:pt x="9" y="7"/>
                    <a:pt x="15" y="5"/>
                  </a:cubicBezTo>
                  <a:cubicBezTo>
                    <a:pt x="21" y="2"/>
                    <a:pt x="26" y="0"/>
                    <a:pt x="25" y="0"/>
                  </a:cubicBezTo>
                  <a:cubicBezTo>
                    <a:pt x="24" y="0"/>
                    <a:pt x="18" y="2"/>
                    <a:pt x="11" y="5"/>
                  </a:cubicBezTo>
                  <a:cubicBezTo>
                    <a:pt x="4" y="8"/>
                    <a:pt x="0" y="10"/>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10" name="Freeform 1510"/>
            <p:cNvSpPr/>
            <p:nvPr/>
          </p:nvSpPr>
          <p:spPr bwMode="auto">
            <a:xfrm>
              <a:off x="6423329" y="10491565"/>
              <a:ext cx="68263" cy="30163"/>
            </a:xfrm>
            <a:custGeom>
              <a:avLst/>
              <a:gdLst>
                <a:gd name="T0" fmla="*/ 12 w 25"/>
                <a:gd name="T1" fmla="*/ 5 h 11"/>
                <a:gd name="T2" fmla="*/ 1 w 25"/>
                <a:gd name="T3" fmla="*/ 10 h 11"/>
                <a:gd name="T4" fmla="*/ 14 w 25"/>
                <a:gd name="T5" fmla="*/ 5 h 11"/>
                <a:gd name="T6" fmla="*/ 24 w 25"/>
                <a:gd name="T7" fmla="*/ 0 h 11"/>
                <a:gd name="T8" fmla="*/ 12 w 25"/>
                <a:gd name="T9" fmla="*/ 5 h 11"/>
              </a:gdLst>
              <a:ahLst/>
              <a:cxnLst>
                <a:cxn ang="0">
                  <a:pos x="T0" y="T1"/>
                </a:cxn>
                <a:cxn ang="0">
                  <a:pos x="T2" y="T3"/>
                </a:cxn>
                <a:cxn ang="0">
                  <a:pos x="T4" y="T5"/>
                </a:cxn>
                <a:cxn ang="0">
                  <a:pos x="T6" y="T7"/>
                </a:cxn>
                <a:cxn ang="0">
                  <a:pos x="T8" y="T9"/>
                </a:cxn>
              </a:cxnLst>
              <a:rect l="0" t="0" r="r" b="b"/>
              <a:pathLst>
                <a:path w="25" h="11">
                  <a:moveTo>
                    <a:pt x="12" y="5"/>
                  </a:moveTo>
                  <a:cubicBezTo>
                    <a:pt x="5" y="8"/>
                    <a:pt x="0" y="10"/>
                    <a:pt x="1" y="10"/>
                  </a:cubicBezTo>
                  <a:cubicBezTo>
                    <a:pt x="1" y="11"/>
                    <a:pt x="8" y="8"/>
                    <a:pt x="14" y="5"/>
                  </a:cubicBezTo>
                  <a:cubicBezTo>
                    <a:pt x="21" y="2"/>
                    <a:pt x="25" y="0"/>
                    <a:pt x="24" y="0"/>
                  </a:cubicBezTo>
                  <a:cubicBezTo>
                    <a:pt x="24" y="0"/>
                    <a:pt x="18" y="2"/>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11" name="Freeform 1511"/>
            <p:cNvSpPr/>
            <p:nvPr/>
          </p:nvSpPr>
          <p:spPr bwMode="auto">
            <a:xfrm>
              <a:off x="6213779" y="10586815"/>
              <a:ext cx="68263" cy="31750"/>
            </a:xfrm>
            <a:custGeom>
              <a:avLst/>
              <a:gdLst>
                <a:gd name="T0" fmla="*/ 12 w 25"/>
                <a:gd name="T1" fmla="*/ 5 h 12"/>
                <a:gd name="T2" fmla="*/ 0 w 25"/>
                <a:gd name="T3" fmla="*/ 11 h 12"/>
                <a:gd name="T4" fmla="*/ 13 w 25"/>
                <a:gd name="T5" fmla="*/ 6 h 12"/>
                <a:gd name="T6" fmla="*/ 24 w 25"/>
                <a:gd name="T7" fmla="*/ 0 h 12"/>
                <a:gd name="T8" fmla="*/ 12 w 25"/>
                <a:gd name="T9" fmla="*/ 5 h 12"/>
              </a:gdLst>
              <a:ahLst/>
              <a:cxnLst>
                <a:cxn ang="0">
                  <a:pos x="T0" y="T1"/>
                </a:cxn>
                <a:cxn ang="0">
                  <a:pos x="T2" y="T3"/>
                </a:cxn>
                <a:cxn ang="0">
                  <a:pos x="T4" y="T5"/>
                </a:cxn>
                <a:cxn ang="0">
                  <a:pos x="T6" y="T7"/>
                </a:cxn>
                <a:cxn ang="0">
                  <a:pos x="T8" y="T9"/>
                </a:cxn>
              </a:cxnLst>
              <a:rect l="0" t="0" r="r" b="b"/>
              <a:pathLst>
                <a:path w="25" h="12">
                  <a:moveTo>
                    <a:pt x="12" y="5"/>
                  </a:moveTo>
                  <a:cubicBezTo>
                    <a:pt x="5" y="8"/>
                    <a:pt x="0" y="11"/>
                    <a:pt x="0" y="11"/>
                  </a:cubicBezTo>
                  <a:cubicBezTo>
                    <a:pt x="0" y="12"/>
                    <a:pt x="7" y="10"/>
                    <a:pt x="13" y="6"/>
                  </a:cubicBezTo>
                  <a:cubicBezTo>
                    <a:pt x="20" y="3"/>
                    <a:pt x="25" y="1"/>
                    <a:pt x="24" y="0"/>
                  </a:cubicBezTo>
                  <a:cubicBezTo>
                    <a:pt x="24" y="0"/>
                    <a:pt x="18" y="2"/>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12" name="Freeform 1512"/>
            <p:cNvSpPr/>
            <p:nvPr/>
          </p:nvSpPr>
          <p:spPr bwMode="auto">
            <a:xfrm>
              <a:off x="6002642" y="10686828"/>
              <a:ext cx="68263" cy="33338"/>
            </a:xfrm>
            <a:custGeom>
              <a:avLst/>
              <a:gdLst>
                <a:gd name="T0" fmla="*/ 1 w 25"/>
                <a:gd name="T1" fmla="*/ 12 h 12"/>
                <a:gd name="T2" fmla="*/ 14 w 25"/>
                <a:gd name="T3" fmla="*/ 7 h 12"/>
                <a:gd name="T4" fmla="*/ 25 w 25"/>
                <a:gd name="T5" fmla="*/ 0 h 12"/>
                <a:gd name="T6" fmla="*/ 12 w 25"/>
                <a:gd name="T7" fmla="*/ 5 h 12"/>
                <a:gd name="T8" fmla="*/ 1 w 25"/>
                <a:gd name="T9" fmla="*/ 12 h 12"/>
              </a:gdLst>
              <a:ahLst/>
              <a:cxnLst>
                <a:cxn ang="0">
                  <a:pos x="T0" y="T1"/>
                </a:cxn>
                <a:cxn ang="0">
                  <a:pos x="T2" y="T3"/>
                </a:cxn>
                <a:cxn ang="0">
                  <a:pos x="T4" y="T5"/>
                </a:cxn>
                <a:cxn ang="0">
                  <a:pos x="T6" y="T7"/>
                </a:cxn>
                <a:cxn ang="0">
                  <a:pos x="T8" y="T9"/>
                </a:cxn>
              </a:cxnLst>
              <a:rect l="0" t="0" r="r" b="b"/>
              <a:pathLst>
                <a:path w="25" h="12">
                  <a:moveTo>
                    <a:pt x="1" y="12"/>
                  </a:moveTo>
                  <a:cubicBezTo>
                    <a:pt x="2" y="12"/>
                    <a:pt x="8" y="10"/>
                    <a:pt x="14" y="7"/>
                  </a:cubicBezTo>
                  <a:cubicBezTo>
                    <a:pt x="20" y="4"/>
                    <a:pt x="25" y="1"/>
                    <a:pt x="25" y="0"/>
                  </a:cubicBezTo>
                  <a:cubicBezTo>
                    <a:pt x="24" y="0"/>
                    <a:pt x="19" y="2"/>
                    <a:pt x="12" y="5"/>
                  </a:cubicBezTo>
                  <a:cubicBezTo>
                    <a:pt x="5" y="9"/>
                    <a:pt x="0" y="12"/>
                    <a:pt x="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13" name="Freeform 1513"/>
            <p:cNvSpPr/>
            <p:nvPr/>
          </p:nvSpPr>
          <p:spPr bwMode="auto">
            <a:xfrm>
              <a:off x="11739867" y="8919940"/>
              <a:ext cx="61913" cy="53975"/>
            </a:xfrm>
            <a:custGeom>
              <a:avLst/>
              <a:gdLst>
                <a:gd name="T0" fmla="*/ 0 w 23"/>
                <a:gd name="T1" fmla="*/ 19 h 20"/>
                <a:gd name="T2" fmla="*/ 13 w 23"/>
                <a:gd name="T3" fmla="*/ 8 h 20"/>
                <a:gd name="T4" fmla="*/ 22 w 23"/>
                <a:gd name="T5" fmla="*/ 0 h 20"/>
                <a:gd name="T6" fmla="*/ 11 w 23"/>
                <a:gd name="T7" fmla="*/ 8 h 20"/>
                <a:gd name="T8" fmla="*/ 0 w 23"/>
                <a:gd name="T9" fmla="*/ 19 h 20"/>
              </a:gdLst>
              <a:ahLst/>
              <a:cxnLst>
                <a:cxn ang="0">
                  <a:pos x="T0" y="T1"/>
                </a:cxn>
                <a:cxn ang="0">
                  <a:pos x="T2" y="T3"/>
                </a:cxn>
                <a:cxn ang="0">
                  <a:pos x="T4" y="T5"/>
                </a:cxn>
                <a:cxn ang="0">
                  <a:pos x="T6" y="T7"/>
                </a:cxn>
                <a:cxn ang="0">
                  <a:pos x="T8" y="T9"/>
                </a:cxn>
              </a:cxnLst>
              <a:rect l="0" t="0" r="r" b="b"/>
              <a:pathLst>
                <a:path w="23" h="20">
                  <a:moveTo>
                    <a:pt x="0" y="19"/>
                  </a:moveTo>
                  <a:cubicBezTo>
                    <a:pt x="1" y="20"/>
                    <a:pt x="7" y="14"/>
                    <a:pt x="13" y="8"/>
                  </a:cubicBezTo>
                  <a:cubicBezTo>
                    <a:pt x="19" y="3"/>
                    <a:pt x="23" y="0"/>
                    <a:pt x="22" y="0"/>
                  </a:cubicBezTo>
                  <a:cubicBezTo>
                    <a:pt x="21" y="0"/>
                    <a:pt x="17" y="3"/>
                    <a:pt x="11" y="8"/>
                  </a:cubicBezTo>
                  <a:cubicBezTo>
                    <a:pt x="4" y="14"/>
                    <a:pt x="0" y="19"/>
                    <a:pt x="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14" name="Freeform 1514"/>
            <p:cNvSpPr/>
            <p:nvPr/>
          </p:nvSpPr>
          <p:spPr bwMode="auto">
            <a:xfrm>
              <a:off x="-155271" y="11891740"/>
              <a:ext cx="65088" cy="30163"/>
            </a:xfrm>
            <a:custGeom>
              <a:avLst/>
              <a:gdLst>
                <a:gd name="T0" fmla="*/ 23 w 24"/>
                <a:gd name="T1" fmla="*/ 4 h 11"/>
                <a:gd name="T2" fmla="*/ 10 w 24"/>
                <a:gd name="T3" fmla="*/ 1 h 11"/>
                <a:gd name="T4" fmla="*/ 1 w 24"/>
                <a:gd name="T5" fmla="*/ 6 h 11"/>
                <a:gd name="T6" fmla="*/ 13 w 24"/>
                <a:gd name="T7" fmla="*/ 10 h 11"/>
                <a:gd name="T8" fmla="*/ 23 w 24"/>
                <a:gd name="T9" fmla="*/ 4 h 11"/>
              </a:gdLst>
              <a:ahLst/>
              <a:cxnLst>
                <a:cxn ang="0">
                  <a:pos x="T0" y="T1"/>
                </a:cxn>
                <a:cxn ang="0">
                  <a:pos x="T2" y="T3"/>
                </a:cxn>
                <a:cxn ang="0">
                  <a:pos x="T4" y="T5"/>
                </a:cxn>
                <a:cxn ang="0">
                  <a:pos x="T6" y="T7"/>
                </a:cxn>
                <a:cxn ang="0">
                  <a:pos x="T8" y="T9"/>
                </a:cxn>
              </a:cxnLst>
              <a:rect l="0" t="0" r="r" b="b"/>
              <a:pathLst>
                <a:path w="24" h="11">
                  <a:moveTo>
                    <a:pt x="23" y="4"/>
                  </a:moveTo>
                  <a:cubicBezTo>
                    <a:pt x="22" y="1"/>
                    <a:pt x="17" y="0"/>
                    <a:pt x="10" y="1"/>
                  </a:cubicBezTo>
                  <a:cubicBezTo>
                    <a:pt x="3" y="2"/>
                    <a:pt x="0" y="3"/>
                    <a:pt x="1" y="6"/>
                  </a:cubicBezTo>
                  <a:cubicBezTo>
                    <a:pt x="1" y="9"/>
                    <a:pt x="6" y="11"/>
                    <a:pt x="13" y="10"/>
                  </a:cubicBezTo>
                  <a:cubicBezTo>
                    <a:pt x="19" y="9"/>
                    <a:pt x="24" y="6"/>
                    <a:pt x="2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15" name="Freeform 1515"/>
            <p:cNvSpPr/>
            <p:nvPr/>
          </p:nvSpPr>
          <p:spPr bwMode="auto">
            <a:xfrm>
              <a:off x="5777217" y="10785253"/>
              <a:ext cx="65088" cy="30163"/>
            </a:xfrm>
            <a:custGeom>
              <a:avLst/>
              <a:gdLst>
                <a:gd name="T0" fmla="*/ 1 w 24"/>
                <a:gd name="T1" fmla="*/ 11 h 11"/>
                <a:gd name="T2" fmla="*/ 13 w 24"/>
                <a:gd name="T3" fmla="*/ 6 h 11"/>
                <a:gd name="T4" fmla="*/ 23 w 24"/>
                <a:gd name="T5" fmla="*/ 0 h 11"/>
                <a:gd name="T6" fmla="*/ 10 w 24"/>
                <a:gd name="T7" fmla="*/ 6 h 11"/>
                <a:gd name="T8" fmla="*/ 1 w 24"/>
                <a:gd name="T9" fmla="*/ 11 h 11"/>
              </a:gdLst>
              <a:ahLst/>
              <a:cxnLst>
                <a:cxn ang="0">
                  <a:pos x="T0" y="T1"/>
                </a:cxn>
                <a:cxn ang="0">
                  <a:pos x="T2" y="T3"/>
                </a:cxn>
                <a:cxn ang="0">
                  <a:pos x="T4" y="T5"/>
                </a:cxn>
                <a:cxn ang="0">
                  <a:pos x="T6" y="T7"/>
                </a:cxn>
                <a:cxn ang="0">
                  <a:pos x="T8" y="T9"/>
                </a:cxn>
              </a:cxnLst>
              <a:rect l="0" t="0" r="r" b="b"/>
              <a:pathLst>
                <a:path w="24" h="11">
                  <a:moveTo>
                    <a:pt x="1" y="11"/>
                  </a:moveTo>
                  <a:cubicBezTo>
                    <a:pt x="2" y="11"/>
                    <a:pt x="7" y="9"/>
                    <a:pt x="13" y="6"/>
                  </a:cubicBezTo>
                  <a:cubicBezTo>
                    <a:pt x="19" y="3"/>
                    <a:pt x="24" y="0"/>
                    <a:pt x="23" y="0"/>
                  </a:cubicBezTo>
                  <a:cubicBezTo>
                    <a:pt x="23" y="0"/>
                    <a:pt x="17" y="3"/>
                    <a:pt x="10" y="6"/>
                  </a:cubicBezTo>
                  <a:cubicBezTo>
                    <a:pt x="4" y="9"/>
                    <a:pt x="0" y="11"/>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16" name="Freeform 1516"/>
            <p:cNvSpPr/>
            <p:nvPr/>
          </p:nvSpPr>
          <p:spPr bwMode="auto">
            <a:xfrm>
              <a:off x="5986767" y="10683653"/>
              <a:ext cx="65088" cy="30163"/>
            </a:xfrm>
            <a:custGeom>
              <a:avLst/>
              <a:gdLst>
                <a:gd name="T0" fmla="*/ 11 w 24"/>
                <a:gd name="T1" fmla="*/ 6 h 11"/>
                <a:gd name="T2" fmla="*/ 1 w 24"/>
                <a:gd name="T3" fmla="*/ 11 h 11"/>
                <a:gd name="T4" fmla="*/ 13 w 24"/>
                <a:gd name="T5" fmla="*/ 5 h 11"/>
                <a:gd name="T6" fmla="*/ 24 w 24"/>
                <a:gd name="T7" fmla="*/ 0 h 11"/>
                <a:gd name="T8" fmla="*/ 11 w 24"/>
                <a:gd name="T9" fmla="*/ 6 h 11"/>
              </a:gdLst>
              <a:ahLst/>
              <a:cxnLst>
                <a:cxn ang="0">
                  <a:pos x="T0" y="T1"/>
                </a:cxn>
                <a:cxn ang="0">
                  <a:pos x="T2" y="T3"/>
                </a:cxn>
                <a:cxn ang="0">
                  <a:pos x="T4" y="T5"/>
                </a:cxn>
                <a:cxn ang="0">
                  <a:pos x="T6" y="T7"/>
                </a:cxn>
                <a:cxn ang="0">
                  <a:pos x="T8" y="T9"/>
                </a:cxn>
              </a:cxnLst>
              <a:rect l="0" t="0" r="r" b="b"/>
              <a:pathLst>
                <a:path w="24" h="11">
                  <a:moveTo>
                    <a:pt x="11" y="6"/>
                  </a:moveTo>
                  <a:cubicBezTo>
                    <a:pt x="5" y="9"/>
                    <a:pt x="0" y="11"/>
                    <a:pt x="1" y="11"/>
                  </a:cubicBezTo>
                  <a:cubicBezTo>
                    <a:pt x="2" y="11"/>
                    <a:pt x="8" y="8"/>
                    <a:pt x="13" y="5"/>
                  </a:cubicBezTo>
                  <a:cubicBezTo>
                    <a:pt x="20" y="2"/>
                    <a:pt x="24" y="0"/>
                    <a:pt x="24" y="0"/>
                  </a:cubicBezTo>
                  <a:cubicBezTo>
                    <a:pt x="23" y="0"/>
                    <a:pt x="17" y="3"/>
                    <a:pt x="1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17" name="Freeform 1517"/>
            <p:cNvSpPr/>
            <p:nvPr/>
          </p:nvSpPr>
          <p:spPr bwMode="auto">
            <a:xfrm>
              <a:off x="6197904" y="10586815"/>
              <a:ext cx="61913" cy="26988"/>
            </a:xfrm>
            <a:custGeom>
              <a:avLst/>
              <a:gdLst>
                <a:gd name="T0" fmla="*/ 1 w 23"/>
                <a:gd name="T1" fmla="*/ 10 h 10"/>
                <a:gd name="T2" fmla="*/ 12 w 23"/>
                <a:gd name="T3" fmla="*/ 5 h 10"/>
                <a:gd name="T4" fmla="*/ 23 w 23"/>
                <a:gd name="T5" fmla="*/ 0 h 10"/>
                <a:gd name="T6" fmla="*/ 11 w 23"/>
                <a:gd name="T7" fmla="*/ 5 h 10"/>
                <a:gd name="T8" fmla="*/ 1 w 23"/>
                <a:gd name="T9" fmla="*/ 10 h 10"/>
              </a:gdLst>
              <a:ahLst/>
              <a:cxnLst>
                <a:cxn ang="0">
                  <a:pos x="T0" y="T1"/>
                </a:cxn>
                <a:cxn ang="0">
                  <a:pos x="T2" y="T3"/>
                </a:cxn>
                <a:cxn ang="0">
                  <a:pos x="T4" y="T5"/>
                </a:cxn>
                <a:cxn ang="0">
                  <a:pos x="T6" y="T7"/>
                </a:cxn>
                <a:cxn ang="0">
                  <a:pos x="T8" y="T9"/>
                </a:cxn>
              </a:cxnLst>
              <a:rect l="0" t="0" r="r" b="b"/>
              <a:pathLst>
                <a:path w="23" h="10">
                  <a:moveTo>
                    <a:pt x="1" y="10"/>
                  </a:moveTo>
                  <a:cubicBezTo>
                    <a:pt x="1" y="10"/>
                    <a:pt x="6" y="8"/>
                    <a:pt x="12" y="5"/>
                  </a:cubicBezTo>
                  <a:cubicBezTo>
                    <a:pt x="18" y="2"/>
                    <a:pt x="23" y="0"/>
                    <a:pt x="23" y="0"/>
                  </a:cubicBezTo>
                  <a:cubicBezTo>
                    <a:pt x="23" y="0"/>
                    <a:pt x="17" y="2"/>
                    <a:pt x="11" y="5"/>
                  </a:cubicBezTo>
                  <a:cubicBezTo>
                    <a:pt x="5" y="8"/>
                    <a:pt x="0" y="10"/>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18" name="Freeform 1518"/>
            <p:cNvSpPr/>
            <p:nvPr/>
          </p:nvSpPr>
          <p:spPr bwMode="auto">
            <a:xfrm>
              <a:off x="6409042" y="10491565"/>
              <a:ext cx="63500" cy="26988"/>
            </a:xfrm>
            <a:custGeom>
              <a:avLst/>
              <a:gdLst>
                <a:gd name="T0" fmla="*/ 0 w 23"/>
                <a:gd name="T1" fmla="*/ 10 h 10"/>
                <a:gd name="T2" fmla="*/ 12 w 23"/>
                <a:gd name="T3" fmla="*/ 5 h 10"/>
                <a:gd name="T4" fmla="*/ 23 w 23"/>
                <a:gd name="T5" fmla="*/ 0 h 10"/>
                <a:gd name="T6" fmla="*/ 10 w 23"/>
                <a:gd name="T7" fmla="*/ 5 h 10"/>
                <a:gd name="T8" fmla="*/ 0 w 23"/>
                <a:gd name="T9" fmla="*/ 10 h 10"/>
              </a:gdLst>
              <a:ahLst/>
              <a:cxnLst>
                <a:cxn ang="0">
                  <a:pos x="T0" y="T1"/>
                </a:cxn>
                <a:cxn ang="0">
                  <a:pos x="T2" y="T3"/>
                </a:cxn>
                <a:cxn ang="0">
                  <a:pos x="T4" y="T5"/>
                </a:cxn>
                <a:cxn ang="0">
                  <a:pos x="T6" y="T7"/>
                </a:cxn>
                <a:cxn ang="0">
                  <a:pos x="T8" y="T9"/>
                </a:cxn>
              </a:cxnLst>
              <a:rect l="0" t="0" r="r" b="b"/>
              <a:pathLst>
                <a:path w="23" h="10">
                  <a:moveTo>
                    <a:pt x="0" y="10"/>
                  </a:moveTo>
                  <a:cubicBezTo>
                    <a:pt x="0" y="10"/>
                    <a:pt x="6" y="8"/>
                    <a:pt x="12" y="5"/>
                  </a:cubicBezTo>
                  <a:cubicBezTo>
                    <a:pt x="18" y="2"/>
                    <a:pt x="23" y="0"/>
                    <a:pt x="23" y="0"/>
                  </a:cubicBezTo>
                  <a:cubicBezTo>
                    <a:pt x="22" y="0"/>
                    <a:pt x="16" y="3"/>
                    <a:pt x="10" y="5"/>
                  </a:cubicBezTo>
                  <a:cubicBezTo>
                    <a:pt x="4" y="8"/>
                    <a:pt x="0" y="10"/>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19" name="Freeform 1519"/>
            <p:cNvSpPr/>
            <p:nvPr/>
          </p:nvSpPr>
          <p:spPr bwMode="auto">
            <a:xfrm>
              <a:off x="6828142" y="10323290"/>
              <a:ext cx="66675" cy="23813"/>
            </a:xfrm>
            <a:custGeom>
              <a:avLst/>
              <a:gdLst>
                <a:gd name="T0" fmla="*/ 13 w 25"/>
                <a:gd name="T1" fmla="*/ 4 h 9"/>
                <a:gd name="T2" fmla="*/ 1 w 25"/>
                <a:gd name="T3" fmla="*/ 8 h 9"/>
                <a:gd name="T4" fmla="*/ 11 w 25"/>
                <a:gd name="T5" fmla="*/ 5 h 9"/>
                <a:gd name="T6" fmla="*/ 24 w 25"/>
                <a:gd name="T7" fmla="*/ 0 h 9"/>
                <a:gd name="T8" fmla="*/ 13 w 25"/>
                <a:gd name="T9" fmla="*/ 4 h 9"/>
              </a:gdLst>
              <a:ahLst/>
              <a:cxnLst>
                <a:cxn ang="0">
                  <a:pos x="T0" y="T1"/>
                </a:cxn>
                <a:cxn ang="0">
                  <a:pos x="T2" y="T3"/>
                </a:cxn>
                <a:cxn ang="0">
                  <a:pos x="T4" y="T5"/>
                </a:cxn>
                <a:cxn ang="0">
                  <a:pos x="T6" y="T7"/>
                </a:cxn>
                <a:cxn ang="0">
                  <a:pos x="T8" y="T9"/>
                </a:cxn>
              </a:cxnLst>
              <a:rect l="0" t="0" r="r" b="b"/>
              <a:pathLst>
                <a:path w="25" h="9">
                  <a:moveTo>
                    <a:pt x="13" y="4"/>
                  </a:moveTo>
                  <a:cubicBezTo>
                    <a:pt x="8" y="6"/>
                    <a:pt x="2" y="8"/>
                    <a:pt x="1" y="8"/>
                  </a:cubicBezTo>
                  <a:cubicBezTo>
                    <a:pt x="0" y="9"/>
                    <a:pt x="5" y="7"/>
                    <a:pt x="11" y="5"/>
                  </a:cubicBezTo>
                  <a:cubicBezTo>
                    <a:pt x="17" y="3"/>
                    <a:pt x="23" y="0"/>
                    <a:pt x="24" y="0"/>
                  </a:cubicBezTo>
                  <a:cubicBezTo>
                    <a:pt x="25" y="0"/>
                    <a:pt x="20" y="2"/>
                    <a:pt x="1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20" name="Freeform 1520"/>
            <p:cNvSpPr/>
            <p:nvPr/>
          </p:nvSpPr>
          <p:spPr bwMode="auto">
            <a:xfrm>
              <a:off x="7042454" y="10224865"/>
              <a:ext cx="160338" cy="47625"/>
            </a:xfrm>
            <a:custGeom>
              <a:avLst/>
              <a:gdLst>
                <a:gd name="T0" fmla="*/ 10 w 59"/>
                <a:gd name="T1" fmla="*/ 14 h 17"/>
                <a:gd name="T2" fmla="*/ 10 w 59"/>
                <a:gd name="T3" fmla="*/ 14 h 17"/>
                <a:gd name="T4" fmla="*/ 6 w 59"/>
                <a:gd name="T5" fmla="*/ 16 h 17"/>
                <a:gd name="T6" fmla="*/ 19 w 59"/>
                <a:gd name="T7" fmla="*/ 12 h 17"/>
                <a:gd name="T8" fmla="*/ 28 w 59"/>
                <a:gd name="T9" fmla="*/ 9 h 17"/>
                <a:gd name="T10" fmla="*/ 36 w 59"/>
                <a:gd name="T11" fmla="*/ 7 h 17"/>
                <a:gd name="T12" fmla="*/ 46 w 59"/>
                <a:gd name="T13" fmla="*/ 4 h 17"/>
                <a:gd name="T14" fmla="*/ 59 w 59"/>
                <a:gd name="T15" fmla="*/ 1 h 17"/>
                <a:gd name="T16" fmla="*/ 49 w 59"/>
                <a:gd name="T17" fmla="*/ 3 h 17"/>
                <a:gd name="T18" fmla="*/ 45 w 59"/>
                <a:gd name="T19" fmla="*/ 4 h 17"/>
                <a:gd name="T20" fmla="*/ 46 w 59"/>
                <a:gd name="T21" fmla="*/ 4 h 17"/>
                <a:gd name="T22" fmla="*/ 35 w 59"/>
                <a:gd name="T23" fmla="*/ 6 h 17"/>
                <a:gd name="T24" fmla="*/ 26 w 59"/>
                <a:gd name="T25" fmla="*/ 9 h 17"/>
                <a:gd name="T26" fmla="*/ 22 w 59"/>
                <a:gd name="T27" fmla="*/ 11 h 17"/>
                <a:gd name="T28" fmla="*/ 23 w 59"/>
                <a:gd name="T29" fmla="*/ 10 h 17"/>
                <a:gd name="T30" fmla="*/ 12 w 59"/>
                <a:gd name="T31" fmla="*/ 13 h 17"/>
                <a:gd name="T32" fmla="*/ 0 w 59"/>
                <a:gd name="T33" fmla="*/ 17 h 17"/>
                <a:gd name="T34" fmla="*/ 10 w 59"/>
                <a:gd name="T35" fmla="*/ 14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 h="17">
                  <a:moveTo>
                    <a:pt x="10" y="14"/>
                  </a:moveTo>
                  <a:cubicBezTo>
                    <a:pt x="10" y="14"/>
                    <a:pt x="10" y="14"/>
                    <a:pt x="10" y="14"/>
                  </a:cubicBezTo>
                  <a:cubicBezTo>
                    <a:pt x="7" y="15"/>
                    <a:pt x="5" y="16"/>
                    <a:pt x="6" y="16"/>
                  </a:cubicBezTo>
                  <a:cubicBezTo>
                    <a:pt x="6" y="16"/>
                    <a:pt x="13" y="14"/>
                    <a:pt x="19" y="12"/>
                  </a:cubicBezTo>
                  <a:cubicBezTo>
                    <a:pt x="23" y="11"/>
                    <a:pt x="26" y="10"/>
                    <a:pt x="28" y="9"/>
                  </a:cubicBezTo>
                  <a:cubicBezTo>
                    <a:pt x="30" y="9"/>
                    <a:pt x="33" y="8"/>
                    <a:pt x="36" y="7"/>
                  </a:cubicBezTo>
                  <a:cubicBezTo>
                    <a:pt x="37" y="7"/>
                    <a:pt x="41" y="6"/>
                    <a:pt x="46" y="4"/>
                  </a:cubicBezTo>
                  <a:cubicBezTo>
                    <a:pt x="53" y="3"/>
                    <a:pt x="58" y="1"/>
                    <a:pt x="59" y="1"/>
                  </a:cubicBezTo>
                  <a:cubicBezTo>
                    <a:pt x="59" y="0"/>
                    <a:pt x="55" y="2"/>
                    <a:pt x="49" y="3"/>
                  </a:cubicBezTo>
                  <a:cubicBezTo>
                    <a:pt x="48" y="4"/>
                    <a:pt x="47" y="4"/>
                    <a:pt x="45" y="4"/>
                  </a:cubicBezTo>
                  <a:cubicBezTo>
                    <a:pt x="46" y="4"/>
                    <a:pt x="46" y="4"/>
                    <a:pt x="46" y="4"/>
                  </a:cubicBezTo>
                  <a:cubicBezTo>
                    <a:pt x="45" y="4"/>
                    <a:pt x="40" y="5"/>
                    <a:pt x="35" y="6"/>
                  </a:cubicBezTo>
                  <a:cubicBezTo>
                    <a:pt x="31" y="8"/>
                    <a:pt x="27" y="9"/>
                    <a:pt x="26" y="9"/>
                  </a:cubicBezTo>
                  <a:cubicBezTo>
                    <a:pt x="25" y="10"/>
                    <a:pt x="23" y="10"/>
                    <a:pt x="22" y="11"/>
                  </a:cubicBezTo>
                  <a:cubicBezTo>
                    <a:pt x="22" y="10"/>
                    <a:pt x="23" y="10"/>
                    <a:pt x="23" y="10"/>
                  </a:cubicBezTo>
                  <a:cubicBezTo>
                    <a:pt x="24" y="10"/>
                    <a:pt x="18" y="11"/>
                    <a:pt x="12" y="13"/>
                  </a:cubicBezTo>
                  <a:cubicBezTo>
                    <a:pt x="6" y="15"/>
                    <a:pt x="0" y="17"/>
                    <a:pt x="0" y="17"/>
                  </a:cubicBezTo>
                  <a:cubicBezTo>
                    <a:pt x="0" y="17"/>
                    <a:pt x="5" y="16"/>
                    <a:pt x="1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21" name="Freeform 1521"/>
            <p:cNvSpPr/>
            <p:nvPr/>
          </p:nvSpPr>
          <p:spPr bwMode="auto">
            <a:xfrm>
              <a:off x="7253592" y="10189940"/>
              <a:ext cx="80963" cy="22225"/>
            </a:xfrm>
            <a:custGeom>
              <a:avLst/>
              <a:gdLst>
                <a:gd name="T0" fmla="*/ 11 w 30"/>
                <a:gd name="T1" fmla="*/ 5 h 8"/>
                <a:gd name="T2" fmla="*/ 23 w 30"/>
                <a:gd name="T3" fmla="*/ 2 h 8"/>
                <a:gd name="T4" fmla="*/ 23 w 30"/>
                <a:gd name="T5" fmla="*/ 2 h 8"/>
                <a:gd name="T6" fmla="*/ 30 w 30"/>
                <a:gd name="T7" fmla="*/ 0 h 8"/>
                <a:gd name="T8" fmla="*/ 17 w 30"/>
                <a:gd name="T9" fmla="*/ 3 h 8"/>
                <a:gd name="T10" fmla="*/ 6 w 30"/>
                <a:gd name="T11" fmla="*/ 6 h 8"/>
                <a:gd name="T12" fmla="*/ 0 w 30"/>
                <a:gd name="T13" fmla="*/ 8 h 8"/>
                <a:gd name="T14" fmla="*/ 11 w 30"/>
                <a:gd name="T15" fmla="*/ 5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8">
                  <a:moveTo>
                    <a:pt x="11" y="5"/>
                  </a:moveTo>
                  <a:cubicBezTo>
                    <a:pt x="17" y="3"/>
                    <a:pt x="23" y="2"/>
                    <a:pt x="23" y="2"/>
                  </a:cubicBezTo>
                  <a:cubicBezTo>
                    <a:pt x="23" y="2"/>
                    <a:pt x="23" y="2"/>
                    <a:pt x="23" y="2"/>
                  </a:cubicBezTo>
                  <a:cubicBezTo>
                    <a:pt x="27" y="1"/>
                    <a:pt x="30" y="0"/>
                    <a:pt x="30" y="0"/>
                  </a:cubicBezTo>
                  <a:cubicBezTo>
                    <a:pt x="29" y="0"/>
                    <a:pt x="24" y="1"/>
                    <a:pt x="17" y="3"/>
                  </a:cubicBezTo>
                  <a:cubicBezTo>
                    <a:pt x="10" y="4"/>
                    <a:pt x="5" y="6"/>
                    <a:pt x="6" y="6"/>
                  </a:cubicBezTo>
                  <a:cubicBezTo>
                    <a:pt x="3" y="7"/>
                    <a:pt x="1" y="7"/>
                    <a:pt x="0" y="8"/>
                  </a:cubicBezTo>
                  <a:cubicBezTo>
                    <a:pt x="0" y="8"/>
                    <a:pt x="5" y="7"/>
                    <a:pt x="1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22" name="Freeform 1522"/>
            <p:cNvSpPr/>
            <p:nvPr/>
          </p:nvSpPr>
          <p:spPr bwMode="auto">
            <a:xfrm>
              <a:off x="7464729" y="10150253"/>
              <a:ext cx="65088" cy="12700"/>
            </a:xfrm>
            <a:custGeom>
              <a:avLst/>
              <a:gdLst>
                <a:gd name="T0" fmla="*/ 10 w 24"/>
                <a:gd name="T1" fmla="*/ 3 h 5"/>
                <a:gd name="T2" fmla="*/ 23 w 24"/>
                <a:gd name="T3" fmla="*/ 0 h 5"/>
                <a:gd name="T4" fmla="*/ 13 w 24"/>
                <a:gd name="T5" fmla="*/ 2 h 5"/>
                <a:gd name="T6" fmla="*/ 1 w 24"/>
                <a:gd name="T7" fmla="*/ 4 h 5"/>
                <a:gd name="T8" fmla="*/ 10 w 24"/>
                <a:gd name="T9" fmla="*/ 3 h 5"/>
              </a:gdLst>
              <a:ahLst/>
              <a:cxnLst>
                <a:cxn ang="0">
                  <a:pos x="T0" y="T1"/>
                </a:cxn>
                <a:cxn ang="0">
                  <a:pos x="T2" y="T3"/>
                </a:cxn>
                <a:cxn ang="0">
                  <a:pos x="T4" y="T5"/>
                </a:cxn>
                <a:cxn ang="0">
                  <a:pos x="T6" y="T7"/>
                </a:cxn>
                <a:cxn ang="0">
                  <a:pos x="T8" y="T9"/>
                </a:cxn>
              </a:cxnLst>
              <a:rect l="0" t="0" r="r" b="b"/>
              <a:pathLst>
                <a:path w="24" h="5">
                  <a:moveTo>
                    <a:pt x="10" y="3"/>
                  </a:moveTo>
                  <a:cubicBezTo>
                    <a:pt x="17" y="2"/>
                    <a:pt x="23" y="1"/>
                    <a:pt x="23" y="0"/>
                  </a:cubicBezTo>
                  <a:cubicBezTo>
                    <a:pt x="24" y="0"/>
                    <a:pt x="19" y="1"/>
                    <a:pt x="13" y="2"/>
                  </a:cubicBezTo>
                  <a:cubicBezTo>
                    <a:pt x="7" y="3"/>
                    <a:pt x="2" y="4"/>
                    <a:pt x="1" y="4"/>
                  </a:cubicBezTo>
                  <a:cubicBezTo>
                    <a:pt x="0" y="5"/>
                    <a:pt x="4" y="4"/>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23" name="Freeform 1523"/>
            <p:cNvSpPr/>
            <p:nvPr/>
          </p:nvSpPr>
          <p:spPr bwMode="auto">
            <a:xfrm>
              <a:off x="7679042" y="10120090"/>
              <a:ext cx="65088" cy="7938"/>
            </a:xfrm>
            <a:custGeom>
              <a:avLst/>
              <a:gdLst>
                <a:gd name="T0" fmla="*/ 10 w 24"/>
                <a:gd name="T1" fmla="*/ 2 h 3"/>
                <a:gd name="T2" fmla="*/ 23 w 24"/>
                <a:gd name="T3" fmla="*/ 1 h 3"/>
                <a:gd name="T4" fmla="*/ 12 w 24"/>
                <a:gd name="T5" fmla="*/ 1 h 3"/>
                <a:gd name="T6" fmla="*/ 0 w 24"/>
                <a:gd name="T7" fmla="*/ 3 h 3"/>
                <a:gd name="T8" fmla="*/ 10 w 24"/>
                <a:gd name="T9" fmla="*/ 2 h 3"/>
              </a:gdLst>
              <a:ahLst/>
              <a:cxnLst>
                <a:cxn ang="0">
                  <a:pos x="T0" y="T1"/>
                </a:cxn>
                <a:cxn ang="0">
                  <a:pos x="T2" y="T3"/>
                </a:cxn>
                <a:cxn ang="0">
                  <a:pos x="T4" y="T5"/>
                </a:cxn>
                <a:cxn ang="0">
                  <a:pos x="T6" y="T7"/>
                </a:cxn>
                <a:cxn ang="0">
                  <a:pos x="T8" y="T9"/>
                </a:cxn>
              </a:cxnLst>
              <a:rect l="0" t="0" r="r" b="b"/>
              <a:pathLst>
                <a:path w="24" h="3">
                  <a:moveTo>
                    <a:pt x="10" y="2"/>
                  </a:moveTo>
                  <a:cubicBezTo>
                    <a:pt x="16" y="2"/>
                    <a:pt x="23" y="1"/>
                    <a:pt x="23" y="1"/>
                  </a:cubicBezTo>
                  <a:cubicBezTo>
                    <a:pt x="24" y="0"/>
                    <a:pt x="19" y="1"/>
                    <a:pt x="12" y="1"/>
                  </a:cubicBezTo>
                  <a:cubicBezTo>
                    <a:pt x="6" y="2"/>
                    <a:pt x="0" y="3"/>
                    <a:pt x="0" y="3"/>
                  </a:cubicBezTo>
                  <a:cubicBezTo>
                    <a:pt x="0" y="3"/>
                    <a:pt x="5" y="3"/>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24" name="Freeform 1524"/>
            <p:cNvSpPr/>
            <p:nvPr/>
          </p:nvSpPr>
          <p:spPr bwMode="auto">
            <a:xfrm>
              <a:off x="7891767" y="10105803"/>
              <a:ext cx="68263" cy="6350"/>
            </a:xfrm>
            <a:custGeom>
              <a:avLst/>
              <a:gdLst>
                <a:gd name="T0" fmla="*/ 11 w 25"/>
                <a:gd name="T1" fmla="*/ 1 h 2"/>
                <a:gd name="T2" fmla="*/ 24 w 25"/>
                <a:gd name="T3" fmla="*/ 0 h 2"/>
                <a:gd name="T4" fmla="*/ 14 w 25"/>
                <a:gd name="T5" fmla="*/ 0 h 2"/>
                <a:gd name="T6" fmla="*/ 1 w 25"/>
                <a:gd name="T7" fmla="*/ 2 h 2"/>
                <a:gd name="T8" fmla="*/ 11 w 25"/>
                <a:gd name="T9" fmla="*/ 1 h 2"/>
              </a:gdLst>
              <a:ahLst/>
              <a:cxnLst>
                <a:cxn ang="0">
                  <a:pos x="T0" y="T1"/>
                </a:cxn>
                <a:cxn ang="0">
                  <a:pos x="T2" y="T3"/>
                </a:cxn>
                <a:cxn ang="0">
                  <a:pos x="T4" y="T5"/>
                </a:cxn>
                <a:cxn ang="0">
                  <a:pos x="T6" y="T7"/>
                </a:cxn>
                <a:cxn ang="0">
                  <a:pos x="T8" y="T9"/>
                </a:cxn>
              </a:cxnLst>
              <a:rect l="0" t="0" r="r" b="b"/>
              <a:pathLst>
                <a:path w="25" h="2">
                  <a:moveTo>
                    <a:pt x="11" y="1"/>
                  </a:moveTo>
                  <a:cubicBezTo>
                    <a:pt x="17" y="1"/>
                    <a:pt x="23" y="0"/>
                    <a:pt x="24" y="0"/>
                  </a:cubicBezTo>
                  <a:cubicBezTo>
                    <a:pt x="25" y="0"/>
                    <a:pt x="20" y="0"/>
                    <a:pt x="14" y="0"/>
                  </a:cubicBezTo>
                  <a:cubicBezTo>
                    <a:pt x="8" y="1"/>
                    <a:pt x="2" y="1"/>
                    <a:pt x="1" y="2"/>
                  </a:cubicBezTo>
                  <a:cubicBezTo>
                    <a:pt x="0" y="2"/>
                    <a:pt x="4" y="2"/>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25" name="Freeform 1525"/>
            <p:cNvSpPr/>
            <p:nvPr/>
          </p:nvSpPr>
          <p:spPr bwMode="auto">
            <a:xfrm>
              <a:off x="8098142" y="10085165"/>
              <a:ext cx="95250" cy="9525"/>
            </a:xfrm>
            <a:custGeom>
              <a:avLst/>
              <a:gdLst>
                <a:gd name="T0" fmla="*/ 16 w 35"/>
                <a:gd name="T1" fmla="*/ 2 h 4"/>
                <a:gd name="T2" fmla="*/ 4 w 35"/>
                <a:gd name="T3" fmla="*/ 3 h 4"/>
                <a:gd name="T4" fmla="*/ 9 w 35"/>
                <a:gd name="T5" fmla="*/ 3 h 4"/>
                <a:gd name="T6" fmla="*/ 9 w 35"/>
                <a:gd name="T7" fmla="*/ 3 h 4"/>
                <a:gd name="T8" fmla="*/ 13 w 35"/>
                <a:gd name="T9" fmla="*/ 2 h 4"/>
                <a:gd name="T10" fmla="*/ 10 w 35"/>
                <a:gd name="T11" fmla="*/ 3 h 4"/>
                <a:gd name="T12" fmla="*/ 0 w 35"/>
                <a:gd name="T13" fmla="*/ 4 h 4"/>
                <a:gd name="T14" fmla="*/ 10 w 35"/>
                <a:gd name="T15" fmla="*/ 3 h 4"/>
                <a:gd name="T16" fmla="*/ 14 w 35"/>
                <a:gd name="T17" fmla="*/ 2 h 4"/>
                <a:gd name="T18" fmla="*/ 23 w 35"/>
                <a:gd name="T19" fmla="*/ 2 h 4"/>
                <a:gd name="T20" fmla="*/ 34 w 35"/>
                <a:gd name="T21" fmla="*/ 0 h 4"/>
                <a:gd name="T22" fmla="*/ 20 w 35"/>
                <a:gd name="T23" fmla="*/ 1 h 4"/>
                <a:gd name="T24" fmla="*/ 16 w 35"/>
                <a:gd name="T25" fmla="*/ 2 h 4"/>
                <a:gd name="T26" fmla="*/ 27 w 35"/>
                <a:gd name="T27" fmla="*/ 0 h 4"/>
                <a:gd name="T28" fmla="*/ 16 w 35"/>
                <a:gd name="T29" fmla="*/ 2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4">
                  <a:moveTo>
                    <a:pt x="16" y="2"/>
                  </a:moveTo>
                  <a:cubicBezTo>
                    <a:pt x="10" y="2"/>
                    <a:pt x="5" y="3"/>
                    <a:pt x="4" y="3"/>
                  </a:cubicBezTo>
                  <a:cubicBezTo>
                    <a:pt x="4" y="3"/>
                    <a:pt x="6" y="3"/>
                    <a:pt x="9" y="3"/>
                  </a:cubicBezTo>
                  <a:cubicBezTo>
                    <a:pt x="9" y="3"/>
                    <a:pt x="9" y="3"/>
                    <a:pt x="9" y="3"/>
                  </a:cubicBezTo>
                  <a:cubicBezTo>
                    <a:pt x="10" y="3"/>
                    <a:pt x="11" y="3"/>
                    <a:pt x="13" y="2"/>
                  </a:cubicBezTo>
                  <a:cubicBezTo>
                    <a:pt x="12" y="3"/>
                    <a:pt x="11" y="3"/>
                    <a:pt x="10" y="3"/>
                  </a:cubicBezTo>
                  <a:cubicBezTo>
                    <a:pt x="5" y="4"/>
                    <a:pt x="1" y="4"/>
                    <a:pt x="0" y="4"/>
                  </a:cubicBezTo>
                  <a:cubicBezTo>
                    <a:pt x="1" y="4"/>
                    <a:pt x="6" y="4"/>
                    <a:pt x="10" y="3"/>
                  </a:cubicBezTo>
                  <a:cubicBezTo>
                    <a:pt x="12" y="3"/>
                    <a:pt x="13" y="3"/>
                    <a:pt x="14" y="2"/>
                  </a:cubicBezTo>
                  <a:cubicBezTo>
                    <a:pt x="16" y="2"/>
                    <a:pt x="20" y="2"/>
                    <a:pt x="23" y="2"/>
                  </a:cubicBezTo>
                  <a:cubicBezTo>
                    <a:pt x="30" y="1"/>
                    <a:pt x="35" y="0"/>
                    <a:pt x="34" y="0"/>
                  </a:cubicBezTo>
                  <a:cubicBezTo>
                    <a:pt x="33" y="0"/>
                    <a:pt x="27" y="1"/>
                    <a:pt x="20" y="1"/>
                  </a:cubicBezTo>
                  <a:cubicBezTo>
                    <a:pt x="18" y="2"/>
                    <a:pt x="17" y="2"/>
                    <a:pt x="16" y="2"/>
                  </a:cubicBezTo>
                  <a:cubicBezTo>
                    <a:pt x="22" y="1"/>
                    <a:pt x="27" y="0"/>
                    <a:pt x="27" y="0"/>
                  </a:cubicBezTo>
                  <a:cubicBezTo>
                    <a:pt x="28" y="0"/>
                    <a:pt x="22" y="1"/>
                    <a:pt x="1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26" name="Freeform 1526"/>
            <p:cNvSpPr/>
            <p:nvPr/>
          </p:nvSpPr>
          <p:spPr bwMode="auto">
            <a:xfrm>
              <a:off x="8323567" y="10055003"/>
              <a:ext cx="65088" cy="11113"/>
            </a:xfrm>
            <a:custGeom>
              <a:avLst/>
              <a:gdLst>
                <a:gd name="T0" fmla="*/ 10 w 24"/>
                <a:gd name="T1" fmla="*/ 2 h 4"/>
                <a:gd name="T2" fmla="*/ 0 w 24"/>
                <a:gd name="T3" fmla="*/ 4 h 4"/>
                <a:gd name="T4" fmla="*/ 13 w 24"/>
                <a:gd name="T5" fmla="*/ 2 h 4"/>
                <a:gd name="T6" fmla="*/ 23 w 24"/>
                <a:gd name="T7" fmla="*/ 0 h 4"/>
                <a:gd name="T8" fmla="*/ 10 w 24"/>
                <a:gd name="T9" fmla="*/ 2 h 4"/>
              </a:gdLst>
              <a:ahLst/>
              <a:cxnLst>
                <a:cxn ang="0">
                  <a:pos x="T0" y="T1"/>
                </a:cxn>
                <a:cxn ang="0">
                  <a:pos x="T2" y="T3"/>
                </a:cxn>
                <a:cxn ang="0">
                  <a:pos x="T4" y="T5"/>
                </a:cxn>
                <a:cxn ang="0">
                  <a:pos x="T6" y="T7"/>
                </a:cxn>
                <a:cxn ang="0">
                  <a:pos x="T8" y="T9"/>
                </a:cxn>
              </a:cxnLst>
              <a:rect l="0" t="0" r="r" b="b"/>
              <a:pathLst>
                <a:path w="24" h="4">
                  <a:moveTo>
                    <a:pt x="10" y="2"/>
                  </a:moveTo>
                  <a:cubicBezTo>
                    <a:pt x="4" y="3"/>
                    <a:pt x="0" y="4"/>
                    <a:pt x="0" y="4"/>
                  </a:cubicBezTo>
                  <a:cubicBezTo>
                    <a:pt x="1" y="4"/>
                    <a:pt x="7" y="3"/>
                    <a:pt x="13" y="2"/>
                  </a:cubicBezTo>
                  <a:cubicBezTo>
                    <a:pt x="19" y="1"/>
                    <a:pt x="24" y="0"/>
                    <a:pt x="23" y="0"/>
                  </a:cubicBezTo>
                  <a:cubicBezTo>
                    <a:pt x="22" y="0"/>
                    <a:pt x="16" y="1"/>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27" name="Freeform 1527"/>
            <p:cNvSpPr/>
            <p:nvPr/>
          </p:nvSpPr>
          <p:spPr bwMode="auto">
            <a:xfrm>
              <a:off x="8534704" y="10013728"/>
              <a:ext cx="68263" cy="14288"/>
            </a:xfrm>
            <a:custGeom>
              <a:avLst/>
              <a:gdLst>
                <a:gd name="T0" fmla="*/ 11 w 25"/>
                <a:gd name="T1" fmla="*/ 2 h 5"/>
                <a:gd name="T2" fmla="*/ 2 w 25"/>
                <a:gd name="T3" fmla="*/ 5 h 5"/>
                <a:gd name="T4" fmla="*/ 14 w 25"/>
                <a:gd name="T5" fmla="*/ 3 h 5"/>
                <a:gd name="T6" fmla="*/ 24 w 25"/>
                <a:gd name="T7" fmla="*/ 0 h 5"/>
                <a:gd name="T8" fmla="*/ 11 w 25"/>
                <a:gd name="T9" fmla="*/ 2 h 5"/>
              </a:gdLst>
              <a:ahLst/>
              <a:cxnLst>
                <a:cxn ang="0">
                  <a:pos x="T0" y="T1"/>
                </a:cxn>
                <a:cxn ang="0">
                  <a:pos x="T2" y="T3"/>
                </a:cxn>
                <a:cxn ang="0">
                  <a:pos x="T4" y="T5"/>
                </a:cxn>
                <a:cxn ang="0">
                  <a:pos x="T6" y="T7"/>
                </a:cxn>
                <a:cxn ang="0">
                  <a:pos x="T8" y="T9"/>
                </a:cxn>
              </a:cxnLst>
              <a:rect l="0" t="0" r="r" b="b"/>
              <a:pathLst>
                <a:path w="25" h="5">
                  <a:moveTo>
                    <a:pt x="11" y="2"/>
                  </a:moveTo>
                  <a:cubicBezTo>
                    <a:pt x="5" y="3"/>
                    <a:pt x="0" y="5"/>
                    <a:pt x="2" y="5"/>
                  </a:cubicBezTo>
                  <a:cubicBezTo>
                    <a:pt x="3" y="5"/>
                    <a:pt x="8" y="4"/>
                    <a:pt x="14" y="3"/>
                  </a:cubicBezTo>
                  <a:cubicBezTo>
                    <a:pt x="20" y="2"/>
                    <a:pt x="25" y="0"/>
                    <a:pt x="24" y="0"/>
                  </a:cubicBezTo>
                  <a:cubicBezTo>
                    <a:pt x="24" y="0"/>
                    <a:pt x="17" y="1"/>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28" name="Freeform 1528"/>
            <p:cNvSpPr/>
            <p:nvPr/>
          </p:nvSpPr>
          <p:spPr bwMode="auto">
            <a:xfrm>
              <a:off x="8752192" y="9964515"/>
              <a:ext cx="65088" cy="17463"/>
            </a:xfrm>
            <a:custGeom>
              <a:avLst/>
              <a:gdLst>
                <a:gd name="T0" fmla="*/ 11 w 24"/>
                <a:gd name="T1" fmla="*/ 2 h 6"/>
                <a:gd name="T2" fmla="*/ 1 w 24"/>
                <a:gd name="T3" fmla="*/ 6 h 6"/>
                <a:gd name="T4" fmla="*/ 13 w 24"/>
                <a:gd name="T5" fmla="*/ 4 h 6"/>
                <a:gd name="T6" fmla="*/ 24 w 24"/>
                <a:gd name="T7" fmla="*/ 0 h 6"/>
                <a:gd name="T8" fmla="*/ 11 w 24"/>
                <a:gd name="T9" fmla="*/ 2 h 6"/>
              </a:gdLst>
              <a:ahLst/>
              <a:cxnLst>
                <a:cxn ang="0">
                  <a:pos x="T0" y="T1"/>
                </a:cxn>
                <a:cxn ang="0">
                  <a:pos x="T2" y="T3"/>
                </a:cxn>
                <a:cxn ang="0">
                  <a:pos x="T4" y="T5"/>
                </a:cxn>
                <a:cxn ang="0">
                  <a:pos x="T6" y="T7"/>
                </a:cxn>
                <a:cxn ang="0">
                  <a:pos x="T8" y="T9"/>
                </a:cxn>
              </a:cxnLst>
              <a:rect l="0" t="0" r="r" b="b"/>
              <a:pathLst>
                <a:path w="24" h="6">
                  <a:moveTo>
                    <a:pt x="11" y="2"/>
                  </a:moveTo>
                  <a:cubicBezTo>
                    <a:pt x="5" y="4"/>
                    <a:pt x="0" y="5"/>
                    <a:pt x="1" y="6"/>
                  </a:cubicBezTo>
                  <a:cubicBezTo>
                    <a:pt x="1" y="6"/>
                    <a:pt x="7" y="5"/>
                    <a:pt x="13" y="4"/>
                  </a:cubicBezTo>
                  <a:cubicBezTo>
                    <a:pt x="19" y="3"/>
                    <a:pt x="24" y="1"/>
                    <a:pt x="24" y="0"/>
                  </a:cubicBezTo>
                  <a:cubicBezTo>
                    <a:pt x="23" y="0"/>
                    <a:pt x="17" y="1"/>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29" name="Freeform 1529"/>
            <p:cNvSpPr/>
            <p:nvPr/>
          </p:nvSpPr>
          <p:spPr bwMode="auto">
            <a:xfrm>
              <a:off x="8966504" y="9910540"/>
              <a:ext cx="68263" cy="19050"/>
            </a:xfrm>
            <a:custGeom>
              <a:avLst/>
              <a:gdLst>
                <a:gd name="T0" fmla="*/ 10 w 25"/>
                <a:gd name="T1" fmla="*/ 2 h 7"/>
                <a:gd name="T2" fmla="*/ 1 w 25"/>
                <a:gd name="T3" fmla="*/ 6 h 7"/>
                <a:gd name="T4" fmla="*/ 14 w 25"/>
                <a:gd name="T5" fmla="*/ 5 h 7"/>
                <a:gd name="T6" fmla="*/ 24 w 25"/>
                <a:gd name="T7" fmla="*/ 0 h 7"/>
                <a:gd name="T8" fmla="*/ 10 w 25"/>
                <a:gd name="T9" fmla="*/ 2 h 7"/>
              </a:gdLst>
              <a:ahLst/>
              <a:cxnLst>
                <a:cxn ang="0">
                  <a:pos x="T0" y="T1"/>
                </a:cxn>
                <a:cxn ang="0">
                  <a:pos x="T2" y="T3"/>
                </a:cxn>
                <a:cxn ang="0">
                  <a:pos x="T4" y="T5"/>
                </a:cxn>
                <a:cxn ang="0">
                  <a:pos x="T6" y="T7"/>
                </a:cxn>
                <a:cxn ang="0">
                  <a:pos x="T8" y="T9"/>
                </a:cxn>
              </a:cxnLst>
              <a:rect l="0" t="0" r="r" b="b"/>
              <a:pathLst>
                <a:path w="25" h="7">
                  <a:moveTo>
                    <a:pt x="10" y="2"/>
                  </a:moveTo>
                  <a:cubicBezTo>
                    <a:pt x="4" y="4"/>
                    <a:pt x="0" y="6"/>
                    <a:pt x="1" y="6"/>
                  </a:cubicBezTo>
                  <a:cubicBezTo>
                    <a:pt x="2" y="7"/>
                    <a:pt x="8" y="6"/>
                    <a:pt x="14" y="5"/>
                  </a:cubicBezTo>
                  <a:cubicBezTo>
                    <a:pt x="20" y="3"/>
                    <a:pt x="25" y="1"/>
                    <a:pt x="24" y="0"/>
                  </a:cubicBezTo>
                  <a:cubicBezTo>
                    <a:pt x="23" y="0"/>
                    <a:pt x="16" y="1"/>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30" name="Freeform 1530"/>
            <p:cNvSpPr/>
            <p:nvPr/>
          </p:nvSpPr>
          <p:spPr bwMode="auto">
            <a:xfrm>
              <a:off x="9180817" y="9850215"/>
              <a:ext cx="65088" cy="22225"/>
            </a:xfrm>
            <a:custGeom>
              <a:avLst/>
              <a:gdLst>
                <a:gd name="T0" fmla="*/ 11 w 24"/>
                <a:gd name="T1" fmla="*/ 2 h 8"/>
                <a:gd name="T2" fmla="*/ 1 w 24"/>
                <a:gd name="T3" fmla="*/ 7 h 8"/>
                <a:gd name="T4" fmla="*/ 13 w 24"/>
                <a:gd name="T5" fmla="*/ 6 h 8"/>
                <a:gd name="T6" fmla="*/ 24 w 24"/>
                <a:gd name="T7" fmla="*/ 1 h 8"/>
                <a:gd name="T8" fmla="*/ 11 w 24"/>
                <a:gd name="T9" fmla="*/ 2 h 8"/>
              </a:gdLst>
              <a:ahLst/>
              <a:cxnLst>
                <a:cxn ang="0">
                  <a:pos x="T0" y="T1"/>
                </a:cxn>
                <a:cxn ang="0">
                  <a:pos x="T2" y="T3"/>
                </a:cxn>
                <a:cxn ang="0">
                  <a:pos x="T4" y="T5"/>
                </a:cxn>
                <a:cxn ang="0">
                  <a:pos x="T6" y="T7"/>
                </a:cxn>
                <a:cxn ang="0">
                  <a:pos x="T8" y="T9"/>
                </a:cxn>
              </a:cxnLst>
              <a:rect l="0" t="0" r="r" b="b"/>
              <a:pathLst>
                <a:path w="24" h="8">
                  <a:moveTo>
                    <a:pt x="11" y="2"/>
                  </a:moveTo>
                  <a:cubicBezTo>
                    <a:pt x="5" y="4"/>
                    <a:pt x="0" y="6"/>
                    <a:pt x="1" y="7"/>
                  </a:cubicBezTo>
                  <a:cubicBezTo>
                    <a:pt x="2" y="8"/>
                    <a:pt x="7" y="8"/>
                    <a:pt x="13" y="6"/>
                  </a:cubicBezTo>
                  <a:cubicBezTo>
                    <a:pt x="19" y="5"/>
                    <a:pt x="24" y="2"/>
                    <a:pt x="24" y="1"/>
                  </a:cubicBezTo>
                  <a:cubicBezTo>
                    <a:pt x="24" y="0"/>
                    <a:pt x="18"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31" name="Freeform 1531"/>
            <p:cNvSpPr/>
            <p:nvPr/>
          </p:nvSpPr>
          <p:spPr bwMode="auto">
            <a:xfrm>
              <a:off x="9395129" y="9785128"/>
              <a:ext cx="68263" cy="28575"/>
            </a:xfrm>
            <a:custGeom>
              <a:avLst/>
              <a:gdLst>
                <a:gd name="T0" fmla="*/ 10 w 25"/>
                <a:gd name="T1" fmla="*/ 3 h 10"/>
                <a:gd name="T2" fmla="*/ 1 w 25"/>
                <a:gd name="T3" fmla="*/ 9 h 10"/>
                <a:gd name="T4" fmla="*/ 14 w 25"/>
                <a:gd name="T5" fmla="*/ 8 h 10"/>
                <a:gd name="T6" fmla="*/ 24 w 25"/>
                <a:gd name="T7" fmla="*/ 2 h 10"/>
                <a:gd name="T8" fmla="*/ 10 w 25"/>
                <a:gd name="T9" fmla="*/ 3 h 10"/>
              </a:gdLst>
              <a:ahLst/>
              <a:cxnLst>
                <a:cxn ang="0">
                  <a:pos x="T0" y="T1"/>
                </a:cxn>
                <a:cxn ang="0">
                  <a:pos x="T2" y="T3"/>
                </a:cxn>
                <a:cxn ang="0">
                  <a:pos x="T4" y="T5"/>
                </a:cxn>
                <a:cxn ang="0">
                  <a:pos x="T6" y="T7"/>
                </a:cxn>
                <a:cxn ang="0">
                  <a:pos x="T8" y="T9"/>
                </a:cxn>
              </a:cxnLst>
              <a:rect l="0" t="0" r="r" b="b"/>
              <a:pathLst>
                <a:path w="25" h="10">
                  <a:moveTo>
                    <a:pt x="10" y="3"/>
                  </a:moveTo>
                  <a:cubicBezTo>
                    <a:pt x="4" y="5"/>
                    <a:pt x="0" y="7"/>
                    <a:pt x="1" y="9"/>
                  </a:cubicBezTo>
                  <a:cubicBezTo>
                    <a:pt x="2" y="10"/>
                    <a:pt x="8" y="10"/>
                    <a:pt x="14" y="8"/>
                  </a:cubicBezTo>
                  <a:cubicBezTo>
                    <a:pt x="20" y="6"/>
                    <a:pt x="25" y="3"/>
                    <a:pt x="24" y="2"/>
                  </a:cubicBezTo>
                  <a:cubicBezTo>
                    <a:pt x="23" y="0"/>
                    <a:pt x="16"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32" name="Freeform 1532"/>
            <p:cNvSpPr/>
            <p:nvPr/>
          </p:nvSpPr>
          <p:spPr bwMode="auto">
            <a:xfrm>
              <a:off x="9609442" y="9720040"/>
              <a:ext cx="68263" cy="30163"/>
            </a:xfrm>
            <a:custGeom>
              <a:avLst/>
              <a:gdLst>
                <a:gd name="T0" fmla="*/ 1 w 25"/>
                <a:gd name="T1" fmla="*/ 9 h 11"/>
                <a:gd name="T2" fmla="*/ 13 w 25"/>
                <a:gd name="T3" fmla="*/ 9 h 11"/>
                <a:gd name="T4" fmla="*/ 24 w 25"/>
                <a:gd name="T5" fmla="*/ 2 h 11"/>
                <a:gd name="T6" fmla="*/ 11 w 25"/>
                <a:gd name="T7" fmla="*/ 2 h 11"/>
                <a:gd name="T8" fmla="*/ 1 w 25"/>
                <a:gd name="T9" fmla="*/ 9 h 11"/>
              </a:gdLst>
              <a:ahLst/>
              <a:cxnLst>
                <a:cxn ang="0">
                  <a:pos x="T0" y="T1"/>
                </a:cxn>
                <a:cxn ang="0">
                  <a:pos x="T2" y="T3"/>
                </a:cxn>
                <a:cxn ang="0">
                  <a:pos x="T4" y="T5"/>
                </a:cxn>
                <a:cxn ang="0">
                  <a:pos x="T6" y="T7"/>
                </a:cxn>
                <a:cxn ang="0">
                  <a:pos x="T8" y="T9"/>
                </a:cxn>
              </a:cxnLst>
              <a:rect l="0" t="0" r="r" b="b"/>
              <a:pathLst>
                <a:path w="25" h="11">
                  <a:moveTo>
                    <a:pt x="1" y="9"/>
                  </a:moveTo>
                  <a:cubicBezTo>
                    <a:pt x="2" y="11"/>
                    <a:pt x="8" y="11"/>
                    <a:pt x="13" y="9"/>
                  </a:cubicBezTo>
                  <a:cubicBezTo>
                    <a:pt x="20" y="7"/>
                    <a:pt x="25" y="4"/>
                    <a:pt x="24" y="2"/>
                  </a:cubicBezTo>
                  <a:cubicBezTo>
                    <a:pt x="23" y="0"/>
                    <a:pt x="17" y="0"/>
                    <a:pt x="11" y="2"/>
                  </a:cubicBezTo>
                  <a:cubicBezTo>
                    <a:pt x="4" y="4"/>
                    <a:pt x="0" y="8"/>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33" name="Freeform 1533"/>
            <p:cNvSpPr/>
            <p:nvPr/>
          </p:nvSpPr>
          <p:spPr bwMode="auto">
            <a:xfrm>
              <a:off x="9823754" y="9654953"/>
              <a:ext cx="68263" cy="33338"/>
            </a:xfrm>
            <a:custGeom>
              <a:avLst/>
              <a:gdLst>
                <a:gd name="T0" fmla="*/ 1 w 25"/>
                <a:gd name="T1" fmla="*/ 10 h 12"/>
                <a:gd name="T2" fmla="*/ 14 w 25"/>
                <a:gd name="T3" fmla="*/ 10 h 12"/>
                <a:gd name="T4" fmla="*/ 24 w 25"/>
                <a:gd name="T5" fmla="*/ 2 h 12"/>
                <a:gd name="T6" fmla="*/ 10 w 25"/>
                <a:gd name="T7" fmla="*/ 2 h 12"/>
                <a:gd name="T8" fmla="*/ 1 w 25"/>
                <a:gd name="T9" fmla="*/ 10 h 12"/>
              </a:gdLst>
              <a:ahLst/>
              <a:cxnLst>
                <a:cxn ang="0">
                  <a:pos x="T0" y="T1"/>
                </a:cxn>
                <a:cxn ang="0">
                  <a:pos x="T2" y="T3"/>
                </a:cxn>
                <a:cxn ang="0">
                  <a:pos x="T4" y="T5"/>
                </a:cxn>
                <a:cxn ang="0">
                  <a:pos x="T6" y="T7"/>
                </a:cxn>
                <a:cxn ang="0">
                  <a:pos x="T8" y="T9"/>
                </a:cxn>
              </a:cxnLst>
              <a:rect l="0" t="0" r="r" b="b"/>
              <a:pathLst>
                <a:path w="25" h="12">
                  <a:moveTo>
                    <a:pt x="1" y="10"/>
                  </a:moveTo>
                  <a:cubicBezTo>
                    <a:pt x="2" y="11"/>
                    <a:pt x="8" y="12"/>
                    <a:pt x="14" y="10"/>
                  </a:cubicBezTo>
                  <a:cubicBezTo>
                    <a:pt x="20" y="8"/>
                    <a:pt x="25" y="5"/>
                    <a:pt x="24" y="2"/>
                  </a:cubicBezTo>
                  <a:cubicBezTo>
                    <a:pt x="23" y="0"/>
                    <a:pt x="16" y="0"/>
                    <a:pt x="10" y="2"/>
                  </a:cubicBezTo>
                  <a:cubicBezTo>
                    <a:pt x="4" y="4"/>
                    <a:pt x="0" y="8"/>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34" name="Freeform 1534"/>
            <p:cNvSpPr/>
            <p:nvPr/>
          </p:nvSpPr>
          <p:spPr bwMode="auto">
            <a:xfrm>
              <a:off x="10038067" y="9589865"/>
              <a:ext cx="68263" cy="36513"/>
            </a:xfrm>
            <a:custGeom>
              <a:avLst/>
              <a:gdLst>
                <a:gd name="T0" fmla="*/ 1 w 25"/>
                <a:gd name="T1" fmla="*/ 10 h 13"/>
                <a:gd name="T2" fmla="*/ 14 w 25"/>
                <a:gd name="T3" fmla="*/ 11 h 13"/>
                <a:gd name="T4" fmla="*/ 24 w 25"/>
                <a:gd name="T5" fmla="*/ 3 h 13"/>
                <a:gd name="T6" fmla="*/ 10 w 25"/>
                <a:gd name="T7" fmla="*/ 2 h 13"/>
                <a:gd name="T8" fmla="*/ 1 w 25"/>
                <a:gd name="T9" fmla="*/ 10 h 13"/>
              </a:gdLst>
              <a:ahLst/>
              <a:cxnLst>
                <a:cxn ang="0">
                  <a:pos x="T0" y="T1"/>
                </a:cxn>
                <a:cxn ang="0">
                  <a:pos x="T2" y="T3"/>
                </a:cxn>
                <a:cxn ang="0">
                  <a:pos x="T4" y="T5"/>
                </a:cxn>
                <a:cxn ang="0">
                  <a:pos x="T6" y="T7"/>
                </a:cxn>
                <a:cxn ang="0">
                  <a:pos x="T8" y="T9"/>
                </a:cxn>
              </a:cxnLst>
              <a:rect l="0" t="0" r="r" b="b"/>
              <a:pathLst>
                <a:path w="25" h="13">
                  <a:moveTo>
                    <a:pt x="1" y="10"/>
                  </a:moveTo>
                  <a:cubicBezTo>
                    <a:pt x="2" y="12"/>
                    <a:pt x="8" y="13"/>
                    <a:pt x="14" y="11"/>
                  </a:cubicBezTo>
                  <a:cubicBezTo>
                    <a:pt x="20" y="10"/>
                    <a:pt x="25" y="6"/>
                    <a:pt x="24" y="3"/>
                  </a:cubicBezTo>
                  <a:cubicBezTo>
                    <a:pt x="23" y="1"/>
                    <a:pt x="16" y="0"/>
                    <a:pt x="10" y="2"/>
                  </a:cubicBezTo>
                  <a:cubicBezTo>
                    <a:pt x="4" y="4"/>
                    <a:pt x="0" y="8"/>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35" name="Freeform 1535"/>
            <p:cNvSpPr/>
            <p:nvPr/>
          </p:nvSpPr>
          <p:spPr bwMode="auto">
            <a:xfrm>
              <a:off x="10252379" y="9527953"/>
              <a:ext cx="68263" cy="41275"/>
            </a:xfrm>
            <a:custGeom>
              <a:avLst/>
              <a:gdLst>
                <a:gd name="T0" fmla="*/ 9 w 25"/>
                <a:gd name="T1" fmla="*/ 2 h 15"/>
                <a:gd name="T2" fmla="*/ 1 w 25"/>
                <a:gd name="T3" fmla="*/ 11 h 15"/>
                <a:gd name="T4" fmla="*/ 14 w 25"/>
                <a:gd name="T5" fmla="*/ 13 h 15"/>
                <a:gd name="T6" fmla="*/ 23 w 25"/>
                <a:gd name="T7" fmla="*/ 4 h 15"/>
                <a:gd name="T8" fmla="*/ 9 w 25"/>
                <a:gd name="T9" fmla="*/ 2 h 15"/>
              </a:gdLst>
              <a:ahLst/>
              <a:cxnLst>
                <a:cxn ang="0">
                  <a:pos x="T0" y="T1"/>
                </a:cxn>
                <a:cxn ang="0">
                  <a:pos x="T2" y="T3"/>
                </a:cxn>
                <a:cxn ang="0">
                  <a:pos x="T4" y="T5"/>
                </a:cxn>
                <a:cxn ang="0">
                  <a:pos x="T6" y="T7"/>
                </a:cxn>
                <a:cxn ang="0">
                  <a:pos x="T8" y="T9"/>
                </a:cxn>
              </a:cxnLst>
              <a:rect l="0" t="0" r="r" b="b"/>
              <a:pathLst>
                <a:path w="25" h="15">
                  <a:moveTo>
                    <a:pt x="9" y="2"/>
                  </a:moveTo>
                  <a:cubicBezTo>
                    <a:pt x="3" y="4"/>
                    <a:pt x="0" y="8"/>
                    <a:pt x="1" y="11"/>
                  </a:cubicBezTo>
                  <a:cubicBezTo>
                    <a:pt x="1" y="13"/>
                    <a:pt x="8" y="15"/>
                    <a:pt x="14" y="13"/>
                  </a:cubicBezTo>
                  <a:cubicBezTo>
                    <a:pt x="20" y="11"/>
                    <a:pt x="25" y="7"/>
                    <a:pt x="23" y="4"/>
                  </a:cubicBezTo>
                  <a:cubicBezTo>
                    <a:pt x="22" y="1"/>
                    <a:pt x="15"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36" name="Freeform 1536"/>
            <p:cNvSpPr/>
            <p:nvPr/>
          </p:nvSpPr>
          <p:spPr bwMode="auto">
            <a:xfrm>
              <a:off x="10465104" y="9470803"/>
              <a:ext cx="66675" cy="41275"/>
            </a:xfrm>
            <a:custGeom>
              <a:avLst/>
              <a:gdLst>
                <a:gd name="T0" fmla="*/ 10 w 25"/>
                <a:gd name="T1" fmla="*/ 2 h 15"/>
                <a:gd name="T2" fmla="*/ 1 w 25"/>
                <a:gd name="T3" fmla="*/ 11 h 15"/>
                <a:gd name="T4" fmla="*/ 15 w 25"/>
                <a:gd name="T5" fmla="*/ 14 h 15"/>
                <a:gd name="T6" fmla="*/ 24 w 25"/>
                <a:gd name="T7" fmla="*/ 4 h 15"/>
                <a:gd name="T8" fmla="*/ 10 w 25"/>
                <a:gd name="T9" fmla="*/ 2 h 15"/>
              </a:gdLst>
              <a:ahLst/>
              <a:cxnLst>
                <a:cxn ang="0">
                  <a:pos x="T0" y="T1"/>
                </a:cxn>
                <a:cxn ang="0">
                  <a:pos x="T2" y="T3"/>
                </a:cxn>
                <a:cxn ang="0">
                  <a:pos x="T4" y="T5"/>
                </a:cxn>
                <a:cxn ang="0">
                  <a:pos x="T6" y="T7"/>
                </a:cxn>
                <a:cxn ang="0">
                  <a:pos x="T8" y="T9"/>
                </a:cxn>
              </a:cxnLst>
              <a:rect l="0" t="0" r="r" b="b"/>
              <a:pathLst>
                <a:path w="25" h="15">
                  <a:moveTo>
                    <a:pt x="10" y="2"/>
                  </a:moveTo>
                  <a:cubicBezTo>
                    <a:pt x="4" y="4"/>
                    <a:pt x="0" y="8"/>
                    <a:pt x="1" y="11"/>
                  </a:cubicBezTo>
                  <a:cubicBezTo>
                    <a:pt x="3" y="14"/>
                    <a:pt x="9" y="15"/>
                    <a:pt x="15" y="14"/>
                  </a:cubicBezTo>
                  <a:cubicBezTo>
                    <a:pt x="21" y="12"/>
                    <a:pt x="25" y="8"/>
                    <a:pt x="24" y="4"/>
                  </a:cubicBezTo>
                  <a:cubicBezTo>
                    <a:pt x="23" y="1"/>
                    <a:pt x="16"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37" name="Freeform 1537"/>
            <p:cNvSpPr/>
            <p:nvPr/>
          </p:nvSpPr>
          <p:spPr bwMode="auto">
            <a:xfrm>
              <a:off x="10679417" y="9420003"/>
              <a:ext cx="65088" cy="42863"/>
            </a:xfrm>
            <a:custGeom>
              <a:avLst/>
              <a:gdLst>
                <a:gd name="T0" fmla="*/ 10 w 24"/>
                <a:gd name="T1" fmla="*/ 1 h 16"/>
                <a:gd name="T2" fmla="*/ 1 w 24"/>
                <a:gd name="T3" fmla="*/ 10 h 16"/>
                <a:gd name="T4" fmla="*/ 13 w 24"/>
                <a:gd name="T5" fmla="*/ 15 h 16"/>
                <a:gd name="T6" fmla="*/ 24 w 24"/>
                <a:gd name="T7" fmla="*/ 6 h 16"/>
                <a:gd name="T8" fmla="*/ 10 w 24"/>
                <a:gd name="T9" fmla="*/ 1 h 16"/>
              </a:gdLst>
              <a:ahLst/>
              <a:cxnLst>
                <a:cxn ang="0">
                  <a:pos x="T0" y="T1"/>
                </a:cxn>
                <a:cxn ang="0">
                  <a:pos x="T2" y="T3"/>
                </a:cxn>
                <a:cxn ang="0">
                  <a:pos x="T4" y="T5"/>
                </a:cxn>
                <a:cxn ang="0">
                  <a:pos x="T6" y="T7"/>
                </a:cxn>
                <a:cxn ang="0">
                  <a:pos x="T8" y="T9"/>
                </a:cxn>
              </a:cxnLst>
              <a:rect l="0" t="0" r="r" b="b"/>
              <a:pathLst>
                <a:path w="24" h="16">
                  <a:moveTo>
                    <a:pt x="10" y="1"/>
                  </a:moveTo>
                  <a:cubicBezTo>
                    <a:pt x="5" y="2"/>
                    <a:pt x="0" y="7"/>
                    <a:pt x="1" y="10"/>
                  </a:cubicBezTo>
                  <a:cubicBezTo>
                    <a:pt x="1" y="14"/>
                    <a:pt x="7" y="16"/>
                    <a:pt x="13" y="15"/>
                  </a:cubicBezTo>
                  <a:cubicBezTo>
                    <a:pt x="20" y="14"/>
                    <a:pt x="24" y="10"/>
                    <a:pt x="24" y="6"/>
                  </a:cubicBezTo>
                  <a:cubicBezTo>
                    <a:pt x="23" y="2"/>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38" name="Freeform 1538"/>
            <p:cNvSpPr/>
            <p:nvPr/>
          </p:nvSpPr>
          <p:spPr bwMode="auto">
            <a:xfrm>
              <a:off x="10890554" y="9372378"/>
              <a:ext cx="68263" cy="49213"/>
            </a:xfrm>
            <a:custGeom>
              <a:avLst/>
              <a:gdLst>
                <a:gd name="T0" fmla="*/ 10 w 25"/>
                <a:gd name="T1" fmla="*/ 2 h 18"/>
                <a:gd name="T2" fmla="*/ 1 w 25"/>
                <a:gd name="T3" fmla="*/ 12 h 18"/>
                <a:gd name="T4" fmla="*/ 14 w 25"/>
                <a:gd name="T5" fmla="*/ 18 h 18"/>
                <a:gd name="T6" fmla="*/ 24 w 25"/>
                <a:gd name="T7" fmla="*/ 8 h 18"/>
                <a:gd name="T8" fmla="*/ 10 w 25"/>
                <a:gd name="T9" fmla="*/ 2 h 18"/>
              </a:gdLst>
              <a:ahLst/>
              <a:cxnLst>
                <a:cxn ang="0">
                  <a:pos x="T0" y="T1"/>
                </a:cxn>
                <a:cxn ang="0">
                  <a:pos x="T2" y="T3"/>
                </a:cxn>
                <a:cxn ang="0">
                  <a:pos x="T4" y="T5"/>
                </a:cxn>
                <a:cxn ang="0">
                  <a:pos x="T6" y="T7"/>
                </a:cxn>
                <a:cxn ang="0">
                  <a:pos x="T8" y="T9"/>
                </a:cxn>
              </a:cxnLst>
              <a:rect l="0" t="0" r="r" b="b"/>
              <a:pathLst>
                <a:path w="25" h="18">
                  <a:moveTo>
                    <a:pt x="10" y="2"/>
                  </a:moveTo>
                  <a:cubicBezTo>
                    <a:pt x="4" y="3"/>
                    <a:pt x="0" y="8"/>
                    <a:pt x="1" y="12"/>
                  </a:cubicBezTo>
                  <a:cubicBezTo>
                    <a:pt x="3" y="16"/>
                    <a:pt x="8" y="18"/>
                    <a:pt x="14" y="18"/>
                  </a:cubicBezTo>
                  <a:cubicBezTo>
                    <a:pt x="20" y="17"/>
                    <a:pt x="25" y="12"/>
                    <a:pt x="24" y="8"/>
                  </a:cubicBezTo>
                  <a:cubicBezTo>
                    <a:pt x="23" y="3"/>
                    <a:pt x="16"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39" name="Freeform 1539"/>
            <p:cNvSpPr/>
            <p:nvPr/>
          </p:nvSpPr>
          <p:spPr bwMode="auto">
            <a:xfrm>
              <a:off x="11101692" y="9343803"/>
              <a:ext cx="68263" cy="47625"/>
            </a:xfrm>
            <a:custGeom>
              <a:avLst/>
              <a:gdLst>
                <a:gd name="T0" fmla="*/ 11 w 25"/>
                <a:gd name="T1" fmla="*/ 0 h 18"/>
                <a:gd name="T2" fmla="*/ 1 w 25"/>
                <a:gd name="T3" fmla="*/ 10 h 18"/>
                <a:gd name="T4" fmla="*/ 14 w 25"/>
                <a:gd name="T5" fmla="*/ 17 h 18"/>
                <a:gd name="T6" fmla="*/ 24 w 25"/>
                <a:gd name="T7" fmla="*/ 7 h 18"/>
                <a:gd name="T8" fmla="*/ 11 w 25"/>
                <a:gd name="T9" fmla="*/ 0 h 18"/>
              </a:gdLst>
              <a:ahLst/>
              <a:cxnLst>
                <a:cxn ang="0">
                  <a:pos x="T0" y="T1"/>
                </a:cxn>
                <a:cxn ang="0">
                  <a:pos x="T2" y="T3"/>
                </a:cxn>
                <a:cxn ang="0">
                  <a:pos x="T4" y="T5"/>
                </a:cxn>
                <a:cxn ang="0">
                  <a:pos x="T6" y="T7"/>
                </a:cxn>
                <a:cxn ang="0">
                  <a:pos x="T8" y="T9"/>
                </a:cxn>
              </a:cxnLst>
              <a:rect l="0" t="0" r="r" b="b"/>
              <a:pathLst>
                <a:path w="25" h="18">
                  <a:moveTo>
                    <a:pt x="11" y="0"/>
                  </a:moveTo>
                  <a:cubicBezTo>
                    <a:pt x="5" y="1"/>
                    <a:pt x="0" y="5"/>
                    <a:pt x="1" y="10"/>
                  </a:cubicBezTo>
                  <a:cubicBezTo>
                    <a:pt x="2" y="14"/>
                    <a:pt x="8" y="18"/>
                    <a:pt x="14" y="17"/>
                  </a:cubicBezTo>
                  <a:cubicBezTo>
                    <a:pt x="20" y="17"/>
                    <a:pt x="25" y="12"/>
                    <a:pt x="24" y="7"/>
                  </a:cubicBezTo>
                  <a:cubicBezTo>
                    <a:pt x="24" y="2"/>
                    <a:pt x="17"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40" name="Freeform 1540"/>
            <p:cNvSpPr/>
            <p:nvPr/>
          </p:nvSpPr>
          <p:spPr bwMode="auto">
            <a:xfrm>
              <a:off x="11314417" y="9240615"/>
              <a:ext cx="61913" cy="61913"/>
            </a:xfrm>
            <a:custGeom>
              <a:avLst/>
              <a:gdLst>
                <a:gd name="T0" fmla="*/ 0 w 23"/>
                <a:gd name="T1" fmla="*/ 19 h 23"/>
                <a:gd name="T2" fmla="*/ 13 w 23"/>
                <a:gd name="T3" fmla="*/ 18 h 23"/>
                <a:gd name="T4" fmla="*/ 22 w 23"/>
                <a:gd name="T5" fmla="*/ 3 h 23"/>
                <a:gd name="T6" fmla="*/ 8 w 23"/>
                <a:gd name="T7" fmla="*/ 6 h 23"/>
                <a:gd name="T8" fmla="*/ 0 w 23"/>
                <a:gd name="T9" fmla="*/ 19 h 23"/>
              </a:gdLst>
              <a:ahLst/>
              <a:cxnLst>
                <a:cxn ang="0">
                  <a:pos x="T0" y="T1"/>
                </a:cxn>
                <a:cxn ang="0">
                  <a:pos x="T2" y="T3"/>
                </a:cxn>
                <a:cxn ang="0">
                  <a:pos x="T4" y="T5"/>
                </a:cxn>
                <a:cxn ang="0">
                  <a:pos x="T6" y="T7"/>
                </a:cxn>
                <a:cxn ang="0">
                  <a:pos x="T8" y="T9"/>
                </a:cxn>
              </a:cxnLst>
              <a:rect l="0" t="0" r="r" b="b"/>
              <a:pathLst>
                <a:path w="23" h="23">
                  <a:moveTo>
                    <a:pt x="0" y="19"/>
                  </a:moveTo>
                  <a:cubicBezTo>
                    <a:pt x="1" y="23"/>
                    <a:pt x="8" y="23"/>
                    <a:pt x="13" y="18"/>
                  </a:cubicBezTo>
                  <a:cubicBezTo>
                    <a:pt x="19" y="13"/>
                    <a:pt x="23" y="6"/>
                    <a:pt x="22" y="3"/>
                  </a:cubicBezTo>
                  <a:cubicBezTo>
                    <a:pt x="21" y="0"/>
                    <a:pt x="14" y="2"/>
                    <a:pt x="8" y="6"/>
                  </a:cubicBezTo>
                  <a:cubicBezTo>
                    <a:pt x="3" y="10"/>
                    <a:pt x="0" y="16"/>
                    <a:pt x="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41" name="Freeform 1541"/>
            <p:cNvSpPr/>
            <p:nvPr/>
          </p:nvSpPr>
          <p:spPr bwMode="auto">
            <a:xfrm>
              <a:off x="11514442" y="9072340"/>
              <a:ext cx="63500" cy="61913"/>
            </a:xfrm>
            <a:custGeom>
              <a:avLst/>
              <a:gdLst>
                <a:gd name="T0" fmla="*/ 11 w 23"/>
                <a:gd name="T1" fmla="*/ 7 h 23"/>
                <a:gd name="T2" fmla="*/ 1 w 23"/>
                <a:gd name="T3" fmla="*/ 21 h 23"/>
                <a:gd name="T4" fmla="*/ 12 w 23"/>
                <a:gd name="T5" fmla="*/ 16 h 23"/>
                <a:gd name="T6" fmla="*/ 23 w 23"/>
                <a:gd name="T7" fmla="*/ 2 h 23"/>
                <a:gd name="T8" fmla="*/ 11 w 23"/>
                <a:gd name="T9" fmla="*/ 7 h 23"/>
              </a:gdLst>
              <a:ahLst/>
              <a:cxnLst>
                <a:cxn ang="0">
                  <a:pos x="T0" y="T1"/>
                </a:cxn>
                <a:cxn ang="0">
                  <a:pos x="T2" y="T3"/>
                </a:cxn>
                <a:cxn ang="0">
                  <a:pos x="T4" y="T5"/>
                </a:cxn>
                <a:cxn ang="0">
                  <a:pos x="T6" y="T7"/>
                </a:cxn>
                <a:cxn ang="0">
                  <a:pos x="T8" y="T9"/>
                </a:cxn>
              </a:cxnLst>
              <a:rect l="0" t="0" r="r" b="b"/>
              <a:pathLst>
                <a:path w="23" h="23">
                  <a:moveTo>
                    <a:pt x="11" y="7"/>
                  </a:moveTo>
                  <a:cubicBezTo>
                    <a:pt x="5" y="12"/>
                    <a:pt x="0" y="19"/>
                    <a:pt x="1" y="21"/>
                  </a:cubicBezTo>
                  <a:cubicBezTo>
                    <a:pt x="2" y="23"/>
                    <a:pt x="7" y="21"/>
                    <a:pt x="12" y="16"/>
                  </a:cubicBezTo>
                  <a:cubicBezTo>
                    <a:pt x="18" y="10"/>
                    <a:pt x="23" y="4"/>
                    <a:pt x="23" y="2"/>
                  </a:cubicBezTo>
                  <a:cubicBezTo>
                    <a:pt x="22" y="0"/>
                    <a:pt x="17" y="2"/>
                    <a:pt x="1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42" name="Freeform 1542"/>
            <p:cNvSpPr/>
            <p:nvPr/>
          </p:nvSpPr>
          <p:spPr bwMode="auto">
            <a:xfrm>
              <a:off x="-174321" y="11833003"/>
              <a:ext cx="61913" cy="19050"/>
            </a:xfrm>
            <a:custGeom>
              <a:avLst/>
              <a:gdLst>
                <a:gd name="T0" fmla="*/ 22 w 23"/>
                <a:gd name="T1" fmla="*/ 2 h 7"/>
                <a:gd name="T2" fmla="*/ 9 w 23"/>
                <a:gd name="T3" fmla="*/ 1 h 7"/>
                <a:gd name="T4" fmla="*/ 0 w 23"/>
                <a:gd name="T5" fmla="*/ 5 h 7"/>
                <a:gd name="T6" fmla="*/ 11 w 23"/>
                <a:gd name="T7" fmla="*/ 7 h 7"/>
                <a:gd name="T8" fmla="*/ 22 w 23"/>
                <a:gd name="T9" fmla="*/ 2 h 7"/>
              </a:gdLst>
              <a:ahLst/>
              <a:cxnLst>
                <a:cxn ang="0">
                  <a:pos x="T0" y="T1"/>
                </a:cxn>
                <a:cxn ang="0">
                  <a:pos x="T2" y="T3"/>
                </a:cxn>
                <a:cxn ang="0">
                  <a:pos x="T4" y="T5"/>
                </a:cxn>
                <a:cxn ang="0">
                  <a:pos x="T6" y="T7"/>
                </a:cxn>
                <a:cxn ang="0">
                  <a:pos x="T8" y="T9"/>
                </a:cxn>
              </a:cxnLst>
              <a:rect l="0" t="0" r="r" b="b"/>
              <a:pathLst>
                <a:path w="23" h="7">
                  <a:moveTo>
                    <a:pt x="22" y="2"/>
                  </a:moveTo>
                  <a:cubicBezTo>
                    <a:pt x="22" y="0"/>
                    <a:pt x="16" y="0"/>
                    <a:pt x="9" y="1"/>
                  </a:cubicBezTo>
                  <a:cubicBezTo>
                    <a:pt x="4" y="2"/>
                    <a:pt x="0" y="4"/>
                    <a:pt x="0" y="5"/>
                  </a:cubicBezTo>
                  <a:cubicBezTo>
                    <a:pt x="1" y="7"/>
                    <a:pt x="5" y="7"/>
                    <a:pt x="11" y="7"/>
                  </a:cubicBezTo>
                  <a:cubicBezTo>
                    <a:pt x="17" y="6"/>
                    <a:pt x="23" y="3"/>
                    <a:pt x="2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43" name="Freeform 1543"/>
            <p:cNvSpPr/>
            <p:nvPr/>
          </p:nvSpPr>
          <p:spPr bwMode="auto">
            <a:xfrm>
              <a:off x="33642" y="11783790"/>
              <a:ext cx="65088" cy="26988"/>
            </a:xfrm>
            <a:custGeom>
              <a:avLst/>
              <a:gdLst>
                <a:gd name="T0" fmla="*/ 13 w 24"/>
                <a:gd name="T1" fmla="*/ 9 h 10"/>
                <a:gd name="T2" fmla="*/ 23 w 24"/>
                <a:gd name="T3" fmla="*/ 2 h 10"/>
                <a:gd name="T4" fmla="*/ 10 w 24"/>
                <a:gd name="T5" fmla="*/ 2 h 10"/>
                <a:gd name="T6" fmla="*/ 1 w 24"/>
                <a:gd name="T7" fmla="*/ 8 h 10"/>
                <a:gd name="T8" fmla="*/ 13 w 24"/>
                <a:gd name="T9" fmla="*/ 9 h 10"/>
              </a:gdLst>
              <a:ahLst/>
              <a:cxnLst>
                <a:cxn ang="0">
                  <a:pos x="T0" y="T1"/>
                </a:cxn>
                <a:cxn ang="0">
                  <a:pos x="T2" y="T3"/>
                </a:cxn>
                <a:cxn ang="0">
                  <a:pos x="T4" y="T5"/>
                </a:cxn>
                <a:cxn ang="0">
                  <a:pos x="T6" y="T7"/>
                </a:cxn>
                <a:cxn ang="0">
                  <a:pos x="T8" y="T9"/>
                </a:cxn>
              </a:cxnLst>
              <a:rect l="0" t="0" r="r" b="b"/>
              <a:pathLst>
                <a:path w="24" h="10">
                  <a:moveTo>
                    <a:pt x="13" y="9"/>
                  </a:moveTo>
                  <a:cubicBezTo>
                    <a:pt x="19" y="7"/>
                    <a:pt x="24" y="4"/>
                    <a:pt x="23" y="2"/>
                  </a:cubicBezTo>
                  <a:cubicBezTo>
                    <a:pt x="23" y="0"/>
                    <a:pt x="16" y="0"/>
                    <a:pt x="10" y="2"/>
                  </a:cubicBezTo>
                  <a:cubicBezTo>
                    <a:pt x="4" y="4"/>
                    <a:pt x="0" y="7"/>
                    <a:pt x="1" y="8"/>
                  </a:cubicBezTo>
                  <a:cubicBezTo>
                    <a:pt x="2" y="10"/>
                    <a:pt x="8" y="10"/>
                    <a:pt x="13"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44" name="Freeform 1544"/>
            <p:cNvSpPr/>
            <p:nvPr/>
          </p:nvSpPr>
          <p:spPr bwMode="auto">
            <a:xfrm>
              <a:off x="246367" y="11718703"/>
              <a:ext cx="66675" cy="34925"/>
            </a:xfrm>
            <a:custGeom>
              <a:avLst/>
              <a:gdLst>
                <a:gd name="T0" fmla="*/ 1 w 25"/>
                <a:gd name="T1" fmla="*/ 10 h 13"/>
                <a:gd name="T2" fmla="*/ 14 w 25"/>
                <a:gd name="T3" fmla="*/ 11 h 13"/>
                <a:gd name="T4" fmla="*/ 23 w 25"/>
                <a:gd name="T5" fmla="*/ 2 h 13"/>
                <a:gd name="T6" fmla="*/ 10 w 25"/>
                <a:gd name="T7" fmla="*/ 2 h 13"/>
                <a:gd name="T8" fmla="*/ 1 w 25"/>
                <a:gd name="T9" fmla="*/ 10 h 13"/>
              </a:gdLst>
              <a:ahLst/>
              <a:cxnLst>
                <a:cxn ang="0">
                  <a:pos x="T0" y="T1"/>
                </a:cxn>
                <a:cxn ang="0">
                  <a:pos x="T2" y="T3"/>
                </a:cxn>
                <a:cxn ang="0">
                  <a:pos x="T4" y="T5"/>
                </a:cxn>
                <a:cxn ang="0">
                  <a:pos x="T6" y="T7"/>
                </a:cxn>
                <a:cxn ang="0">
                  <a:pos x="T8" y="T9"/>
                </a:cxn>
              </a:cxnLst>
              <a:rect l="0" t="0" r="r" b="b"/>
              <a:pathLst>
                <a:path w="25" h="13">
                  <a:moveTo>
                    <a:pt x="1" y="10"/>
                  </a:moveTo>
                  <a:cubicBezTo>
                    <a:pt x="2" y="13"/>
                    <a:pt x="8" y="13"/>
                    <a:pt x="14" y="11"/>
                  </a:cubicBezTo>
                  <a:cubicBezTo>
                    <a:pt x="20" y="9"/>
                    <a:pt x="25" y="5"/>
                    <a:pt x="23" y="2"/>
                  </a:cubicBezTo>
                  <a:cubicBezTo>
                    <a:pt x="22" y="0"/>
                    <a:pt x="16" y="0"/>
                    <a:pt x="10" y="2"/>
                  </a:cubicBezTo>
                  <a:cubicBezTo>
                    <a:pt x="4" y="4"/>
                    <a:pt x="0" y="8"/>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45" name="Freeform 1545"/>
            <p:cNvSpPr/>
            <p:nvPr/>
          </p:nvSpPr>
          <p:spPr bwMode="auto">
            <a:xfrm>
              <a:off x="457504" y="11645678"/>
              <a:ext cx="65088" cy="42863"/>
            </a:xfrm>
            <a:custGeom>
              <a:avLst/>
              <a:gdLst>
                <a:gd name="T0" fmla="*/ 10 w 24"/>
                <a:gd name="T1" fmla="*/ 2 h 16"/>
                <a:gd name="T2" fmla="*/ 1 w 24"/>
                <a:gd name="T3" fmla="*/ 12 h 16"/>
                <a:gd name="T4" fmla="*/ 13 w 24"/>
                <a:gd name="T5" fmla="*/ 14 h 16"/>
                <a:gd name="T6" fmla="*/ 23 w 24"/>
                <a:gd name="T7" fmla="*/ 4 h 16"/>
                <a:gd name="T8" fmla="*/ 10 w 24"/>
                <a:gd name="T9" fmla="*/ 2 h 16"/>
              </a:gdLst>
              <a:ahLst/>
              <a:cxnLst>
                <a:cxn ang="0">
                  <a:pos x="T0" y="T1"/>
                </a:cxn>
                <a:cxn ang="0">
                  <a:pos x="T2" y="T3"/>
                </a:cxn>
                <a:cxn ang="0">
                  <a:pos x="T4" y="T5"/>
                </a:cxn>
                <a:cxn ang="0">
                  <a:pos x="T6" y="T7"/>
                </a:cxn>
                <a:cxn ang="0">
                  <a:pos x="T8" y="T9"/>
                </a:cxn>
              </a:cxnLst>
              <a:rect l="0" t="0" r="r" b="b"/>
              <a:pathLst>
                <a:path w="24" h="16">
                  <a:moveTo>
                    <a:pt x="10" y="2"/>
                  </a:moveTo>
                  <a:cubicBezTo>
                    <a:pt x="4" y="4"/>
                    <a:pt x="0" y="9"/>
                    <a:pt x="1" y="12"/>
                  </a:cubicBezTo>
                  <a:cubicBezTo>
                    <a:pt x="2" y="15"/>
                    <a:pt x="8" y="16"/>
                    <a:pt x="13" y="14"/>
                  </a:cubicBezTo>
                  <a:cubicBezTo>
                    <a:pt x="19" y="12"/>
                    <a:pt x="24" y="8"/>
                    <a:pt x="23" y="4"/>
                  </a:cubicBezTo>
                  <a:cubicBezTo>
                    <a:pt x="23" y="1"/>
                    <a:pt x="17"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46" name="Freeform 1546"/>
            <p:cNvSpPr/>
            <p:nvPr/>
          </p:nvSpPr>
          <p:spPr bwMode="auto">
            <a:xfrm>
              <a:off x="668642" y="11574240"/>
              <a:ext cx="65088" cy="49213"/>
            </a:xfrm>
            <a:custGeom>
              <a:avLst/>
              <a:gdLst>
                <a:gd name="T0" fmla="*/ 10 w 24"/>
                <a:gd name="T1" fmla="*/ 2 h 18"/>
                <a:gd name="T2" fmla="*/ 1 w 24"/>
                <a:gd name="T3" fmla="*/ 13 h 18"/>
                <a:gd name="T4" fmla="*/ 13 w 24"/>
                <a:gd name="T5" fmla="*/ 17 h 18"/>
                <a:gd name="T6" fmla="*/ 23 w 24"/>
                <a:gd name="T7" fmla="*/ 6 h 18"/>
                <a:gd name="T8" fmla="*/ 10 w 24"/>
                <a:gd name="T9" fmla="*/ 2 h 18"/>
              </a:gdLst>
              <a:ahLst/>
              <a:cxnLst>
                <a:cxn ang="0">
                  <a:pos x="T0" y="T1"/>
                </a:cxn>
                <a:cxn ang="0">
                  <a:pos x="T2" y="T3"/>
                </a:cxn>
                <a:cxn ang="0">
                  <a:pos x="T4" y="T5"/>
                </a:cxn>
                <a:cxn ang="0">
                  <a:pos x="T6" y="T7"/>
                </a:cxn>
                <a:cxn ang="0">
                  <a:pos x="T8" y="T9"/>
                </a:cxn>
              </a:cxnLst>
              <a:rect l="0" t="0" r="r" b="b"/>
              <a:pathLst>
                <a:path w="24" h="18">
                  <a:moveTo>
                    <a:pt x="10" y="2"/>
                  </a:moveTo>
                  <a:cubicBezTo>
                    <a:pt x="4" y="4"/>
                    <a:pt x="0" y="9"/>
                    <a:pt x="1" y="13"/>
                  </a:cubicBezTo>
                  <a:cubicBezTo>
                    <a:pt x="2" y="17"/>
                    <a:pt x="8" y="18"/>
                    <a:pt x="13" y="17"/>
                  </a:cubicBezTo>
                  <a:cubicBezTo>
                    <a:pt x="20" y="15"/>
                    <a:pt x="24" y="10"/>
                    <a:pt x="23" y="6"/>
                  </a:cubicBezTo>
                  <a:cubicBezTo>
                    <a:pt x="23" y="2"/>
                    <a:pt x="16"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47" name="Freeform 1547"/>
            <p:cNvSpPr/>
            <p:nvPr/>
          </p:nvSpPr>
          <p:spPr bwMode="auto">
            <a:xfrm>
              <a:off x="881367" y="11517090"/>
              <a:ext cx="66675" cy="55563"/>
            </a:xfrm>
            <a:custGeom>
              <a:avLst/>
              <a:gdLst>
                <a:gd name="T0" fmla="*/ 9 w 25"/>
                <a:gd name="T1" fmla="*/ 2 h 20"/>
                <a:gd name="T2" fmla="*/ 1 w 25"/>
                <a:gd name="T3" fmla="*/ 13 h 20"/>
                <a:gd name="T4" fmla="*/ 14 w 25"/>
                <a:gd name="T5" fmla="*/ 18 h 20"/>
                <a:gd name="T6" fmla="*/ 23 w 25"/>
                <a:gd name="T7" fmla="*/ 5 h 20"/>
                <a:gd name="T8" fmla="*/ 9 w 25"/>
                <a:gd name="T9" fmla="*/ 2 h 20"/>
              </a:gdLst>
              <a:ahLst/>
              <a:cxnLst>
                <a:cxn ang="0">
                  <a:pos x="T0" y="T1"/>
                </a:cxn>
                <a:cxn ang="0">
                  <a:pos x="T2" y="T3"/>
                </a:cxn>
                <a:cxn ang="0">
                  <a:pos x="T4" y="T5"/>
                </a:cxn>
                <a:cxn ang="0">
                  <a:pos x="T6" y="T7"/>
                </a:cxn>
                <a:cxn ang="0">
                  <a:pos x="T8" y="T9"/>
                </a:cxn>
              </a:cxnLst>
              <a:rect l="0" t="0" r="r" b="b"/>
              <a:pathLst>
                <a:path w="25" h="20">
                  <a:moveTo>
                    <a:pt x="9" y="2"/>
                  </a:moveTo>
                  <a:cubicBezTo>
                    <a:pt x="4" y="4"/>
                    <a:pt x="0" y="8"/>
                    <a:pt x="1" y="13"/>
                  </a:cubicBezTo>
                  <a:cubicBezTo>
                    <a:pt x="2" y="17"/>
                    <a:pt x="8" y="20"/>
                    <a:pt x="14" y="18"/>
                  </a:cubicBezTo>
                  <a:cubicBezTo>
                    <a:pt x="20" y="16"/>
                    <a:pt x="25" y="10"/>
                    <a:pt x="23" y="5"/>
                  </a:cubicBezTo>
                  <a:cubicBezTo>
                    <a:pt x="22" y="1"/>
                    <a:pt x="15"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48" name="Freeform 1548"/>
            <p:cNvSpPr/>
            <p:nvPr/>
          </p:nvSpPr>
          <p:spPr bwMode="auto">
            <a:xfrm>
              <a:off x="1092504" y="11455178"/>
              <a:ext cx="65088" cy="53975"/>
            </a:xfrm>
            <a:custGeom>
              <a:avLst/>
              <a:gdLst>
                <a:gd name="T0" fmla="*/ 10 w 24"/>
                <a:gd name="T1" fmla="*/ 1 h 20"/>
                <a:gd name="T2" fmla="*/ 1 w 24"/>
                <a:gd name="T3" fmla="*/ 14 h 20"/>
                <a:gd name="T4" fmla="*/ 13 w 24"/>
                <a:gd name="T5" fmla="*/ 19 h 20"/>
                <a:gd name="T6" fmla="*/ 23 w 24"/>
                <a:gd name="T7" fmla="*/ 7 h 20"/>
                <a:gd name="T8" fmla="*/ 10 w 24"/>
                <a:gd name="T9" fmla="*/ 1 h 20"/>
              </a:gdLst>
              <a:ahLst/>
              <a:cxnLst>
                <a:cxn ang="0">
                  <a:pos x="T0" y="T1"/>
                </a:cxn>
                <a:cxn ang="0">
                  <a:pos x="T2" y="T3"/>
                </a:cxn>
                <a:cxn ang="0">
                  <a:pos x="T4" y="T5"/>
                </a:cxn>
                <a:cxn ang="0">
                  <a:pos x="T6" y="T7"/>
                </a:cxn>
                <a:cxn ang="0">
                  <a:pos x="T8" y="T9"/>
                </a:cxn>
              </a:cxnLst>
              <a:rect l="0" t="0" r="r" b="b"/>
              <a:pathLst>
                <a:path w="24" h="20">
                  <a:moveTo>
                    <a:pt x="10" y="1"/>
                  </a:moveTo>
                  <a:cubicBezTo>
                    <a:pt x="4" y="3"/>
                    <a:pt x="0" y="9"/>
                    <a:pt x="1" y="14"/>
                  </a:cubicBezTo>
                  <a:cubicBezTo>
                    <a:pt x="2" y="18"/>
                    <a:pt x="8" y="20"/>
                    <a:pt x="13" y="19"/>
                  </a:cubicBezTo>
                  <a:cubicBezTo>
                    <a:pt x="20" y="18"/>
                    <a:pt x="24" y="12"/>
                    <a:pt x="23" y="7"/>
                  </a:cubicBezTo>
                  <a:cubicBezTo>
                    <a:pt x="22" y="2"/>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49" name="Freeform 1549"/>
            <p:cNvSpPr/>
            <p:nvPr/>
          </p:nvSpPr>
          <p:spPr bwMode="auto">
            <a:xfrm>
              <a:off x="1303642" y="11412315"/>
              <a:ext cx="68263" cy="53975"/>
            </a:xfrm>
            <a:custGeom>
              <a:avLst/>
              <a:gdLst>
                <a:gd name="T0" fmla="*/ 10 w 25"/>
                <a:gd name="T1" fmla="*/ 1 h 20"/>
                <a:gd name="T2" fmla="*/ 1 w 25"/>
                <a:gd name="T3" fmla="*/ 13 h 20"/>
                <a:gd name="T4" fmla="*/ 14 w 25"/>
                <a:gd name="T5" fmla="*/ 19 h 20"/>
                <a:gd name="T6" fmla="*/ 24 w 25"/>
                <a:gd name="T7" fmla="*/ 8 h 20"/>
                <a:gd name="T8" fmla="*/ 10 w 25"/>
                <a:gd name="T9" fmla="*/ 1 h 20"/>
              </a:gdLst>
              <a:ahLst/>
              <a:cxnLst>
                <a:cxn ang="0">
                  <a:pos x="T0" y="T1"/>
                </a:cxn>
                <a:cxn ang="0">
                  <a:pos x="T2" y="T3"/>
                </a:cxn>
                <a:cxn ang="0">
                  <a:pos x="T4" y="T5"/>
                </a:cxn>
                <a:cxn ang="0">
                  <a:pos x="T6" y="T7"/>
                </a:cxn>
                <a:cxn ang="0">
                  <a:pos x="T8" y="T9"/>
                </a:cxn>
              </a:cxnLst>
              <a:rect l="0" t="0" r="r" b="b"/>
              <a:pathLst>
                <a:path w="25" h="20">
                  <a:moveTo>
                    <a:pt x="10" y="1"/>
                  </a:moveTo>
                  <a:cubicBezTo>
                    <a:pt x="4" y="3"/>
                    <a:pt x="0" y="8"/>
                    <a:pt x="1" y="13"/>
                  </a:cubicBezTo>
                  <a:cubicBezTo>
                    <a:pt x="2" y="17"/>
                    <a:pt x="8" y="20"/>
                    <a:pt x="14" y="19"/>
                  </a:cubicBezTo>
                  <a:cubicBezTo>
                    <a:pt x="20" y="18"/>
                    <a:pt x="25" y="13"/>
                    <a:pt x="24" y="8"/>
                  </a:cubicBezTo>
                  <a:cubicBezTo>
                    <a:pt x="23" y="3"/>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50" name="Freeform 1550"/>
            <p:cNvSpPr/>
            <p:nvPr/>
          </p:nvSpPr>
          <p:spPr bwMode="auto">
            <a:xfrm>
              <a:off x="1516367" y="11386915"/>
              <a:ext cx="66675" cy="52388"/>
            </a:xfrm>
            <a:custGeom>
              <a:avLst/>
              <a:gdLst>
                <a:gd name="T0" fmla="*/ 11 w 25"/>
                <a:gd name="T1" fmla="*/ 1 h 19"/>
                <a:gd name="T2" fmla="*/ 1 w 25"/>
                <a:gd name="T3" fmla="*/ 11 h 19"/>
                <a:gd name="T4" fmla="*/ 14 w 25"/>
                <a:gd name="T5" fmla="*/ 19 h 19"/>
                <a:gd name="T6" fmla="*/ 24 w 25"/>
                <a:gd name="T7" fmla="*/ 8 h 19"/>
                <a:gd name="T8" fmla="*/ 11 w 25"/>
                <a:gd name="T9" fmla="*/ 1 h 19"/>
              </a:gdLst>
              <a:ahLst/>
              <a:cxnLst>
                <a:cxn ang="0">
                  <a:pos x="T0" y="T1"/>
                </a:cxn>
                <a:cxn ang="0">
                  <a:pos x="T2" y="T3"/>
                </a:cxn>
                <a:cxn ang="0">
                  <a:pos x="T4" y="T5"/>
                </a:cxn>
                <a:cxn ang="0">
                  <a:pos x="T6" y="T7"/>
                </a:cxn>
                <a:cxn ang="0">
                  <a:pos x="T8" y="T9"/>
                </a:cxn>
              </a:cxnLst>
              <a:rect l="0" t="0" r="r" b="b"/>
              <a:pathLst>
                <a:path w="25" h="19">
                  <a:moveTo>
                    <a:pt x="11" y="1"/>
                  </a:moveTo>
                  <a:cubicBezTo>
                    <a:pt x="4" y="2"/>
                    <a:pt x="0" y="7"/>
                    <a:pt x="1" y="11"/>
                  </a:cubicBezTo>
                  <a:cubicBezTo>
                    <a:pt x="3" y="16"/>
                    <a:pt x="9" y="19"/>
                    <a:pt x="14" y="19"/>
                  </a:cubicBezTo>
                  <a:cubicBezTo>
                    <a:pt x="20" y="18"/>
                    <a:pt x="25" y="13"/>
                    <a:pt x="24" y="8"/>
                  </a:cubicBezTo>
                  <a:cubicBezTo>
                    <a:pt x="23" y="4"/>
                    <a:pt x="17"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51" name="Freeform 1551"/>
            <p:cNvSpPr/>
            <p:nvPr/>
          </p:nvSpPr>
          <p:spPr bwMode="auto">
            <a:xfrm>
              <a:off x="1730679" y="11378978"/>
              <a:ext cx="68263" cy="46038"/>
            </a:xfrm>
            <a:custGeom>
              <a:avLst/>
              <a:gdLst>
                <a:gd name="T0" fmla="*/ 1 w 25"/>
                <a:gd name="T1" fmla="*/ 9 h 17"/>
                <a:gd name="T2" fmla="*/ 14 w 25"/>
                <a:gd name="T3" fmla="*/ 17 h 17"/>
                <a:gd name="T4" fmla="*/ 24 w 25"/>
                <a:gd name="T5" fmla="*/ 8 h 17"/>
                <a:gd name="T6" fmla="*/ 11 w 25"/>
                <a:gd name="T7" fmla="*/ 0 h 17"/>
                <a:gd name="T8" fmla="*/ 1 w 25"/>
                <a:gd name="T9" fmla="*/ 9 h 17"/>
              </a:gdLst>
              <a:ahLst/>
              <a:cxnLst>
                <a:cxn ang="0">
                  <a:pos x="T0" y="T1"/>
                </a:cxn>
                <a:cxn ang="0">
                  <a:pos x="T2" y="T3"/>
                </a:cxn>
                <a:cxn ang="0">
                  <a:pos x="T4" y="T5"/>
                </a:cxn>
                <a:cxn ang="0">
                  <a:pos x="T6" y="T7"/>
                </a:cxn>
                <a:cxn ang="0">
                  <a:pos x="T8" y="T9"/>
                </a:cxn>
              </a:cxnLst>
              <a:rect l="0" t="0" r="r" b="b"/>
              <a:pathLst>
                <a:path w="25" h="17">
                  <a:moveTo>
                    <a:pt x="1" y="9"/>
                  </a:moveTo>
                  <a:cubicBezTo>
                    <a:pt x="2" y="13"/>
                    <a:pt x="8" y="17"/>
                    <a:pt x="14" y="17"/>
                  </a:cubicBezTo>
                  <a:cubicBezTo>
                    <a:pt x="20" y="17"/>
                    <a:pt x="25" y="13"/>
                    <a:pt x="24" y="8"/>
                  </a:cubicBezTo>
                  <a:cubicBezTo>
                    <a:pt x="23" y="4"/>
                    <a:pt x="17" y="0"/>
                    <a:pt x="11" y="0"/>
                  </a:cubicBezTo>
                  <a:cubicBezTo>
                    <a:pt x="4" y="0"/>
                    <a:pt x="0" y="5"/>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52" name="Freeform 1552"/>
            <p:cNvSpPr/>
            <p:nvPr/>
          </p:nvSpPr>
          <p:spPr bwMode="auto">
            <a:xfrm>
              <a:off x="1944992" y="11382153"/>
              <a:ext cx="65088" cy="42863"/>
            </a:xfrm>
            <a:custGeom>
              <a:avLst/>
              <a:gdLst>
                <a:gd name="T0" fmla="*/ 11 w 24"/>
                <a:gd name="T1" fmla="*/ 0 h 16"/>
                <a:gd name="T2" fmla="*/ 1 w 24"/>
                <a:gd name="T3" fmla="*/ 8 h 16"/>
                <a:gd name="T4" fmla="*/ 13 w 24"/>
                <a:gd name="T5" fmla="*/ 16 h 16"/>
                <a:gd name="T6" fmla="*/ 24 w 24"/>
                <a:gd name="T7" fmla="*/ 9 h 16"/>
                <a:gd name="T8" fmla="*/ 11 w 24"/>
                <a:gd name="T9" fmla="*/ 0 h 16"/>
              </a:gdLst>
              <a:ahLst/>
              <a:cxnLst>
                <a:cxn ang="0">
                  <a:pos x="T0" y="T1"/>
                </a:cxn>
                <a:cxn ang="0">
                  <a:pos x="T2" y="T3"/>
                </a:cxn>
                <a:cxn ang="0">
                  <a:pos x="T4" y="T5"/>
                </a:cxn>
                <a:cxn ang="0">
                  <a:pos x="T6" y="T7"/>
                </a:cxn>
                <a:cxn ang="0">
                  <a:pos x="T8" y="T9"/>
                </a:cxn>
              </a:cxnLst>
              <a:rect l="0" t="0" r="r" b="b"/>
              <a:pathLst>
                <a:path w="24" h="16">
                  <a:moveTo>
                    <a:pt x="11" y="0"/>
                  </a:moveTo>
                  <a:cubicBezTo>
                    <a:pt x="5" y="0"/>
                    <a:pt x="0" y="3"/>
                    <a:pt x="1" y="8"/>
                  </a:cubicBezTo>
                  <a:cubicBezTo>
                    <a:pt x="2" y="12"/>
                    <a:pt x="7" y="15"/>
                    <a:pt x="13" y="16"/>
                  </a:cubicBezTo>
                  <a:cubicBezTo>
                    <a:pt x="19" y="16"/>
                    <a:pt x="24" y="13"/>
                    <a:pt x="24" y="9"/>
                  </a:cubicBezTo>
                  <a:cubicBezTo>
                    <a:pt x="23" y="5"/>
                    <a:pt x="17"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53" name="Freeform 1553"/>
            <p:cNvSpPr/>
            <p:nvPr/>
          </p:nvSpPr>
          <p:spPr bwMode="auto">
            <a:xfrm>
              <a:off x="2159304" y="11396440"/>
              <a:ext cx="68263" cy="39688"/>
            </a:xfrm>
            <a:custGeom>
              <a:avLst/>
              <a:gdLst>
                <a:gd name="T0" fmla="*/ 1 w 25"/>
                <a:gd name="T1" fmla="*/ 7 h 15"/>
                <a:gd name="T2" fmla="*/ 14 w 25"/>
                <a:gd name="T3" fmla="*/ 14 h 15"/>
                <a:gd name="T4" fmla="*/ 24 w 25"/>
                <a:gd name="T5" fmla="*/ 8 h 15"/>
                <a:gd name="T6" fmla="*/ 10 w 25"/>
                <a:gd name="T7" fmla="*/ 0 h 15"/>
                <a:gd name="T8" fmla="*/ 1 w 25"/>
                <a:gd name="T9" fmla="*/ 7 h 15"/>
              </a:gdLst>
              <a:ahLst/>
              <a:cxnLst>
                <a:cxn ang="0">
                  <a:pos x="T0" y="T1"/>
                </a:cxn>
                <a:cxn ang="0">
                  <a:pos x="T2" y="T3"/>
                </a:cxn>
                <a:cxn ang="0">
                  <a:pos x="T4" y="T5"/>
                </a:cxn>
                <a:cxn ang="0">
                  <a:pos x="T6" y="T7"/>
                </a:cxn>
                <a:cxn ang="0">
                  <a:pos x="T8" y="T9"/>
                </a:cxn>
              </a:cxnLst>
              <a:rect l="0" t="0" r="r" b="b"/>
              <a:pathLst>
                <a:path w="25" h="15">
                  <a:moveTo>
                    <a:pt x="1" y="7"/>
                  </a:moveTo>
                  <a:cubicBezTo>
                    <a:pt x="2" y="11"/>
                    <a:pt x="8" y="14"/>
                    <a:pt x="14" y="14"/>
                  </a:cubicBezTo>
                  <a:cubicBezTo>
                    <a:pt x="20" y="15"/>
                    <a:pt x="25" y="12"/>
                    <a:pt x="24" y="8"/>
                  </a:cubicBezTo>
                  <a:cubicBezTo>
                    <a:pt x="23" y="4"/>
                    <a:pt x="16" y="0"/>
                    <a:pt x="10" y="0"/>
                  </a:cubicBezTo>
                  <a:cubicBezTo>
                    <a:pt x="4" y="0"/>
                    <a:pt x="0" y="3"/>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54" name="Freeform 1554"/>
            <p:cNvSpPr/>
            <p:nvPr/>
          </p:nvSpPr>
          <p:spPr bwMode="auto">
            <a:xfrm>
              <a:off x="2373617" y="11417078"/>
              <a:ext cx="68263" cy="34925"/>
            </a:xfrm>
            <a:custGeom>
              <a:avLst/>
              <a:gdLst>
                <a:gd name="T0" fmla="*/ 1 w 25"/>
                <a:gd name="T1" fmla="*/ 6 h 13"/>
                <a:gd name="T2" fmla="*/ 14 w 25"/>
                <a:gd name="T3" fmla="*/ 13 h 13"/>
                <a:gd name="T4" fmla="*/ 24 w 25"/>
                <a:gd name="T5" fmla="*/ 8 h 13"/>
                <a:gd name="T6" fmla="*/ 11 w 25"/>
                <a:gd name="T7" fmla="*/ 0 h 13"/>
                <a:gd name="T8" fmla="*/ 1 w 25"/>
                <a:gd name="T9" fmla="*/ 6 h 13"/>
              </a:gdLst>
              <a:ahLst/>
              <a:cxnLst>
                <a:cxn ang="0">
                  <a:pos x="T0" y="T1"/>
                </a:cxn>
                <a:cxn ang="0">
                  <a:pos x="T2" y="T3"/>
                </a:cxn>
                <a:cxn ang="0">
                  <a:pos x="T4" y="T5"/>
                </a:cxn>
                <a:cxn ang="0">
                  <a:pos x="T6" y="T7"/>
                </a:cxn>
                <a:cxn ang="0">
                  <a:pos x="T8" y="T9"/>
                </a:cxn>
              </a:cxnLst>
              <a:rect l="0" t="0" r="r" b="b"/>
              <a:pathLst>
                <a:path w="25" h="13">
                  <a:moveTo>
                    <a:pt x="1" y="6"/>
                  </a:moveTo>
                  <a:cubicBezTo>
                    <a:pt x="2" y="9"/>
                    <a:pt x="8" y="12"/>
                    <a:pt x="14" y="13"/>
                  </a:cubicBezTo>
                  <a:cubicBezTo>
                    <a:pt x="20" y="13"/>
                    <a:pt x="25" y="11"/>
                    <a:pt x="24" y="8"/>
                  </a:cubicBezTo>
                  <a:cubicBezTo>
                    <a:pt x="23" y="4"/>
                    <a:pt x="17" y="1"/>
                    <a:pt x="11" y="0"/>
                  </a:cubicBezTo>
                  <a:cubicBezTo>
                    <a:pt x="5" y="0"/>
                    <a:pt x="0" y="2"/>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55" name="Freeform 1555"/>
            <p:cNvSpPr/>
            <p:nvPr/>
          </p:nvSpPr>
          <p:spPr bwMode="auto">
            <a:xfrm>
              <a:off x="2587929" y="11442478"/>
              <a:ext cx="68263" cy="31750"/>
            </a:xfrm>
            <a:custGeom>
              <a:avLst/>
              <a:gdLst>
                <a:gd name="T0" fmla="*/ 11 w 25"/>
                <a:gd name="T1" fmla="*/ 1 h 12"/>
                <a:gd name="T2" fmla="*/ 2 w 25"/>
                <a:gd name="T3" fmla="*/ 6 h 12"/>
                <a:gd name="T4" fmla="*/ 14 w 25"/>
                <a:gd name="T5" fmla="*/ 12 h 12"/>
                <a:gd name="T6" fmla="*/ 24 w 25"/>
                <a:gd name="T7" fmla="*/ 8 h 12"/>
                <a:gd name="T8" fmla="*/ 11 w 25"/>
                <a:gd name="T9" fmla="*/ 1 h 12"/>
              </a:gdLst>
              <a:ahLst/>
              <a:cxnLst>
                <a:cxn ang="0">
                  <a:pos x="T0" y="T1"/>
                </a:cxn>
                <a:cxn ang="0">
                  <a:pos x="T2" y="T3"/>
                </a:cxn>
                <a:cxn ang="0">
                  <a:pos x="T4" y="T5"/>
                </a:cxn>
                <a:cxn ang="0">
                  <a:pos x="T6" y="T7"/>
                </a:cxn>
                <a:cxn ang="0">
                  <a:pos x="T8" y="T9"/>
                </a:cxn>
              </a:cxnLst>
              <a:rect l="0" t="0" r="r" b="b"/>
              <a:pathLst>
                <a:path w="25" h="12">
                  <a:moveTo>
                    <a:pt x="11" y="1"/>
                  </a:moveTo>
                  <a:cubicBezTo>
                    <a:pt x="5" y="0"/>
                    <a:pt x="0" y="3"/>
                    <a:pt x="2" y="6"/>
                  </a:cubicBezTo>
                  <a:cubicBezTo>
                    <a:pt x="3" y="8"/>
                    <a:pt x="9" y="11"/>
                    <a:pt x="14" y="12"/>
                  </a:cubicBezTo>
                  <a:cubicBezTo>
                    <a:pt x="21" y="12"/>
                    <a:pt x="25" y="11"/>
                    <a:pt x="24" y="8"/>
                  </a:cubicBezTo>
                  <a:cubicBezTo>
                    <a:pt x="24" y="5"/>
                    <a:pt x="17" y="2"/>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56" name="Freeform 1556"/>
            <p:cNvSpPr/>
            <p:nvPr/>
          </p:nvSpPr>
          <p:spPr bwMode="auto">
            <a:xfrm>
              <a:off x="2805417" y="11471053"/>
              <a:ext cx="65088" cy="28575"/>
            </a:xfrm>
            <a:custGeom>
              <a:avLst/>
              <a:gdLst>
                <a:gd name="T0" fmla="*/ 11 w 24"/>
                <a:gd name="T1" fmla="*/ 1 h 10"/>
                <a:gd name="T2" fmla="*/ 1 w 24"/>
                <a:gd name="T3" fmla="*/ 4 h 10"/>
                <a:gd name="T4" fmla="*/ 13 w 24"/>
                <a:gd name="T5" fmla="*/ 9 h 10"/>
                <a:gd name="T6" fmla="*/ 24 w 24"/>
                <a:gd name="T7" fmla="*/ 6 h 10"/>
                <a:gd name="T8" fmla="*/ 11 w 24"/>
                <a:gd name="T9" fmla="*/ 1 h 10"/>
              </a:gdLst>
              <a:ahLst/>
              <a:cxnLst>
                <a:cxn ang="0">
                  <a:pos x="T0" y="T1"/>
                </a:cxn>
                <a:cxn ang="0">
                  <a:pos x="T2" y="T3"/>
                </a:cxn>
                <a:cxn ang="0">
                  <a:pos x="T4" y="T5"/>
                </a:cxn>
                <a:cxn ang="0">
                  <a:pos x="T6" y="T7"/>
                </a:cxn>
                <a:cxn ang="0">
                  <a:pos x="T8" y="T9"/>
                </a:cxn>
              </a:cxnLst>
              <a:rect l="0" t="0" r="r" b="b"/>
              <a:pathLst>
                <a:path w="24" h="10">
                  <a:moveTo>
                    <a:pt x="11" y="1"/>
                  </a:moveTo>
                  <a:cubicBezTo>
                    <a:pt x="5" y="0"/>
                    <a:pt x="0" y="1"/>
                    <a:pt x="1" y="4"/>
                  </a:cubicBezTo>
                  <a:cubicBezTo>
                    <a:pt x="2" y="6"/>
                    <a:pt x="7" y="8"/>
                    <a:pt x="13" y="9"/>
                  </a:cubicBezTo>
                  <a:cubicBezTo>
                    <a:pt x="19" y="10"/>
                    <a:pt x="24" y="9"/>
                    <a:pt x="24" y="6"/>
                  </a:cubicBezTo>
                  <a:cubicBezTo>
                    <a:pt x="23" y="4"/>
                    <a:pt x="17" y="1"/>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57" name="Freeform 1557"/>
            <p:cNvSpPr/>
            <p:nvPr/>
          </p:nvSpPr>
          <p:spPr bwMode="auto">
            <a:xfrm>
              <a:off x="3022904" y="11496453"/>
              <a:ext cx="61913" cy="23813"/>
            </a:xfrm>
            <a:custGeom>
              <a:avLst/>
              <a:gdLst>
                <a:gd name="T0" fmla="*/ 0 w 23"/>
                <a:gd name="T1" fmla="*/ 3 h 9"/>
                <a:gd name="T2" fmla="*/ 11 w 23"/>
                <a:gd name="T3" fmla="*/ 8 h 9"/>
                <a:gd name="T4" fmla="*/ 23 w 23"/>
                <a:gd name="T5" fmla="*/ 6 h 9"/>
                <a:gd name="T6" fmla="*/ 11 w 23"/>
                <a:gd name="T7" fmla="*/ 1 h 9"/>
                <a:gd name="T8" fmla="*/ 0 w 23"/>
                <a:gd name="T9" fmla="*/ 3 h 9"/>
              </a:gdLst>
              <a:ahLst/>
              <a:cxnLst>
                <a:cxn ang="0">
                  <a:pos x="T0" y="T1"/>
                </a:cxn>
                <a:cxn ang="0">
                  <a:pos x="T2" y="T3"/>
                </a:cxn>
                <a:cxn ang="0">
                  <a:pos x="T4" y="T5"/>
                </a:cxn>
                <a:cxn ang="0">
                  <a:pos x="T6" y="T7"/>
                </a:cxn>
                <a:cxn ang="0">
                  <a:pos x="T8" y="T9"/>
                </a:cxn>
              </a:cxnLst>
              <a:rect l="0" t="0" r="r" b="b"/>
              <a:pathLst>
                <a:path w="23" h="9">
                  <a:moveTo>
                    <a:pt x="0" y="3"/>
                  </a:moveTo>
                  <a:cubicBezTo>
                    <a:pt x="1" y="5"/>
                    <a:pt x="5" y="7"/>
                    <a:pt x="11" y="8"/>
                  </a:cubicBezTo>
                  <a:cubicBezTo>
                    <a:pt x="18" y="9"/>
                    <a:pt x="23" y="8"/>
                    <a:pt x="23" y="6"/>
                  </a:cubicBezTo>
                  <a:cubicBezTo>
                    <a:pt x="23" y="4"/>
                    <a:pt x="17" y="2"/>
                    <a:pt x="11" y="1"/>
                  </a:cubicBezTo>
                  <a:cubicBezTo>
                    <a:pt x="5"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58" name="Freeform 1558"/>
            <p:cNvSpPr/>
            <p:nvPr/>
          </p:nvSpPr>
          <p:spPr bwMode="auto">
            <a:xfrm>
              <a:off x="3234042" y="11517090"/>
              <a:ext cx="68263" cy="17463"/>
            </a:xfrm>
            <a:custGeom>
              <a:avLst/>
              <a:gdLst>
                <a:gd name="T0" fmla="*/ 1 w 25"/>
                <a:gd name="T1" fmla="*/ 2 h 6"/>
                <a:gd name="T2" fmla="*/ 14 w 25"/>
                <a:gd name="T3" fmla="*/ 6 h 6"/>
                <a:gd name="T4" fmla="*/ 24 w 25"/>
                <a:gd name="T5" fmla="*/ 4 h 6"/>
                <a:gd name="T6" fmla="*/ 11 w 25"/>
                <a:gd name="T7" fmla="*/ 0 h 6"/>
                <a:gd name="T8" fmla="*/ 1 w 25"/>
                <a:gd name="T9" fmla="*/ 2 h 6"/>
              </a:gdLst>
              <a:ahLst/>
              <a:cxnLst>
                <a:cxn ang="0">
                  <a:pos x="T0" y="T1"/>
                </a:cxn>
                <a:cxn ang="0">
                  <a:pos x="T2" y="T3"/>
                </a:cxn>
                <a:cxn ang="0">
                  <a:pos x="T4" y="T5"/>
                </a:cxn>
                <a:cxn ang="0">
                  <a:pos x="T6" y="T7"/>
                </a:cxn>
                <a:cxn ang="0">
                  <a:pos x="T8" y="T9"/>
                </a:cxn>
              </a:cxnLst>
              <a:rect l="0" t="0" r="r" b="b"/>
              <a:pathLst>
                <a:path w="25" h="6">
                  <a:moveTo>
                    <a:pt x="1" y="2"/>
                  </a:moveTo>
                  <a:cubicBezTo>
                    <a:pt x="2" y="4"/>
                    <a:pt x="8" y="5"/>
                    <a:pt x="14" y="6"/>
                  </a:cubicBezTo>
                  <a:cubicBezTo>
                    <a:pt x="20" y="6"/>
                    <a:pt x="25" y="5"/>
                    <a:pt x="24" y="4"/>
                  </a:cubicBezTo>
                  <a:cubicBezTo>
                    <a:pt x="24" y="2"/>
                    <a:pt x="17" y="1"/>
                    <a:pt x="11" y="0"/>
                  </a:cubicBezTo>
                  <a:cubicBezTo>
                    <a:pt x="5" y="0"/>
                    <a:pt x="0"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59" name="Freeform 1559"/>
            <p:cNvSpPr/>
            <p:nvPr/>
          </p:nvSpPr>
          <p:spPr bwMode="auto">
            <a:xfrm>
              <a:off x="3448354" y="11528203"/>
              <a:ext cx="68263" cy="11113"/>
            </a:xfrm>
            <a:custGeom>
              <a:avLst/>
              <a:gdLst>
                <a:gd name="T0" fmla="*/ 11 w 25"/>
                <a:gd name="T1" fmla="*/ 0 h 4"/>
                <a:gd name="T2" fmla="*/ 2 w 25"/>
                <a:gd name="T3" fmla="*/ 2 h 4"/>
                <a:gd name="T4" fmla="*/ 14 w 25"/>
                <a:gd name="T5" fmla="*/ 4 h 4"/>
                <a:gd name="T6" fmla="*/ 24 w 25"/>
                <a:gd name="T7" fmla="*/ 1 h 4"/>
                <a:gd name="T8" fmla="*/ 11 w 25"/>
                <a:gd name="T9" fmla="*/ 0 h 4"/>
              </a:gdLst>
              <a:ahLst/>
              <a:cxnLst>
                <a:cxn ang="0">
                  <a:pos x="T0" y="T1"/>
                </a:cxn>
                <a:cxn ang="0">
                  <a:pos x="T2" y="T3"/>
                </a:cxn>
                <a:cxn ang="0">
                  <a:pos x="T4" y="T5"/>
                </a:cxn>
                <a:cxn ang="0">
                  <a:pos x="T6" y="T7"/>
                </a:cxn>
                <a:cxn ang="0">
                  <a:pos x="T8" y="T9"/>
                </a:cxn>
              </a:cxnLst>
              <a:rect l="0" t="0" r="r" b="b"/>
              <a:pathLst>
                <a:path w="25" h="4">
                  <a:moveTo>
                    <a:pt x="11" y="0"/>
                  </a:moveTo>
                  <a:cubicBezTo>
                    <a:pt x="4" y="0"/>
                    <a:pt x="0" y="1"/>
                    <a:pt x="2" y="2"/>
                  </a:cubicBezTo>
                  <a:cubicBezTo>
                    <a:pt x="3" y="3"/>
                    <a:pt x="9" y="4"/>
                    <a:pt x="14" y="4"/>
                  </a:cubicBezTo>
                  <a:cubicBezTo>
                    <a:pt x="21" y="4"/>
                    <a:pt x="25" y="3"/>
                    <a:pt x="24" y="1"/>
                  </a:cubicBezTo>
                  <a:cubicBezTo>
                    <a:pt x="23" y="0"/>
                    <a:pt x="17"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60" name="Freeform 1560"/>
            <p:cNvSpPr/>
            <p:nvPr/>
          </p:nvSpPr>
          <p:spPr bwMode="auto">
            <a:xfrm>
              <a:off x="3662667" y="11520265"/>
              <a:ext cx="68263" cy="11113"/>
            </a:xfrm>
            <a:custGeom>
              <a:avLst/>
              <a:gdLst>
                <a:gd name="T0" fmla="*/ 11 w 25"/>
                <a:gd name="T1" fmla="*/ 0 h 4"/>
                <a:gd name="T2" fmla="*/ 2 w 25"/>
                <a:gd name="T3" fmla="*/ 3 h 4"/>
                <a:gd name="T4" fmla="*/ 14 w 25"/>
                <a:gd name="T5" fmla="*/ 4 h 4"/>
                <a:gd name="T6" fmla="*/ 24 w 25"/>
                <a:gd name="T7" fmla="*/ 1 h 4"/>
                <a:gd name="T8" fmla="*/ 11 w 25"/>
                <a:gd name="T9" fmla="*/ 0 h 4"/>
              </a:gdLst>
              <a:ahLst/>
              <a:cxnLst>
                <a:cxn ang="0">
                  <a:pos x="T0" y="T1"/>
                </a:cxn>
                <a:cxn ang="0">
                  <a:pos x="T2" y="T3"/>
                </a:cxn>
                <a:cxn ang="0">
                  <a:pos x="T4" y="T5"/>
                </a:cxn>
                <a:cxn ang="0">
                  <a:pos x="T6" y="T7"/>
                </a:cxn>
                <a:cxn ang="0">
                  <a:pos x="T8" y="T9"/>
                </a:cxn>
              </a:cxnLst>
              <a:rect l="0" t="0" r="r" b="b"/>
              <a:pathLst>
                <a:path w="25" h="4">
                  <a:moveTo>
                    <a:pt x="11" y="0"/>
                  </a:moveTo>
                  <a:cubicBezTo>
                    <a:pt x="5" y="1"/>
                    <a:pt x="0" y="2"/>
                    <a:pt x="2" y="3"/>
                  </a:cubicBezTo>
                  <a:cubicBezTo>
                    <a:pt x="2" y="4"/>
                    <a:pt x="8" y="4"/>
                    <a:pt x="14" y="4"/>
                  </a:cubicBezTo>
                  <a:cubicBezTo>
                    <a:pt x="20" y="3"/>
                    <a:pt x="25" y="2"/>
                    <a:pt x="24" y="1"/>
                  </a:cubicBezTo>
                  <a:cubicBezTo>
                    <a:pt x="24" y="0"/>
                    <a:pt x="17"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61" name="Freeform 1561"/>
            <p:cNvSpPr/>
            <p:nvPr/>
          </p:nvSpPr>
          <p:spPr bwMode="auto">
            <a:xfrm>
              <a:off x="3876979" y="11499628"/>
              <a:ext cx="68263" cy="9525"/>
            </a:xfrm>
            <a:custGeom>
              <a:avLst/>
              <a:gdLst>
                <a:gd name="T0" fmla="*/ 11 w 25"/>
                <a:gd name="T1" fmla="*/ 1 h 4"/>
                <a:gd name="T2" fmla="*/ 1 w 25"/>
                <a:gd name="T3" fmla="*/ 4 h 4"/>
                <a:gd name="T4" fmla="*/ 13 w 25"/>
                <a:gd name="T5" fmla="*/ 4 h 4"/>
                <a:gd name="T6" fmla="*/ 24 w 25"/>
                <a:gd name="T7" fmla="*/ 1 h 4"/>
                <a:gd name="T8" fmla="*/ 11 w 25"/>
                <a:gd name="T9" fmla="*/ 1 h 4"/>
              </a:gdLst>
              <a:ahLst/>
              <a:cxnLst>
                <a:cxn ang="0">
                  <a:pos x="T0" y="T1"/>
                </a:cxn>
                <a:cxn ang="0">
                  <a:pos x="T2" y="T3"/>
                </a:cxn>
                <a:cxn ang="0">
                  <a:pos x="T4" y="T5"/>
                </a:cxn>
                <a:cxn ang="0">
                  <a:pos x="T6" y="T7"/>
                </a:cxn>
                <a:cxn ang="0">
                  <a:pos x="T8" y="T9"/>
                </a:cxn>
              </a:cxnLst>
              <a:rect l="0" t="0" r="r" b="b"/>
              <a:pathLst>
                <a:path w="25" h="4">
                  <a:moveTo>
                    <a:pt x="11" y="1"/>
                  </a:moveTo>
                  <a:cubicBezTo>
                    <a:pt x="5" y="2"/>
                    <a:pt x="0" y="3"/>
                    <a:pt x="1" y="4"/>
                  </a:cubicBezTo>
                  <a:cubicBezTo>
                    <a:pt x="2" y="4"/>
                    <a:pt x="7" y="4"/>
                    <a:pt x="13" y="4"/>
                  </a:cubicBezTo>
                  <a:cubicBezTo>
                    <a:pt x="19" y="3"/>
                    <a:pt x="25" y="1"/>
                    <a:pt x="24" y="1"/>
                  </a:cubicBezTo>
                  <a:cubicBezTo>
                    <a:pt x="23" y="0"/>
                    <a:pt x="17"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62" name="Freeform 1562"/>
            <p:cNvSpPr/>
            <p:nvPr/>
          </p:nvSpPr>
          <p:spPr bwMode="auto">
            <a:xfrm>
              <a:off x="4091292" y="11458353"/>
              <a:ext cx="65088" cy="19050"/>
            </a:xfrm>
            <a:custGeom>
              <a:avLst/>
              <a:gdLst>
                <a:gd name="T0" fmla="*/ 11 w 24"/>
                <a:gd name="T1" fmla="*/ 2 h 7"/>
                <a:gd name="T2" fmla="*/ 1 w 24"/>
                <a:gd name="T3" fmla="*/ 6 h 7"/>
                <a:gd name="T4" fmla="*/ 12 w 24"/>
                <a:gd name="T5" fmla="*/ 5 h 7"/>
                <a:gd name="T6" fmla="*/ 23 w 24"/>
                <a:gd name="T7" fmla="*/ 1 h 7"/>
                <a:gd name="T8" fmla="*/ 11 w 24"/>
                <a:gd name="T9" fmla="*/ 2 h 7"/>
              </a:gdLst>
              <a:ahLst/>
              <a:cxnLst>
                <a:cxn ang="0">
                  <a:pos x="T0" y="T1"/>
                </a:cxn>
                <a:cxn ang="0">
                  <a:pos x="T2" y="T3"/>
                </a:cxn>
                <a:cxn ang="0">
                  <a:pos x="T4" y="T5"/>
                </a:cxn>
                <a:cxn ang="0">
                  <a:pos x="T6" y="T7"/>
                </a:cxn>
                <a:cxn ang="0">
                  <a:pos x="T8" y="T9"/>
                </a:cxn>
              </a:cxnLst>
              <a:rect l="0" t="0" r="r" b="b"/>
              <a:pathLst>
                <a:path w="24" h="7">
                  <a:moveTo>
                    <a:pt x="11" y="2"/>
                  </a:moveTo>
                  <a:cubicBezTo>
                    <a:pt x="5" y="4"/>
                    <a:pt x="0" y="5"/>
                    <a:pt x="1" y="6"/>
                  </a:cubicBezTo>
                  <a:cubicBezTo>
                    <a:pt x="1" y="7"/>
                    <a:pt x="6" y="6"/>
                    <a:pt x="12" y="5"/>
                  </a:cubicBezTo>
                  <a:cubicBezTo>
                    <a:pt x="18" y="4"/>
                    <a:pt x="24" y="2"/>
                    <a:pt x="23" y="1"/>
                  </a:cubicBezTo>
                  <a:cubicBezTo>
                    <a:pt x="23" y="0"/>
                    <a:pt x="17" y="1"/>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63" name="Freeform 1563"/>
            <p:cNvSpPr/>
            <p:nvPr/>
          </p:nvSpPr>
          <p:spPr bwMode="auto">
            <a:xfrm>
              <a:off x="4305604" y="11405965"/>
              <a:ext cx="63500" cy="19050"/>
            </a:xfrm>
            <a:custGeom>
              <a:avLst/>
              <a:gdLst>
                <a:gd name="T0" fmla="*/ 10 w 23"/>
                <a:gd name="T1" fmla="*/ 3 h 7"/>
                <a:gd name="T2" fmla="*/ 0 w 23"/>
                <a:gd name="T3" fmla="*/ 7 h 7"/>
                <a:gd name="T4" fmla="*/ 12 w 23"/>
                <a:gd name="T5" fmla="*/ 5 h 7"/>
                <a:gd name="T6" fmla="*/ 22 w 23"/>
                <a:gd name="T7" fmla="*/ 0 h 7"/>
                <a:gd name="T8" fmla="*/ 10 w 23"/>
                <a:gd name="T9" fmla="*/ 3 h 7"/>
              </a:gdLst>
              <a:ahLst/>
              <a:cxnLst>
                <a:cxn ang="0">
                  <a:pos x="T0" y="T1"/>
                </a:cxn>
                <a:cxn ang="0">
                  <a:pos x="T2" y="T3"/>
                </a:cxn>
                <a:cxn ang="0">
                  <a:pos x="T4" y="T5"/>
                </a:cxn>
                <a:cxn ang="0">
                  <a:pos x="T6" y="T7"/>
                </a:cxn>
                <a:cxn ang="0">
                  <a:pos x="T8" y="T9"/>
                </a:cxn>
              </a:cxnLst>
              <a:rect l="0" t="0" r="r" b="b"/>
              <a:pathLst>
                <a:path w="23" h="7">
                  <a:moveTo>
                    <a:pt x="10" y="3"/>
                  </a:moveTo>
                  <a:cubicBezTo>
                    <a:pt x="4" y="4"/>
                    <a:pt x="0" y="6"/>
                    <a:pt x="0" y="7"/>
                  </a:cubicBezTo>
                  <a:cubicBezTo>
                    <a:pt x="0" y="7"/>
                    <a:pt x="5" y="7"/>
                    <a:pt x="12" y="5"/>
                  </a:cubicBezTo>
                  <a:cubicBezTo>
                    <a:pt x="18" y="3"/>
                    <a:pt x="23" y="1"/>
                    <a:pt x="22" y="0"/>
                  </a:cubicBezTo>
                  <a:cubicBezTo>
                    <a:pt x="22" y="0"/>
                    <a:pt x="16"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64" name="Freeform 1564"/>
            <p:cNvSpPr/>
            <p:nvPr/>
          </p:nvSpPr>
          <p:spPr bwMode="auto">
            <a:xfrm>
              <a:off x="4518329" y="11339290"/>
              <a:ext cx="61913" cy="23813"/>
            </a:xfrm>
            <a:custGeom>
              <a:avLst/>
              <a:gdLst>
                <a:gd name="T0" fmla="*/ 10 w 23"/>
                <a:gd name="T1" fmla="*/ 4 h 9"/>
                <a:gd name="T2" fmla="*/ 0 w 23"/>
                <a:gd name="T3" fmla="*/ 8 h 9"/>
                <a:gd name="T4" fmla="*/ 12 w 23"/>
                <a:gd name="T5" fmla="*/ 6 h 9"/>
                <a:gd name="T6" fmla="*/ 22 w 23"/>
                <a:gd name="T7" fmla="*/ 1 h 9"/>
                <a:gd name="T8" fmla="*/ 10 w 23"/>
                <a:gd name="T9" fmla="*/ 4 h 9"/>
              </a:gdLst>
              <a:ahLst/>
              <a:cxnLst>
                <a:cxn ang="0">
                  <a:pos x="T0" y="T1"/>
                </a:cxn>
                <a:cxn ang="0">
                  <a:pos x="T2" y="T3"/>
                </a:cxn>
                <a:cxn ang="0">
                  <a:pos x="T4" y="T5"/>
                </a:cxn>
                <a:cxn ang="0">
                  <a:pos x="T6" y="T7"/>
                </a:cxn>
                <a:cxn ang="0">
                  <a:pos x="T8" y="T9"/>
                </a:cxn>
              </a:cxnLst>
              <a:rect l="0" t="0" r="r" b="b"/>
              <a:pathLst>
                <a:path w="23" h="9">
                  <a:moveTo>
                    <a:pt x="10" y="4"/>
                  </a:moveTo>
                  <a:cubicBezTo>
                    <a:pt x="4" y="6"/>
                    <a:pt x="0" y="8"/>
                    <a:pt x="0" y="8"/>
                  </a:cubicBezTo>
                  <a:cubicBezTo>
                    <a:pt x="0" y="9"/>
                    <a:pt x="5" y="8"/>
                    <a:pt x="12" y="6"/>
                  </a:cubicBezTo>
                  <a:cubicBezTo>
                    <a:pt x="18" y="4"/>
                    <a:pt x="23" y="2"/>
                    <a:pt x="22" y="1"/>
                  </a:cubicBezTo>
                  <a:cubicBezTo>
                    <a:pt x="22" y="0"/>
                    <a:pt x="16" y="2"/>
                    <a:pt x="1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65" name="Freeform 1565"/>
            <p:cNvSpPr/>
            <p:nvPr/>
          </p:nvSpPr>
          <p:spPr bwMode="auto">
            <a:xfrm>
              <a:off x="4726292" y="11263090"/>
              <a:ext cx="65088" cy="26988"/>
            </a:xfrm>
            <a:custGeom>
              <a:avLst/>
              <a:gdLst>
                <a:gd name="T0" fmla="*/ 11 w 24"/>
                <a:gd name="T1" fmla="*/ 4 h 10"/>
                <a:gd name="T2" fmla="*/ 1 w 24"/>
                <a:gd name="T3" fmla="*/ 9 h 10"/>
                <a:gd name="T4" fmla="*/ 12 w 24"/>
                <a:gd name="T5" fmla="*/ 6 h 10"/>
                <a:gd name="T6" fmla="*/ 23 w 24"/>
                <a:gd name="T7" fmla="*/ 1 h 10"/>
                <a:gd name="T8" fmla="*/ 11 w 24"/>
                <a:gd name="T9" fmla="*/ 4 h 10"/>
              </a:gdLst>
              <a:ahLst/>
              <a:cxnLst>
                <a:cxn ang="0">
                  <a:pos x="T0" y="T1"/>
                </a:cxn>
                <a:cxn ang="0">
                  <a:pos x="T2" y="T3"/>
                </a:cxn>
                <a:cxn ang="0">
                  <a:pos x="T4" y="T5"/>
                </a:cxn>
                <a:cxn ang="0">
                  <a:pos x="T6" y="T7"/>
                </a:cxn>
                <a:cxn ang="0">
                  <a:pos x="T8" y="T9"/>
                </a:cxn>
              </a:cxnLst>
              <a:rect l="0" t="0" r="r" b="b"/>
              <a:pathLst>
                <a:path w="24" h="10">
                  <a:moveTo>
                    <a:pt x="11" y="4"/>
                  </a:moveTo>
                  <a:cubicBezTo>
                    <a:pt x="4" y="7"/>
                    <a:pt x="0" y="9"/>
                    <a:pt x="1" y="9"/>
                  </a:cubicBezTo>
                  <a:cubicBezTo>
                    <a:pt x="1" y="10"/>
                    <a:pt x="6" y="8"/>
                    <a:pt x="12" y="6"/>
                  </a:cubicBezTo>
                  <a:cubicBezTo>
                    <a:pt x="18" y="4"/>
                    <a:pt x="24" y="1"/>
                    <a:pt x="23" y="1"/>
                  </a:cubicBezTo>
                  <a:cubicBezTo>
                    <a:pt x="23" y="0"/>
                    <a:pt x="17" y="2"/>
                    <a:pt x="1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66" name="Freeform 1566"/>
            <p:cNvSpPr/>
            <p:nvPr/>
          </p:nvSpPr>
          <p:spPr bwMode="auto">
            <a:xfrm>
              <a:off x="4939017" y="11178953"/>
              <a:ext cx="61913" cy="26988"/>
            </a:xfrm>
            <a:custGeom>
              <a:avLst/>
              <a:gdLst>
                <a:gd name="T0" fmla="*/ 10 w 23"/>
                <a:gd name="T1" fmla="*/ 4 h 10"/>
                <a:gd name="T2" fmla="*/ 0 w 23"/>
                <a:gd name="T3" fmla="*/ 9 h 10"/>
                <a:gd name="T4" fmla="*/ 12 w 23"/>
                <a:gd name="T5" fmla="*/ 6 h 10"/>
                <a:gd name="T6" fmla="*/ 23 w 23"/>
                <a:gd name="T7" fmla="*/ 0 h 10"/>
                <a:gd name="T8" fmla="*/ 10 w 23"/>
                <a:gd name="T9" fmla="*/ 4 h 10"/>
              </a:gdLst>
              <a:ahLst/>
              <a:cxnLst>
                <a:cxn ang="0">
                  <a:pos x="T0" y="T1"/>
                </a:cxn>
                <a:cxn ang="0">
                  <a:pos x="T2" y="T3"/>
                </a:cxn>
                <a:cxn ang="0">
                  <a:pos x="T4" y="T5"/>
                </a:cxn>
                <a:cxn ang="0">
                  <a:pos x="T6" y="T7"/>
                </a:cxn>
                <a:cxn ang="0">
                  <a:pos x="T8" y="T9"/>
                </a:cxn>
              </a:cxnLst>
              <a:rect l="0" t="0" r="r" b="b"/>
              <a:pathLst>
                <a:path w="23" h="10">
                  <a:moveTo>
                    <a:pt x="10" y="4"/>
                  </a:moveTo>
                  <a:cubicBezTo>
                    <a:pt x="4" y="7"/>
                    <a:pt x="0" y="9"/>
                    <a:pt x="0" y="9"/>
                  </a:cubicBezTo>
                  <a:cubicBezTo>
                    <a:pt x="0" y="10"/>
                    <a:pt x="6" y="8"/>
                    <a:pt x="12" y="6"/>
                  </a:cubicBezTo>
                  <a:cubicBezTo>
                    <a:pt x="18" y="3"/>
                    <a:pt x="23" y="0"/>
                    <a:pt x="23" y="0"/>
                  </a:cubicBezTo>
                  <a:cubicBezTo>
                    <a:pt x="22" y="0"/>
                    <a:pt x="16" y="2"/>
                    <a:pt x="1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67" name="Freeform 1567"/>
            <p:cNvSpPr/>
            <p:nvPr/>
          </p:nvSpPr>
          <p:spPr bwMode="auto">
            <a:xfrm>
              <a:off x="5146979" y="11086878"/>
              <a:ext cx="65088" cy="26988"/>
            </a:xfrm>
            <a:custGeom>
              <a:avLst/>
              <a:gdLst>
                <a:gd name="T0" fmla="*/ 11 w 24"/>
                <a:gd name="T1" fmla="*/ 5 h 10"/>
                <a:gd name="T2" fmla="*/ 1 w 24"/>
                <a:gd name="T3" fmla="*/ 10 h 10"/>
                <a:gd name="T4" fmla="*/ 12 w 24"/>
                <a:gd name="T5" fmla="*/ 6 h 10"/>
                <a:gd name="T6" fmla="*/ 23 w 24"/>
                <a:gd name="T7" fmla="*/ 0 h 10"/>
                <a:gd name="T8" fmla="*/ 11 w 24"/>
                <a:gd name="T9" fmla="*/ 5 h 10"/>
              </a:gdLst>
              <a:ahLst/>
              <a:cxnLst>
                <a:cxn ang="0">
                  <a:pos x="T0" y="T1"/>
                </a:cxn>
                <a:cxn ang="0">
                  <a:pos x="T2" y="T3"/>
                </a:cxn>
                <a:cxn ang="0">
                  <a:pos x="T4" y="T5"/>
                </a:cxn>
                <a:cxn ang="0">
                  <a:pos x="T6" y="T7"/>
                </a:cxn>
                <a:cxn ang="0">
                  <a:pos x="T8" y="T9"/>
                </a:cxn>
              </a:cxnLst>
              <a:rect l="0" t="0" r="r" b="b"/>
              <a:pathLst>
                <a:path w="24" h="10">
                  <a:moveTo>
                    <a:pt x="11" y="5"/>
                  </a:moveTo>
                  <a:cubicBezTo>
                    <a:pt x="5" y="7"/>
                    <a:pt x="0" y="10"/>
                    <a:pt x="1" y="10"/>
                  </a:cubicBezTo>
                  <a:cubicBezTo>
                    <a:pt x="1" y="10"/>
                    <a:pt x="6" y="8"/>
                    <a:pt x="12" y="6"/>
                  </a:cubicBezTo>
                  <a:cubicBezTo>
                    <a:pt x="18" y="3"/>
                    <a:pt x="24" y="0"/>
                    <a:pt x="23" y="0"/>
                  </a:cubicBezTo>
                  <a:cubicBezTo>
                    <a:pt x="23" y="0"/>
                    <a:pt x="17" y="2"/>
                    <a:pt x="1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68" name="Freeform 1568"/>
            <p:cNvSpPr/>
            <p:nvPr/>
          </p:nvSpPr>
          <p:spPr bwMode="auto">
            <a:xfrm>
              <a:off x="5359704" y="10988453"/>
              <a:ext cx="61913" cy="30163"/>
            </a:xfrm>
            <a:custGeom>
              <a:avLst/>
              <a:gdLst>
                <a:gd name="T0" fmla="*/ 11 w 23"/>
                <a:gd name="T1" fmla="*/ 5 h 11"/>
                <a:gd name="T2" fmla="*/ 0 w 23"/>
                <a:gd name="T3" fmla="*/ 11 h 11"/>
                <a:gd name="T4" fmla="*/ 12 w 23"/>
                <a:gd name="T5" fmla="*/ 6 h 11"/>
                <a:gd name="T6" fmla="*/ 23 w 23"/>
                <a:gd name="T7" fmla="*/ 0 h 11"/>
                <a:gd name="T8" fmla="*/ 11 w 23"/>
                <a:gd name="T9" fmla="*/ 5 h 11"/>
              </a:gdLst>
              <a:ahLst/>
              <a:cxnLst>
                <a:cxn ang="0">
                  <a:pos x="T0" y="T1"/>
                </a:cxn>
                <a:cxn ang="0">
                  <a:pos x="T2" y="T3"/>
                </a:cxn>
                <a:cxn ang="0">
                  <a:pos x="T4" y="T5"/>
                </a:cxn>
                <a:cxn ang="0">
                  <a:pos x="T6" y="T7"/>
                </a:cxn>
                <a:cxn ang="0">
                  <a:pos x="T8" y="T9"/>
                </a:cxn>
              </a:cxnLst>
              <a:rect l="0" t="0" r="r" b="b"/>
              <a:pathLst>
                <a:path w="23" h="11">
                  <a:moveTo>
                    <a:pt x="11" y="5"/>
                  </a:moveTo>
                  <a:cubicBezTo>
                    <a:pt x="5" y="8"/>
                    <a:pt x="0" y="10"/>
                    <a:pt x="0" y="11"/>
                  </a:cubicBezTo>
                  <a:cubicBezTo>
                    <a:pt x="0" y="11"/>
                    <a:pt x="6" y="9"/>
                    <a:pt x="12" y="6"/>
                  </a:cubicBezTo>
                  <a:cubicBezTo>
                    <a:pt x="18" y="3"/>
                    <a:pt x="23" y="0"/>
                    <a:pt x="23" y="0"/>
                  </a:cubicBezTo>
                  <a:cubicBezTo>
                    <a:pt x="23" y="0"/>
                    <a:pt x="17" y="2"/>
                    <a:pt x="1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69" name="Freeform 1569"/>
            <p:cNvSpPr/>
            <p:nvPr/>
          </p:nvSpPr>
          <p:spPr bwMode="auto">
            <a:xfrm>
              <a:off x="5566079" y="10888440"/>
              <a:ext cx="66675" cy="30163"/>
            </a:xfrm>
            <a:custGeom>
              <a:avLst/>
              <a:gdLst>
                <a:gd name="T0" fmla="*/ 1 w 25"/>
                <a:gd name="T1" fmla="*/ 11 h 11"/>
                <a:gd name="T2" fmla="*/ 13 w 25"/>
                <a:gd name="T3" fmla="*/ 6 h 11"/>
                <a:gd name="T4" fmla="*/ 24 w 25"/>
                <a:gd name="T5" fmla="*/ 0 h 11"/>
                <a:gd name="T6" fmla="*/ 11 w 25"/>
                <a:gd name="T7" fmla="*/ 5 h 11"/>
                <a:gd name="T8" fmla="*/ 1 w 25"/>
                <a:gd name="T9" fmla="*/ 11 h 11"/>
              </a:gdLst>
              <a:ahLst/>
              <a:cxnLst>
                <a:cxn ang="0">
                  <a:pos x="T0" y="T1"/>
                </a:cxn>
                <a:cxn ang="0">
                  <a:pos x="T2" y="T3"/>
                </a:cxn>
                <a:cxn ang="0">
                  <a:pos x="T4" y="T5"/>
                </a:cxn>
                <a:cxn ang="0">
                  <a:pos x="T6" y="T7"/>
                </a:cxn>
                <a:cxn ang="0">
                  <a:pos x="T8" y="T9"/>
                </a:cxn>
              </a:cxnLst>
              <a:rect l="0" t="0" r="r" b="b"/>
              <a:pathLst>
                <a:path w="25" h="11">
                  <a:moveTo>
                    <a:pt x="1" y="11"/>
                  </a:moveTo>
                  <a:cubicBezTo>
                    <a:pt x="2" y="11"/>
                    <a:pt x="8" y="8"/>
                    <a:pt x="13" y="6"/>
                  </a:cubicBezTo>
                  <a:cubicBezTo>
                    <a:pt x="20" y="3"/>
                    <a:pt x="25" y="0"/>
                    <a:pt x="24" y="0"/>
                  </a:cubicBezTo>
                  <a:cubicBezTo>
                    <a:pt x="23" y="0"/>
                    <a:pt x="17" y="3"/>
                    <a:pt x="11" y="5"/>
                  </a:cubicBezTo>
                  <a:cubicBezTo>
                    <a:pt x="5" y="8"/>
                    <a:pt x="0" y="11"/>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70" name="Freeform 1570"/>
            <p:cNvSpPr/>
            <p:nvPr/>
          </p:nvSpPr>
          <p:spPr bwMode="auto">
            <a:xfrm>
              <a:off x="5891517" y="10736040"/>
              <a:ext cx="65088" cy="30163"/>
            </a:xfrm>
            <a:custGeom>
              <a:avLst/>
              <a:gdLst>
                <a:gd name="T0" fmla="*/ 0 w 24"/>
                <a:gd name="T1" fmla="*/ 11 h 11"/>
                <a:gd name="T2" fmla="*/ 13 w 24"/>
                <a:gd name="T3" fmla="*/ 6 h 11"/>
                <a:gd name="T4" fmla="*/ 24 w 24"/>
                <a:gd name="T5" fmla="*/ 0 h 11"/>
                <a:gd name="T6" fmla="*/ 11 w 24"/>
                <a:gd name="T7" fmla="*/ 5 h 11"/>
                <a:gd name="T8" fmla="*/ 0 w 24"/>
                <a:gd name="T9" fmla="*/ 11 h 11"/>
              </a:gdLst>
              <a:ahLst/>
              <a:cxnLst>
                <a:cxn ang="0">
                  <a:pos x="T0" y="T1"/>
                </a:cxn>
                <a:cxn ang="0">
                  <a:pos x="T2" y="T3"/>
                </a:cxn>
                <a:cxn ang="0">
                  <a:pos x="T4" y="T5"/>
                </a:cxn>
                <a:cxn ang="0">
                  <a:pos x="T6" y="T7"/>
                </a:cxn>
                <a:cxn ang="0">
                  <a:pos x="T8" y="T9"/>
                </a:cxn>
              </a:cxnLst>
              <a:rect l="0" t="0" r="r" b="b"/>
              <a:pathLst>
                <a:path w="24" h="11">
                  <a:moveTo>
                    <a:pt x="0" y="11"/>
                  </a:moveTo>
                  <a:cubicBezTo>
                    <a:pt x="1" y="11"/>
                    <a:pt x="7" y="9"/>
                    <a:pt x="13" y="6"/>
                  </a:cubicBezTo>
                  <a:cubicBezTo>
                    <a:pt x="19" y="3"/>
                    <a:pt x="24" y="0"/>
                    <a:pt x="24" y="0"/>
                  </a:cubicBezTo>
                  <a:cubicBezTo>
                    <a:pt x="23" y="0"/>
                    <a:pt x="17" y="2"/>
                    <a:pt x="11" y="5"/>
                  </a:cubicBezTo>
                  <a:cubicBezTo>
                    <a:pt x="4" y="9"/>
                    <a:pt x="0" y="11"/>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71" name="Freeform 1571"/>
            <p:cNvSpPr/>
            <p:nvPr/>
          </p:nvSpPr>
          <p:spPr bwMode="auto">
            <a:xfrm>
              <a:off x="6099479" y="10632853"/>
              <a:ext cx="68263" cy="33338"/>
            </a:xfrm>
            <a:custGeom>
              <a:avLst/>
              <a:gdLst>
                <a:gd name="T0" fmla="*/ 11 w 25"/>
                <a:gd name="T1" fmla="*/ 6 h 12"/>
                <a:gd name="T2" fmla="*/ 1 w 25"/>
                <a:gd name="T3" fmla="*/ 12 h 12"/>
                <a:gd name="T4" fmla="*/ 14 w 25"/>
                <a:gd name="T5" fmla="*/ 6 h 12"/>
                <a:gd name="T6" fmla="*/ 24 w 25"/>
                <a:gd name="T7" fmla="*/ 0 h 12"/>
                <a:gd name="T8" fmla="*/ 11 w 25"/>
                <a:gd name="T9" fmla="*/ 6 h 12"/>
              </a:gdLst>
              <a:ahLst/>
              <a:cxnLst>
                <a:cxn ang="0">
                  <a:pos x="T0" y="T1"/>
                </a:cxn>
                <a:cxn ang="0">
                  <a:pos x="T2" y="T3"/>
                </a:cxn>
                <a:cxn ang="0">
                  <a:pos x="T4" y="T5"/>
                </a:cxn>
                <a:cxn ang="0">
                  <a:pos x="T6" y="T7"/>
                </a:cxn>
                <a:cxn ang="0">
                  <a:pos x="T8" y="T9"/>
                </a:cxn>
              </a:cxnLst>
              <a:rect l="0" t="0" r="r" b="b"/>
              <a:pathLst>
                <a:path w="25" h="12">
                  <a:moveTo>
                    <a:pt x="11" y="6"/>
                  </a:moveTo>
                  <a:cubicBezTo>
                    <a:pt x="4" y="9"/>
                    <a:pt x="0" y="12"/>
                    <a:pt x="1" y="12"/>
                  </a:cubicBezTo>
                  <a:cubicBezTo>
                    <a:pt x="2" y="12"/>
                    <a:pt x="7" y="9"/>
                    <a:pt x="14" y="6"/>
                  </a:cubicBezTo>
                  <a:cubicBezTo>
                    <a:pt x="20" y="3"/>
                    <a:pt x="25" y="0"/>
                    <a:pt x="24" y="0"/>
                  </a:cubicBezTo>
                  <a:cubicBezTo>
                    <a:pt x="23" y="1"/>
                    <a:pt x="17" y="3"/>
                    <a:pt x="1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72" name="Freeform 1572"/>
            <p:cNvSpPr/>
            <p:nvPr/>
          </p:nvSpPr>
          <p:spPr bwMode="auto">
            <a:xfrm>
              <a:off x="6309029" y="10534428"/>
              <a:ext cx="68263" cy="30163"/>
            </a:xfrm>
            <a:custGeom>
              <a:avLst/>
              <a:gdLst>
                <a:gd name="T0" fmla="*/ 1 w 25"/>
                <a:gd name="T1" fmla="*/ 11 h 11"/>
                <a:gd name="T2" fmla="*/ 14 w 25"/>
                <a:gd name="T3" fmla="*/ 6 h 11"/>
                <a:gd name="T4" fmla="*/ 25 w 25"/>
                <a:gd name="T5" fmla="*/ 0 h 11"/>
                <a:gd name="T6" fmla="*/ 12 w 25"/>
                <a:gd name="T7" fmla="*/ 6 h 11"/>
                <a:gd name="T8" fmla="*/ 1 w 25"/>
                <a:gd name="T9" fmla="*/ 11 h 11"/>
              </a:gdLst>
              <a:ahLst/>
              <a:cxnLst>
                <a:cxn ang="0">
                  <a:pos x="T0" y="T1"/>
                </a:cxn>
                <a:cxn ang="0">
                  <a:pos x="T2" y="T3"/>
                </a:cxn>
                <a:cxn ang="0">
                  <a:pos x="T4" y="T5"/>
                </a:cxn>
                <a:cxn ang="0">
                  <a:pos x="T6" y="T7"/>
                </a:cxn>
                <a:cxn ang="0">
                  <a:pos x="T8" y="T9"/>
                </a:cxn>
              </a:cxnLst>
              <a:rect l="0" t="0" r="r" b="b"/>
              <a:pathLst>
                <a:path w="25" h="11">
                  <a:moveTo>
                    <a:pt x="1" y="11"/>
                  </a:moveTo>
                  <a:cubicBezTo>
                    <a:pt x="1" y="11"/>
                    <a:pt x="7" y="9"/>
                    <a:pt x="14" y="6"/>
                  </a:cubicBezTo>
                  <a:cubicBezTo>
                    <a:pt x="20" y="3"/>
                    <a:pt x="25" y="0"/>
                    <a:pt x="25" y="0"/>
                  </a:cubicBezTo>
                  <a:cubicBezTo>
                    <a:pt x="24" y="0"/>
                    <a:pt x="18" y="3"/>
                    <a:pt x="12" y="6"/>
                  </a:cubicBezTo>
                  <a:cubicBezTo>
                    <a:pt x="5" y="9"/>
                    <a:pt x="0" y="11"/>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73" name="Freeform 1573"/>
            <p:cNvSpPr/>
            <p:nvPr/>
          </p:nvSpPr>
          <p:spPr bwMode="auto">
            <a:xfrm>
              <a:off x="6520167" y="10442353"/>
              <a:ext cx="68263" cy="30163"/>
            </a:xfrm>
            <a:custGeom>
              <a:avLst/>
              <a:gdLst>
                <a:gd name="T0" fmla="*/ 11 w 25"/>
                <a:gd name="T1" fmla="*/ 6 h 11"/>
                <a:gd name="T2" fmla="*/ 0 w 25"/>
                <a:gd name="T3" fmla="*/ 11 h 11"/>
                <a:gd name="T4" fmla="*/ 14 w 25"/>
                <a:gd name="T5" fmla="*/ 5 h 11"/>
                <a:gd name="T6" fmla="*/ 24 w 25"/>
                <a:gd name="T7" fmla="*/ 1 h 11"/>
                <a:gd name="T8" fmla="*/ 11 w 25"/>
                <a:gd name="T9" fmla="*/ 6 h 11"/>
              </a:gdLst>
              <a:ahLst/>
              <a:cxnLst>
                <a:cxn ang="0">
                  <a:pos x="T0" y="T1"/>
                </a:cxn>
                <a:cxn ang="0">
                  <a:pos x="T2" y="T3"/>
                </a:cxn>
                <a:cxn ang="0">
                  <a:pos x="T4" y="T5"/>
                </a:cxn>
                <a:cxn ang="0">
                  <a:pos x="T6" y="T7"/>
                </a:cxn>
                <a:cxn ang="0">
                  <a:pos x="T8" y="T9"/>
                </a:cxn>
              </a:cxnLst>
              <a:rect l="0" t="0" r="r" b="b"/>
              <a:pathLst>
                <a:path w="25" h="11">
                  <a:moveTo>
                    <a:pt x="11" y="6"/>
                  </a:moveTo>
                  <a:cubicBezTo>
                    <a:pt x="4" y="9"/>
                    <a:pt x="0" y="11"/>
                    <a:pt x="0" y="11"/>
                  </a:cubicBezTo>
                  <a:cubicBezTo>
                    <a:pt x="1" y="10"/>
                    <a:pt x="7" y="8"/>
                    <a:pt x="14" y="5"/>
                  </a:cubicBezTo>
                  <a:cubicBezTo>
                    <a:pt x="20" y="3"/>
                    <a:pt x="25" y="0"/>
                    <a:pt x="24" y="1"/>
                  </a:cubicBezTo>
                  <a:cubicBezTo>
                    <a:pt x="23" y="1"/>
                    <a:pt x="17" y="3"/>
                    <a:pt x="1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74" name="Freeform 1574"/>
            <p:cNvSpPr/>
            <p:nvPr/>
          </p:nvSpPr>
          <p:spPr bwMode="auto">
            <a:xfrm>
              <a:off x="6715429" y="10358215"/>
              <a:ext cx="82550" cy="33338"/>
            </a:xfrm>
            <a:custGeom>
              <a:avLst/>
              <a:gdLst>
                <a:gd name="T0" fmla="*/ 13 w 30"/>
                <a:gd name="T1" fmla="*/ 7 h 12"/>
                <a:gd name="T2" fmla="*/ 0 w 30"/>
                <a:gd name="T3" fmla="*/ 12 h 12"/>
                <a:gd name="T4" fmla="*/ 6 w 30"/>
                <a:gd name="T5" fmla="*/ 9 h 12"/>
                <a:gd name="T6" fmla="*/ 6 w 30"/>
                <a:gd name="T7" fmla="*/ 9 h 12"/>
                <a:gd name="T8" fmla="*/ 18 w 30"/>
                <a:gd name="T9" fmla="*/ 5 h 12"/>
                <a:gd name="T10" fmla="*/ 30 w 30"/>
                <a:gd name="T11" fmla="*/ 0 h 12"/>
                <a:gd name="T12" fmla="*/ 17 w 30"/>
                <a:gd name="T13" fmla="*/ 5 h 12"/>
                <a:gd name="T14" fmla="*/ 13 w 30"/>
                <a:gd name="T15" fmla="*/ 7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12">
                  <a:moveTo>
                    <a:pt x="13" y="7"/>
                  </a:moveTo>
                  <a:cubicBezTo>
                    <a:pt x="7" y="9"/>
                    <a:pt x="1" y="11"/>
                    <a:pt x="0" y="12"/>
                  </a:cubicBezTo>
                  <a:cubicBezTo>
                    <a:pt x="0" y="12"/>
                    <a:pt x="2" y="11"/>
                    <a:pt x="6" y="9"/>
                  </a:cubicBezTo>
                  <a:cubicBezTo>
                    <a:pt x="6" y="9"/>
                    <a:pt x="6" y="9"/>
                    <a:pt x="6" y="9"/>
                  </a:cubicBezTo>
                  <a:cubicBezTo>
                    <a:pt x="6" y="9"/>
                    <a:pt x="12" y="7"/>
                    <a:pt x="18" y="5"/>
                  </a:cubicBezTo>
                  <a:cubicBezTo>
                    <a:pt x="25" y="2"/>
                    <a:pt x="30" y="0"/>
                    <a:pt x="30" y="0"/>
                  </a:cubicBezTo>
                  <a:cubicBezTo>
                    <a:pt x="30" y="0"/>
                    <a:pt x="24" y="2"/>
                    <a:pt x="17" y="5"/>
                  </a:cubicBezTo>
                  <a:cubicBezTo>
                    <a:pt x="16" y="5"/>
                    <a:pt x="14" y="6"/>
                    <a:pt x="1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75" name="Freeform 1575"/>
            <p:cNvSpPr/>
            <p:nvPr/>
          </p:nvSpPr>
          <p:spPr bwMode="auto">
            <a:xfrm>
              <a:off x="7153579" y="10235978"/>
              <a:ext cx="4763" cy="0"/>
            </a:xfrm>
            <a:custGeom>
              <a:avLst/>
              <a:gdLst>
                <a:gd name="T0" fmla="*/ 1 w 2"/>
                <a:gd name="T1" fmla="*/ 2 w 2"/>
                <a:gd name="T2" fmla="*/ 1 w 2"/>
              </a:gdLst>
              <a:ahLst/>
              <a:cxnLst>
                <a:cxn ang="0">
                  <a:pos x="T0" y="0"/>
                </a:cxn>
                <a:cxn ang="0">
                  <a:pos x="T1" y="0"/>
                </a:cxn>
                <a:cxn ang="0">
                  <a:pos x="T2" y="0"/>
                </a:cxn>
              </a:cxnLst>
              <a:rect l="0" t="0" r="r" b="b"/>
              <a:pathLst>
                <a:path w="2">
                  <a:moveTo>
                    <a:pt x="1" y="0"/>
                  </a:moveTo>
                  <a:cubicBezTo>
                    <a:pt x="1" y="0"/>
                    <a:pt x="1" y="0"/>
                    <a:pt x="2"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76" name="Freeform 1576"/>
            <p:cNvSpPr/>
            <p:nvPr/>
          </p:nvSpPr>
          <p:spPr bwMode="auto">
            <a:xfrm>
              <a:off x="7158342" y="10216928"/>
              <a:ext cx="61913" cy="19050"/>
            </a:xfrm>
            <a:custGeom>
              <a:avLst/>
              <a:gdLst>
                <a:gd name="T0" fmla="*/ 23 w 23"/>
                <a:gd name="T1" fmla="*/ 1 h 7"/>
                <a:gd name="T2" fmla="*/ 12 w 23"/>
                <a:gd name="T3" fmla="*/ 3 h 7"/>
                <a:gd name="T4" fmla="*/ 0 w 23"/>
                <a:gd name="T5" fmla="*/ 7 h 7"/>
                <a:gd name="T6" fmla="*/ 9 w 23"/>
                <a:gd name="T7" fmla="*/ 4 h 7"/>
                <a:gd name="T8" fmla="*/ 23 w 23"/>
                <a:gd name="T9" fmla="*/ 1 h 7"/>
              </a:gdLst>
              <a:ahLst/>
              <a:cxnLst>
                <a:cxn ang="0">
                  <a:pos x="T0" y="T1"/>
                </a:cxn>
                <a:cxn ang="0">
                  <a:pos x="T2" y="T3"/>
                </a:cxn>
                <a:cxn ang="0">
                  <a:pos x="T4" y="T5"/>
                </a:cxn>
                <a:cxn ang="0">
                  <a:pos x="T6" y="T7"/>
                </a:cxn>
                <a:cxn ang="0">
                  <a:pos x="T8" y="T9"/>
                </a:cxn>
              </a:cxnLst>
              <a:rect l="0" t="0" r="r" b="b"/>
              <a:pathLst>
                <a:path w="23" h="7">
                  <a:moveTo>
                    <a:pt x="23" y="1"/>
                  </a:moveTo>
                  <a:cubicBezTo>
                    <a:pt x="23" y="0"/>
                    <a:pt x="19" y="2"/>
                    <a:pt x="12" y="3"/>
                  </a:cubicBezTo>
                  <a:cubicBezTo>
                    <a:pt x="6" y="5"/>
                    <a:pt x="2" y="6"/>
                    <a:pt x="0" y="7"/>
                  </a:cubicBezTo>
                  <a:cubicBezTo>
                    <a:pt x="1" y="7"/>
                    <a:pt x="5" y="6"/>
                    <a:pt x="9" y="4"/>
                  </a:cubicBezTo>
                  <a:cubicBezTo>
                    <a:pt x="16" y="3"/>
                    <a:pt x="22" y="1"/>
                    <a:pt x="2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77" name="Freeform 1577"/>
            <p:cNvSpPr/>
            <p:nvPr/>
          </p:nvSpPr>
          <p:spPr bwMode="auto">
            <a:xfrm>
              <a:off x="7364717" y="10166128"/>
              <a:ext cx="71438" cy="15875"/>
            </a:xfrm>
            <a:custGeom>
              <a:avLst/>
              <a:gdLst>
                <a:gd name="T0" fmla="*/ 25 w 26"/>
                <a:gd name="T1" fmla="*/ 0 h 6"/>
                <a:gd name="T2" fmla="*/ 14 w 26"/>
                <a:gd name="T3" fmla="*/ 3 h 6"/>
                <a:gd name="T4" fmla="*/ 1 w 26"/>
                <a:gd name="T5" fmla="*/ 6 h 6"/>
                <a:gd name="T6" fmla="*/ 11 w 26"/>
                <a:gd name="T7" fmla="*/ 3 h 6"/>
                <a:gd name="T8" fmla="*/ 25 w 26"/>
                <a:gd name="T9" fmla="*/ 0 h 6"/>
              </a:gdLst>
              <a:ahLst/>
              <a:cxnLst>
                <a:cxn ang="0">
                  <a:pos x="T0" y="T1"/>
                </a:cxn>
                <a:cxn ang="0">
                  <a:pos x="T2" y="T3"/>
                </a:cxn>
                <a:cxn ang="0">
                  <a:pos x="T4" y="T5"/>
                </a:cxn>
                <a:cxn ang="0">
                  <a:pos x="T6" y="T7"/>
                </a:cxn>
                <a:cxn ang="0">
                  <a:pos x="T8" y="T9"/>
                </a:cxn>
              </a:cxnLst>
              <a:rect l="0" t="0" r="r" b="b"/>
              <a:pathLst>
                <a:path w="26" h="6">
                  <a:moveTo>
                    <a:pt x="25" y="0"/>
                  </a:moveTo>
                  <a:cubicBezTo>
                    <a:pt x="26" y="0"/>
                    <a:pt x="21" y="1"/>
                    <a:pt x="14" y="3"/>
                  </a:cubicBezTo>
                  <a:cubicBezTo>
                    <a:pt x="7" y="4"/>
                    <a:pt x="2" y="5"/>
                    <a:pt x="1" y="6"/>
                  </a:cubicBezTo>
                  <a:cubicBezTo>
                    <a:pt x="0" y="6"/>
                    <a:pt x="5" y="5"/>
                    <a:pt x="11" y="3"/>
                  </a:cubicBezTo>
                  <a:cubicBezTo>
                    <a:pt x="18" y="2"/>
                    <a:pt x="24" y="1"/>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78" name="Freeform 1578"/>
            <p:cNvSpPr/>
            <p:nvPr/>
          </p:nvSpPr>
          <p:spPr bwMode="auto">
            <a:xfrm>
              <a:off x="7575854" y="10128028"/>
              <a:ext cx="71438" cy="11113"/>
            </a:xfrm>
            <a:custGeom>
              <a:avLst/>
              <a:gdLst>
                <a:gd name="T0" fmla="*/ 12 w 26"/>
                <a:gd name="T1" fmla="*/ 3 h 4"/>
                <a:gd name="T2" fmla="*/ 25 w 26"/>
                <a:gd name="T3" fmla="*/ 1 h 4"/>
                <a:gd name="T4" fmla="*/ 15 w 26"/>
                <a:gd name="T5" fmla="*/ 2 h 4"/>
                <a:gd name="T6" fmla="*/ 1 w 26"/>
                <a:gd name="T7" fmla="*/ 4 h 4"/>
                <a:gd name="T8" fmla="*/ 12 w 26"/>
                <a:gd name="T9" fmla="*/ 3 h 4"/>
              </a:gdLst>
              <a:ahLst/>
              <a:cxnLst>
                <a:cxn ang="0">
                  <a:pos x="T0" y="T1"/>
                </a:cxn>
                <a:cxn ang="0">
                  <a:pos x="T2" y="T3"/>
                </a:cxn>
                <a:cxn ang="0">
                  <a:pos x="T4" y="T5"/>
                </a:cxn>
                <a:cxn ang="0">
                  <a:pos x="T6" y="T7"/>
                </a:cxn>
                <a:cxn ang="0">
                  <a:pos x="T8" y="T9"/>
                </a:cxn>
              </a:cxnLst>
              <a:rect l="0" t="0" r="r" b="b"/>
              <a:pathLst>
                <a:path w="26" h="4">
                  <a:moveTo>
                    <a:pt x="12" y="3"/>
                  </a:moveTo>
                  <a:cubicBezTo>
                    <a:pt x="18" y="2"/>
                    <a:pt x="24" y="1"/>
                    <a:pt x="25" y="1"/>
                  </a:cubicBezTo>
                  <a:cubicBezTo>
                    <a:pt x="26" y="0"/>
                    <a:pt x="21" y="1"/>
                    <a:pt x="15" y="2"/>
                  </a:cubicBezTo>
                  <a:cubicBezTo>
                    <a:pt x="8" y="3"/>
                    <a:pt x="2" y="4"/>
                    <a:pt x="1" y="4"/>
                  </a:cubicBezTo>
                  <a:cubicBezTo>
                    <a:pt x="0" y="4"/>
                    <a:pt x="5" y="4"/>
                    <a:pt x="1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79" name="Freeform 1579"/>
            <p:cNvSpPr/>
            <p:nvPr/>
          </p:nvSpPr>
          <p:spPr bwMode="auto">
            <a:xfrm>
              <a:off x="8007654" y="10094690"/>
              <a:ext cx="68263" cy="6350"/>
            </a:xfrm>
            <a:custGeom>
              <a:avLst/>
              <a:gdLst>
                <a:gd name="T0" fmla="*/ 0 w 25"/>
                <a:gd name="T1" fmla="*/ 2 h 2"/>
                <a:gd name="T2" fmla="*/ 11 w 25"/>
                <a:gd name="T3" fmla="*/ 1 h 2"/>
                <a:gd name="T4" fmla="*/ 24 w 25"/>
                <a:gd name="T5" fmla="*/ 0 h 2"/>
                <a:gd name="T6" fmla="*/ 13 w 25"/>
                <a:gd name="T7" fmla="*/ 1 h 2"/>
                <a:gd name="T8" fmla="*/ 0 w 25"/>
                <a:gd name="T9" fmla="*/ 2 h 2"/>
              </a:gdLst>
              <a:ahLst/>
              <a:cxnLst>
                <a:cxn ang="0">
                  <a:pos x="T0" y="T1"/>
                </a:cxn>
                <a:cxn ang="0">
                  <a:pos x="T2" y="T3"/>
                </a:cxn>
                <a:cxn ang="0">
                  <a:pos x="T4" y="T5"/>
                </a:cxn>
                <a:cxn ang="0">
                  <a:pos x="T6" y="T7"/>
                </a:cxn>
                <a:cxn ang="0">
                  <a:pos x="T8" y="T9"/>
                </a:cxn>
              </a:cxnLst>
              <a:rect l="0" t="0" r="r" b="b"/>
              <a:pathLst>
                <a:path w="25" h="2">
                  <a:moveTo>
                    <a:pt x="0" y="2"/>
                  </a:moveTo>
                  <a:cubicBezTo>
                    <a:pt x="0" y="2"/>
                    <a:pt x="5" y="2"/>
                    <a:pt x="11" y="1"/>
                  </a:cubicBezTo>
                  <a:cubicBezTo>
                    <a:pt x="18" y="1"/>
                    <a:pt x="24" y="0"/>
                    <a:pt x="24" y="0"/>
                  </a:cubicBezTo>
                  <a:cubicBezTo>
                    <a:pt x="25" y="0"/>
                    <a:pt x="19" y="0"/>
                    <a:pt x="13" y="1"/>
                  </a:cubicBezTo>
                  <a:cubicBezTo>
                    <a:pt x="6" y="1"/>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80" name="Freeform 1580"/>
            <p:cNvSpPr/>
            <p:nvPr/>
          </p:nvSpPr>
          <p:spPr bwMode="auto">
            <a:xfrm>
              <a:off x="8221967" y="10070878"/>
              <a:ext cx="68263" cy="7938"/>
            </a:xfrm>
            <a:custGeom>
              <a:avLst/>
              <a:gdLst>
                <a:gd name="T0" fmla="*/ 0 w 25"/>
                <a:gd name="T1" fmla="*/ 3 h 3"/>
                <a:gd name="T2" fmla="*/ 13 w 25"/>
                <a:gd name="T3" fmla="*/ 2 h 3"/>
                <a:gd name="T4" fmla="*/ 25 w 25"/>
                <a:gd name="T5" fmla="*/ 0 h 3"/>
                <a:gd name="T6" fmla="*/ 12 w 25"/>
                <a:gd name="T7" fmla="*/ 2 h 3"/>
                <a:gd name="T8" fmla="*/ 0 w 25"/>
                <a:gd name="T9" fmla="*/ 3 h 3"/>
              </a:gdLst>
              <a:ahLst/>
              <a:cxnLst>
                <a:cxn ang="0">
                  <a:pos x="T0" y="T1"/>
                </a:cxn>
                <a:cxn ang="0">
                  <a:pos x="T2" y="T3"/>
                </a:cxn>
                <a:cxn ang="0">
                  <a:pos x="T4" y="T5"/>
                </a:cxn>
                <a:cxn ang="0">
                  <a:pos x="T6" y="T7"/>
                </a:cxn>
                <a:cxn ang="0">
                  <a:pos x="T8" y="T9"/>
                </a:cxn>
              </a:cxnLst>
              <a:rect l="0" t="0" r="r" b="b"/>
              <a:pathLst>
                <a:path w="25" h="3">
                  <a:moveTo>
                    <a:pt x="0" y="3"/>
                  </a:moveTo>
                  <a:cubicBezTo>
                    <a:pt x="0" y="3"/>
                    <a:pt x="6" y="3"/>
                    <a:pt x="13" y="2"/>
                  </a:cubicBezTo>
                  <a:cubicBezTo>
                    <a:pt x="19" y="1"/>
                    <a:pt x="25" y="0"/>
                    <a:pt x="25" y="0"/>
                  </a:cubicBezTo>
                  <a:cubicBezTo>
                    <a:pt x="24" y="0"/>
                    <a:pt x="18" y="1"/>
                    <a:pt x="12" y="2"/>
                  </a:cubicBezTo>
                  <a:cubicBezTo>
                    <a:pt x="5" y="3"/>
                    <a:pt x="0" y="3"/>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81" name="Freeform 1581"/>
            <p:cNvSpPr/>
            <p:nvPr/>
          </p:nvSpPr>
          <p:spPr bwMode="auto">
            <a:xfrm>
              <a:off x="8436279" y="10037540"/>
              <a:ext cx="68263" cy="11113"/>
            </a:xfrm>
            <a:custGeom>
              <a:avLst/>
              <a:gdLst>
                <a:gd name="T0" fmla="*/ 1 w 25"/>
                <a:gd name="T1" fmla="*/ 4 h 4"/>
                <a:gd name="T2" fmla="*/ 13 w 25"/>
                <a:gd name="T3" fmla="*/ 3 h 4"/>
                <a:gd name="T4" fmla="*/ 25 w 25"/>
                <a:gd name="T5" fmla="*/ 0 h 4"/>
                <a:gd name="T6" fmla="*/ 12 w 25"/>
                <a:gd name="T7" fmla="*/ 2 h 4"/>
                <a:gd name="T8" fmla="*/ 1 w 25"/>
                <a:gd name="T9" fmla="*/ 4 h 4"/>
              </a:gdLst>
              <a:ahLst/>
              <a:cxnLst>
                <a:cxn ang="0">
                  <a:pos x="T0" y="T1"/>
                </a:cxn>
                <a:cxn ang="0">
                  <a:pos x="T2" y="T3"/>
                </a:cxn>
                <a:cxn ang="0">
                  <a:pos x="T4" y="T5"/>
                </a:cxn>
                <a:cxn ang="0">
                  <a:pos x="T6" y="T7"/>
                </a:cxn>
                <a:cxn ang="0">
                  <a:pos x="T8" y="T9"/>
                </a:cxn>
              </a:cxnLst>
              <a:rect l="0" t="0" r="r" b="b"/>
              <a:pathLst>
                <a:path w="25" h="4">
                  <a:moveTo>
                    <a:pt x="1" y="4"/>
                  </a:moveTo>
                  <a:cubicBezTo>
                    <a:pt x="1" y="4"/>
                    <a:pt x="6" y="4"/>
                    <a:pt x="13" y="3"/>
                  </a:cubicBezTo>
                  <a:cubicBezTo>
                    <a:pt x="20" y="2"/>
                    <a:pt x="25" y="0"/>
                    <a:pt x="25" y="0"/>
                  </a:cubicBezTo>
                  <a:cubicBezTo>
                    <a:pt x="25" y="0"/>
                    <a:pt x="19" y="0"/>
                    <a:pt x="12" y="2"/>
                  </a:cubicBezTo>
                  <a:cubicBezTo>
                    <a:pt x="6" y="3"/>
                    <a:pt x="0"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82" name="Freeform 1582"/>
            <p:cNvSpPr/>
            <p:nvPr/>
          </p:nvSpPr>
          <p:spPr bwMode="auto">
            <a:xfrm>
              <a:off x="8650592" y="9997853"/>
              <a:ext cx="71438" cy="12700"/>
            </a:xfrm>
            <a:custGeom>
              <a:avLst/>
              <a:gdLst>
                <a:gd name="T0" fmla="*/ 12 w 26"/>
                <a:gd name="T1" fmla="*/ 2 h 5"/>
                <a:gd name="T2" fmla="*/ 1 w 26"/>
                <a:gd name="T3" fmla="*/ 5 h 5"/>
                <a:gd name="T4" fmla="*/ 14 w 26"/>
                <a:gd name="T5" fmla="*/ 3 h 5"/>
                <a:gd name="T6" fmla="*/ 25 w 26"/>
                <a:gd name="T7" fmla="*/ 0 h 5"/>
                <a:gd name="T8" fmla="*/ 12 w 26"/>
                <a:gd name="T9" fmla="*/ 2 h 5"/>
              </a:gdLst>
              <a:ahLst/>
              <a:cxnLst>
                <a:cxn ang="0">
                  <a:pos x="T0" y="T1"/>
                </a:cxn>
                <a:cxn ang="0">
                  <a:pos x="T2" y="T3"/>
                </a:cxn>
                <a:cxn ang="0">
                  <a:pos x="T4" y="T5"/>
                </a:cxn>
                <a:cxn ang="0">
                  <a:pos x="T6" y="T7"/>
                </a:cxn>
                <a:cxn ang="0">
                  <a:pos x="T8" y="T9"/>
                </a:cxn>
              </a:cxnLst>
              <a:rect l="0" t="0" r="r" b="b"/>
              <a:pathLst>
                <a:path w="26" h="5">
                  <a:moveTo>
                    <a:pt x="12" y="2"/>
                  </a:moveTo>
                  <a:cubicBezTo>
                    <a:pt x="5" y="3"/>
                    <a:pt x="0" y="5"/>
                    <a:pt x="1" y="5"/>
                  </a:cubicBezTo>
                  <a:cubicBezTo>
                    <a:pt x="2" y="5"/>
                    <a:pt x="8" y="5"/>
                    <a:pt x="14" y="3"/>
                  </a:cubicBezTo>
                  <a:cubicBezTo>
                    <a:pt x="21" y="2"/>
                    <a:pt x="26" y="0"/>
                    <a:pt x="25" y="0"/>
                  </a:cubicBezTo>
                  <a:cubicBezTo>
                    <a:pt x="24" y="0"/>
                    <a:pt x="18"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83" name="Freeform 1583"/>
            <p:cNvSpPr/>
            <p:nvPr/>
          </p:nvSpPr>
          <p:spPr bwMode="auto">
            <a:xfrm>
              <a:off x="8868079" y="9948640"/>
              <a:ext cx="68263" cy="19050"/>
            </a:xfrm>
            <a:custGeom>
              <a:avLst/>
              <a:gdLst>
                <a:gd name="T0" fmla="*/ 12 w 25"/>
                <a:gd name="T1" fmla="*/ 2 h 7"/>
                <a:gd name="T2" fmla="*/ 0 w 25"/>
                <a:gd name="T3" fmla="*/ 6 h 7"/>
                <a:gd name="T4" fmla="*/ 13 w 25"/>
                <a:gd name="T5" fmla="*/ 5 h 7"/>
                <a:gd name="T6" fmla="*/ 25 w 25"/>
                <a:gd name="T7" fmla="*/ 1 h 7"/>
                <a:gd name="T8" fmla="*/ 12 w 25"/>
                <a:gd name="T9" fmla="*/ 2 h 7"/>
              </a:gdLst>
              <a:ahLst/>
              <a:cxnLst>
                <a:cxn ang="0">
                  <a:pos x="T0" y="T1"/>
                </a:cxn>
                <a:cxn ang="0">
                  <a:pos x="T2" y="T3"/>
                </a:cxn>
                <a:cxn ang="0">
                  <a:pos x="T4" y="T5"/>
                </a:cxn>
                <a:cxn ang="0">
                  <a:pos x="T6" y="T7"/>
                </a:cxn>
                <a:cxn ang="0">
                  <a:pos x="T8" y="T9"/>
                </a:cxn>
              </a:cxnLst>
              <a:rect l="0" t="0" r="r" b="b"/>
              <a:pathLst>
                <a:path w="25" h="7">
                  <a:moveTo>
                    <a:pt x="12" y="2"/>
                  </a:moveTo>
                  <a:cubicBezTo>
                    <a:pt x="5" y="4"/>
                    <a:pt x="0" y="6"/>
                    <a:pt x="0" y="6"/>
                  </a:cubicBezTo>
                  <a:cubicBezTo>
                    <a:pt x="1" y="7"/>
                    <a:pt x="6" y="6"/>
                    <a:pt x="13" y="5"/>
                  </a:cubicBezTo>
                  <a:cubicBezTo>
                    <a:pt x="20" y="3"/>
                    <a:pt x="25" y="2"/>
                    <a:pt x="25" y="1"/>
                  </a:cubicBezTo>
                  <a:cubicBezTo>
                    <a:pt x="24" y="0"/>
                    <a:pt x="18" y="1"/>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84" name="Freeform 1584"/>
            <p:cNvSpPr/>
            <p:nvPr/>
          </p:nvSpPr>
          <p:spPr bwMode="auto">
            <a:xfrm>
              <a:off x="9082392" y="9897840"/>
              <a:ext cx="71438" cy="20638"/>
            </a:xfrm>
            <a:custGeom>
              <a:avLst/>
              <a:gdLst>
                <a:gd name="T0" fmla="*/ 1 w 26"/>
                <a:gd name="T1" fmla="*/ 7 h 8"/>
                <a:gd name="T2" fmla="*/ 15 w 26"/>
                <a:gd name="T3" fmla="*/ 5 h 8"/>
                <a:gd name="T4" fmla="*/ 25 w 26"/>
                <a:gd name="T5" fmla="*/ 1 h 8"/>
                <a:gd name="T6" fmla="*/ 11 w 26"/>
                <a:gd name="T7" fmla="*/ 2 h 8"/>
                <a:gd name="T8" fmla="*/ 1 w 26"/>
                <a:gd name="T9" fmla="*/ 7 h 8"/>
              </a:gdLst>
              <a:ahLst/>
              <a:cxnLst>
                <a:cxn ang="0">
                  <a:pos x="T0" y="T1"/>
                </a:cxn>
                <a:cxn ang="0">
                  <a:pos x="T2" y="T3"/>
                </a:cxn>
                <a:cxn ang="0">
                  <a:pos x="T4" y="T5"/>
                </a:cxn>
                <a:cxn ang="0">
                  <a:pos x="T6" y="T7"/>
                </a:cxn>
                <a:cxn ang="0">
                  <a:pos x="T8" y="T9"/>
                </a:cxn>
              </a:cxnLst>
              <a:rect l="0" t="0" r="r" b="b"/>
              <a:pathLst>
                <a:path w="26" h="8">
                  <a:moveTo>
                    <a:pt x="1" y="7"/>
                  </a:moveTo>
                  <a:cubicBezTo>
                    <a:pt x="2" y="8"/>
                    <a:pt x="8" y="7"/>
                    <a:pt x="15" y="5"/>
                  </a:cubicBezTo>
                  <a:cubicBezTo>
                    <a:pt x="21" y="4"/>
                    <a:pt x="26" y="1"/>
                    <a:pt x="25" y="1"/>
                  </a:cubicBezTo>
                  <a:cubicBezTo>
                    <a:pt x="24" y="0"/>
                    <a:pt x="17" y="0"/>
                    <a:pt x="11" y="2"/>
                  </a:cubicBezTo>
                  <a:cubicBezTo>
                    <a:pt x="4" y="4"/>
                    <a:pt x="0" y="6"/>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85" name="Freeform 1585"/>
            <p:cNvSpPr/>
            <p:nvPr/>
          </p:nvSpPr>
          <p:spPr bwMode="auto">
            <a:xfrm>
              <a:off x="9299879" y="9840690"/>
              <a:ext cx="68263" cy="23813"/>
            </a:xfrm>
            <a:custGeom>
              <a:avLst/>
              <a:gdLst>
                <a:gd name="T0" fmla="*/ 0 w 25"/>
                <a:gd name="T1" fmla="*/ 8 h 9"/>
                <a:gd name="T2" fmla="*/ 13 w 25"/>
                <a:gd name="T3" fmla="*/ 7 h 9"/>
                <a:gd name="T4" fmla="*/ 24 w 25"/>
                <a:gd name="T5" fmla="*/ 1 h 9"/>
                <a:gd name="T6" fmla="*/ 11 w 25"/>
                <a:gd name="T7" fmla="*/ 2 h 9"/>
                <a:gd name="T8" fmla="*/ 0 w 25"/>
                <a:gd name="T9" fmla="*/ 8 h 9"/>
              </a:gdLst>
              <a:ahLst/>
              <a:cxnLst>
                <a:cxn ang="0">
                  <a:pos x="T0" y="T1"/>
                </a:cxn>
                <a:cxn ang="0">
                  <a:pos x="T2" y="T3"/>
                </a:cxn>
                <a:cxn ang="0">
                  <a:pos x="T4" y="T5"/>
                </a:cxn>
                <a:cxn ang="0">
                  <a:pos x="T6" y="T7"/>
                </a:cxn>
                <a:cxn ang="0">
                  <a:pos x="T8" y="T9"/>
                </a:cxn>
              </a:cxnLst>
              <a:rect l="0" t="0" r="r" b="b"/>
              <a:pathLst>
                <a:path w="25" h="9">
                  <a:moveTo>
                    <a:pt x="0" y="8"/>
                  </a:moveTo>
                  <a:cubicBezTo>
                    <a:pt x="1" y="9"/>
                    <a:pt x="6" y="9"/>
                    <a:pt x="13" y="7"/>
                  </a:cubicBezTo>
                  <a:cubicBezTo>
                    <a:pt x="20" y="5"/>
                    <a:pt x="25" y="3"/>
                    <a:pt x="24" y="1"/>
                  </a:cubicBezTo>
                  <a:cubicBezTo>
                    <a:pt x="24" y="0"/>
                    <a:pt x="18" y="0"/>
                    <a:pt x="11" y="2"/>
                  </a:cubicBezTo>
                  <a:cubicBezTo>
                    <a:pt x="5" y="4"/>
                    <a:pt x="0" y="6"/>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86" name="Freeform 1586"/>
            <p:cNvSpPr/>
            <p:nvPr/>
          </p:nvSpPr>
          <p:spPr bwMode="auto">
            <a:xfrm>
              <a:off x="9511017" y="9780365"/>
              <a:ext cx="74613" cy="26988"/>
            </a:xfrm>
            <a:custGeom>
              <a:avLst/>
              <a:gdLst>
                <a:gd name="T0" fmla="*/ 2 w 27"/>
                <a:gd name="T1" fmla="*/ 9 h 10"/>
                <a:gd name="T2" fmla="*/ 16 w 27"/>
                <a:gd name="T3" fmla="*/ 8 h 10"/>
                <a:gd name="T4" fmla="*/ 26 w 27"/>
                <a:gd name="T5" fmla="*/ 2 h 10"/>
                <a:gd name="T6" fmla="*/ 11 w 27"/>
                <a:gd name="T7" fmla="*/ 3 h 10"/>
                <a:gd name="T8" fmla="*/ 2 w 27"/>
                <a:gd name="T9" fmla="*/ 9 h 10"/>
              </a:gdLst>
              <a:ahLst/>
              <a:cxnLst>
                <a:cxn ang="0">
                  <a:pos x="T0" y="T1"/>
                </a:cxn>
                <a:cxn ang="0">
                  <a:pos x="T2" y="T3"/>
                </a:cxn>
                <a:cxn ang="0">
                  <a:pos x="T4" y="T5"/>
                </a:cxn>
                <a:cxn ang="0">
                  <a:pos x="T6" y="T7"/>
                </a:cxn>
                <a:cxn ang="0">
                  <a:pos x="T8" y="T9"/>
                </a:cxn>
              </a:cxnLst>
              <a:rect l="0" t="0" r="r" b="b"/>
              <a:pathLst>
                <a:path w="27" h="10">
                  <a:moveTo>
                    <a:pt x="2" y="9"/>
                  </a:moveTo>
                  <a:cubicBezTo>
                    <a:pt x="3" y="10"/>
                    <a:pt x="9" y="10"/>
                    <a:pt x="16" y="8"/>
                  </a:cubicBezTo>
                  <a:cubicBezTo>
                    <a:pt x="22" y="6"/>
                    <a:pt x="27" y="3"/>
                    <a:pt x="26" y="2"/>
                  </a:cubicBezTo>
                  <a:cubicBezTo>
                    <a:pt x="24" y="0"/>
                    <a:pt x="18" y="1"/>
                    <a:pt x="11" y="3"/>
                  </a:cubicBezTo>
                  <a:cubicBezTo>
                    <a:pt x="5" y="5"/>
                    <a:pt x="0" y="7"/>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87" name="Freeform 1587"/>
            <p:cNvSpPr/>
            <p:nvPr/>
          </p:nvSpPr>
          <p:spPr bwMode="auto">
            <a:xfrm>
              <a:off x="9728504" y="9723215"/>
              <a:ext cx="71438" cy="26988"/>
            </a:xfrm>
            <a:custGeom>
              <a:avLst/>
              <a:gdLst>
                <a:gd name="T0" fmla="*/ 11 w 26"/>
                <a:gd name="T1" fmla="*/ 1 h 10"/>
                <a:gd name="T2" fmla="*/ 1 w 26"/>
                <a:gd name="T3" fmla="*/ 8 h 10"/>
                <a:gd name="T4" fmla="*/ 14 w 26"/>
                <a:gd name="T5" fmla="*/ 9 h 10"/>
                <a:gd name="T6" fmla="*/ 25 w 26"/>
                <a:gd name="T7" fmla="*/ 2 h 10"/>
                <a:gd name="T8" fmla="*/ 11 w 26"/>
                <a:gd name="T9" fmla="*/ 1 h 10"/>
              </a:gdLst>
              <a:ahLst/>
              <a:cxnLst>
                <a:cxn ang="0">
                  <a:pos x="T0" y="T1"/>
                </a:cxn>
                <a:cxn ang="0">
                  <a:pos x="T2" y="T3"/>
                </a:cxn>
                <a:cxn ang="0">
                  <a:pos x="T4" y="T5"/>
                </a:cxn>
                <a:cxn ang="0">
                  <a:pos x="T6" y="T7"/>
                </a:cxn>
                <a:cxn ang="0">
                  <a:pos x="T8" y="T9"/>
                </a:cxn>
              </a:cxnLst>
              <a:rect l="0" t="0" r="r" b="b"/>
              <a:pathLst>
                <a:path w="26" h="10">
                  <a:moveTo>
                    <a:pt x="11" y="1"/>
                  </a:moveTo>
                  <a:cubicBezTo>
                    <a:pt x="5" y="3"/>
                    <a:pt x="0" y="6"/>
                    <a:pt x="1" y="8"/>
                  </a:cubicBezTo>
                  <a:cubicBezTo>
                    <a:pt x="1" y="10"/>
                    <a:pt x="7" y="10"/>
                    <a:pt x="14" y="9"/>
                  </a:cubicBezTo>
                  <a:cubicBezTo>
                    <a:pt x="21" y="7"/>
                    <a:pt x="26" y="4"/>
                    <a:pt x="25" y="2"/>
                  </a:cubicBezTo>
                  <a:cubicBezTo>
                    <a:pt x="24" y="0"/>
                    <a:pt x="18"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88" name="Freeform 1588"/>
            <p:cNvSpPr/>
            <p:nvPr/>
          </p:nvSpPr>
          <p:spPr bwMode="auto">
            <a:xfrm>
              <a:off x="9942817" y="9662890"/>
              <a:ext cx="71438" cy="33338"/>
            </a:xfrm>
            <a:custGeom>
              <a:avLst/>
              <a:gdLst>
                <a:gd name="T0" fmla="*/ 11 w 26"/>
                <a:gd name="T1" fmla="*/ 2 h 12"/>
                <a:gd name="T2" fmla="*/ 1 w 26"/>
                <a:gd name="T3" fmla="*/ 9 h 12"/>
                <a:gd name="T4" fmla="*/ 15 w 26"/>
                <a:gd name="T5" fmla="*/ 10 h 12"/>
                <a:gd name="T6" fmla="*/ 25 w 26"/>
                <a:gd name="T7" fmla="*/ 2 h 12"/>
                <a:gd name="T8" fmla="*/ 11 w 26"/>
                <a:gd name="T9" fmla="*/ 2 h 12"/>
              </a:gdLst>
              <a:ahLst/>
              <a:cxnLst>
                <a:cxn ang="0">
                  <a:pos x="T0" y="T1"/>
                </a:cxn>
                <a:cxn ang="0">
                  <a:pos x="T2" y="T3"/>
                </a:cxn>
                <a:cxn ang="0">
                  <a:pos x="T4" y="T5"/>
                </a:cxn>
                <a:cxn ang="0">
                  <a:pos x="T6" y="T7"/>
                </a:cxn>
                <a:cxn ang="0">
                  <a:pos x="T8" y="T9"/>
                </a:cxn>
              </a:cxnLst>
              <a:rect l="0" t="0" r="r" b="b"/>
              <a:pathLst>
                <a:path w="26" h="12">
                  <a:moveTo>
                    <a:pt x="11" y="2"/>
                  </a:moveTo>
                  <a:cubicBezTo>
                    <a:pt x="4" y="4"/>
                    <a:pt x="0" y="7"/>
                    <a:pt x="1" y="9"/>
                  </a:cubicBezTo>
                  <a:cubicBezTo>
                    <a:pt x="2" y="12"/>
                    <a:pt x="8" y="12"/>
                    <a:pt x="15" y="10"/>
                  </a:cubicBezTo>
                  <a:cubicBezTo>
                    <a:pt x="22" y="8"/>
                    <a:pt x="26" y="5"/>
                    <a:pt x="25" y="2"/>
                  </a:cubicBezTo>
                  <a:cubicBezTo>
                    <a:pt x="24" y="0"/>
                    <a:pt x="17"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89" name="Freeform 1589"/>
            <p:cNvSpPr/>
            <p:nvPr/>
          </p:nvSpPr>
          <p:spPr bwMode="auto">
            <a:xfrm>
              <a:off x="10157129" y="9607328"/>
              <a:ext cx="71438" cy="34925"/>
            </a:xfrm>
            <a:custGeom>
              <a:avLst/>
              <a:gdLst>
                <a:gd name="T0" fmla="*/ 1 w 26"/>
                <a:gd name="T1" fmla="*/ 10 h 13"/>
                <a:gd name="T2" fmla="*/ 15 w 26"/>
                <a:gd name="T3" fmla="*/ 11 h 13"/>
                <a:gd name="T4" fmla="*/ 25 w 26"/>
                <a:gd name="T5" fmla="*/ 3 h 13"/>
                <a:gd name="T6" fmla="*/ 11 w 26"/>
                <a:gd name="T7" fmla="*/ 1 h 13"/>
                <a:gd name="T8" fmla="*/ 1 w 26"/>
                <a:gd name="T9" fmla="*/ 10 h 13"/>
              </a:gdLst>
              <a:ahLst/>
              <a:cxnLst>
                <a:cxn ang="0">
                  <a:pos x="T0" y="T1"/>
                </a:cxn>
                <a:cxn ang="0">
                  <a:pos x="T2" y="T3"/>
                </a:cxn>
                <a:cxn ang="0">
                  <a:pos x="T4" y="T5"/>
                </a:cxn>
                <a:cxn ang="0">
                  <a:pos x="T6" y="T7"/>
                </a:cxn>
                <a:cxn ang="0">
                  <a:pos x="T8" y="T9"/>
                </a:cxn>
              </a:cxnLst>
              <a:rect l="0" t="0" r="r" b="b"/>
              <a:pathLst>
                <a:path w="26" h="13">
                  <a:moveTo>
                    <a:pt x="1" y="10"/>
                  </a:moveTo>
                  <a:cubicBezTo>
                    <a:pt x="2" y="12"/>
                    <a:pt x="8" y="13"/>
                    <a:pt x="15" y="11"/>
                  </a:cubicBezTo>
                  <a:cubicBezTo>
                    <a:pt x="21" y="10"/>
                    <a:pt x="26" y="6"/>
                    <a:pt x="25" y="3"/>
                  </a:cubicBezTo>
                  <a:cubicBezTo>
                    <a:pt x="24" y="1"/>
                    <a:pt x="18" y="0"/>
                    <a:pt x="11" y="1"/>
                  </a:cubicBezTo>
                  <a:cubicBezTo>
                    <a:pt x="4" y="3"/>
                    <a:pt x="0" y="7"/>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90" name="Freeform 1590"/>
            <p:cNvSpPr/>
            <p:nvPr/>
          </p:nvSpPr>
          <p:spPr bwMode="auto">
            <a:xfrm>
              <a:off x="10371442" y="9551765"/>
              <a:ext cx="71438" cy="41275"/>
            </a:xfrm>
            <a:custGeom>
              <a:avLst/>
              <a:gdLst>
                <a:gd name="T0" fmla="*/ 1 w 26"/>
                <a:gd name="T1" fmla="*/ 10 h 15"/>
                <a:gd name="T2" fmla="*/ 14 w 26"/>
                <a:gd name="T3" fmla="*/ 13 h 15"/>
                <a:gd name="T4" fmla="*/ 25 w 26"/>
                <a:gd name="T5" fmla="*/ 5 h 15"/>
                <a:gd name="T6" fmla="*/ 12 w 26"/>
                <a:gd name="T7" fmla="*/ 1 h 15"/>
                <a:gd name="T8" fmla="*/ 1 w 26"/>
                <a:gd name="T9" fmla="*/ 10 h 15"/>
              </a:gdLst>
              <a:ahLst/>
              <a:cxnLst>
                <a:cxn ang="0">
                  <a:pos x="T0" y="T1"/>
                </a:cxn>
                <a:cxn ang="0">
                  <a:pos x="T2" y="T3"/>
                </a:cxn>
                <a:cxn ang="0">
                  <a:pos x="T4" y="T5"/>
                </a:cxn>
                <a:cxn ang="0">
                  <a:pos x="T6" y="T7"/>
                </a:cxn>
                <a:cxn ang="0">
                  <a:pos x="T8" y="T9"/>
                </a:cxn>
              </a:cxnLst>
              <a:rect l="0" t="0" r="r" b="b"/>
              <a:pathLst>
                <a:path w="26" h="15">
                  <a:moveTo>
                    <a:pt x="1" y="10"/>
                  </a:moveTo>
                  <a:cubicBezTo>
                    <a:pt x="1" y="13"/>
                    <a:pt x="7" y="15"/>
                    <a:pt x="14" y="13"/>
                  </a:cubicBezTo>
                  <a:cubicBezTo>
                    <a:pt x="21" y="12"/>
                    <a:pt x="26" y="8"/>
                    <a:pt x="25" y="5"/>
                  </a:cubicBezTo>
                  <a:cubicBezTo>
                    <a:pt x="25" y="2"/>
                    <a:pt x="18" y="0"/>
                    <a:pt x="12" y="1"/>
                  </a:cubicBezTo>
                  <a:cubicBezTo>
                    <a:pt x="5" y="3"/>
                    <a:pt x="0" y="7"/>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91" name="Freeform 1591"/>
            <p:cNvSpPr/>
            <p:nvPr/>
          </p:nvSpPr>
          <p:spPr bwMode="auto">
            <a:xfrm>
              <a:off x="10585754" y="9504140"/>
              <a:ext cx="71438" cy="42863"/>
            </a:xfrm>
            <a:custGeom>
              <a:avLst/>
              <a:gdLst>
                <a:gd name="T0" fmla="*/ 1 w 26"/>
                <a:gd name="T1" fmla="*/ 11 h 16"/>
                <a:gd name="T2" fmla="*/ 14 w 26"/>
                <a:gd name="T3" fmla="*/ 15 h 16"/>
                <a:gd name="T4" fmla="*/ 25 w 26"/>
                <a:gd name="T5" fmla="*/ 6 h 16"/>
                <a:gd name="T6" fmla="*/ 11 w 26"/>
                <a:gd name="T7" fmla="*/ 2 h 16"/>
                <a:gd name="T8" fmla="*/ 1 w 26"/>
                <a:gd name="T9" fmla="*/ 11 h 16"/>
              </a:gdLst>
              <a:ahLst/>
              <a:cxnLst>
                <a:cxn ang="0">
                  <a:pos x="T0" y="T1"/>
                </a:cxn>
                <a:cxn ang="0">
                  <a:pos x="T2" y="T3"/>
                </a:cxn>
                <a:cxn ang="0">
                  <a:pos x="T4" y="T5"/>
                </a:cxn>
                <a:cxn ang="0">
                  <a:pos x="T6" y="T7"/>
                </a:cxn>
                <a:cxn ang="0">
                  <a:pos x="T8" y="T9"/>
                </a:cxn>
              </a:cxnLst>
              <a:rect l="0" t="0" r="r" b="b"/>
              <a:pathLst>
                <a:path w="26" h="16">
                  <a:moveTo>
                    <a:pt x="1" y="11"/>
                  </a:moveTo>
                  <a:cubicBezTo>
                    <a:pt x="1" y="14"/>
                    <a:pt x="7" y="16"/>
                    <a:pt x="14" y="15"/>
                  </a:cubicBezTo>
                  <a:cubicBezTo>
                    <a:pt x="21" y="14"/>
                    <a:pt x="26" y="10"/>
                    <a:pt x="25" y="6"/>
                  </a:cubicBezTo>
                  <a:cubicBezTo>
                    <a:pt x="24" y="3"/>
                    <a:pt x="18" y="0"/>
                    <a:pt x="11" y="2"/>
                  </a:cubicBezTo>
                  <a:cubicBezTo>
                    <a:pt x="4" y="3"/>
                    <a:pt x="0" y="7"/>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92" name="Freeform 1592"/>
            <p:cNvSpPr/>
            <p:nvPr/>
          </p:nvSpPr>
          <p:spPr bwMode="auto">
            <a:xfrm>
              <a:off x="10801654" y="9462865"/>
              <a:ext cx="66675" cy="46038"/>
            </a:xfrm>
            <a:custGeom>
              <a:avLst/>
              <a:gdLst>
                <a:gd name="T0" fmla="*/ 0 w 25"/>
                <a:gd name="T1" fmla="*/ 11 h 17"/>
                <a:gd name="T2" fmla="*/ 14 w 25"/>
                <a:gd name="T3" fmla="*/ 17 h 17"/>
                <a:gd name="T4" fmla="*/ 25 w 25"/>
                <a:gd name="T5" fmla="*/ 7 h 17"/>
                <a:gd name="T6" fmla="*/ 11 w 25"/>
                <a:gd name="T7" fmla="*/ 1 h 17"/>
                <a:gd name="T8" fmla="*/ 0 w 25"/>
                <a:gd name="T9" fmla="*/ 11 h 17"/>
              </a:gdLst>
              <a:ahLst/>
              <a:cxnLst>
                <a:cxn ang="0">
                  <a:pos x="T0" y="T1"/>
                </a:cxn>
                <a:cxn ang="0">
                  <a:pos x="T2" y="T3"/>
                </a:cxn>
                <a:cxn ang="0">
                  <a:pos x="T4" y="T5"/>
                </a:cxn>
                <a:cxn ang="0">
                  <a:pos x="T6" y="T7"/>
                </a:cxn>
                <a:cxn ang="0">
                  <a:pos x="T8" y="T9"/>
                </a:cxn>
              </a:cxnLst>
              <a:rect l="0" t="0" r="r" b="b"/>
              <a:pathLst>
                <a:path w="25" h="17">
                  <a:moveTo>
                    <a:pt x="0" y="11"/>
                  </a:moveTo>
                  <a:cubicBezTo>
                    <a:pt x="1" y="15"/>
                    <a:pt x="7" y="17"/>
                    <a:pt x="14" y="17"/>
                  </a:cubicBezTo>
                  <a:cubicBezTo>
                    <a:pt x="20" y="16"/>
                    <a:pt x="25" y="12"/>
                    <a:pt x="25" y="7"/>
                  </a:cubicBezTo>
                  <a:cubicBezTo>
                    <a:pt x="24" y="3"/>
                    <a:pt x="17" y="0"/>
                    <a:pt x="11" y="1"/>
                  </a:cubicBezTo>
                  <a:cubicBezTo>
                    <a:pt x="4" y="3"/>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93" name="Freeform 1593"/>
            <p:cNvSpPr/>
            <p:nvPr/>
          </p:nvSpPr>
          <p:spPr bwMode="auto">
            <a:xfrm>
              <a:off x="11012792" y="9432703"/>
              <a:ext cx="69850" cy="49213"/>
            </a:xfrm>
            <a:custGeom>
              <a:avLst/>
              <a:gdLst>
                <a:gd name="T0" fmla="*/ 11 w 26"/>
                <a:gd name="T1" fmla="*/ 0 h 18"/>
                <a:gd name="T2" fmla="*/ 1 w 26"/>
                <a:gd name="T3" fmla="*/ 10 h 18"/>
                <a:gd name="T4" fmla="*/ 14 w 26"/>
                <a:gd name="T5" fmla="*/ 17 h 18"/>
                <a:gd name="T6" fmla="*/ 25 w 26"/>
                <a:gd name="T7" fmla="*/ 8 h 18"/>
                <a:gd name="T8" fmla="*/ 11 w 26"/>
                <a:gd name="T9" fmla="*/ 0 h 18"/>
              </a:gdLst>
              <a:ahLst/>
              <a:cxnLst>
                <a:cxn ang="0">
                  <a:pos x="T0" y="T1"/>
                </a:cxn>
                <a:cxn ang="0">
                  <a:pos x="T2" y="T3"/>
                </a:cxn>
                <a:cxn ang="0">
                  <a:pos x="T4" y="T5"/>
                </a:cxn>
                <a:cxn ang="0">
                  <a:pos x="T6" y="T7"/>
                </a:cxn>
                <a:cxn ang="0">
                  <a:pos x="T8" y="T9"/>
                </a:cxn>
              </a:cxnLst>
              <a:rect l="0" t="0" r="r" b="b"/>
              <a:pathLst>
                <a:path w="26" h="18">
                  <a:moveTo>
                    <a:pt x="11" y="0"/>
                  </a:moveTo>
                  <a:cubicBezTo>
                    <a:pt x="5" y="1"/>
                    <a:pt x="0" y="5"/>
                    <a:pt x="1" y="10"/>
                  </a:cubicBezTo>
                  <a:cubicBezTo>
                    <a:pt x="2" y="15"/>
                    <a:pt x="8" y="18"/>
                    <a:pt x="14" y="17"/>
                  </a:cubicBezTo>
                  <a:cubicBezTo>
                    <a:pt x="21" y="16"/>
                    <a:pt x="26" y="12"/>
                    <a:pt x="25" y="8"/>
                  </a:cubicBezTo>
                  <a:cubicBezTo>
                    <a:pt x="24" y="3"/>
                    <a:pt x="18"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94" name="Freeform 1594"/>
            <p:cNvSpPr/>
            <p:nvPr/>
          </p:nvSpPr>
          <p:spPr bwMode="auto">
            <a:xfrm>
              <a:off x="11223929" y="9372378"/>
              <a:ext cx="68263" cy="63500"/>
            </a:xfrm>
            <a:custGeom>
              <a:avLst/>
              <a:gdLst>
                <a:gd name="T0" fmla="*/ 1 w 25"/>
                <a:gd name="T1" fmla="*/ 18 h 23"/>
                <a:gd name="T2" fmla="*/ 15 w 25"/>
                <a:gd name="T3" fmla="*/ 18 h 23"/>
                <a:gd name="T4" fmla="*/ 24 w 25"/>
                <a:gd name="T5" fmla="*/ 4 h 23"/>
                <a:gd name="T6" fmla="*/ 10 w 25"/>
                <a:gd name="T7" fmla="*/ 4 h 23"/>
                <a:gd name="T8" fmla="*/ 1 w 25"/>
                <a:gd name="T9" fmla="*/ 18 h 23"/>
              </a:gdLst>
              <a:ahLst/>
              <a:cxnLst>
                <a:cxn ang="0">
                  <a:pos x="T0" y="T1"/>
                </a:cxn>
                <a:cxn ang="0">
                  <a:pos x="T2" y="T3"/>
                </a:cxn>
                <a:cxn ang="0">
                  <a:pos x="T4" y="T5"/>
                </a:cxn>
                <a:cxn ang="0">
                  <a:pos x="T6" y="T7"/>
                </a:cxn>
                <a:cxn ang="0">
                  <a:pos x="T8" y="T9"/>
                </a:cxn>
              </a:cxnLst>
              <a:rect l="0" t="0" r="r" b="b"/>
              <a:pathLst>
                <a:path w="25" h="23">
                  <a:moveTo>
                    <a:pt x="1" y="18"/>
                  </a:moveTo>
                  <a:cubicBezTo>
                    <a:pt x="2" y="22"/>
                    <a:pt x="8" y="23"/>
                    <a:pt x="15" y="18"/>
                  </a:cubicBezTo>
                  <a:cubicBezTo>
                    <a:pt x="21" y="14"/>
                    <a:pt x="25" y="7"/>
                    <a:pt x="24" y="4"/>
                  </a:cubicBezTo>
                  <a:cubicBezTo>
                    <a:pt x="23" y="0"/>
                    <a:pt x="16" y="1"/>
                    <a:pt x="10" y="4"/>
                  </a:cubicBezTo>
                  <a:cubicBezTo>
                    <a:pt x="4" y="8"/>
                    <a:pt x="0" y="14"/>
                    <a:pt x="1"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95" name="Freeform 1595"/>
            <p:cNvSpPr/>
            <p:nvPr/>
          </p:nvSpPr>
          <p:spPr bwMode="auto">
            <a:xfrm>
              <a:off x="11427129" y="9199340"/>
              <a:ext cx="66675" cy="76200"/>
            </a:xfrm>
            <a:custGeom>
              <a:avLst/>
              <a:gdLst>
                <a:gd name="T0" fmla="*/ 1 w 24"/>
                <a:gd name="T1" fmla="*/ 25 h 28"/>
                <a:gd name="T2" fmla="*/ 14 w 24"/>
                <a:gd name="T3" fmla="*/ 18 h 28"/>
                <a:gd name="T4" fmla="*/ 23 w 24"/>
                <a:gd name="T5" fmla="*/ 2 h 28"/>
                <a:gd name="T6" fmla="*/ 10 w 24"/>
                <a:gd name="T7" fmla="*/ 9 h 28"/>
                <a:gd name="T8" fmla="*/ 1 w 24"/>
                <a:gd name="T9" fmla="*/ 25 h 28"/>
              </a:gdLst>
              <a:ahLst/>
              <a:cxnLst>
                <a:cxn ang="0">
                  <a:pos x="T0" y="T1"/>
                </a:cxn>
                <a:cxn ang="0">
                  <a:pos x="T2" y="T3"/>
                </a:cxn>
                <a:cxn ang="0">
                  <a:pos x="T4" y="T5"/>
                </a:cxn>
                <a:cxn ang="0">
                  <a:pos x="T6" y="T7"/>
                </a:cxn>
                <a:cxn ang="0">
                  <a:pos x="T8" y="T9"/>
                </a:cxn>
              </a:cxnLst>
              <a:rect l="0" t="0" r="r" b="b"/>
              <a:pathLst>
                <a:path w="24" h="28">
                  <a:moveTo>
                    <a:pt x="1" y="25"/>
                  </a:moveTo>
                  <a:cubicBezTo>
                    <a:pt x="2" y="28"/>
                    <a:pt x="8" y="25"/>
                    <a:pt x="14" y="18"/>
                  </a:cubicBezTo>
                  <a:cubicBezTo>
                    <a:pt x="20" y="12"/>
                    <a:pt x="24" y="4"/>
                    <a:pt x="23" y="2"/>
                  </a:cubicBezTo>
                  <a:cubicBezTo>
                    <a:pt x="22" y="0"/>
                    <a:pt x="16" y="3"/>
                    <a:pt x="10" y="9"/>
                  </a:cubicBezTo>
                  <a:cubicBezTo>
                    <a:pt x="4" y="15"/>
                    <a:pt x="0" y="22"/>
                    <a:pt x="1"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96" name="Freeform 1596"/>
            <p:cNvSpPr/>
            <p:nvPr/>
          </p:nvSpPr>
          <p:spPr bwMode="auto">
            <a:xfrm>
              <a:off x="11628742" y="8997728"/>
              <a:ext cx="65088" cy="66675"/>
            </a:xfrm>
            <a:custGeom>
              <a:avLst/>
              <a:gdLst>
                <a:gd name="T0" fmla="*/ 10 w 24"/>
                <a:gd name="T1" fmla="*/ 10 h 24"/>
                <a:gd name="T2" fmla="*/ 0 w 24"/>
                <a:gd name="T3" fmla="*/ 23 h 24"/>
                <a:gd name="T4" fmla="*/ 13 w 24"/>
                <a:gd name="T5" fmla="*/ 14 h 24"/>
                <a:gd name="T6" fmla="*/ 23 w 24"/>
                <a:gd name="T7" fmla="*/ 1 h 24"/>
                <a:gd name="T8" fmla="*/ 10 w 24"/>
                <a:gd name="T9" fmla="*/ 10 h 24"/>
              </a:gdLst>
              <a:ahLst/>
              <a:cxnLst>
                <a:cxn ang="0">
                  <a:pos x="T0" y="T1"/>
                </a:cxn>
                <a:cxn ang="0">
                  <a:pos x="T2" y="T3"/>
                </a:cxn>
                <a:cxn ang="0">
                  <a:pos x="T4" y="T5"/>
                </a:cxn>
                <a:cxn ang="0">
                  <a:pos x="T6" y="T7"/>
                </a:cxn>
                <a:cxn ang="0">
                  <a:pos x="T8" y="T9"/>
                </a:cxn>
              </a:cxnLst>
              <a:rect l="0" t="0" r="r" b="b"/>
              <a:pathLst>
                <a:path w="24" h="24">
                  <a:moveTo>
                    <a:pt x="10" y="10"/>
                  </a:moveTo>
                  <a:cubicBezTo>
                    <a:pt x="4" y="16"/>
                    <a:pt x="0" y="22"/>
                    <a:pt x="0" y="23"/>
                  </a:cubicBezTo>
                  <a:cubicBezTo>
                    <a:pt x="1" y="24"/>
                    <a:pt x="7" y="20"/>
                    <a:pt x="13" y="14"/>
                  </a:cubicBezTo>
                  <a:cubicBezTo>
                    <a:pt x="19" y="7"/>
                    <a:pt x="24" y="2"/>
                    <a:pt x="23" y="1"/>
                  </a:cubicBezTo>
                  <a:cubicBezTo>
                    <a:pt x="22" y="0"/>
                    <a:pt x="16" y="4"/>
                    <a:pt x="1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97" name="Freeform 1597"/>
            <p:cNvSpPr/>
            <p:nvPr/>
          </p:nvSpPr>
          <p:spPr bwMode="auto">
            <a:xfrm>
              <a:off x="11717642" y="8919940"/>
              <a:ext cx="60325" cy="38100"/>
            </a:xfrm>
            <a:custGeom>
              <a:avLst/>
              <a:gdLst>
                <a:gd name="T0" fmla="*/ 0 w 22"/>
                <a:gd name="T1" fmla="*/ 14 h 14"/>
                <a:gd name="T2" fmla="*/ 13 w 22"/>
                <a:gd name="T3" fmla="*/ 6 h 14"/>
                <a:gd name="T4" fmla="*/ 21 w 22"/>
                <a:gd name="T5" fmla="*/ 0 h 14"/>
                <a:gd name="T6" fmla="*/ 10 w 22"/>
                <a:gd name="T7" fmla="*/ 5 h 14"/>
                <a:gd name="T8" fmla="*/ 0 w 22"/>
                <a:gd name="T9" fmla="*/ 14 h 14"/>
              </a:gdLst>
              <a:ahLst/>
              <a:cxnLst>
                <a:cxn ang="0">
                  <a:pos x="T0" y="T1"/>
                </a:cxn>
                <a:cxn ang="0">
                  <a:pos x="T2" y="T3"/>
                </a:cxn>
                <a:cxn ang="0">
                  <a:pos x="T4" y="T5"/>
                </a:cxn>
                <a:cxn ang="0">
                  <a:pos x="T6" y="T7"/>
                </a:cxn>
                <a:cxn ang="0">
                  <a:pos x="T8" y="T9"/>
                </a:cxn>
              </a:cxnLst>
              <a:rect l="0" t="0" r="r" b="b"/>
              <a:pathLst>
                <a:path w="22" h="14">
                  <a:moveTo>
                    <a:pt x="0" y="14"/>
                  </a:moveTo>
                  <a:cubicBezTo>
                    <a:pt x="1" y="14"/>
                    <a:pt x="7" y="11"/>
                    <a:pt x="13" y="6"/>
                  </a:cubicBezTo>
                  <a:cubicBezTo>
                    <a:pt x="19" y="2"/>
                    <a:pt x="22" y="0"/>
                    <a:pt x="21" y="0"/>
                  </a:cubicBezTo>
                  <a:cubicBezTo>
                    <a:pt x="20" y="0"/>
                    <a:pt x="16" y="2"/>
                    <a:pt x="10" y="5"/>
                  </a:cubicBezTo>
                  <a:cubicBezTo>
                    <a:pt x="4" y="9"/>
                    <a:pt x="0" y="13"/>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98" name="Freeform 1598"/>
            <p:cNvSpPr/>
            <p:nvPr/>
          </p:nvSpPr>
          <p:spPr bwMode="auto">
            <a:xfrm>
              <a:off x="-63196" y="11840940"/>
              <a:ext cx="69850" cy="26988"/>
            </a:xfrm>
            <a:custGeom>
              <a:avLst/>
              <a:gdLst>
                <a:gd name="T0" fmla="*/ 14 w 26"/>
                <a:gd name="T1" fmla="*/ 9 h 10"/>
                <a:gd name="T2" fmla="*/ 24 w 26"/>
                <a:gd name="T3" fmla="*/ 2 h 10"/>
                <a:gd name="T4" fmla="*/ 11 w 26"/>
                <a:gd name="T5" fmla="*/ 1 h 10"/>
                <a:gd name="T6" fmla="*/ 1 w 26"/>
                <a:gd name="T7" fmla="*/ 7 h 10"/>
                <a:gd name="T8" fmla="*/ 14 w 26"/>
                <a:gd name="T9" fmla="*/ 9 h 10"/>
              </a:gdLst>
              <a:ahLst/>
              <a:cxnLst>
                <a:cxn ang="0">
                  <a:pos x="T0" y="T1"/>
                </a:cxn>
                <a:cxn ang="0">
                  <a:pos x="T2" y="T3"/>
                </a:cxn>
                <a:cxn ang="0">
                  <a:pos x="T4" y="T5"/>
                </a:cxn>
                <a:cxn ang="0">
                  <a:pos x="T6" y="T7"/>
                </a:cxn>
                <a:cxn ang="0">
                  <a:pos x="T8" y="T9"/>
                </a:cxn>
              </a:cxnLst>
              <a:rect l="0" t="0" r="r" b="b"/>
              <a:pathLst>
                <a:path w="26" h="10">
                  <a:moveTo>
                    <a:pt x="14" y="9"/>
                  </a:moveTo>
                  <a:cubicBezTo>
                    <a:pt x="21" y="7"/>
                    <a:pt x="26" y="4"/>
                    <a:pt x="24" y="2"/>
                  </a:cubicBezTo>
                  <a:cubicBezTo>
                    <a:pt x="23" y="0"/>
                    <a:pt x="17" y="0"/>
                    <a:pt x="11" y="1"/>
                  </a:cubicBezTo>
                  <a:cubicBezTo>
                    <a:pt x="4" y="3"/>
                    <a:pt x="0" y="5"/>
                    <a:pt x="1" y="7"/>
                  </a:cubicBezTo>
                  <a:cubicBezTo>
                    <a:pt x="2" y="9"/>
                    <a:pt x="8" y="10"/>
                    <a:pt x="1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599" name="Freeform 1599"/>
            <p:cNvSpPr/>
            <p:nvPr/>
          </p:nvSpPr>
          <p:spPr bwMode="auto">
            <a:xfrm>
              <a:off x="147942" y="11791728"/>
              <a:ext cx="69850" cy="34925"/>
            </a:xfrm>
            <a:custGeom>
              <a:avLst/>
              <a:gdLst>
                <a:gd name="T0" fmla="*/ 25 w 26"/>
                <a:gd name="T1" fmla="*/ 3 h 13"/>
                <a:gd name="T2" fmla="*/ 12 w 26"/>
                <a:gd name="T3" fmla="*/ 2 h 13"/>
                <a:gd name="T4" fmla="*/ 1 w 26"/>
                <a:gd name="T5" fmla="*/ 9 h 13"/>
                <a:gd name="T6" fmla="*/ 14 w 26"/>
                <a:gd name="T7" fmla="*/ 11 h 13"/>
                <a:gd name="T8" fmla="*/ 25 w 26"/>
                <a:gd name="T9" fmla="*/ 3 h 13"/>
              </a:gdLst>
              <a:ahLst/>
              <a:cxnLst>
                <a:cxn ang="0">
                  <a:pos x="T0" y="T1"/>
                </a:cxn>
                <a:cxn ang="0">
                  <a:pos x="T2" y="T3"/>
                </a:cxn>
                <a:cxn ang="0">
                  <a:pos x="T4" y="T5"/>
                </a:cxn>
                <a:cxn ang="0">
                  <a:pos x="T6" y="T7"/>
                </a:cxn>
                <a:cxn ang="0">
                  <a:pos x="T8" y="T9"/>
                </a:cxn>
              </a:cxnLst>
              <a:rect l="0" t="0" r="r" b="b"/>
              <a:pathLst>
                <a:path w="26" h="13">
                  <a:moveTo>
                    <a:pt x="25" y="3"/>
                  </a:moveTo>
                  <a:cubicBezTo>
                    <a:pt x="24" y="1"/>
                    <a:pt x="18" y="0"/>
                    <a:pt x="12" y="2"/>
                  </a:cubicBezTo>
                  <a:cubicBezTo>
                    <a:pt x="5" y="3"/>
                    <a:pt x="0" y="7"/>
                    <a:pt x="1" y="9"/>
                  </a:cubicBezTo>
                  <a:cubicBezTo>
                    <a:pt x="2" y="12"/>
                    <a:pt x="7" y="13"/>
                    <a:pt x="14" y="11"/>
                  </a:cubicBezTo>
                  <a:cubicBezTo>
                    <a:pt x="20" y="10"/>
                    <a:pt x="26" y="6"/>
                    <a:pt x="2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00" name="Freeform 1600"/>
            <p:cNvSpPr/>
            <p:nvPr/>
          </p:nvSpPr>
          <p:spPr bwMode="auto">
            <a:xfrm>
              <a:off x="362254" y="11732990"/>
              <a:ext cx="65088" cy="39688"/>
            </a:xfrm>
            <a:custGeom>
              <a:avLst/>
              <a:gdLst>
                <a:gd name="T0" fmla="*/ 12 w 24"/>
                <a:gd name="T1" fmla="*/ 2 h 15"/>
                <a:gd name="T2" fmla="*/ 0 w 24"/>
                <a:gd name="T3" fmla="*/ 11 h 15"/>
                <a:gd name="T4" fmla="*/ 13 w 24"/>
                <a:gd name="T5" fmla="*/ 14 h 15"/>
                <a:gd name="T6" fmla="*/ 24 w 24"/>
                <a:gd name="T7" fmla="*/ 5 h 15"/>
                <a:gd name="T8" fmla="*/ 12 w 24"/>
                <a:gd name="T9" fmla="*/ 2 h 15"/>
              </a:gdLst>
              <a:ahLst/>
              <a:cxnLst>
                <a:cxn ang="0">
                  <a:pos x="T0" y="T1"/>
                </a:cxn>
                <a:cxn ang="0">
                  <a:pos x="T2" y="T3"/>
                </a:cxn>
                <a:cxn ang="0">
                  <a:pos x="T4" y="T5"/>
                </a:cxn>
                <a:cxn ang="0">
                  <a:pos x="T6" y="T7"/>
                </a:cxn>
                <a:cxn ang="0">
                  <a:pos x="T8" y="T9"/>
                </a:cxn>
              </a:cxnLst>
              <a:rect l="0" t="0" r="r" b="b"/>
              <a:pathLst>
                <a:path w="24" h="15">
                  <a:moveTo>
                    <a:pt x="12" y="2"/>
                  </a:moveTo>
                  <a:cubicBezTo>
                    <a:pt x="5" y="4"/>
                    <a:pt x="0" y="7"/>
                    <a:pt x="0" y="11"/>
                  </a:cubicBezTo>
                  <a:cubicBezTo>
                    <a:pt x="0" y="14"/>
                    <a:pt x="6" y="15"/>
                    <a:pt x="13" y="14"/>
                  </a:cubicBezTo>
                  <a:cubicBezTo>
                    <a:pt x="19" y="12"/>
                    <a:pt x="24" y="8"/>
                    <a:pt x="24" y="5"/>
                  </a:cubicBezTo>
                  <a:cubicBezTo>
                    <a:pt x="24" y="2"/>
                    <a:pt x="18"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01" name="Freeform 1601"/>
            <p:cNvSpPr/>
            <p:nvPr/>
          </p:nvSpPr>
          <p:spPr bwMode="auto">
            <a:xfrm>
              <a:off x="571804" y="11672665"/>
              <a:ext cx="69850" cy="46038"/>
            </a:xfrm>
            <a:custGeom>
              <a:avLst/>
              <a:gdLst>
                <a:gd name="T0" fmla="*/ 12 w 26"/>
                <a:gd name="T1" fmla="*/ 2 h 17"/>
                <a:gd name="T2" fmla="*/ 1 w 26"/>
                <a:gd name="T3" fmla="*/ 12 h 17"/>
                <a:gd name="T4" fmla="*/ 15 w 26"/>
                <a:gd name="T5" fmla="*/ 15 h 17"/>
                <a:gd name="T6" fmla="*/ 25 w 26"/>
                <a:gd name="T7" fmla="*/ 5 h 17"/>
                <a:gd name="T8" fmla="*/ 12 w 26"/>
                <a:gd name="T9" fmla="*/ 2 h 17"/>
              </a:gdLst>
              <a:ahLst/>
              <a:cxnLst>
                <a:cxn ang="0">
                  <a:pos x="T0" y="T1"/>
                </a:cxn>
                <a:cxn ang="0">
                  <a:pos x="T2" y="T3"/>
                </a:cxn>
                <a:cxn ang="0">
                  <a:pos x="T4" y="T5"/>
                </a:cxn>
                <a:cxn ang="0">
                  <a:pos x="T6" y="T7"/>
                </a:cxn>
                <a:cxn ang="0">
                  <a:pos x="T8" y="T9"/>
                </a:cxn>
              </a:cxnLst>
              <a:rect l="0" t="0" r="r" b="b"/>
              <a:pathLst>
                <a:path w="26" h="17">
                  <a:moveTo>
                    <a:pt x="12" y="2"/>
                  </a:moveTo>
                  <a:cubicBezTo>
                    <a:pt x="5" y="4"/>
                    <a:pt x="0" y="8"/>
                    <a:pt x="1" y="12"/>
                  </a:cubicBezTo>
                  <a:cubicBezTo>
                    <a:pt x="2" y="16"/>
                    <a:pt x="8" y="17"/>
                    <a:pt x="15" y="15"/>
                  </a:cubicBezTo>
                  <a:cubicBezTo>
                    <a:pt x="21" y="14"/>
                    <a:pt x="26" y="9"/>
                    <a:pt x="25" y="5"/>
                  </a:cubicBezTo>
                  <a:cubicBezTo>
                    <a:pt x="24" y="1"/>
                    <a:pt x="18"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02" name="Freeform 1602"/>
            <p:cNvSpPr/>
            <p:nvPr/>
          </p:nvSpPr>
          <p:spPr bwMode="auto">
            <a:xfrm>
              <a:off x="786117" y="11618690"/>
              <a:ext cx="68263" cy="50800"/>
            </a:xfrm>
            <a:custGeom>
              <a:avLst/>
              <a:gdLst>
                <a:gd name="T0" fmla="*/ 11 w 25"/>
                <a:gd name="T1" fmla="*/ 1 h 19"/>
                <a:gd name="T2" fmla="*/ 0 w 25"/>
                <a:gd name="T3" fmla="*/ 12 h 19"/>
                <a:gd name="T4" fmla="*/ 14 w 25"/>
                <a:gd name="T5" fmla="*/ 17 h 19"/>
                <a:gd name="T6" fmla="*/ 24 w 25"/>
                <a:gd name="T7" fmla="*/ 7 h 19"/>
                <a:gd name="T8" fmla="*/ 11 w 25"/>
                <a:gd name="T9" fmla="*/ 1 h 19"/>
              </a:gdLst>
              <a:ahLst/>
              <a:cxnLst>
                <a:cxn ang="0">
                  <a:pos x="T0" y="T1"/>
                </a:cxn>
                <a:cxn ang="0">
                  <a:pos x="T2" y="T3"/>
                </a:cxn>
                <a:cxn ang="0">
                  <a:pos x="T4" y="T5"/>
                </a:cxn>
                <a:cxn ang="0">
                  <a:pos x="T6" y="T7"/>
                </a:cxn>
                <a:cxn ang="0">
                  <a:pos x="T8" y="T9"/>
                </a:cxn>
              </a:cxnLst>
              <a:rect l="0" t="0" r="r" b="b"/>
              <a:pathLst>
                <a:path w="25" h="19">
                  <a:moveTo>
                    <a:pt x="11" y="1"/>
                  </a:moveTo>
                  <a:cubicBezTo>
                    <a:pt x="5" y="3"/>
                    <a:pt x="0" y="7"/>
                    <a:pt x="0" y="12"/>
                  </a:cubicBezTo>
                  <a:cubicBezTo>
                    <a:pt x="1" y="16"/>
                    <a:pt x="7" y="19"/>
                    <a:pt x="14" y="17"/>
                  </a:cubicBezTo>
                  <a:cubicBezTo>
                    <a:pt x="20" y="16"/>
                    <a:pt x="25" y="11"/>
                    <a:pt x="24" y="7"/>
                  </a:cubicBezTo>
                  <a:cubicBezTo>
                    <a:pt x="24" y="2"/>
                    <a:pt x="18"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03" name="Freeform 1603"/>
            <p:cNvSpPr/>
            <p:nvPr/>
          </p:nvSpPr>
          <p:spPr bwMode="auto">
            <a:xfrm>
              <a:off x="997254" y="11561540"/>
              <a:ext cx="68263" cy="57150"/>
            </a:xfrm>
            <a:custGeom>
              <a:avLst/>
              <a:gdLst>
                <a:gd name="T0" fmla="*/ 11 w 25"/>
                <a:gd name="T1" fmla="*/ 2 h 21"/>
                <a:gd name="T2" fmla="*/ 1 w 25"/>
                <a:gd name="T3" fmla="*/ 14 h 21"/>
                <a:gd name="T4" fmla="*/ 14 w 25"/>
                <a:gd name="T5" fmla="*/ 19 h 21"/>
                <a:gd name="T6" fmla="*/ 25 w 25"/>
                <a:gd name="T7" fmla="*/ 8 h 21"/>
                <a:gd name="T8" fmla="*/ 11 w 25"/>
                <a:gd name="T9" fmla="*/ 2 h 21"/>
              </a:gdLst>
              <a:ahLst/>
              <a:cxnLst>
                <a:cxn ang="0">
                  <a:pos x="T0" y="T1"/>
                </a:cxn>
                <a:cxn ang="0">
                  <a:pos x="T2" y="T3"/>
                </a:cxn>
                <a:cxn ang="0">
                  <a:pos x="T4" y="T5"/>
                </a:cxn>
                <a:cxn ang="0">
                  <a:pos x="T6" y="T7"/>
                </a:cxn>
                <a:cxn ang="0">
                  <a:pos x="T8" y="T9"/>
                </a:cxn>
              </a:cxnLst>
              <a:rect l="0" t="0" r="r" b="b"/>
              <a:pathLst>
                <a:path w="25" h="21">
                  <a:moveTo>
                    <a:pt x="11" y="2"/>
                  </a:moveTo>
                  <a:cubicBezTo>
                    <a:pt x="4" y="4"/>
                    <a:pt x="0" y="9"/>
                    <a:pt x="1" y="14"/>
                  </a:cubicBezTo>
                  <a:cubicBezTo>
                    <a:pt x="1" y="19"/>
                    <a:pt x="7" y="21"/>
                    <a:pt x="14" y="19"/>
                  </a:cubicBezTo>
                  <a:cubicBezTo>
                    <a:pt x="20" y="18"/>
                    <a:pt x="25" y="12"/>
                    <a:pt x="25" y="8"/>
                  </a:cubicBezTo>
                  <a:cubicBezTo>
                    <a:pt x="24" y="3"/>
                    <a:pt x="17"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04" name="Freeform 1604"/>
            <p:cNvSpPr/>
            <p:nvPr/>
          </p:nvSpPr>
          <p:spPr bwMode="auto">
            <a:xfrm>
              <a:off x="1209979" y="11512328"/>
              <a:ext cx="66675" cy="57150"/>
            </a:xfrm>
            <a:custGeom>
              <a:avLst/>
              <a:gdLst>
                <a:gd name="T0" fmla="*/ 11 w 25"/>
                <a:gd name="T1" fmla="*/ 2 h 21"/>
                <a:gd name="T2" fmla="*/ 1 w 25"/>
                <a:gd name="T3" fmla="*/ 13 h 21"/>
                <a:gd name="T4" fmla="*/ 14 w 25"/>
                <a:gd name="T5" fmla="*/ 20 h 21"/>
                <a:gd name="T6" fmla="*/ 25 w 25"/>
                <a:gd name="T7" fmla="*/ 8 h 21"/>
                <a:gd name="T8" fmla="*/ 11 w 25"/>
                <a:gd name="T9" fmla="*/ 2 h 21"/>
              </a:gdLst>
              <a:ahLst/>
              <a:cxnLst>
                <a:cxn ang="0">
                  <a:pos x="T0" y="T1"/>
                </a:cxn>
                <a:cxn ang="0">
                  <a:pos x="T2" y="T3"/>
                </a:cxn>
                <a:cxn ang="0">
                  <a:pos x="T4" y="T5"/>
                </a:cxn>
                <a:cxn ang="0">
                  <a:pos x="T6" y="T7"/>
                </a:cxn>
                <a:cxn ang="0">
                  <a:pos x="T8" y="T9"/>
                </a:cxn>
              </a:cxnLst>
              <a:rect l="0" t="0" r="r" b="b"/>
              <a:pathLst>
                <a:path w="25" h="21">
                  <a:moveTo>
                    <a:pt x="11" y="2"/>
                  </a:moveTo>
                  <a:cubicBezTo>
                    <a:pt x="5" y="3"/>
                    <a:pt x="0" y="8"/>
                    <a:pt x="1" y="13"/>
                  </a:cubicBezTo>
                  <a:cubicBezTo>
                    <a:pt x="1" y="18"/>
                    <a:pt x="7" y="21"/>
                    <a:pt x="14" y="20"/>
                  </a:cubicBezTo>
                  <a:cubicBezTo>
                    <a:pt x="20" y="19"/>
                    <a:pt x="25" y="13"/>
                    <a:pt x="25" y="8"/>
                  </a:cubicBezTo>
                  <a:cubicBezTo>
                    <a:pt x="24" y="4"/>
                    <a:pt x="18"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05" name="Freeform 1605"/>
            <p:cNvSpPr/>
            <p:nvPr/>
          </p:nvSpPr>
          <p:spPr bwMode="auto">
            <a:xfrm>
              <a:off x="1421117" y="11480578"/>
              <a:ext cx="69850" cy="53975"/>
            </a:xfrm>
            <a:custGeom>
              <a:avLst/>
              <a:gdLst>
                <a:gd name="T0" fmla="*/ 11 w 26"/>
                <a:gd name="T1" fmla="*/ 1 h 20"/>
                <a:gd name="T2" fmla="*/ 1 w 26"/>
                <a:gd name="T3" fmla="*/ 12 h 20"/>
                <a:gd name="T4" fmla="*/ 15 w 26"/>
                <a:gd name="T5" fmla="*/ 19 h 20"/>
                <a:gd name="T6" fmla="*/ 25 w 26"/>
                <a:gd name="T7" fmla="*/ 8 h 20"/>
                <a:gd name="T8" fmla="*/ 11 w 26"/>
                <a:gd name="T9" fmla="*/ 1 h 20"/>
              </a:gdLst>
              <a:ahLst/>
              <a:cxnLst>
                <a:cxn ang="0">
                  <a:pos x="T0" y="T1"/>
                </a:cxn>
                <a:cxn ang="0">
                  <a:pos x="T2" y="T3"/>
                </a:cxn>
                <a:cxn ang="0">
                  <a:pos x="T4" y="T5"/>
                </a:cxn>
                <a:cxn ang="0">
                  <a:pos x="T6" y="T7"/>
                </a:cxn>
                <a:cxn ang="0">
                  <a:pos x="T8" y="T9"/>
                </a:cxn>
              </a:cxnLst>
              <a:rect l="0" t="0" r="r" b="b"/>
              <a:pathLst>
                <a:path w="26" h="20">
                  <a:moveTo>
                    <a:pt x="11" y="1"/>
                  </a:moveTo>
                  <a:cubicBezTo>
                    <a:pt x="4" y="2"/>
                    <a:pt x="0" y="7"/>
                    <a:pt x="1" y="12"/>
                  </a:cubicBezTo>
                  <a:cubicBezTo>
                    <a:pt x="2" y="17"/>
                    <a:pt x="8" y="20"/>
                    <a:pt x="15" y="19"/>
                  </a:cubicBezTo>
                  <a:cubicBezTo>
                    <a:pt x="22" y="18"/>
                    <a:pt x="26" y="13"/>
                    <a:pt x="25" y="8"/>
                  </a:cubicBezTo>
                  <a:cubicBezTo>
                    <a:pt x="24" y="3"/>
                    <a:pt x="17"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06" name="Freeform 1606"/>
            <p:cNvSpPr/>
            <p:nvPr/>
          </p:nvSpPr>
          <p:spPr bwMode="auto">
            <a:xfrm>
              <a:off x="1635429" y="11461528"/>
              <a:ext cx="68263" cy="47625"/>
            </a:xfrm>
            <a:custGeom>
              <a:avLst/>
              <a:gdLst>
                <a:gd name="T0" fmla="*/ 12 w 25"/>
                <a:gd name="T1" fmla="*/ 0 h 18"/>
                <a:gd name="T2" fmla="*/ 1 w 25"/>
                <a:gd name="T3" fmla="*/ 10 h 18"/>
                <a:gd name="T4" fmla="*/ 14 w 25"/>
                <a:gd name="T5" fmla="*/ 18 h 18"/>
                <a:gd name="T6" fmla="*/ 25 w 25"/>
                <a:gd name="T7" fmla="*/ 9 h 18"/>
                <a:gd name="T8" fmla="*/ 12 w 25"/>
                <a:gd name="T9" fmla="*/ 0 h 18"/>
              </a:gdLst>
              <a:ahLst/>
              <a:cxnLst>
                <a:cxn ang="0">
                  <a:pos x="T0" y="T1"/>
                </a:cxn>
                <a:cxn ang="0">
                  <a:pos x="T2" y="T3"/>
                </a:cxn>
                <a:cxn ang="0">
                  <a:pos x="T4" y="T5"/>
                </a:cxn>
                <a:cxn ang="0">
                  <a:pos x="T6" y="T7"/>
                </a:cxn>
                <a:cxn ang="0">
                  <a:pos x="T8" y="T9"/>
                </a:cxn>
              </a:cxnLst>
              <a:rect l="0" t="0" r="r" b="b"/>
              <a:pathLst>
                <a:path w="25" h="18">
                  <a:moveTo>
                    <a:pt x="12" y="0"/>
                  </a:moveTo>
                  <a:cubicBezTo>
                    <a:pt x="5" y="1"/>
                    <a:pt x="0" y="5"/>
                    <a:pt x="1" y="10"/>
                  </a:cubicBezTo>
                  <a:cubicBezTo>
                    <a:pt x="1" y="15"/>
                    <a:pt x="7" y="18"/>
                    <a:pt x="14" y="18"/>
                  </a:cubicBezTo>
                  <a:cubicBezTo>
                    <a:pt x="20" y="18"/>
                    <a:pt x="25" y="13"/>
                    <a:pt x="25" y="9"/>
                  </a:cubicBezTo>
                  <a:cubicBezTo>
                    <a:pt x="24" y="4"/>
                    <a:pt x="18"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07" name="Freeform 1607"/>
            <p:cNvSpPr/>
            <p:nvPr/>
          </p:nvSpPr>
          <p:spPr bwMode="auto">
            <a:xfrm>
              <a:off x="1846567" y="11452003"/>
              <a:ext cx="71438" cy="47625"/>
            </a:xfrm>
            <a:custGeom>
              <a:avLst/>
              <a:gdLst>
                <a:gd name="T0" fmla="*/ 1 w 26"/>
                <a:gd name="T1" fmla="*/ 9 h 17"/>
                <a:gd name="T2" fmla="*/ 15 w 26"/>
                <a:gd name="T3" fmla="*/ 17 h 17"/>
                <a:gd name="T4" fmla="*/ 25 w 26"/>
                <a:gd name="T5" fmla="*/ 8 h 17"/>
                <a:gd name="T6" fmla="*/ 12 w 26"/>
                <a:gd name="T7" fmla="*/ 1 h 17"/>
                <a:gd name="T8" fmla="*/ 1 w 26"/>
                <a:gd name="T9" fmla="*/ 9 h 17"/>
              </a:gdLst>
              <a:ahLst/>
              <a:cxnLst>
                <a:cxn ang="0">
                  <a:pos x="T0" y="T1"/>
                </a:cxn>
                <a:cxn ang="0">
                  <a:pos x="T2" y="T3"/>
                </a:cxn>
                <a:cxn ang="0">
                  <a:pos x="T4" y="T5"/>
                </a:cxn>
                <a:cxn ang="0">
                  <a:pos x="T6" y="T7"/>
                </a:cxn>
                <a:cxn ang="0">
                  <a:pos x="T8" y="T9"/>
                </a:cxn>
              </a:cxnLst>
              <a:rect l="0" t="0" r="r" b="b"/>
              <a:pathLst>
                <a:path w="26" h="17">
                  <a:moveTo>
                    <a:pt x="1" y="9"/>
                  </a:moveTo>
                  <a:cubicBezTo>
                    <a:pt x="2" y="14"/>
                    <a:pt x="8" y="17"/>
                    <a:pt x="15" y="17"/>
                  </a:cubicBezTo>
                  <a:cubicBezTo>
                    <a:pt x="22" y="17"/>
                    <a:pt x="26" y="13"/>
                    <a:pt x="25" y="8"/>
                  </a:cubicBezTo>
                  <a:cubicBezTo>
                    <a:pt x="24" y="4"/>
                    <a:pt x="18" y="0"/>
                    <a:pt x="12" y="1"/>
                  </a:cubicBezTo>
                  <a:cubicBezTo>
                    <a:pt x="5" y="1"/>
                    <a:pt x="0" y="5"/>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08" name="Freeform 1608"/>
            <p:cNvSpPr/>
            <p:nvPr/>
          </p:nvSpPr>
          <p:spPr bwMode="auto">
            <a:xfrm>
              <a:off x="2064054" y="11455178"/>
              <a:ext cx="68263" cy="44450"/>
            </a:xfrm>
            <a:custGeom>
              <a:avLst/>
              <a:gdLst>
                <a:gd name="T0" fmla="*/ 11 w 25"/>
                <a:gd name="T1" fmla="*/ 0 h 16"/>
                <a:gd name="T2" fmla="*/ 0 w 25"/>
                <a:gd name="T3" fmla="*/ 7 h 16"/>
                <a:gd name="T4" fmla="*/ 13 w 25"/>
                <a:gd name="T5" fmla="*/ 16 h 16"/>
                <a:gd name="T6" fmla="*/ 25 w 25"/>
                <a:gd name="T7" fmla="*/ 9 h 16"/>
                <a:gd name="T8" fmla="*/ 11 w 25"/>
                <a:gd name="T9" fmla="*/ 0 h 16"/>
              </a:gdLst>
              <a:ahLst/>
              <a:cxnLst>
                <a:cxn ang="0">
                  <a:pos x="T0" y="T1"/>
                </a:cxn>
                <a:cxn ang="0">
                  <a:pos x="T2" y="T3"/>
                </a:cxn>
                <a:cxn ang="0">
                  <a:pos x="T4" y="T5"/>
                </a:cxn>
                <a:cxn ang="0">
                  <a:pos x="T6" y="T7"/>
                </a:cxn>
                <a:cxn ang="0">
                  <a:pos x="T8" y="T9"/>
                </a:cxn>
              </a:cxnLst>
              <a:rect l="0" t="0" r="r" b="b"/>
              <a:pathLst>
                <a:path w="25" h="16">
                  <a:moveTo>
                    <a:pt x="11" y="0"/>
                  </a:moveTo>
                  <a:cubicBezTo>
                    <a:pt x="5" y="0"/>
                    <a:pt x="0" y="3"/>
                    <a:pt x="0" y="7"/>
                  </a:cubicBezTo>
                  <a:cubicBezTo>
                    <a:pt x="1" y="12"/>
                    <a:pt x="7" y="15"/>
                    <a:pt x="13" y="16"/>
                  </a:cubicBezTo>
                  <a:cubicBezTo>
                    <a:pt x="20" y="16"/>
                    <a:pt x="25" y="13"/>
                    <a:pt x="25" y="9"/>
                  </a:cubicBezTo>
                  <a:cubicBezTo>
                    <a:pt x="24" y="5"/>
                    <a:pt x="18" y="1"/>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09" name="Freeform 1609"/>
            <p:cNvSpPr/>
            <p:nvPr/>
          </p:nvSpPr>
          <p:spPr bwMode="auto">
            <a:xfrm>
              <a:off x="2275192" y="11466290"/>
              <a:ext cx="71438" cy="38100"/>
            </a:xfrm>
            <a:custGeom>
              <a:avLst/>
              <a:gdLst>
                <a:gd name="T0" fmla="*/ 12 w 26"/>
                <a:gd name="T1" fmla="*/ 0 h 14"/>
                <a:gd name="T2" fmla="*/ 1 w 26"/>
                <a:gd name="T3" fmla="*/ 7 h 14"/>
                <a:gd name="T4" fmla="*/ 15 w 26"/>
                <a:gd name="T5" fmla="*/ 14 h 14"/>
                <a:gd name="T6" fmla="*/ 25 w 26"/>
                <a:gd name="T7" fmla="*/ 8 h 14"/>
                <a:gd name="T8" fmla="*/ 12 w 26"/>
                <a:gd name="T9" fmla="*/ 0 h 14"/>
              </a:gdLst>
              <a:ahLst/>
              <a:cxnLst>
                <a:cxn ang="0">
                  <a:pos x="T0" y="T1"/>
                </a:cxn>
                <a:cxn ang="0">
                  <a:pos x="T2" y="T3"/>
                </a:cxn>
                <a:cxn ang="0">
                  <a:pos x="T4" y="T5"/>
                </a:cxn>
                <a:cxn ang="0">
                  <a:pos x="T6" y="T7"/>
                </a:cxn>
                <a:cxn ang="0">
                  <a:pos x="T8" y="T9"/>
                </a:cxn>
              </a:cxnLst>
              <a:rect l="0" t="0" r="r" b="b"/>
              <a:pathLst>
                <a:path w="26" h="14">
                  <a:moveTo>
                    <a:pt x="12" y="0"/>
                  </a:moveTo>
                  <a:cubicBezTo>
                    <a:pt x="5" y="0"/>
                    <a:pt x="0" y="3"/>
                    <a:pt x="1" y="7"/>
                  </a:cubicBezTo>
                  <a:cubicBezTo>
                    <a:pt x="2" y="11"/>
                    <a:pt x="8" y="14"/>
                    <a:pt x="15" y="14"/>
                  </a:cubicBezTo>
                  <a:cubicBezTo>
                    <a:pt x="22" y="14"/>
                    <a:pt x="26" y="11"/>
                    <a:pt x="25" y="8"/>
                  </a:cubicBezTo>
                  <a:cubicBezTo>
                    <a:pt x="24" y="4"/>
                    <a:pt x="18" y="1"/>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10" name="Freeform 1610"/>
            <p:cNvSpPr/>
            <p:nvPr/>
          </p:nvSpPr>
          <p:spPr bwMode="auto">
            <a:xfrm>
              <a:off x="2492679" y="11482165"/>
              <a:ext cx="68263" cy="34925"/>
            </a:xfrm>
            <a:custGeom>
              <a:avLst/>
              <a:gdLst>
                <a:gd name="T0" fmla="*/ 12 w 25"/>
                <a:gd name="T1" fmla="*/ 1 h 13"/>
                <a:gd name="T2" fmla="*/ 0 w 25"/>
                <a:gd name="T3" fmla="*/ 5 h 13"/>
                <a:gd name="T4" fmla="*/ 13 w 25"/>
                <a:gd name="T5" fmla="*/ 12 h 13"/>
                <a:gd name="T6" fmla="*/ 25 w 25"/>
                <a:gd name="T7" fmla="*/ 8 h 13"/>
                <a:gd name="T8" fmla="*/ 12 w 25"/>
                <a:gd name="T9" fmla="*/ 1 h 13"/>
              </a:gdLst>
              <a:ahLst/>
              <a:cxnLst>
                <a:cxn ang="0">
                  <a:pos x="T0" y="T1"/>
                </a:cxn>
                <a:cxn ang="0">
                  <a:pos x="T2" y="T3"/>
                </a:cxn>
                <a:cxn ang="0">
                  <a:pos x="T4" y="T5"/>
                </a:cxn>
                <a:cxn ang="0">
                  <a:pos x="T6" y="T7"/>
                </a:cxn>
                <a:cxn ang="0">
                  <a:pos x="T8" y="T9"/>
                </a:cxn>
              </a:cxnLst>
              <a:rect l="0" t="0" r="r" b="b"/>
              <a:pathLst>
                <a:path w="25" h="13">
                  <a:moveTo>
                    <a:pt x="12" y="1"/>
                  </a:moveTo>
                  <a:cubicBezTo>
                    <a:pt x="5" y="0"/>
                    <a:pt x="0" y="2"/>
                    <a:pt x="0" y="5"/>
                  </a:cubicBezTo>
                  <a:cubicBezTo>
                    <a:pt x="1" y="9"/>
                    <a:pt x="7" y="12"/>
                    <a:pt x="13" y="12"/>
                  </a:cubicBezTo>
                  <a:cubicBezTo>
                    <a:pt x="20" y="13"/>
                    <a:pt x="25" y="11"/>
                    <a:pt x="25" y="8"/>
                  </a:cubicBezTo>
                  <a:cubicBezTo>
                    <a:pt x="24" y="5"/>
                    <a:pt x="18" y="1"/>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11" name="Freeform 1611"/>
            <p:cNvSpPr/>
            <p:nvPr/>
          </p:nvSpPr>
          <p:spPr bwMode="auto">
            <a:xfrm>
              <a:off x="2706992" y="11501215"/>
              <a:ext cx="68263" cy="30163"/>
            </a:xfrm>
            <a:custGeom>
              <a:avLst/>
              <a:gdLst>
                <a:gd name="T0" fmla="*/ 12 w 25"/>
                <a:gd name="T1" fmla="*/ 1 h 11"/>
                <a:gd name="T2" fmla="*/ 1 w 25"/>
                <a:gd name="T3" fmla="*/ 5 h 11"/>
                <a:gd name="T4" fmla="*/ 14 w 25"/>
                <a:gd name="T5" fmla="*/ 11 h 11"/>
                <a:gd name="T6" fmla="*/ 25 w 25"/>
                <a:gd name="T7" fmla="*/ 7 h 11"/>
                <a:gd name="T8" fmla="*/ 12 w 25"/>
                <a:gd name="T9" fmla="*/ 1 h 11"/>
              </a:gdLst>
              <a:ahLst/>
              <a:cxnLst>
                <a:cxn ang="0">
                  <a:pos x="T0" y="T1"/>
                </a:cxn>
                <a:cxn ang="0">
                  <a:pos x="T2" y="T3"/>
                </a:cxn>
                <a:cxn ang="0">
                  <a:pos x="T4" y="T5"/>
                </a:cxn>
                <a:cxn ang="0">
                  <a:pos x="T6" y="T7"/>
                </a:cxn>
                <a:cxn ang="0">
                  <a:pos x="T8" y="T9"/>
                </a:cxn>
              </a:cxnLst>
              <a:rect l="0" t="0" r="r" b="b"/>
              <a:pathLst>
                <a:path w="25" h="11">
                  <a:moveTo>
                    <a:pt x="12" y="1"/>
                  </a:moveTo>
                  <a:cubicBezTo>
                    <a:pt x="5" y="0"/>
                    <a:pt x="0" y="2"/>
                    <a:pt x="1" y="5"/>
                  </a:cubicBezTo>
                  <a:cubicBezTo>
                    <a:pt x="1" y="7"/>
                    <a:pt x="7" y="10"/>
                    <a:pt x="14" y="11"/>
                  </a:cubicBezTo>
                  <a:cubicBezTo>
                    <a:pt x="20" y="11"/>
                    <a:pt x="25" y="9"/>
                    <a:pt x="25" y="7"/>
                  </a:cubicBezTo>
                  <a:cubicBezTo>
                    <a:pt x="24" y="4"/>
                    <a:pt x="18" y="1"/>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12" name="Freeform 1613"/>
            <p:cNvSpPr/>
            <p:nvPr/>
          </p:nvSpPr>
          <p:spPr bwMode="auto">
            <a:xfrm>
              <a:off x="2921304" y="11520265"/>
              <a:ext cx="71438" cy="25400"/>
            </a:xfrm>
            <a:custGeom>
              <a:avLst/>
              <a:gdLst>
                <a:gd name="T0" fmla="*/ 12 w 26"/>
                <a:gd name="T1" fmla="*/ 1 h 9"/>
                <a:gd name="T2" fmla="*/ 1 w 26"/>
                <a:gd name="T3" fmla="*/ 4 h 9"/>
                <a:gd name="T4" fmla="*/ 14 w 26"/>
                <a:gd name="T5" fmla="*/ 9 h 9"/>
                <a:gd name="T6" fmla="*/ 25 w 26"/>
                <a:gd name="T7" fmla="*/ 6 h 9"/>
                <a:gd name="T8" fmla="*/ 12 w 26"/>
                <a:gd name="T9" fmla="*/ 1 h 9"/>
              </a:gdLst>
              <a:ahLst/>
              <a:cxnLst>
                <a:cxn ang="0">
                  <a:pos x="T0" y="T1"/>
                </a:cxn>
                <a:cxn ang="0">
                  <a:pos x="T2" y="T3"/>
                </a:cxn>
                <a:cxn ang="0">
                  <a:pos x="T4" y="T5"/>
                </a:cxn>
                <a:cxn ang="0">
                  <a:pos x="T6" y="T7"/>
                </a:cxn>
                <a:cxn ang="0">
                  <a:pos x="T8" y="T9"/>
                </a:cxn>
              </a:cxnLst>
              <a:rect l="0" t="0" r="r" b="b"/>
              <a:pathLst>
                <a:path w="26" h="9">
                  <a:moveTo>
                    <a:pt x="12" y="1"/>
                  </a:moveTo>
                  <a:cubicBezTo>
                    <a:pt x="5" y="0"/>
                    <a:pt x="0" y="2"/>
                    <a:pt x="1" y="4"/>
                  </a:cubicBezTo>
                  <a:cubicBezTo>
                    <a:pt x="2" y="6"/>
                    <a:pt x="8" y="9"/>
                    <a:pt x="14" y="9"/>
                  </a:cubicBezTo>
                  <a:cubicBezTo>
                    <a:pt x="21" y="9"/>
                    <a:pt x="26" y="8"/>
                    <a:pt x="25" y="6"/>
                  </a:cubicBezTo>
                  <a:cubicBezTo>
                    <a:pt x="24" y="4"/>
                    <a:pt x="18" y="1"/>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13" name="Freeform 1614"/>
            <p:cNvSpPr/>
            <p:nvPr/>
          </p:nvSpPr>
          <p:spPr bwMode="auto">
            <a:xfrm>
              <a:off x="3138791" y="11536140"/>
              <a:ext cx="68263" cy="19050"/>
            </a:xfrm>
            <a:custGeom>
              <a:avLst/>
              <a:gdLst>
                <a:gd name="T0" fmla="*/ 0 w 25"/>
                <a:gd name="T1" fmla="*/ 3 h 7"/>
                <a:gd name="T2" fmla="*/ 13 w 25"/>
                <a:gd name="T3" fmla="*/ 7 h 7"/>
                <a:gd name="T4" fmla="*/ 24 w 25"/>
                <a:gd name="T5" fmla="*/ 4 h 7"/>
                <a:gd name="T6" fmla="*/ 11 w 25"/>
                <a:gd name="T7" fmla="*/ 1 h 7"/>
                <a:gd name="T8" fmla="*/ 0 w 25"/>
                <a:gd name="T9" fmla="*/ 3 h 7"/>
              </a:gdLst>
              <a:ahLst/>
              <a:cxnLst>
                <a:cxn ang="0">
                  <a:pos x="T0" y="T1"/>
                </a:cxn>
                <a:cxn ang="0">
                  <a:pos x="T2" y="T3"/>
                </a:cxn>
                <a:cxn ang="0">
                  <a:pos x="T4" y="T5"/>
                </a:cxn>
                <a:cxn ang="0">
                  <a:pos x="T6" y="T7"/>
                </a:cxn>
                <a:cxn ang="0">
                  <a:pos x="T8" y="T9"/>
                </a:cxn>
              </a:cxnLst>
              <a:rect l="0" t="0" r="r" b="b"/>
              <a:pathLst>
                <a:path w="25" h="7">
                  <a:moveTo>
                    <a:pt x="0" y="3"/>
                  </a:moveTo>
                  <a:cubicBezTo>
                    <a:pt x="1" y="5"/>
                    <a:pt x="6" y="7"/>
                    <a:pt x="13" y="7"/>
                  </a:cubicBezTo>
                  <a:cubicBezTo>
                    <a:pt x="20" y="7"/>
                    <a:pt x="25" y="6"/>
                    <a:pt x="24" y="4"/>
                  </a:cubicBezTo>
                  <a:cubicBezTo>
                    <a:pt x="24" y="3"/>
                    <a:pt x="18" y="1"/>
                    <a:pt x="11" y="1"/>
                  </a:cubicBezTo>
                  <a:cubicBezTo>
                    <a:pt x="4"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14" name="Freeform 1615"/>
            <p:cNvSpPr/>
            <p:nvPr/>
          </p:nvSpPr>
          <p:spPr bwMode="auto">
            <a:xfrm>
              <a:off x="3349929" y="11545665"/>
              <a:ext cx="71438" cy="15875"/>
            </a:xfrm>
            <a:custGeom>
              <a:avLst/>
              <a:gdLst>
                <a:gd name="T0" fmla="*/ 1 w 26"/>
                <a:gd name="T1" fmla="*/ 3 h 6"/>
                <a:gd name="T2" fmla="*/ 15 w 26"/>
                <a:gd name="T3" fmla="*/ 6 h 6"/>
                <a:gd name="T4" fmla="*/ 25 w 26"/>
                <a:gd name="T5" fmla="*/ 3 h 6"/>
                <a:gd name="T6" fmla="*/ 12 w 26"/>
                <a:gd name="T7" fmla="*/ 1 h 6"/>
                <a:gd name="T8" fmla="*/ 1 w 26"/>
                <a:gd name="T9" fmla="*/ 3 h 6"/>
              </a:gdLst>
              <a:ahLst/>
              <a:cxnLst>
                <a:cxn ang="0">
                  <a:pos x="T0" y="T1"/>
                </a:cxn>
                <a:cxn ang="0">
                  <a:pos x="T2" y="T3"/>
                </a:cxn>
                <a:cxn ang="0">
                  <a:pos x="T4" y="T5"/>
                </a:cxn>
                <a:cxn ang="0">
                  <a:pos x="T6" y="T7"/>
                </a:cxn>
                <a:cxn ang="0">
                  <a:pos x="T8" y="T9"/>
                </a:cxn>
              </a:cxnLst>
              <a:rect l="0" t="0" r="r" b="b"/>
              <a:pathLst>
                <a:path w="26" h="6">
                  <a:moveTo>
                    <a:pt x="1" y="3"/>
                  </a:moveTo>
                  <a:cubicBezTo>
                    <a:pt x="2" y="5"/>
                    <a:pt x="8" y="6"/>
                    <a:pt x="15" y="6"/>
                  </a:cubicBezTo>
                  <a:cubicBezTo>
                    <a:pt x="21" y="6"/>
                    <a:pt x="26" y="5"/>
                    <a:pt x="25" y="3"/>
                  </a:cubicBezTo>
                  <a:cubicBezTo>
                    <a:pt x="25" y="2"/>
                    <a:pt x="18" y="1"/>
                    <a:pt x="12" y="1"/>
                  </a:cubicBezTo>
                  <a:cubicBezTo>
                    <a:pt x="5" y="0"/>
                    <a:pt x="0"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15" name="Freeform 1616"/>
            <p:cNvSpPr/>
            <p:nvPr/>
          </p:nvSpPr>
          <p:spPr bwMode="auto">
            <a:xfrm>
              <a:off x="3565829" y="11542490"/>
              <a:ext cx="69850" cy="12700"/>
            </a:xfrm>
            <a:custGeom>
              <a:avLst/>
              <a:gdLst>
                <a:gd name="T0" fmla="*/ 11 w 26"/>
                <a:gd name="T1" fmla="*/ 1 h 5"/>
                <a:gd name="T2" fmla="*/ 1 w 26"/>
                <a:gd name="T3" fmla="*/ 3 h 5"/>
                <a:gd name="T4" fmla="*/ 15 w 26"/>
                <a:gd name="T5" fmla="*/ 5 h 5"/>
                <a:gd name="T6" fmla="*/ 25 w 26"/>
                <a:gd name="T7" fmla="*/ 2 h 5"/>
                <a:gd name="T8" fmla="*/ 11 w 26"/>
                <a:gd name="T9" fmla="*/ 1 h 5"/>
              </a:gdLst>
              <a:ahLst/>
              <a:cxnLst>
                <a:cxn ang="0">
                  <a:pos x="T0" y="T1"/>
                </a:cxn>
                <a:cxn ang="0">
                  <a:pos x="T2" y="T3"/>
                </a:cxn>
                <a:cxn ang="0">
                  <a:pos x="T4" y="T5"/>
                </a:cxn>
                <a:cxn ang="0">
                  <a:pos x="T6" y="T7"/>
                </a:cxn>
                <a:cxn ang="0">
                  <a:pos x="T8" y="T9"/>
                </a:cxn>
              </a:cxnLst>
              <a:rect l="0" t="0" r="r" b="b"/>
              <a:pathLst>
                <a:path w="26" h="5">
                  <a:moveTo>
                    <a:pt x="11" y="1"/>
                  </a:moveTo>
                  <a:cubicBezTo>
                    <a:pt x="5" y="1"/>
                    <a:pt x="0" y="2"/>
                    <a:pt x="1" y="3"/>
                  </a:cubicBezTo>
                  <a:cubicBezTo>
                    <a:pt x="2" y="4"/>
                    <a:pt x="8" y="5"/>
                    <a:pt x="15" y="5"/>
                  </a:cubicBezTo>
                  <a:cubicBezTo>
                    <a:pt x="22" y="4"/>
                    <a:pt x="26" y="3"/>
                    <a:pt x="25" y="2"/>
                  </a:cubicBezTo>
                  <a:cubicBezTo>
                    <a:pt x="24" y="1"/>
                    <a:pt x="18"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16" name="Freeform 1617"/>
            <p:cNvSpPr/>
            <p:nvPr/>
          </p:nvSpPr>
          <p:spPr bwMode="auto">
            <a:xfrm>
              <a:off x="3780141" y="11526615"/>
              <a:ext cx="69850" cy="12700"/>
            </a:xfrm>
            <a:custGeom>
              <a:avLst/>
              <a:gdLst>
                <a:gd name="T0" fmla="*/ 11 w 26"/>
                <a:gd name="T1" fmla="*/ 1 h 5"/>
                <a:gd name="T2" fmla="*/ 1 w 26"/>
                <a:gd name="T3" fmla="*/ 4 h 5"/>
                <a:gd name="T4" fmla="*/ 15 w 26"/>
                <a:gd name="T5" fmla="*/ 4 h 5"/>
                <a:gd name="T6" fmla="*/ 25 w 26"/>
                <a:gd name="T7" fmla="*/ 1 h 5"/>
                <a:gd name="T8" fmla="*/ 11 w 26"/>
                <a:gd name="T9" fmla="*/ 1 h 5"/>
              </a:gdLst>
              <a:ahLst/>
              <a:cxnLst>
                <a:cxn ang="0">
                  <a:pos x="T0" y="T1"/>
                </a:cxn>
                <a:cxn ang="0">
                  <a:pos x="T2" y="T3"/>
                </a:cxn>
                <a:cxn ang="0">
                  <a:pos x="T4" y="T5"/>
                </a:cxn>
                <a:cxn ang="0">
                  <a:pos x="T6" y="T7"/>
                </a:cxn>
                <a:cxn ang="0">
                  <a:pos x="T8" y="T9"/>
                </a:cxn>
              </a:cxnLst>
              <a:rect l="0" t="0" r="r" b="b"/>
              <a:pathLst>
                <a:path w="26" h="5">
                  <a:moveTo>
                    <a:pt x="11" y="1"/>
                  </a:moveTo>
                  <a:cubicBezTo>
                    <a:pt x="5" y="1"/>
                    <a:pt x="0" y="3"/>
                    <a:pt x="1" y="4"/>
                  </a:cubicBezTo>
                  <a:cubicBezTo>
                    <a:pt x="2" y="5"/>
                    <a:pt x="8" y="5"/>
                    <a:pt x="15" y="4"/>
                  </a:cubicBezTo>
                  <a:cubicBezTo>
                    <a:pt x="21" y="3"/>
                    <a:pt x="26" y="2"/>
                    <a:pt x="25" y="1"/>
                  </a:cubicBezTo>
                  <a:cubicBezTo>
                    <a:pt x="24" y="0"/>
                    <a:pt x="18"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17" name="Freeform 1618"/>
            <p:cNvSpPr/>
            <p:nvPr/>
          </p:nvSpPr>
          <p:spPr bwMode="auto">
            <a:xfrm>
              <a:off x="3994454" y="11493278"/>
              <a:ext cx="66675" cy="15875"/>
            </a:xfrm>
            <a:custGeom>
              <a:avLst/>
              <a:gdLst>
                <a:gd name="T0" fmla="*/ 11 w 25"/>
                <a:gd name="T1" fmla="*/ 2 h 6"/>
                <a:gd name="T2" fmla="*/ 1 w 25"/>
                <a:gd name="T3" fmla="*/ 5 h 6"/>
                <a:gd name="T4" fmla="*/ 14 w 25"/>
                <a:gd name="T5" fmla="*/ 5 h 6"/>
                <a:gd name="T6" fmla="*/ 25 w 25"/>
                <a:gd name="T7" fmla="*/ 1 h 6"/>
                <a:gd name="T8" fmla="*/ 11 w 25"/>
                <a:gd name="T9" fmla="*/ 2 h 6"/>
              </a:gdLst>
              <a:ahLst/>
              <a:cxnLst>
                <a:cxn ang="0">
                  <a:pos x="T0" y="T1"/>
                </a:cxn>
                <a:cxn ang="0">
                  <a:pos x="T2" y="T3"/>
                </a:cxn>
                <a:cxn ang="0">
                  <a:pos x="T4" y="T5"/>
                </a:cxn>
                <a:cxn ang="0">
                  <a:pos x="T6" y="T7"/>
                </a:cxn>
                <a:cxn ang="0">
                  <a:pos x="T8" y="T9"/>
                </a:cxn>
              </a:cxnLst>
              <a:rect l="0" t="0" r="r" b="b"/>
              <a:pathLst>
                <a:path w="25" h="6">
                  <a:moveTo>
                    <a:pt x="11" y="2"/>
                  </a:moveTo>
                  <a:cubicBezTo>
                    <a:pt x="5" y="3"/>
                    <a:pt x="0" y="4"/>
                    <a:pt x="1" y="5"/>
                  </a:cubicBezTo>
                  <a:cubicBezTo>
                    <a:pt x="1" y="6"/>
                    <a:pt x="7" y="6"/>
                    <a:pt x="14" y="5"/>
                  </a:cubicBezTo>
                  <a:cubicBezTo>
                    <a:pt x="20" y="4"/>
                    <a:pt x="25" y="2"/>
                    <a:pt x="25" y="1"/>
                  </a:cubicBezTo>
                  <a:cubicBezTo>
                    <a:pt x="24" y="0"/>
                    <a:pt x="18"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18" name="Freeform 1619"/>
            <p:cNvSpPr/>
            <p:nvPr/>
          </p:nvSpPr>
          <p:spPr bwMode="auto">
            <a:xfrm>
              <a:off x="4205591" y="11444065"/>
              <a:ext cx="69850" cy="22225"/>
            </a:xfrm>
            <a:custGeom>
              <a:avLst/>
              <a:gdLst>
                <a:gd name="T0" fmla="*/ 11 w 26"/>
                <a:gd name="T1" fmla="*/ 3 h 8"/>
                <a:gd name="T2" fmla="*/ 1 w 26"/>
                <a:gd name="T3" fmla="*/ 7 h 8"/>
                <a:gd name="T4" fmla="*/ 15 w 26"/>
                <a:gd name="T5" fmla="*/ 6 h 8"/>
                <a:gd name="T6" fmla="*/ 25 w 26"/>
                <a:gd name="T7" fmla="*/ 1 h 8"/>
                <a:gd name="T8" fmla="*/ 11 w 26"/>
                <a:gd name="T9" fmla="*/ 3 h 8"/>
              </a:gdLst>
              <a:ahLst/>
              <a:cxnLst>
                <a:cxn ang="0">
                  <a:pos x="T0" y="T1"/>
                </a:cxn>
                <a:cxn ang="0">
                  <a:pos x="T2" y="T3"/>
                </a:cxn>
                <a:cxn ang="0">
                  <a:pos x="T4" y="T5"/>
                </a:cxn>
                <a:cxn ang="0">
                  <a:pos x="T6" y="T7"/>
                </a:cxn>
                <a:cxn ang="0">
                  <a:pos x="T8" y="T9"/>
                </a:cxn>
              </a:cxnLst>
              <a:rect l="0" t="0" r="r" b="b"/>
              <a:pathLst>
                <a:path w="26" h="8">
                  <a:moveTo>
                    <a:pt x="11" y="3"/>
                  </a:moveTo>
                  <a:cubicBezTo>
                    <a:pt x="4" y="5"/>
                    <a:pt x="0" y="7"/>
                    <a:pt x="1" y="7"/>
                  </a:cubicBezTo>
                  <a:cubicBezTo>
                    <a:pt x="2" y="8"/>
                    <a:pt x="8" y="7"/>
                    <a:pt x="15" y="6"/>
                  </a:cubicBezTo>
                  <a:cubicBezTo>
                    <a:pt x="21" y="4"/>
                    <a:pt x="26" y="2"/>
                    <a:pt x="25" y="1"/>
                  </a:cubicBezTo>
                  <a:cubicBezTo>
                    <a:pt x="24" y="0"/>
                    <a:pt x="17" y="1"/>
                    <a:pt x="1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19" name="Freeform 1620"/>
            <p:cNvSpPr/>
            <p:nvPr/>
          </p:nvSpPr>
          <p:spPr bwMode="auto">
            <a:xfrm>
              <a:off x="4416729" y="11385328"/>
              <a:ext cx="68263" cy="23813"/>
            </a:xfrm>
            <a:custGeom>
              <a:avLst/>
              <a:gdLst>
                <a:gd name="T0" fmla="*/ 12 w 25"/>
                <a:gd name="T1" fmla="*/ 3 h 9"/>
                <a:gd name="T2" fmla="*/ 1 w 25"/>
                <a:gd name="T3" fmla="*/ 8 h 9"/>
                <a:gd name="T4" fmla="*/ 14 w 25"/>
                <a:gd name="T5" fmla="*/ 6 h 9"/>
                <a:gd name="T6" fmla="*/ 25 w 25"/>
                <a:gd name="T7" fmla="*/ 0 h 9"/>
                <a:gd name="T8" fmla="*/ 12 w 25"/>
                <a:gd name="T9" fmla="*/ 3 h 9"/>
              </a:gdLst>
              <a:ahLst/>
              <a:cxnLst>
                <a:cxn ang="0">
                  <a:pos x="T0" y="T1"/>
                </a:cxn>
                <a:cxn ang="0">
                  <a:pos x="T2" y="T3"/>
                </a:cxn>
                <a:cxn ang="0">
                  <a:pos x="T4" y="T5"/>
                </a:cxn>
                <a:cxn ang="0">
                  <a:pos x="T6" y="T7"/>
                </a:cxn>
                <a:cxn ang="0">
                  <a:pos x="T8" y="T9"/>
                </a:cxn>
              </a:cxnLst>
              <a:rect l="0" t="0" r="r" b="b"/>
              <a:pathLst>
                <a:path w="25" h="9">
                  <a:moveTo>
                    <a:pt x="12" y="3"/>
                  </a:moveTo>
                  <a:cubicBezTo>
                    <a:pt x="5" y="5"/>
                    <a:pt x="0" y="7"/>
                    <a:pt x="1" y="8"/>
                  </a:cubicBezTo>
                  <a:cubicBezTo>
                    <a:pt x="1" y="9"/>
                    <a:pt x="7" y="8"/>
                    <a:pt x="14" y="6"/>
                  </a:cubicBezTo>
                  <a:cubicBezTo>
                    <a:pt x="20" y="4"/>
                    <a:pt x="25" y="1"/>
                    <a:pt x="25" y="0"/>
                  </a:cubicBezTo>
                  <a:cubicBezTo>
                    <a:pt x="24" y="0"/>
                    <a:pt x="18" y="1"/>
                    <a:pt x="1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20" name="Freeform 1621"/>
            <p:cNvSpPr/>
            <p:nvPr/>
          </p:nvSpPr>
          <p:spPr bwMode="auto">
            <a:xfrm>
              <a:off x="4629454" y="11312303"/>
              <a:ext cx="66675" cy="26988"/>
            </a:xfrm>
            <a:custGeom>
              <a:avLst/>
              <a:gdLst>
                <a:gd name="T0" fmla="*/ 1 w 25"/>
                <a:gd name="T1" fmla="*/ 9 h 10"/>
                <a:gd name="T2" fmla="*/ 14 w 25"/>
                <a:gd name="T3" fmla="*/ 6 h 10"/>
                <a:gd name="T4" fmla="*/ 25 w 25"/>
                <a:gd name="T5" fmla="*/ 0 h 10"/>
                <a:gd name="T6" fmla="*/ 12 w 25"/>
                <a:gd name="T7" fmla="*/ 4 h 10"/>
                <a:gd name="T8" fmla="*/ 1 w 25"/>
                <a:gd name="T9" fmla="*/ 9 h 10"/>
              </a:gdLst>
              <a:ahLst/>
              <a:cxnLst>
                <a:cxn ang="0">
                  <a:pos x="T0" y="T1"/>
                </a:cxn>
                <a:cxn ang="0">
                  <a:pos x="T2" y="T3"/>
                </a:cxn>
                <a:cxn ang="0">
                  <a:pos x="T4" y="T5"/>
                </a:cxn>
                <a:cxn ang="0">
                  <a:pos x="T6" y="T7"/>
                </a:cxn>
                <a:cxn ang="0">
                  <a:pos x="T8" y="T9"/>
                </a:cxn>
              </a:cxnLst>
              <a:rect l="0" t="0" r="r" b="b"/>
              <a:pathLst>
                <a:path w="25" h="10">
                  <a:moveTo>
                    <a:pt x="1" y="9"/>
                  </a:moveTo>
                  <a:cubicBezTo>
                    <a:pt x="1" y="10"/>
                    <a:pt x="7" y="9"/>
                    <a:pt x="14" y="6"/>
                  </a:cubicBezTo>
                  <a:cubicBezTo>
                    <a:pt x="20" y="4"/>
                    <a:pt x="25" y="1"/>
                    <a:pt x="25" y="0"/>
                  </a:cubicBezTo>
                  <a:cubicBezTo>
                    <a:pt x="24" y="0"/>
                    <a:pt x="18" y="1"/>
                    <a:pt x="12" y="4"/>
                  </a:cubicBezTo>
                  <a:cubicBezTo>
                    <a:pt x="5" y="6"/>
                    <a:pt x="0" y="8"/>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21" name="Freeform 1622"/>
            <p:cNvSpPr/>
            <p:nvPr/>
          </p:nvSpPr>
          <p:spPr bwMode="auto">
            <a:xfrm>
              <a:off x="4840591" y="11228165"/>
              <a:ext cx="68263" cy="28575"/>
            </a:xfrm>
            <a:custGeom>
              <a:avLst/>
              <a:gdLst>
                <a:gd name="T0" fmla="*/ 0 w 25"/>
                <a:gd name="T1" fmla="*/ 10 h 11"/>
                <a:gd name="T2" fmla="*/ 13 w 25"/>
                <a:gd name="T3" fmla="*/ 7 h 11"/>
                <a:gd name="T4" fmla="*/ 24 w 25"/>
                <a:gd name="T5" fmla="*/ 1 h 11"/>
                <a:gd name="T6" fmla="*/ 11 w 25"/>
                <a:gd name="T7" fmla="*/ 5 h 11"/>
                <a:gd name="T8" fmla="*/ 0 w 25"/>
                <a:gd name="T9" fmla="*/ 10 h 11"/>
              </a:gdLst>
              <a:ahLst/>
              <a:cxnLst>
                <a:cxn ang="0">
                  <a:pos x="T0" y="T1"/>
                </a:cxn>
                <a:cxn ang="0">
                  <a:pos x="T2" y="T3"/>
                </a:cxn>
                <a:cxn ang="0">
                  <a:pos x="T4" y="T5"/>
                </a:cxn>
                <a:cxn ang="0">
                  <a:pos x="T6" y="T7"/>
                </a:cxn>
                <a:cxn ang="0">
                  <a:pos x="T8" y="T9"/>
                </a:cxn>
              </a:cxnLst>
              <a:rect l="0" t="0" r="r" b="b"/>
              <a:pathLst>
                <a:path w="25" h="11">
                  <a:moveTo>
                    <a:pt x="0" y="10"/>
                  </a:moveTo>
                  <a:cubicBezTo>
                    <a:pt x="1" y="11"/>
                    <a:pt x="6" y="10"/>
                    <a:pt x="13" y="7"/>
                  </a:cubicBezTo>
                  <a:cubicBezTo>
                    <a:pt x="19" y="4"/>
                    <a:pt x="25" y="1"/>
                    <a:pt x="24" y="1"/>
                  </a:cubicBezTo>
                  <a:cubicBezTo>
                    <a:pt x="24" y="0"/>
                    <a:pt x="18" y="2"/>
                    <a:pt x="11" y="5"/>
                  </a:cubicBezTo>
                  <a:cubicBezTo>
                    <a:pt x="5" y="7"/>
                    <a:pt x="0" y="10"/>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22" name="Freeform 1623"/>
            <p:cNvSpPr/>
            <p:nvPr/>
          </p:nvSpPr>
          <p:spPr bwMode="auto">
            <a:xfrm>
              <a:off x="5050141" y="11137678"/>
              <a:ext cx="66675" cy="30163"/>
            </a:xfrm>
            <a:custGeom>
              <a:avLst/>
              <a:gdLst>
                <a:gd name="T0" fmla="*/ 12 w 25"/>
                <a:gd name="T1" fmla="*/ 5 h 11"/>
                <a:gd name="T2" fmla="*/ 1 w 25"/>
                <a:gd name="T3" fmla="*/ 11 h 11"/>
                <a:gd name="T4" fmla="*/ 14 w 25"/>
                <a:gd name="T5" fmla="*/ 7 h 11"/>
                <a:gd name="T6" fmla="*/ 25 w 25"/>
                <a:gd name="T7" fmla="*/ 0 h 11"/>
                <a:gd name="T8" fmla="*/ 12 w 25"/>
                <a:gd name="T9" fmla="*/ 5 h 11"/>
              </a:gdLst>
              <a:ahLst/>
              <a:cxnLst>
                <a:cxn ang="0">
                  <a:pos x="T0" y="T1"/>
                </a:cxn>
                <a:cxn ang="0">
                  <a:pos x="T2" y="T3"/>
                </a:cxn>
                <a:cxn ang="0">
                  <a:pos x="T4" y="T5"/>
                </a:cxn>
                <a:cxn ang="0">
                  <a:pos x="T6" y="T7"/>
                </a:cxn>
                <a:cxn ang="0">
                  <a:pos x="T8" y="T9"/>
                </a:cxn>
              </a:cxnLst>
              <a:rect l="0" t="0" r="r" b="b"/>
              <a:pathLst>
                <a:path w="25" h="11">
                  <a:moveTo>
                    <a:pt x="12" y="5"/>
                  </a:moveTo>
                  <a:cubicBezTo>
                    <a:pt x="5" y="8"/>
                    <a:pt x="0" y="10"/>
                    <a:pt x="1" y="11"/>
                  </a:cubicBezTo>
                  <a:cubicBezTo>
                    <a:pt x="1" y="11"/>
                    <a:pt x="7" y="10"/>
                    <a:pt x="14" y="7"/>
                  </a:cubicBezTo>
                  <a:cubicBezTo>
                    <a:pt x="20" y="4"/>
                    <a:pt x="25" y="1"/>
                    <a:pt x="25" y="0"/>
                  </a:cubicBezTo>
                  <a:cubicBezTo>
                    <a:pt x="24" y="0"/>
                    <a:pt x="18" y="2"/>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23" name="Freeform 1624"/>
            <p:cNvSpPr/>
            <p:nvPr/>
          </p:nvSpPr>
          <p:spPr bwMode="auto">
            <a:xfrm>
              <a:off x="5261279" y="11040840"/>
              <a:ext cx="68263" cy="31750"/>
            </a:xfrm>
            <a:custGeom>
              <a:avLst/>
              <a:gdLst>
                <a:gd name="T0" fmla="*/ 11 w 25"/>
                <a:gd name="T1" fmla="*/ 6 h 12"/>
                <a:gd name="T2" fmla="*/ 0 w 25"/>
                <a:gd name="T3" fmla="*/ 12 h 12"/>
                <a:gd name="T4" fmla="*/ 13 w 25"/>
                <a:gd name="T5" fmla="*/ 7 h 12"/>
                <a:gd name="T6" fmla="*/ 24 w 25"/>
                <a:gd name="T7" fmla="*/ 1 h 12"/>
                <a:gd name="T8" fmla="*/ 11 w 25"/>
                <a:gd name="T9" fmla="*/ 6 h 12"/>
              </a:gdLst>
              <a:ahLst/>
              <a:cxnLst>
                <a:cxn ang="0">
                  <a:pos x="T0" y="T1"/>
                </a:cxn>
                <a:cxn ang="0">
                  <a:pos x="T2" y="T3"/>
                </a:cxn>
                <a:cxn ang="0">
                  <a:pos x="T4" y="T5"/>
                </a:cxn>
                <a:cxn ang="0">
                  <a:pos x="T6" y="T7"/>
                </a:cxn>
                <a:cxn ang="0">
                  <a:pos x="T8" y="T9"/>
                </a:cxn>
              </a:cxnLst>
              <a:rect l="0" t="0" r="r" b="b"/>
              <a:pathLst>
                <a:path w="25" h="12">
                  <a:moveTo>
                    <a:pt x="11" y="6"/>
                  </a:moveTo>
                  <a:cubicBezTo>
                    <a:pt x="4" y="9"/>
                    <a:pt x="0" y="11"/>
                    <a:pt x="0" y="12"/>
                  </a:cubicBezTo>
                  <a:cubicBezTo>
                    <a:pt x="1" y="12"/>
                    <a:pt x="6" y="10"/>
                    <a:pt x="13" y="7"/>
                  </a:cubicBezTo>
                  <a:cubicBezTo>
                    <a:pt x="19" y="4"/>
                    <a:pt x="25" y="1"/>
                    <a:pt x="24" y="1"/>
                  </a:cubicBezTo>
                  <a:cubicBezTo>
                    <a:pt x="23" y="0"/>
                    <a:pt x="17" y="3"/>
                    <a:pt x="1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24" name="Freeform 1625"/>
            <p:cNvSpPr/>
            <p:nvPr/>
          </p:nvSpPr>
          <p:spPr bwMode="auto">
            <a:xfrm>
              <a:off x="5470829" y="10939240"/>
              <a:ext cx="66675" cy="33338"/>
            </a:xfrm>
            <a:custGeom>
              <a:avLst/>
              <a:gdLst>
                <a:gd name="T0" fmla="*/ 1 w 25"/>
                <a:gd name="T1" fmla="*/ 12 h 12"/>
                <a:gd name="T2" fmla="*/ 14 w 25"/>
                <a:gd name="T3" fmla="*/ 7 h 12"/>
                <a:gd name="T4" fmla="*/ 24 w 25"/>
                <a:gd name="T5" fmla="*/ 1 h 12"/>
                <a:gd name="T6" fmla="*/ 11 w 25"/>
                <a:gd name="T7" fmla="*/ 6 h 12"/>
                <a:gd name="T8" fmla="*/ 1 w 25"/>
                <a:gd name="T9" fmla="*/ 12 h 12"/>
              </a:gdLst>
              <a:ahLst/>
              <a:cxnLst>
                <a:cxn ang="0">
                  <a:pos x="T0" y="T1"/>
                </a:cxn>
                <a:cxn ang="0">
                  <a:pos x="T2" y="T3"/>
                </a:cxn>
                <a:cxn ang="0">
                  <a:pos x="T4" y="T5"/>
                </a:cxn>
                <a:cxn ang="0">
                  <a:pos x="T6" y="T7"/>
                </a:cxn>
                <a:cxn ang="0">
                  <a:pos x="T8" y="T9"/>
                </a:cxn>
              </a:cxnLst>
              <a:rect l="0" t="0" r="r" b="b"/>
              <a:pathLst>
                <a:path w="25" h="12">
                  <a:moveTo>
                    <a:pt x="1" y="12"/>
                  </a:moveTo>
                  <a:cubicBezTo>
                    <a:pt x="1" y="12"/>
                    <a:pt x="7" y="10"/>
                    <a:pt x="14" y="7"/>
                  </a:cubicBezTo>
                  <a:cubicBezTo>
                    <a:pt x="20" y="4"/>
                    <a:pt x="25" y="1"/>
                    <a:pt x="24" y="1"/>
                  </a:cubicBezTo>
                  <a:cubicBezTo>
                    <a:pt x="23" y="0"/>
                    <a:pt x="17" y="3"/>
                    <a:pt x="11" y="6"/>
                  </a:cubicBezTo>
                  <a:cubicBezTo>
                    <a:pt x="4" y="9"/>
                    <a:pt x="0" y="12"/>
                    <a:pt x="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25" name="Freeform 1626"/>
            <p:cNvSpPr/>
            <p:nvPr/>
          </p:nvSpPr>
          <p:spPr bwMode="auto">
            <a:xfrm>
              <a:off x="5681966" y="10836053"/>
              <a:ext cx="65088" cy="34925"/>
            </a:xfrm>
            <a:custGeom>
              <a:avLst/>
              <a:gdLst>
                <a:gd name="T0" fmla="*/ 11 w 24"/>
                <a:gd name="T1" fmla="*/ 6 h 13"/>
                <a:gd name="T2" fmla="*/ 0 w 24"/>
                <a:gd name="T3" fmla="*/ 12 h 13"/>
                <a:gd name="T4" fmla="*/ 12 w 24"/>
                <a:gd name="T5" fmla="*/ 7 h 13"/>
                <a:gd name="T6" fmla="*/ 24 w 24"/>
                <a:gd name="T7" fmla="*/ 1 h 13"/>
                <a:gd name="T8" fmla="*/ 11 w 24"/>
                <a:gd name="T9" fmla="*/ 6 h 13"/>
              </a:gdLst>
              <a:ahLst/>
              <a:cxnLst>
                <a:cxn ang="0">
                  <a:pos x="T0" y="T1"/>
                </a:cxn>
                <a:cxn ang="0">
                  <a:pos x="T2" y="T3"/>
                </a:cxn>
                <a:cxn ang="0">
                  <a:pos x="T4" y="T5"/>
                </a:cxn>
                <a:cxn ang="0">
                  <a:pos x="T6" y="T7"/>
                </a:cxn>
                <a:cxn ang="0">
                  <a:pos x="T8" y="T9"/>
                </a:cxn>
              </a:cxnLst>
              <a:rect l="0" t="0" r="r" b="b"/>
              <a:pathLst>
                <a:path w="24" h="13">
                  <a:moveTo>
                    <a:pt x="11" y="6"/>
                  </a:moveTo>
                  <a:cubicBezTo>
                    <a:pt x="5" y="9"/>
                    <a:pt x="0" y="12"/>
                    <a:pt x="0" y="12"/>
                  </a:cubicBezTo>
                  <a:cubicBezTo>
                    <a:pt x="0" y="13"/>
                    <a:pt x="6" y="10"/>
                    <a:pt x="12" y="7"/>
                  </a:cubicBezTo>
                  <a:cubicBezTo>
                    <a:pt x="19" y="4"/>
                    <a:pt x="24" y="1"/>
                    <a:pt x="24" y="1"/>
                  </a:cubicBezTo>
                  <a:cubicBezTo>
                    <a:pt x="23" y="0"/>
                    <a:pt x="18" y="3"/>
                    <a:pt x="1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26" name="Freeform 1627"/>
            <p:cNvSpPr/>
            <p:nvPr/>
          </p:nvSpPr>
          <p:spPr bwMode="auto">
            <a:xfrm>
              <a:off x="5662916" y="10836053"/>
              <a:ext cx="61913" cy="30163"/>
            </a:xfrm>
            <a:custGeom>
              <a:avLst/>
              <a:gdLst>
                <a:gd name="T0" fmla="*/ 1 w 23"/>
                <a:gd name="T1" fmla="*/ 11 h 11"/>
                <a:gd name="T2" fmla="*/ 13 w 23"/>
                <a:gd name="T3" fmla="*/ 5 h 11"/>
                <a:gd name="T4" fmla="*/ 23 w 23"/>
                <a:gd name="T5" fmla="*/ 0 h 11"/>
                <a:gd name="T6" fmla="*/ 10 w 23"/>
                <a:gd name="T7" fmla="*/ 6 h 11"/>
                <a:gd name="T8" fmla="*/ 1 w 23"/>
                <a:gd name="T9" fmla="*/ 11 h 11"/>
              </a:gdLst>
              <a:ahLst/>
              <a:cxnLst>
                <a:cxn ang="0">
                  <a:pos x="T0" y="T1"/>
                </a:cxn>
                <a:cxn ang="0">
                  <a:pos x="T2" y="T3"/>
                </a:cxn>
                <a:cxn ang="0">
                  <a:pos x="T4" y="T5"/>
                </a:cxn>
                <a:cxn ang="0">
                  <a:pos x="T6" y="T7"/>
                </a:cxn>
                <a:cxn ang="0">
                  <a:pos x="T8" y="T9"/>
                </a:cxn>
              </a:cxnLst>
              <a:rect l="0" t="0" r="r" b="b"/>
              <a:pathLst>
                <a:path w="23" h="11">
                  <a:moveTo>
                    <a:pt x="1" y="11"/>
                  </a:moveTo>
                  <a:cubicBezTo>
                    <a:pt x="1" y="11"/>
                    <a:pt x="7" y="8"/>
                    <a:pt x="13" y="5"/>
                  </a:cubicBezTo>
                  <a:cubicBezTo>
                    <a:pt x="19" y="2"/>
                    <a:pt x="23" y="0"/>
                    <a:pt x="23" y="0"/>
                  </a:cubicBezTo>
                  <a:cubicBezTo>
                    <a:pt x="23" y="0"/>
                    <a:pt x="17" y="3"/>
                    <a:pt x="10" y="6"/>
                  </a:cubicBezTo>
                  <a:cubicBezTo>
                    <a:pt x="5" y="9"/>
                    <a:pt x="0" y="11"/>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27" name="Freeform 1628"/>
            <p:cNvSpPr/>
            <p:nvPr/>
          </p:nvSpPr>
          <p:spPr bwMode="auto">
            <a:xfrm>
              <a:off x="5451779" y="10937653"/>
              <a:ext cx="65088" cy="28575"/>
            </a:xfrm>
            <a:custGeom>
              <a:avLst/>
              <a:gdLst>
                <a:gd name="T0" fmla="*/ 12 w 24"/>
                <a:gd name="T1" fmla="*/ 5 h 11"/>
                <a:gd name="T2" fmla="*/ 1 w 24"/>
                <a:gd name="T3" fmla="*/ 11 h 11"/>
                <a:gd name="T4" fmla="*/ 15 w 24"/>
                <a:gd name="T5" fmla="*/ 5 h 11"/>
                <a:gd name="T6" fmla="*/ 23 w 24"/>
                <a:gd name="T7" fmla="*/ 0 h 11"/>
                <a:gd name="T8" fmla="*/ 12 w 24"/>
                <a:gd name="T9" fmla="*/ 5 h 11"/>
              </a:gdLst>
              <a:ahLst/>
              <a:cxnLst>
                <a:cxn ang="0">
                  <a:pos x="T0" y="T1"/>
                </a:cxn>
                <a:cxn ang="0">
                  <a:pos x="T2" y="T3"/>
                </a:cxn>
                <a:cxn ang="0">
                  <a:pos x="T4" y="T5"/>
                </a:cxn>
                <a:cxn ang="0">
                  <a:pos x="T6" y="T7"/>
                </a:cxn>
                <a:cxn ang="0">
                  <a:pos x="T8" y="T9"/>
                </a:cxn>
              </a:cxnLst>
              <a:rect l="0" t="0" r="r" b="b"/>
              <a:pathLst>
                <a:path w="24" h="11">
                  <a:moveTo>
                    <a:pt x="12" y="5"/>
                  </a:moveTo>
                  <a:cubicBezTo>
                    <a:pt x="5" y="8"/>
                    <a:pt x="0" y="11"/>
                    <a:pt x="1" y="11"/>
                  </a:cubicBezTo>
                  <a:cubicBezTo>
                    <a:pt x="2" y="11"/>
                    <a:pt x="9" y="8"/>
                    <a:pt x="15" y="5"/>
                  </a:cubicBezTo>
                  <a:cubicBezTo>
                    <a:pt x="20" y="2"/>
                    <a:pt x="24" y="0"/>
                    <a:pt x="23" y="0"/>
                  </a:cubicBezTo>
                  <a:cubicBezTo>
                    <a:pt x="23" y="0"/>
                    <a:pt x="17" y="3"/>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28" name="Freeform 1629"/>
            <p:cNvSpPr/>
            <p:nvPr/>
          </p:nvSpPr>
          <p:spPr bwMode="auto">
            <a:xfrm>
              <a:off x="5245404" y="11034490"/>
              <a:ext cx="58738" cy="30163"/>
            </a:xfrm>
            <a:custGeom>
              <a:avLst/>
              <a:gdLst>
                <a:gd name="T0" fmla="*/ 10 w 22"/>
                <a:gd name="T1" fmla="*/ 5 h 11"/>
                <a:gd name="T2" fmla="*/ 0 w 22"/>
                <a:gd name="T3" fmla="*/ 11 h 11"/>
                <a:gd name="T4" fmla="*/ 12 w 22"/>
                <a:gd name="T5" fmla="*/ 6 h 11"/>
                <a:gd name="T6" fmla="*/ 22 w 22"/>
                <a:gd name="T7" fmla="*/ 0 h 11"/>
                <a:gd name="T8" fmla="*/ 10 w 22"/>
                <a:gd name="T9" fmla="*/ 5 h 11"/>
              </a:gdLst>
              <a:ahLst/>
              <a:cxnLst>
                <a:cxn ang="0">
                  <a:pos x="T0" y="T1"/>
                </a:cxn>
                <a:cxn ang="0">
                  <a:pos x="T2" y="T3"/>
                </a:cxn>
                <a:cxn ang="0">
                  <a:pos x="T4" y="T5"/>
                </a:cxn>
                <a:cxn ang="0">
                  <a:pos x="T6" y="T7"/>
                </a:cxn>
                <a:cxn ang="0">
                  <a:pos x="T8" y="T9"/>
                </a:cxn>
              </a:cxnLst>
              <a:rect l="0" t="0" r="r" b="b"/>
              <a:pathLst>
                <a:path w="22" h="11">
                  <a:moveTo>
                    <a:pt x="10" y="5"/>
                  </a:moveTo>
                  <a:cubicBezTo>
                    <a:pt x="4" y="8"/>
                    <a:pt x="0" y="10"/>
                    <a:pt x="0" y="11"/>
                  </a:cubicBezTo>
                  <a:cubicBezTo>
                    <a:pt x="0" y="11"/>
                    <a:pt x="5" y="9"/>
                    <a:pt x="12" y="6"/>
                  </a:cubicBezTo>
                  <a:cubicBezTo>
                    <a:pt x="18" y="3"/>
                    <a:pt x="22" y="1"/>
                    <a:pt x="22" y="0"/>
                  </a:cubicBezTo>
                  <a:cubicBezTo>
                    <a:pt x="22" y="0"/>
                    <a:pt x="17" y="2"/>
                    <a:pt x="1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29" name="Freeform 1630"/>
            <p:cNvSpPr/>
            <p:nvPr/>
          </p:nvSpPr>
          <p:spPr bwMode="auto">
            <a:xfrm>
              <a:off x="5032679" y="11129740"/>
              <a:ext cx="63500" cy="26988"/>
            </a:xfrm>
            <a:custGeom>
              <a:avLst/>
              <a:gdLst>
                <a:gd name="T0" fmla="*/ 0 w 23"/>
                <a:gd name="T1" fmla="*/ 10 h 10"/>
                <a:gd name="T2" fmla="*/ 12 w 23"/>
                <a:gd name="T3" fmla="*/ 5 h 10"/>
                <a:gd name="T4" fmla="*/ 23 w 23"/>
                <a:gd name="T5" fmla="*/ 0 h 10"/>
                <a:gd name="T6" fmla="*/ 11 w 23"/>
                <a:gd name="T7" fmla="*/ 4 h 10"/>
                <a:gd name="T8" fmla="*/ 0 w 23"/>
                <a:gd name="T9" fmla="*/ 10 h 10"/>
              </a:gdLst>
              <a:ahLst/>
              <a:cxnLst>
                <a:cxn ang="0">
                  <a:pos x="T0" y="T1"/>
                </a:cxn>
                <a:cxn ang="0">
                  <a:pos x="T2" y="T3"/>
                </a:cxn>
                <a:cxn ang="0">
                  <a:pos x="T4" y="T5"/>
                </a:cxn>
                <a:cxn ang="0">
                  <a:pos x="T6" y="T7"/>
                </a:cxn>
                <a:cxn ang="0">
                  <a:pos x="T8" y="T9"/>
                </a:cxn>
              </a:cxnLst>
              <a:rect l="0" t="0" r="r" b="b"/>
              <a:pathLst>
                <a:path w="23" h="10">
                  <a:moveTo>
                    <a:pt x="0" y="10"/>
                  </a:moveTo>
                  <a:cubicBezTo>
                    <a:pt x="1" y="10"/>
                    <a:pt x="6" y="8"/>
                    <a:pt x="12" y="5"/>
                  </a:cubicBezTo>
                  <a:cubicBezTo>
                    <a:pt x="18" y="3"/>
                    <a:pt x="23" y="0"/>
                    <a:pt x="23" y="0"/>
                  </a:cubicBezTo>
                  <a:cubicBezTo>
                    <a:pt x="22" y="0"/>
                    <a:pt x="17" y="2"/>
                    <a:pt x="11" y="4"/>
                  </a:cubicBezTo>
                  <a:cubicBezTo>
                    <a:pt x="5" y="7"/>
                    <a:pt x="0" y="10"/>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30" name="Freeform 1631"/>
            <p:cNvSpPr/>
            <p:nvPr/>
          </p:nvSpPr>
          <p:spPr bwMode="auto">
            <a:xfrm>
              <a:off x="4824716" y="11217053"/>
              <a:ext cx="58738" cy="26988"/>
            </a:xfrm>
            <a:custGeom>
              <a:avLst/>
              <a:gdLst>
                <a:gd name="T0" fmla="*/ 10 w 22"/>
                <a:gd name="T1" fmla="*/ 5 h 10"/>
                <a:gd name="T2" fmla="*/ 0 w 22"/>
                <a:gd name="T3" fmla="*/ 9 h 10"/>
                <a:gd name="T4" fmla="*/ 12 w 22"/>
                <a:gd name="T5" fmla="*/ 5 h 10"/>
                <a:gd name="T6" fmla="*/ 22 w 22"/>
                <a:gd name="T7" fmla="*/ 1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4" y="7"/>
                    <a:pt x="0" y="9"/>
                    <a:pt x="0" y="9"/>
                  </a:cubicBezTo>
                  <a:cubicBezTo>
                    <a:pt x="0" y="10"/>
                    <a:pt x="5" y="8"/>
                    <a:pt x="12" y="5"/>
                  </a:cubicBezTo>
                  <a:cubicBezTo>
                    <a:pt x="18" y="3"/>
                    <a:pt x="22" y="1"/>
                    <a:pt x="22" y="1"/>
                  </a:cubicBezTo>
                  <a:cubicBezTo>
                    <a:pt x="22" y="0"/>
                    <a:pt x="17" y="2"/>
                    <a:pt x="1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31" name="Freeform 1632"/>
            <p:cNvSpPr/>
            <p:nvPr/>
          </p:nvSpPr>
          <p:spPr bwMode="auto">
            <a:xfrm>
              <a:off x="4610404" y="11298015"/>
              <a:ext cx="65088" cy="22225"/>
            </a:xfrm>
            <a:custGeom>
              <a:avLst/>
              <a:gdLst>
                <a:gd name="T0" fmla="*/ 12 w 24"/>
                <a:gd name="T1" fmla="*/ 3 h 8"/>
                <a:gd name="T2" fmla="*/ 1 w 24"/>
                <a:gd name="T3" fmla="*/ 8 h 8"/>
                <a:gd name="T4" fmla="*/ 14 w 24"/>
                <a:gd name="T5" fmla="*/ 4 h 8"/>
                <a:gd name="T6" fmla="*/ 23 w 24"/>
                <a:gd name="T7" fmla="*/ 0 h 8"/>
                <a:gd name="T8" fmla="*/ 12 w 24"/>
                <a:gd name="T9" fmla="*/ 3 h 8"/>
              </a:gdLst>
              <a:ahLst/>
              <a:cxnLst>
                <a:cxn ang="0">
                  <a:pos x="T0" y="T1"/>
                </a:cxn>
                <a:cxn ang="0">
                  <a:pos x="T2" y="T3"/>
                </a:cxn>
                <a:cxn ang="0">
                  <a:pos x="T4" y="T5"/>
                </a:cxn>
                <a:cxn ang="0">
                  <a:pos x="T6" y="T7"/>
                </a:cxn>
                <a:cxn ang="0">
                  <a:pos x="T8" y="T9"/>
                </a:cxn>
              </a:cxnLst>
              <a:rect l="0" t="0" r="r" b="b"/>
              <a:pathLst>
                <a:path w="24" h="8">
                  <a:moveTo>
                    <a:pt x="12" y="3"/>
                  </a:moveTo>
                  <a:cubicBezTo>
                    <a:pt x="6" y="5"/>
                    <a:pt x="0" y="8"/>
                    <a:pt x="1" y="8"/>
                  </a:cubicBezTo>
                  <a:cubicBezTo>
                    <a:pt x="1" y="8"/>
                    <a:pt x="8" y="7"/>
                    <a:pt x="14" y="4"/>
                  </a:cubicBezTo>
                  <a:cubicBezTo>
                    <a:pt x="20" y="2"/>
                    <a:pt x="24" y="0"/>
                    <a:pt x="23" y="0"/>
                  </a:cubicBezTo>
                  <a:cubicBezTo>
                    <a:pt x="23" y="0"/>
                    <a:pt x="18" y="1"/>
                    <a:pt x="1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32" name="Freeform 1633"/>
            <p:cNvSpPr/>
            <p:nvPr/>
          </p:nvSpPr>
          <p:spPr bwMode="auto">
            <a:xfrm>
              <a:off x="4397679" y="11367865"/>
              <a:ext cx="65088" cy="19050"/>
            </a:xfrm>
            <a:custGeom>
              <a:avLst/>
              <a:gdLst>
                <a:gd name="T0" fmla="*/ 12 w 24"/>
                <a:gd name="T1" fmla="*/ 2 h 7"/>
                <a:gd name="T2" fmla="*/ 1 w 24"/>
                <a:gd name="T3" fmla="*/ 7 h 7"/>
                <a:gd name="T4" fmla="*/ 14 w 24"/>
                <a:gd name="T5" fmla="*/ 4 h 7"/>
                <a:gd name="T6" fmla="*/ 24 w 24"/>
                <a:gd name="T7" fmla="*/ 0 h 7"/>
                <a:gd name="T8" fmla="*/ 12 w 24"/>
                <a:gd name="T9" fmla="*/ 2 h 7"/>
              </a:gdLst>
              <a:ahLst/>
              <a:cxnLst>
                <a:cxn ang="0">
                  <a:pos x="T0" y="T1"/>
                </a:cxn>
                <a:cxn ang="0">
                  <a:pos x="T2" y="T3"/>
                </a:cxn>
                <a:cxn ang="0">
                  <a:pos x="T4" y="T5"/>
                </a:cxn>
                <a:cxn ang="0">
                  <a:pos x="T6" y="T7"/>
                </a:cxn>
                <a:cxn ang="0">
                  <a:pos x="T8" y="T9"/>
                </a:cxn>
              </a:cxnLst>
              <a:rect l="0" t="0" r="r" b="b"/>
              <a:pathLst>
                <a:path w="24" h="7">
                  <a:moveTo>
                    <a:pt x="12" y="2"/>
                  </a:moveTo>
                  <a:cubicBezTo>
                    <a:pt x="6" y="4"/>
                    <a:pt x="0" y="6"/>
                    <a:pt x="1" y="7"/>
                  </a:cubicBezTo>
                  <a:cubicBezTo>
                    <a:pt x="1" y="7"/>
                    <a:pt x="7" y="6"/>
                    <a:pt x="14" y="4"/>
                  </a:cubicBezTo>
                  <a:cubicBezTo>
                    <a:pt x="20" y="2"/>
                    <a:pt x="24" y="0"/>
                    <a:pt x="24" y="0"/>
                  </a:cubicBezTo>
                  <a:cubicBezTo>
                    <a:pt x="23" y="0"/>
                    <a:pt x="18" y="1"/>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33" name="Freeform 1634"/>
            <p:cNvSpPr/>
            <p:nvPr/>
          </p:nvSpPr>
          <p:spPr bwMode="auto">
            <a:xfrm>
              <a:off x="4186541" y="11425015"/>
              <a:ext cx="65088" cy="19050"/>
            </a:xfrm>
            <a:custGeom>
              <a:avLst/>
              <a:gdLst>
                <a:gd name="T0" fmla="*/ 11 w 24"/>
                <a:gd name="T1" fmla="*/ 3 h 7"/>
                <a:gd name="T2" fmla="*/ 1 w 24"/>
                <a:gd name="T3" fmla="*/ 6 h 7"/>
                <a:gd name="T4" fmla="*/ 14 w 24"/>
                <a:gd name="T5" fmla="*/ 4 h 7"/>
                <a:gd name="T6" fmla="*/ 24 w 24"/>
                <a:gd name="T7" fmla="*/ 1 h 7"/>
                <a:gd name="T8" fmla="*/ 11 w 24"/>
                <a:gd name="T9" fmla="*/ 3 h 7"/>
              </a:gdLst>
              <a:ahLst/>
              <a:cxnLst>
                <a:cxn ang="0">
                  <a:pos x="T0" y="T1"/>
                </a:cxn>
                <a:cxn ang="0">
                  <a:pos x="T2" y="T3"/>
                </a:cxn>
                <a:cxn ang="0">
                  <a:pos x="T4" y="T5"/>
                </a:cxn>
                <a:cxn ang="0">
                  <a:pos x="T6" y="T7"/>
                </a:cxn>
                <a:cxn ang="0">
                  <a:pos x="T8" y="T9"/>
                </a:cxn>
              </a:cxnLst>
              <a:rect l="0" t="0" r="r" b="b"/>
              <a:pathLst>
                <a:path w="24" h="7">
                  <a:moveTo>
                    <a:pt x="11" y="3"/>
                  </a:moveTo>
                  <a:cubicBezTo>
                    <a:pt x="5" y="4"/>
                    <a:pt x="0" y="6"/>
                    <a:pt x="1" y="6"/>
                  </a:cubicBezTo>
                  <a:cubicBezTo>
                    <a:pt x="1" y="7"/>
                    <a:pt x="7" y="6"/>
                    <a:pt x="14" y="4"/>
                  </a:cubicBezTo>
                  <a:cubicBezTo>
                    <a:pt x="20" y="3"/>
                    <a:pt x="24" y="1"/>
                    <a:pt x="24" y="1"/>
                  </a:cubicBezTo>
                  <a:cubicBezTo>
                    <a:pt x="23" y="0"/>
                    <a:pt x="17" y="1"/>
                    <a:pt x="1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34" name="Freeform 1635"/>
            <p:cNvSpPr/>
            <p:nvPr/>
          </p:nvSpPr>
          <p:spPr bwMode="auto">
            <a:xfrm>
              <a:off x="3975404" y="11471053"/>
              <a:ext cx="65088" cy="14288"/>
            </a:xfrm>
            <a:custGeom>
              <a:avLst/>
              <a:gdLst>
                <a:gd name="T0" fmla="*/ 12 w 24"/>
                <a:gd name="T1" fmla="*/ 1 h 5"/>
                <a:gd name="T2" fmla="*/ 0 w 24"/>
                <a:gd name="T3" fmla="*/ 4 h 5"/>
                <a:gd name="T4" fmla="*/ 13 w 24"/>
                <a:gd name="T5" fmla="*/ 3 h 5"/>
                <a:gd name="T6" fmla="*/ 23 w 24"/>
                <a:gd name="T7" fmla="*/ 0 h 5"/>
                <a:gd name="T8" fmla="*/ 12 w 24"/>
                <a:gd name="T9" fmla="*/ 1 h 5"/>
              </a:gdLst>
              <a:ahLst/>
              <a:cxnLst>
                <a:cxn ang="0">
                  <a:pos x="T0" y="T1"/>
                </a:cxn>
                <a:cxn ang="0">
                  <a:pos x="T2" y="T3"/>
                </a:cxn>
                <a:cxn ang="0">
                  <a:pos x="T4" y="T5"/>
                </a:cxn>
                <a:cxn ang="0">
                  <a:pos x="T6" y="T7"/>
                </a:cxn>
                <a:cxn ang="0">
                  <a:pos x="T8" y="T9"/>
                </a:cxn>
              </a:cxnLst>
              <a:rect l="0" t="0" r="r" b="b"/>
              <a:pathLst>
                <a:path w="24" h="5">
                  <a:moveTo>
                    <a:pt x="12" y="1"/>
                  </a:moveTo>
                  <a:cubicBezTo>
                    <a:pt x="5" y="2"/>
                    <a:pt x="0" y="4"/>
                    <a:pt x="0" y="4"/>
                  </a:cubicBezTo>
                  <a:cubicBezTo>
                    <a:pt x="1" y="5"/>
                    <a:pt x="7" y="4"/>
                    <a:pt x="13" y="3"/>
                  </a:cubicBezTo>
                  <a:cubicBezTo>
                    <a:pt x="19" y="2"/>
                    <a:pt x="24" y="1"/>
                    <a:pt x="23" y="0"/>
                  </a:cubicBezTo>
                  <a:cubicBezTo>
                    <a:pt x="23" y="0"/>
                    <a:pt x="18"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35" name="Freeform 1636"/>
            <p:cNvSpPr/>
            <p:nvPr/>
          </p:nvSpPr>
          <p:spPr bwMode="auto">
            <a:xfrm>
              <a:off x="3761091" y="11501215"/>
              <a:ext cx="65088" cy="7938"/>
            </a:xfrm>
            <a:custGeom>
              <a:avLst/>
              <a:gdLst>
                <a:gd name="T0" fmla="*/ 12 w 24"/>
                <a:gd name="T1" fmla="*/ 0 h 3"/>
                <a:gd name="T2" fmla="*/ 1 w 24"/>
                <a:gd name="T3" fmla="*/ 2 h 3"/>
                <a:gd name="T4" fmla="*/ 14 w 24"/>
                <a:gd name="T5" fmla="*/ 2 h 3"/>
                <a:gd name="T6" fmla="*/ 24 w 24"/>
                <a:gd name="T7" fmla="*/ 0 h 3"/>
                <a:gd name="T8" fmla="*/ 12 w 24"/>
                <a:gd name="T9" fmla="*/ 0 h 3"/>
              </a:gdLst>
              <a:ahLst/>
              <a:cxnLst>
                <a:cxn ang="0">
                  <a:pos x="T0" y="T1"/>
                </a:cxn>
                <a:cxn ang="0">
                  <a:pos x="T2" y="T3"/>
                </a:cxn>
                <a:cxn ang="0">
                  <a:pos x="T4" y="T5"/>
                </a:cxn>
                <a:cxn ang="0">
                  <a:pos x="T6" y="T7"/>
                </a:cxn>
                <a:cxn ang="0">
                  <a:pos x="T8" y="T9"/>
                </a:cxn>
              </a:cxnLst>
              <a:rect l="0" t="0" r="r" b="b"/>
              <a:pathLst>
                <a:path w="24" h="3">
                  <a:moveTo>
                    <a:pt x="12" y="0"/>
                  </a:moveTo>
                  <a:cubicBezTo>
                    <a:pt x="6" y="1"/>
                    <a:pt x="0" y="2"/>
                    <a:pt x="1" y="2"/>
                  </a:cubicBezTo>
                  <a:cubicBezTo>
                    <a:pt x="1" y="3"/>
                    <a:pt x="8" y="3"/>
                    <a:pt x="14" y="2"/>
                  </a:cubicBezTo>
                  <a:cubicBezTo>
                    <a:pt x="20" y="2"/>
                    <a:pt x="24" y="1"/>
                    <a:pt x="24" y="0"/>
                  </a:cubicBezTo>
                  <a:cubicBezTo>
                    <a:pt x="23" y="0"/>
                    <a:pt x="18"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36" name="Freeform 1637"/>
            <p:cNvSpPr/>
            <p:nvPr/>
          </p:nvSpPr>
          <p:spPr bwMode="auto">
            <a:xfrm>
              <a:off x="3548366" y="11512328"/>
              <a:ext cx="65088" cy="7938"/>
            </a:xfrm>
            <a:custGeom>
              <a:avLst/>
              <a:gdLst>
                <a:gd name="T0" fmla="*/ 10 w 24"/>
                <a:gd name="T1" fmla="*/ 0 h 3"/>
                <a:gd name="T2" fmla="*/ 0 w 24"/>
                <a:gd name="T3" fmla="*/ 2 h 3"/>
                <a:gd name="T4" fmla="*/ 13 w 24"/>
                <a:gd name="T5" fmla="*/ 3 h 3"/>
                <a:gd name="T6" fmla="*/ 23 w 24"/>
                <a:gd name="T7" fmla="*/ 1 h 3"/>
                <a:gd name="T8" fmla="*/ 10 w 24"/>
                <a:gd name="T9" fmla="*/ 0 h 3"/>
              </a:gdLst>
              <a:ahLst/>
              <a:cxnLst>
                <a:cxn ang="0">
                  <a:pos x="T0" y="T1"/>
                </a:cxn>
                <a:cxn ang="0">
                  <a:pos x="T2" y="T3"/>
                </a:cxn>
                <a:cxn ang="0">
                  <a:pos x="T4" y="T5"/>
                </a:cxn>
                <a:cxn ang="0">
                  <a:pos x="T6" y="T7"/>
                </a:cxn>
                <a:cxn ang="0">
                  <a:pos x="T8" y="T9"/>
                </a:cxn>
              </a:cxnLst>
              <a:rect l="0" t="0" r="r" b="b"/>
              <a:pathLst>
                <a:path w="24" h="3">
                  <a:moveTo>
                    <a:pt x="10" y="0"/>
                  </a:moveTo>
                  <a:cubicBezTo>
                    <a:pt x="4" y="0"/>
                    <a:pt x="0" y="1"/>
                    <a:pt x="0" y="2"/>
                  </a:cubicBezTo>
                  <a:cubicBezTo>
                    <a:pt x="0" y="3"/>
                    <a:pt x="6" y="3"/>
                    <a:pt x="13" y="3"/>
                  </a:cubicBezTo>
                  <a:cubicBezTo>
                    <a:pt x="19" y="3"/>
                    <a:pt x="24" y="2"/>
                    <a:pt x="23" y="1"/>
                  </a:cubicBezTo>
                  <a:cubicBezTo>
                    <a:pt x="21" y="1"/>
                    <a:pt x="16" y="0"/>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37" name="Freeform 1638"/>
            <p:cNvSpPr/>
            <p:nvPr/>
          </p:nvSpPr>
          <p:spPr bwMode="auto">
            <a:xfrm>
              <a:off x="3330879" y="11504390"/>
              <a:ext cx="68263" cy="12700"/>
            </a:xfrm>
            <a:custGeom>
              <a:avLst/>
              <a:gdLst>
                <a:gd name="T0" fmla="*/ 11 w 25"/>
                <a:gd name="T1" fmla="*/ 1 h 5"/>
                <a:gd name="T2" fmla="*/ 1 w 25"/>
                <a:gd name="T3" fmla="*/ 2 h 5"/>
                <a:gd name="T4" fmla="*/ 15 w 25"/>
                <a:gd name="T5" fmla="*/ 5 h 5"/>
                <a:gd name="T6" fmla="*/ 24 w 25"/>
                <a:gd name="T7" fmla="*/ 3 h 5"/>
                <a:gd name="T8" fmla="*/ 11 w 25"/>
                <a:gd name="T9" fmla="*/ 1 h 5"/>
              </a:gdLst>
              <a:ahLst/>
              <a:cxnLst>
                <a:cxn ang="0">
                  <a:pos x="T0" y="T1"/>
                </a:cxn>
                <a:cxn ang="0">
                  <a:pos x="T2" y="T3"/>
                </a:cxn>
                <a:cxn ang="0">
                  <a:pos x="T4" y="T5"/>
                </a:cxn>
                <a:cxn ang="0">
                  <a:pos x="T6" y="T7"/>
                </a:cxn>
                <a:cxn ang="0">
                  <a:pos x="T8" y="T9"/>
                </a:cxn>
              </a:cxnLst>
              <a:rect l="0" t="0" r="r" b="b"/>
              <a:pathLst>
                <a:path w="25" h="5">
                  <a:moveTo>
                    <a:pt x="11" y="1"/>
                  </a:moveTo>
                  <a:cubicBezTo>
                    <a:pt x="5" y="0"/>
                    <a:pt x="0" y="1"/>
                    <a:pt x="1" y="2"/>
                  </a:cubicBezTo>
                  <a:cubicBezTo>
                    <a:pt x="2" y="3"/>
                    <a:pt x="9" y="4"/>
                    <a:pt x="15" y="5"/>
                  </a:cubicBezTo>
                  <a:cubicBezTo>
                    <a:pt x="21" y="5"/>
                    <a:pt x="25" y="4"/>
                    <a:pt x="24" y="3"/>
                  </a:cubicBezTo>
                  <a:cubicBezTo>
                    <a:pt x="23" y="2"/>
                    <a:pt x="17" y="1"/>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38" name="Freeform 1639"/>
            <p:cNvSpPr/>
            <p:nvPr/>
          </p:nvSpPr>
          <p:spPr bwMode="auto">
            <a:xfrm>
              <a:off x="3116566" y="11482165"/>
              <a:ext cx="65088" cy="19050"/>
            </a:xfrm>
            <a:custGeom>
              <a:avLst/>
              <a:gdLst>
                <a:gd name="T0" fmla="*/ 11 w 24"/>
                <a:gd name="T1" fmla="*/ 1 h 7"/>
                <a:gd name="T2" fmla="*/ 1 w 24"/>
                <a:gd name="T3" fmla="*/ 2 h 7"/>
                <a:gd name="T4" fmla="*/ 13 w 24"/>
                <a:gd name="T5" fmla="*/ 6 h 7"/>
                <a:gd name="T6" fmla="*/ 23 w 24"/>
                <a:gd name="T7" fmla="*/ 5 h 7"/>
                <a:gd name="T8" fmla="*/ 11 w 24"/>
                <a:gd name="T9" fmla="*/ 1 h 7"/>
              </a:gdLst>
              <a:ahLst/>
              <a:cxnLst>
                <a:cxn ang="0">
                  <a:pos x="T0" y="T1"/>
                </a:cxn>
                <a:cxn ang="0">
                  <a:pos x="T2" y="T3"/>
                </a:cxn>
                <a:cxn ang="0">
                  <a:pos x="T4" y="T5"/>
                </a:cxn>
                <a:cxn ang="0">
                  <a:pos x="T6" y="T7"/>
                </a:cxn>
                <a:cxn ang="0">
                  <a:pos x="T8" y="T9"/>
                </a:cxn>
              </a:cxnLst>
              <a:rect l="0" t="0" r="r" b="b"/>
              <a:pathLst>
                <a:path w="24" h="7">
                  <a:moveTo>
                    <a:pt x="11" y="1"/>
                  </a:moveTo>
                  <a:cubicBezTo>
                    <a:pt x="5" y="0"/>
                    <a:pt x="0" y="1"/>
                    <a:pt x="1" y="2"/>
                  </a:cubicBezTo>
                  <a:cubicBezTo>
                    <a:pt x="1" y="4"/>
                    <a:pt x="7" y="5"/>
                    <a:pt x="13" y="6"/>
                  </a:cubicBezTo>
                  <a:cubicBezTo>
                    <a:pt x="19" y="7"/>
                    <a:pt x="24" y="6"/>
                    <a:pt x="23" y="5"/>
                  </a:cubicBezTo>
                  <a:cubicBezTo>
                    <a:pt x="23" y="3"/>
                    <a:pt x="17" y="2"/>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39" name="Freeform 1640"/>
            <p:cNvSpPr/>
            <p:nvPr/>
          </p:nvSpPr>
          <p:spPr bwMode="auto">
            <a:xfrm>
              <a:off x="2900666" y="11450415"/>
              <a:ext cx="66675" cy="23813"/>
            </a:xfrm>
            <a:custGeom>
              <a:avLst/>
              <a:gdLst>
                <a:gd name="T0" fmla="*/ 1 w 25"/>
                <a:gd name="T1" fmla="*/ 3 h 9"/>
                <a:gd name="T2" fmla="*/ 15 w 25"/>
                <a:gd name="T3" fmla="*/ 8 h 9"/>
                <a:gd name="T4" fmla="*/ 24 w 25"/>
                <a:gd name="T5" fmla="*/ 6 h 9"/>
                <a:gd name="T6" fmla="*/ 12 w 25"/>
                <a:gd name="T7" fmla="*/ 1 h 9"/>
                <a:gd name="T8" fmla="*/ 1 w 25"/>
                <a:gd name="T9" fmla="*/ 3 h 9"/>
              </a:gdLst>
              <a:ahLst/>
              <a:cxnLst>
                <a:cxn ang="0">
                  <a:pos x="T0" y="T1"/>
                </a:cxn>
                <a:cxn ang="0">
                  <a:pos x="T2" y="T3"/>
                </a:cxn>
                <a:cxn ang="0">
                  <a:pos x="T4" y="T5"/>
                </a:cxn>
                <a:cxn ang="0">
                  <a:pos x="T6" y="T7"/>
                </a:cxn>
                <a:cxn ang="0">
                  <a:pos x="T8" y="T9"/>
                </a:cxn>
              </a:cxnLst>
              <a:rect l="0" t="0" r="r" b="b"/>
              <a:pathLst>
                <a:path w="25" h="9">
                  <a:moveTo>
                    <a:pt x="1" y="3"/>
                  </a:moveTo>
                  <a:cubicBezTo>
                    <a:pt x="2" y="5"/>
                    <a:pt x="9" y="8"/>
                    <a:pt x="15" y="8"/>
                  </a:cubicBezTo>
                  <a:cubicBezTo>
                    <a:pt x="21" y="9"/>
                    <a:pt x="25" y="8"/>
                    <a:pt x="24" y="6"/>
                  </a:cubicBezTo>
                  <a:cubicBezTo>
                    <a:pt x="23" y="4"/>
                    <a:pt x="18" y="2"/>
                    <a:pt x="12" y="1"/>
                  </a:cubicBezTo>
                  <a:cubicBezTo>
                    <a:pt x="5" y="0"/>
                    <a:pt x="0" y="1"/>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40" name="Freeform 1641"/>
            <p:cNvSpPr/>
            <p:nvPr/>
          </p:nvSpPr>
          <p:spPr bwMode="auto">
            <a:xfrm>
              <a:off x="2686354" y="11415490"/>
              <a:ext cx="65088" cy="28575"/>
            </a:xfrm>
            <a:custGeom>
              <a:avLst/>
              <a:gdLst>
                <a:gd name="T0" fmla="*/ 12 w 24"/>
                <a:gd name="T1" fmla="*/ 1 h 11"/>
                <a:gd name="T2" fmla="*/ 1 w 24"/>
                <a:gd name="T3" fmla="*/ 4 h 11"/>
                <a:gd name="T4" fmla="*/ 14 w 24"/>
                <a:gd name="T5" fmla="*/ 10 h 11"/>
                <a:gd name="T6" fmla="*/ 24 w 24"/>
                <a:gd name="T7" fmla="*/ 7 h 11"/>
                <a:gd name="T8" fmla="*/ 12 w 24"/>
                <a:gd name="T9" fmla="*/ 1 h 11"/>
              </a:gdLst>
              <a:ahLst/>
              <a:cxnLst>
                <a:cxn ang="0">
                  <a:pos x="T0" y="T1"/>
                </a:cxn>
                <a:cxn ang="0">
                  <a:pos x="T2" y="T3"/>
                </a:cxn>
                <a:cxn ang="0">
                  <a:pos x="T4" y="T5"/>
                </a:cxn>
                <a:cxn ang="0">
                  <a:pos x="T6" y="T7"/>
                </a:cxn>
                <a:cxn ang="0">
                  <a:pos x="T8" y="T9"/>
                </a:cxn>
              </a:cxnLst>
              <a:rect l="0" t="0" r="r" b="b"/>
              <a:pathLst>
                <a:path w="24" h="11">
                  <a:moveTo>
                    <a:pt x="12" y="1"/>
                  </a:moveTo>
                  <a:cubicBezTo>
                    <a:pt x="5" y="0"/>
                    <a:pt x="0" y="1"/>
                    <a:pt x="1" y="4"/>
                  </a:cubicBezTo>
                  <a:cubicBezTo>
                    <a:pt x="2" y="6"/>
                    <a:pt x="8" y="9"/>
                    <a:pt x="14" y="10"/>
                  </a:cubicBezTo>
                  <a:cubicBezTo>
                    <a:pt x="20" y="11"/>
                    <a:pt x="24" y="9"/>
                    <a:pt x="24" y="7"/>
                  </a:cubicBezTo>
                  <a:cubicBezTo>
                    <a:pt x="23" y="5"/>
                    <a:pt x="18" y="2"/>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41" name="Freeform 1642"/>
            <p:cNvSpPr/>
            <p:nvPr/>
          </p:nvSpPr>
          <p:spPr bwMode="auto">
            <a:xfrm>
              <a:off x="2468866" y="11378978"/>
              <a:ext cx="68263" cy="33338"/>
            </a:xfrm>
            <a:custGeom>
              <a:avLst/>
              <a:gdLst>
                <a:gd name="T0" fmla="*/ 1 w 25"/>
                <a:gd name="T1" fmla="*/ 5 h 12"/>
                <a:gd name="T2" fmla="*/ 14 w 25"/>
                <a:gd name="T3" fmla="*/ 11 h 12"/>
                <a:gd name="T4" fmla="*/ 24 w 25"/>
                <a:gd name="T5" fmla="*/ 7 h 12"/>
                <a:gd name="T6" fmla="*/ 12 w 25"/>
                <a:gd name="T7" fmla="*/ 1 h 12"/>
                <a:gd name="T8" fmla="*/ 1 w 25"/>
                <a:gd name="T9" fmla="*/ 5 h 12"/>
              </a:gdLst>
              <a:ahLst/>
              <a:cxnLst>
                <a:cxn ang="0">
                  <a:pos x="T0" y="T1"/>
                </a:cxn>
                <a:cxn ang="0">
                  <a:pos x="T2" y="T3"/>
                </a:cxn>
                <a:cxn ang="0">
                  <a:pos x="T4" y="T5"/>
                </a:cxn>
                <a:cxn ang="0">
                  <a:pos x="T6" y="T7"/>
                </a:cxn>
                <a:cxn ang="0">
                  <a:pos x="T8" y="T9"/>
                </a:cxn>
              </a:cxnLst>
              <a:rect l="0" t="0" r="r" b="b"/>
              <a:pathLst>
                <a:path w="25" h="12">
                  <a:moveTo>
                    <a:pt x="1" y="5"/>
                  </a:moveTo>
                  <a:cubicBezTo>
                    <a:pt x="3" y="8"/>
                    <a:pt x="8" y="10"/>
                    <a:pt x="14" y="11"/>
                  </a:cubicBezTo>
                  <a:cubicBezTo>
                    <a:pt x="21" y="12"/>
                    <a:pt x="25" y="10"/>
                    <a:pt x="24" y="7"/>
                  </a:cubicBezTo>
                  <a:cubicBezTo>
                    <a:pt x="23" y="4"/>
                    <a:pt x="18" y="2"/>
                    <a:pt x="12" y="1"/>
                  </a:cubicBezTo>
                  <a:cubicBezTo>
                    <a:pt x="5" y="0"/>
                    <a:pt x="0" y="2"/>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42" name="Freeform 1643"/>
            <p:cNvSpPr/>
            <p:nvPr/>
          </p:nvSpPr>
          <p:spPr bwMode="auto">
            <a:xfrm>
              <a:off x="2254554" y="11347228"/>
              <a:ext cx="66675" cy="34925"/>
            </a:xfrm>
            <a:custGeom>
              <a:avLst/>
              <a:gdLst>
                <a:gd name="T0" fmla="*/ 1 w 25"/>
                <a:gd name="T1" fmla="*/ 6 h 13"/>
                <a:gd name="T2" fmla="*/ 15 w 25"/>
                <a:gd name="T3" fmla="*/ 13 h 13"/>
                <a:gd name="T4" fmla="*/ 24 w 25"/>
                <a:gd name="T5" fmla="*/ 8 h 13"/>
                <a:gd name="T6" fmla="*/ 11 w 25"/>
                <a:gd name="T7" fmla="*/ 1 h 13"/>
                <a:gd name="T8" fmla="*/ 1 w 25"/>
                <a:gd name="T9" fmla="*/ 6 h 13"/>
              </a:gdLst>
              <a:ahLst/>
              <a:cxnLst>
                <a:cxn ang="0">
                  <a:pos x="T0" y="T1"/>
                </a:cxn>
                <a:cxn ang="0">
                  <a:pos x="T2" y="T3"/>
                </a:cxn>
                <a:cxn ang="0">
                  <a:pos x="T4" y="T5"/>
                </a:cxn>
                <a:cxn ang="0">
                  <a:pos x="T6" y="T7"/>
                </a:cxn>
                <a:cxn ang="0">
                  <a:pos x="T8" y="T9"/>
                </a:cxn>
              </a:cxnLst>
              <a:rect l="0" t="0" r="r" b="b"/>
              <a:pathLst>
                <a:path w="25" h="13">
                  <a:moveTo>
                    <a:pt x="1" y="6"/>
                  </a:moveTo>
                  <a:cubicBezTo>
                    <a:pt x="2" y="9"/>
                    <a:pt x="9" y="13"/>
                    <a:pt x="15" y="13"/>
                  </a:cubicBezTo>
                  <a:cubicBezTo>
                    <a:pt x="21" y="13"/>
                    <a:pt x="25" y="11"/>
                    <a:pt x="24" y="8"/>
                  </a:cubicBezTo>
                  <a:cubicBezTo>
                    <a:pt x="23" y="4"/>
                    <a:pt x="17" y="1"/>
                    <a:pt x="11" y="1"/>
                  </a:cubicBezTo>
                  <a:cubicBezTo>
                    <a:pt x="5" y="0"/>
                    <a:pt x="0" y="2"/>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43" name="Freeform 1644"/>
            <p:cNvSpPr/>
            <p:nvPr/>
          </p:nvSpPr>
          <p:spPr bwMode="auto">
            <a:xfrm>
              <a:off x="2040241" y="11320240"/>
              <a:ext cx="66675" cy="39688"/>
            </a:xfrm>
            <a:custGeom>
              <a:avLst/>
              <a:gdLst>
                <a:gd name="T0" fmla="*/ 1 w 25"/>
                <a:gd name="T1" fmla="*/ 7 h 15"/>
                <a:gd name="T2" fmla="*/ 15 w 25"/>
                <a:gd name="T3" fmla="*/ 15 h 15"/>
                <a:gd name="T4" fmla="*/ 24 w 25"/>
                <a:gd name="T5" fmla="*/ 9 h 15"/>
                <a:gd name="T6" fmla="*/ 11 w 25"/>
                <a:gd name="T7" fmla="*/ 1 h 15"/>
                <a:gd name="T8" fmla="*/ 1 w 25"/>
                <a:gd name="T9" fmla="*/ 7 h 15"/>
              </a:gdLst>
              <a:ahLst/>
              <a:cxnLst>
                <a:cxn ang="0">
                  <a:pos x="T0" y="T1"/>
                </a:cxn>
                <a:cxn ang="0">
                  <a:pos x="T2" y="T3"/>
                </a:cxn>
                <a:cxn ang="0">
                  <a:pos x="T4" y="T5"/>
                </a:cxn>
                <a:cxn ang="0">
                  <a:pos x="T6" y="T7"/>
                </a:cxn>
                <a:cxn ang="0">
                  <a:pos x="T8" y="T9"/>
                </a:cxn>
              </a:cxnLst>
              <a:rect l="0" t="0" r="r" b="b"/>
              <a:pathLst>
                <a:path w="25" h="15">
                  <a:moveTo>
                    <a:pt x="1" y="7"/>
                  </a:moveTo>
                  <a:cubicBezTo>
                    <a:pt x="2" y="12"/>
                    <a:pt x="9" y="15"/>
                    <a:pt x="15" y="15"/>
                  </a:cubicBezTo>
                  <a:cubicBezTo>
                    <a:pt x="21" y="15"/>
                    <a:pt x="25" y="12"/>
                    <a:pt x="24" y="9"/>
                  </a:cubicBezTo>
                  <a:cubicBezTo>
                    <a:pt x="22" y="5"/>
                    <a:pt x="17" y="2"/>
                    <a:pt x="11" y="1"/>
                  </a:cubicBezTo>
                  <a:cubicBezTo>
                    <a:pt x="4" y="0"/>
                    <a:pt x="0" y="3"/>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44" name="Freeform 1645"/>
            <p:cNvSpPr/>
            <p:nvPr/>
          </p:nvSpPr>
          <p:spPr bwMode="auto">
            <a:xfrm>
              <a:off x="1825929" y="11305953"/>
              <a:ext cx="66675" cy="42863"/>
            </a:xfrm>
            <a:custGeom>
              <a:avLst/>
              <a:gdLst>
                <a:gd name="T0" fmla="*/ 11 w 25"/>
                <a:gd name="T1" fmla="*/ 0 h 16"/>
                <a:gd name="T2" fmla="*/ 1 w 25"/>
                <a:gd name="T3" fmla="*/ 8 h 16"/>
                <a:gd name="T4" fmla="*/ 15 w 25"/>
                <a:gd name="T5" fmla="*/ 16 h 16"/>
                <a:gd name="T6" fmla="*/ 23 w 25"/>
                <a:gd name="T7" fmla="*/ 8 h 16"/>
                <a:gd name="T8" fmla="*/ 11 w 25"/>
                <a:gd name="T9" fmla="*/ 0 h 16"/>
              </a:gdLst>
              <a:ahLst/>
              <a:cxnLst>
                <a:cxn ang="0">
                  <a:pos x="T0" y="T1"/>
                </a:cxn>
                <a:cxn ang="0">
                  <a:pos x="T2" y="T3"/>
                </a:cxn>
                <a:cxn ang="0">
                  <a:pos x="T4" y="T5"/>
                </a:cxn>
                <a:cxn ang="0">
                  <a:pos x="T6" y="T7"/>
                </a:cxn>
                <a:cxn ang="0">
                  <a:pos x="T8" y="T9"/>
                </a:cxn>
              </a:cxnLst>
              <a:rect l="0" t="0" r="r" b="b"/>
              <a:pathLst>
                <a:path w="25" h="16">
                  <a:moveTo>
                    <a:pt x="11" y="0"/>
                  </a:moveTo>
                  <a:cubicBezTo>
                    <a:pt x="4" y="0"/>
                    <a:pt x="0" y="4"/>
                    <a:pt x="1" y="8"/>
                  </a:cubicBezTo>
                  <a:cubicBezTo>
                    <a:pt x="2" y="13"/>
                    <a:pt x="9" y="16"/>
                    <a:pt x="15" y="16"/>
                  </a:cubicBezTo>
                  <a:cubicBezTo>
                    <a:pt x="21" y="15"/>
                    <a:pt x="25" y="12"/>
                    <a:pt x="23" y="8"/>
                  </a:cubicBezTo>
                  <a:cubicBezTo>
                    <a:pt x="22" y="4"/>
                    <a:pt x="17" y="1"/>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45" name="Freeform 1646"/>
            <p:cNvSpPr/>
            <p:nvPr/>
          </p:nvSpPr>
          <p:spPr bwMode="auto">
            <a:xfrm>
              <a:off x="1611616" y="11302778"/>
              <a:ext cx="65088" cy="49213"/>
            </a:xfrm>
            <a:custGeom>
              <a:avLst/>
              <a:gdLst>
                <a:gd name="T0" fmla="*/ 1 w 24"/>
                <a:gd name="T1" fmla="*/ 9 h 18"/>
                <a:gd name="T2" fmla="*/ 14 w 24"/>
                <a:gd name="T3" fmla="*/ 17 h 18"/>
                <a:gd name="T4" fmla="*/ 24 w 24"/>
                <a:gd name="T5" fmla="*/ 9 h 18"/>
                <a:gd name="T6" fmla="*/ 11 w 24"/>
                <a:gd name="T7" fmla="*/ 1 h 18"/>
                <a:gd name="T8" fmla="*/ 1 w 24"/>
                <a:gd name="T9" fmla="*/ 9 h 18"/>
              </a:gdLst>
              <a:ahLst/>
              <a:cxnLst>
                <a:cxn ang="0">
                  <a:pos x="T0" y="T1"/>
                </a:cxn>
                <a:cxn ang="0">
                  <a:pos x="T2" y="T3"/>
                </a:cxn>
                <a:cxn ang="0">
                  <a:pos x="T4" y="T5"/>
                </a:cxn>
                <a:cxn ang="0">
                  <a:pos x="T6" y="T7"/>
                </a:cxn>
                <a:cxn ang="0">
                  <a:pos x="T8" y="T9"/>
                </a:cxn>
              </a:cxnLst>
              <a:rect l="0" t="0" r="r" b="b"/>
              <a:pathLst>
                <a:path w="24" h="18">
                  <a:moveTo>
                    <a:pt x="1" y="9"/>
                  </a:moveTo>
                  <a:cubicBezTo>
                    <a:pt x="1" y="14"/>
                    <a:pt x="8" y="18"/>
                    <a:pt x="14" y="17"/>
                  </a:cubicBezTo>
                  <a:cubicBezTo>
                    <a:pt x="20" y="17"/>
                    <a:pt x="24" y="13"/>
                    <a:pt x="24" y="9"/>
                  </a:cubicBezTo>
                  <a:cubicBezTo>
                    <a:pt x="23" y="4"/>
                    <a:pt x="17" y="0"/>
                    <a:pt x="11" y="1"/>
                  </a:cubicBezTo>
                  <a:cubicBezTo>
                    <a:pt x="5" y="1"/>
                    <a:pt x="0" y="5"/>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46" name="Freeform 1647"/>
            <p:cNvSpPr/>
            <p:nvPr/>
          </p:nvSpPr>
          <p:spPr bwMode="auto">
            <a:xfrm>
              <a:off x="1398891" y="11317065"/>
              <a:ext cx="65088" cy="50800"/>
            </a:xfrm>
            <a:custGeom>
              <a:avLst/>
              <a:gdLst>
                <a:gd name="T0" fmla="*/ 10 w 24"/>
                <a:gd name="T1" fmla="*/ 1 h 19"/>
                <a:gd name="T2" fmla="*/ 0 w 24"/>
                <a:gd name="T3" fmla="*/ 11 h 19"/>
                <a:gd name="T4" fmla="*/ 14 w 24"/>
                <a:gd name="T5" fmla="*/ 18 h 19"/>
                <a:gd name="T6" fmla="*/ 23 w 24"/>
                <a:gd name="T7" fmla="*/ 9 h 19"/>
                <a:gd name="T8" fmla="*/ 10 w 24"/>
                <a:gd name="T9" fmla="*/ 1 h 19"/>
              </a:gdLst>
              <a:ahLst/>
              <a:cxnLst>
                <a:cxn ang="0">
                  <a:pos x="T0" y="T1"/>
                </a:cxn>
                <a:cxn ang="0">
                  <a:pos x="T2" y="T3"/>
                </a:cxn>
                <a:cxn ang="0">
                  <a:pos x="T4" y="T5"/>
                </a:cxn>
                <a:cxn ang="0">
                  <a:pos x="T6" y="T7"/>
                </a:cxn>
                <a:cxn ang="0">
                  <a:pos x="T8" y="T9"/>
                </a:cxn>
              </a:cxnLst>
              <a:rect l="0" t="0" r="r" b="b"/>
              <a:pathLst>
                <a:path w="24" h="19">
                  <a:moveTo>
                    <a:pt x="10" y="1"/>
                  </a:moveTo>
                  <a:cubicBezTo>
                    <a:pt x="4" y="2"/>
                    <a:pt x="0" y="7"/>
                    <a:pt x="0" y="11"/>
                  </a:cubicBezTo>
                  <a:cubicBezTo>
                    <a:pt x="1" y="16"/>
                    <a:pt x="7" y="19"/>
                    <a:pt x="14" y="18"/>
                  </a:cubicBezTo>
                  <a:cubicBezTo>
                    <a:pt x="20" y="17"/>
                    <a:pt x="24" y="13"/>
                    <a:pt x="23" y="9"/>
                  </a:cubicBezTo>
                  <a:cubicBezTo>
                    <a:pt x="22" y="4"/>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47" name="Freeform 1648"/>
            <p:cNvSpPr/>
            <p:nvPr/>
          </p:nvSpPr>
          <p:spPr bwMode="auto">
            <a:xfrm>
              <a:off x="1187754" y="11351990"/>
              <a:ext cx="65088" cy="52388"/>
            </a:xfrm>
            <a:custGeom>
              <a:avLst/>
              <a:gdLst>
                <a:gd name="T0" fmla="*/ 10 w 24"/>
                <a:gd name="T1" fmla="*/ 1 h 19"/>
                <a:gd name="T2" fmla="*/ 0 w 24"/>
                <a:gd name="T3" fmla="*/ 11 h 19"/>
                <a:gd name="T4" fmla="*/ 13 w 24"/>
                <a:gd name="T5" fmla="*/ 18 h 19"/>
                <a:gd name="T6" fmla="*/ 23 w 24"/>
                <a:gd name="T7" fmla="*/ 6 h 19"/>
                <a:gd name="T8" fmla="*/ 10 w 24"/>
                <a:gd name="T9" fmla="*/ 1 h 19"/>
              </a:gdLst>
              <a:ahLst/>
              <a:cxnLst>
                <a:cxn ang="0">
                  <a:pos x="T0" y="T1"/>
                </a:cxn>
                <a:cxn ang="0">
                  <a:pos x="T2" y="T3"/>
                </a:cxn>
                <a:cxn ang="0">
                  <a:pos x="T4" y="T5"/>
                </a:cxn>
                <a:cxn ang="0">
                  <a:pos x="T6" y="T7"/>
                </a:cxn>
                <a:cxn ang="0">
                  <a:pos x="T8" y="T9"/>
                </a:cxn>
              </a:cxnLst>
              <a:rect l="0" t="0" r="r" b="b"/>
              <a:pathLst>
                <a:path w="24" h="19">
                  <a:moveTo>
                    <a:pt x="10" y="1"/>
                  </a:moveTo>
                  <a:cubicBezTo>
                    <a:pt x="4" y="2"/>
                    <a:pt x="0" y="7"/>
                    <a:pt x="0" y="11"/>
                  </a:cubicBezTo>
                  <a:cubicBezTo>
                    <a:pt x="1" y="16"/>
                    <a:pt x="7" y="19"/>
                    <a:pt x="13" y="18"/>
                  </a:cubicBezTo>
                  <a:cubicBezTo>
                    <a:pt x="20" y="16"/>
                    <a:pt x="24" y="11"/>
                    <a:pt x="23" y="6"/>
                  </a:cubicBezTo>
                  <a:cubicBezTo>
                    <a:pt x="21" y="2"/>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48" name="Freeform 1649"/>
            <p:cNvSpPr/>
            <p:nvPr/>
          </p:nvSpPr>
          <p:spPr bwMode="auto">
            <a:xfrm>
              <a:off x="975029" y="11404378"/>
              <a:ext cx="63500" cy="57150"/>
            </a:xfrm>
            <a:custGeom>
              <a:avLst/>
              <a:gdLst>
                <a:gd name="T0" fmla="*/ 10 w 23"/>
                <a:gd name="T1" fmla="*/ 3 h 21"/>
                <a:gd name="T2" fmla="*/ 0 w 23"/>
                <a:gd name="T3" fmla="*/ 14 h 21"/>
                <a:gd name="T4" fmla="*/ 13 w 23"/>
                <a:gd name="T5" fmla="*/ 19 h 21"/>
                <a:gd name="T6" fmla="*/ 23 w 23"/>
                <a:gd name="T7" fmla="*/ 7 h 21"/>
                <a:gd name="T8" fmla="*/ 10 w 23"/>
                <a:gd name="T9" fmla="*/ 3 h 21"/>
              </a:gdLst>
              <a:ahLst/>
              <a:cxnLst>
                <a:cxn ang="0">
                  <a:pos x="T0" y="T1"/>
                </a:cxn>
                <a:cxn ang="0">
                  <a:pos x="T2" y="T3"/>
                </a:cxn>
                <a:cxn ang="0">
                  <a:pos x="T4" y="T5"/>
                </a:cxn>
                <a:cxn ang="0">
                  <a:pos x="T6" y="T7"/>
                </a:cxn>
                <a:cxn ang="0">
                  <a:pos x="T8" y="T9"/>
                </a:cxn>
              </a:cxnLst>
              <a:rect l="0" t="0" r="r" b="b"/>
              <a:pathLst>
                <a:path w="23" h="21">
                  <a:moveTo>
                    <a:pt x="10" y="3"/>
                  </a:moveTo>
                  <a:cubicBezTo>
                    <a:pt x="4" y="5"/>
                    <a:pt x="0" y="10"/>
                    <a:pt x="0" y="14"/>
                  </a:cubicBezTo>
                  <a:cubicBezTo>
                    <a:pt x="1" y="19"/>
                    <a:pt x="7" y="21"/>
                    <a:pt x="13" y="19"/>
                  </a:cubicBezTo>
                  <a:cubicBezTo>
                    <a:pt x="19" y="17"/>
                    <a:pt x="23" y="12"/>
                    <a:pt x="23" y="7"/>
                  </a:cubicBezTo>
                  <a:cubicBezTo>
                    <a:pt x="22" y="2"/>
                    <a:pt x="16" y="0"/>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49" name="Freeform 1650"/>
            <p:cNvSpPr/>
            <p:nvPr/>
          </p:nvSpPr>
          <p:spPr bwMode="auto">
            <a:xfrm>
              <a:off x="760716" y="11471053"/>
              <a:ext cx="68263" cy="52388"/>
            </a:xfrm>
            <a:custGeom>
              <a:avLst/>
              <a:gdLst>
                <a:gd name="T0" fmla="*/ 11 w 25"/>
                <a:gd name="T1" fmla="*/ 2 h 19"/>
                <a:gd name="T2" fmla="*/ 2 w 25"/>
                <a:gd name="T3" fmla="*/ 14 h 19"/>
                <a:gd name="T4" fmla="*/ 14 w 25"/>
                <a:gd name="T5" fmla="*/ 17 h 19"/>
                <a:gd name="T6" fmla="*/ 24 w 25"/>
                <a:gd name="T7" fmla="*/ 6 h 19"/>
                <a:gd name="T8" fmla="*/ 11 w 25"/>
                <a:gd name="T9" fmla="*/ 2 h 19"/>
              </a:gdLst>
              <a:ahLst/>
              <a:cxnLst>
                <a:cxn ang="0">
                  <a:pos x="T0" y="T1"/>
                </a:cxn>
                <a:cxn ang="0">
                  <a:pos x="T2" y="T3"/>
                </a:cxn>
                <a:cxn ang="0">
                  <a:pos x="T4" y="T5"/>
                </a:cxn>
                <a:cxn ang="0">
                  <a:pos x="T6" y="T7"/>
                </a:cxn>
                <a:cxn ang="0">
                  <a:pos x="T8" y="T9"/>
                </a:cxn>
              </a:cxnLst>
              <a:rect l="0" t="0" r="r" b="b"/>
              <a:pathLst>
                <a:path w="25" h="19">
                  <a:moveTo>
                    <a:pt x="11" y="2"/>
                  </a:moveTo>
                  <a:cubicBezTo>
                    <a:pt x="5" y="4"/>
                    <a:pt x="0" y="10"/>
                    <a:pt x="2" y="14"/>
                  </a:cubicBezTo>
                  <a:cubicBezTo>
                    <a:pt x="3" y="17"/>
                    <a:pt x="8" y="19"/>
                    <a:pt x="14" y="17"/>
                  </a:cubicBezTo>
                  <a:cubicBezTo>
                    <a:pt x="21" y="15"/>
                    <a:pt x="25" y="10"/>
                    <a:pt x="24" y="6"/>
                  </a:cubicBezTo>
                  <a:cubicBezTo>
                    <a:pt x="23" y="2"/>
                    <a:pt x="17"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50" name="Freeform 1651"/>
            <p:cNvSpPr/>
            <p:nvPr/>
          </p:nvSpPr>
          <p:spPr bwMode="auto">
            <a:xfrm>
              <a:off x="552754" y="11547253"/>
              <a:ext cx="61913" cy="49213"/>
            </a:xfrm>
            <a:custGeom>
              <a:avLst/>
              <a:gdLst>
                <a:gd name="T0" fmla="*/ 12 w 23"/>
                <a:gd name="T1" fmla="*/ 2 h 18"/>
                <a:gd name="T2" fmla="*/ 1 w 23"/>
                <a:gd name="T3" fmla="*/ 13 h 18"/>
                <a:gd name="T4" fmla="*/ 13 w 23"/>
                <a:gd name="T5" fmla="*/ 15 h 18"/>
                <a:gd name="T6" fmla="*/ 23 w 23"/>
                <a:gd name="T7" fmla="*/ 5 h 18"/>
                <a:gd name="T8" fmla="*/ 12 w 23"/>
                <a:gd name="T9" fmla="*/ 2 h 18"/>
              </a:gdLst>
              <a:ahLst/>
              <a:cxnLst>
                <a:cxn ang="0">
                  <a:pos x="T0" y="T1"/>
                </a:cxn>
                <a:cxn ang="0">
                  <a:pos x="T2" y="T3"/>
                </a:cxn>
                <a:cxn ang="0">
                  <a:pos x="T4" y="T5"/>
                </a:cxn>
                <a:cxn ang="0">
                  <a:pos x="T6" y="T7"/>
                </a:cxn>
                <a:cxn ang="0">
                  <a:pos x="T8" y="T9"/>
                </a:cxn>
              </a:cxnLst>
              <a:rect l="0" t="0" r="r" b="b"/>
              <a:pathLst>
                <a:path w="23" h="18">
                  <a:moveTo>
                    <a:pt x="12" y="2"/>
                  </a:moveTo>
                  <a:cubicBezTo>
                    <a:pt x="6" y="5"/>
                    <a:pt x="0" y="9"/>
                    <a:pt x="1" y="13"/>
                  </a:cubicBezTo>
                  <a:cubicBezTo>
                    <a:pt x="1" y="17"/>
                    <a:pt x="7" y="18"/>
                    <a:pt x="13" y="15"/>
                  </a:cubicBezTo>
                  <a:cubicBezTo>
                    <a:pt x="19" y="13"/>
                    <a:pt x="23" y="9"/>
                    <a:pt x="23" y="5"/>
                  </a:cubicBezTo>
                  <a:cubicBezTo>
                    <a:pt x="23" y="2"/>
                    <a:pt x="18" y="0"/>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51" name="Freeform 1652"/>
            <p:cNvSpPr/>
            <p:nvPr/>
          </p:nvSpPr>
          <p:spPr bwMode="auto">
            <a:xfrm>
              <a:off x="340029" y="11634565"/>
              <a:ext cx="65088" cy="38100"/>
            </a:xfrm>
            <a:custGeom>
              <a:avLst/>
              <a:gdLst>
                <a:gd name="T0" fmla="*/ 10 w 24"/>
                <a:gd name="T1" fmla="*/ 3 h 14"/>
                <a:gd name="T2" fmla="*/ 1 w 24"/>
                <a:gd name="T3" fmla="*/ 12 h 14"/>
                <a:gd name="T4" fmla="*/ 14 w 24"/>
                <a:gd name="T5" fmla="*/ 12 h 14"/>
                <a:gd name="T6" fmla="*/ 23 w 24"/>
                <a:gd name="T7" fmla="*/ 3 h 14"/>
                <a:gd name="T8" fmla="*/ 10 w 24"/>
                <a:gd name="T9" fmla="*/ 3 h 14"/>
              </a:gdLst>
              <a:ahLst/>
              <a:cxnLst>
                <a:cxn ang="0">
                  <a:pos x="T0" y="T1"/>
                </a:cxn>
                <a:cxn ang="0">
                  <a:pos x="T2" y="T3"/>
                </a:cxn>
                <a:cxn ang="0">
                  <a:pos x="T4" y="T5"/>
                </a:cxn>
                <a:cxn ang="0">
                  <a:pos x="T6" y="T7"/>
                </a:cxn>
                <a:cxn ang="0">
                  <a:pos x="T8" y="T9"/>
                </a:cxn>
              </a:cxnLst>
              <a:rect l="0" t="0" r="r" b="b"/>
              <a:pathLst>
                <a:path w="24" h="14">
                  <a:moveTo>
                    <a:pt x="10" y="3"/>
                  </a:moveTo>
                  <a:cubicBezTo>
                    <a:pt x="5" y="5"/>
                    <a:pt x="0" y="9"/>
                    <a:pt x="1" y="12"/>
                  </a:cubicBezTo>
                  <a:cubicBezTo>
                    <a:pt x="1" y="14"/>
                    <a:pt x="8" y="14"/>
                    <a:pt x="14" y="12"/>
                  </a:cubicBezTo>
                  <a:cubicBezTo>
                    <a:pt x="20" y="10"/>
                    <a:pt x="24" y="6"/>
                    <a:pt x="23" y="3"/>
                  </a:cubicBezTo>
                  <a:cubicBezTo>
                    <a:pt x="23" y="0"/>
                    <a:pt x="17" y="0"/>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52" name="Freeform 1653"/>
            <p:cNvSpPr/>
            <p:nvPr/>
          </p:nvSpPr>
          <p:spPr bwMode="auto">
            <a:xfrm>
              <a:off x="128891" y="11715528"/>
              <a:ext cx="65088" cy="33338"/>
            </a:xfrm>
            <a:custGeom>
              <a:avLst/>
              <a:gdLst>
                <a:gd name="T0" fmla="*/ 1 w 24"/>
                <a:gd name="T1" fmla="*/ 10 h 12"/>
                <a:gd name="T2" fmla="*/ 13 w 24"/>
                <a:gd name="T3" fmla="*/ 10 h 12"/>
                <a:gd name="T4" fmla="*/ 24 w 24"/>
                <a:gd name="T5" fmla="*/ 2 h 12"/>
                <a:gd name="T6" fmla="*/ 12 w 24"/>
                <a:gd name="T7" fmla="*/ 3 h 12"/>
                <a:gd name="T8" fmla="*/ 1 w 24"/>
                <a:gd name="T9" fmla="*/ 10 h 12"/>
              </a:gdLst>
              <a:ahLst/>
              <a:cxnLst>
                <a:cxn ang="0">
                  <a:pos x="T0" y="T1"/>
                </a:cxn>
                <a:cxn ang="0">
                  <a:pos x="T2" y="T3"/>
                </a:cxn>
                <a:cxn ang="0">
                  <a:pos x="T4" y="T5"/>
                </a:cxn>
                <a:cxn ang="0">
                  <a:pos x="T6" y="T7"/>
                </a:cxn>
                <a:cxn ang="0">
                  <a:pos x="T8" y="T9"/>
                </a:cxn>
              </a:cxnLst>
              <a:rect l="0" t="0" r="r" b="b"/>
              <a:pathLst>
                <a:path w="24" h="12">
                  <a:moveTo>
                    <a:pt x="1" y="10"/>
                  </a:moveTo>
                  <a:cubicBezTo>
                    <a:pt x="2" y="12"/>
                    <a:pt x="7" y="12"/>
                    <a:pt x="13" y="10"/>
                  </a:cubicBezTo>
                  <a:cubicBezTo>
                    <a:pt x="19" y="8"/>
                    <a:pt x="24" y="4"/>
                    <a:pt x="24" y="2"/>
                  </a:cubicBezTo>
                  <a:cubicBezTo>
                    <a:pt x="23" y="0"/>
                    <a:pt x="18" y="1"/>
                    <a:pt x="12" y="3"/>
                  </a:cubicBezTo>
                  <a:cubicBezTo>
                    <a:pt x="6" y="5"/>
                    <a:pt x="0" y="8"/>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53" name="Freeform 1654"/>
            <p:cNvSpPr/>
            <p:nvPr/>
          </p:nvSpPr>
          <p:spPr bwMode="auto">
            <a:xfrm>
              <a:off x="-82246" y="11786965"/>
              <a:ext cx="65088" cy="20638"/>
            </a:xfrm>
            <a:custGeom>
              <a:avLst/>
              <a:gdLst>
                <a:gd name="T0" fmla="*/ 15 w 24"/>
                <a:gd name="T1" fmla="*/ 6 h 8"/>
                <a:gd name="T2" fmla="*/ 23 w 24"/>
                <a:gd name="T3" fmla="*/ 1 h 8"/>
                <a:gd name="T4" fmla="*/ 11 w 24"/>
                <a:gd name="T5" fmla="*/ 2 h 8"/>
                <a:gd name="T6" fmla="*/ 1 w 24"/>
                <a:gd name="T7" fmla="*/ 7 h 8"/>
                <a:gd name="T8" fmla="*/ 15 w 24"/>
                <a:gd name="T9" fmla="*/ 6 h 8"/>
              </a:gdLst>
              <a:ahLst/>
              <a:cxnLst>
                <a:cxn ang="0">
                  <a:pos x="T0" y="T1"/>
                </a:cxn>
                <a:cxn ang="0">
                  <a:pos x="T2" y="T3"/>
                </a:cxn>
                <a:cxn ang="0">
                  <a:pos x="T4" y="T5"/>
                </a:cxn>
                <a:cxn ang="0">
                  <a:pos x="T6" y="T7"/>
                </a:cxn>
                <a:cxn ang="0">
                  <a:pos x="T8" y="T9"/>
                </a:cxn>
              </a:cxnLst>
              <a:rect l="0" t="0" r="r" b="b"/>
              <a:pathLst>
                <a:path w="24" h="8">
                  <a:moveTo>
                    <a:pt x="15" y="6"/>
                  </a:moveTo>
                  <a:cubicBezTo>
                    <a:pt x="20" y="5"/>
                    <a:pt x="24" y="2"/>
                    <a:pt x="23" y="1"/>
                  </a:cubicBezTo>
                  <a:cubicBezTo>
                    <a:pt x="23" y="0"/>
                    <a:pt x="17" y="0"/>
                    <a:pt x="11" y="2"/>
                  </a:cubicBezTo>
                  <a:cubicBezTo>
                    <a:pt x="5" y="3"/>
                    <a:pt x="0" y="6"/>
                    <a:pt x="1" y="7"/>
                  </a:cubicBezTo>
                  <a:cubicBezTo>
                    <a:pt x="2" y="8"/>
                    <a:pt x="9" y="8"/>
                    <a:pt x="1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54" name="Freeform 1655"/>
            <p:cNvSpPr/>
            <p:nvPr/>
          </p:nvSpPr>
          <p:spPr bwMode="auto">
            <a:xfrm>
              <a:off x="11601754" y="8970740"/>
              <a:ext cx="65088" cy="49213"/>
            </a:xfrm>
            <a:custGeom>
              <a:avLst/>
              <a:gdLst>
                <a:gd name="T0" fmla="*/ 10 w 24"/>
                <a:gd name="T1" fmla="*/ 6 h 18"/>
                <a:gd name="T2" fmla="*/ 1 w 24"/>
                <a:gd name="T3" fmla="*/ 16 h 18"/>
                <a:gd name="T4" fmla="*/ 14 w 24"/>
                <a:gd name="T5" fmla="*/ 10 h 18"/>
                <a:gd name="T6" fmla="*/ 23 w 24"/>
                <a:gd name="T7" fmla="*/ 1 h 18"/>
                <a:gd name="T8" fmla="*/ 10 w 24"/>
                <a:gd name="T9" fmla="*/ 6 h 18"/>
              </a:gdLst>
              <a:ahLst/>
              <a:cxnLst>
                <a:cxn ang="0">
                  <a:pos x="T0" y="T1"/>
                </a:cxn>
                <a:cxn ang="0">
                  <a:pos x="T2" y="T3"/>
                </a:cxn>
                <a:cxn ang="0">
                  <a:pos x="T4" y="T5"/>
                </a:cxn>
                <a:cxn ang="0">
                  <a:pos x="T6" y="T7"/>
                </a:cxn>
                <a:cxn ang="0">
                  <a:pos x="T8" y="T9"/>
                </a:cxn>
              </a:cxnLst>
              <a:rect l="0" t="0" r="r" b="b"/>
              <a:pathLst>
                <a:path w="24" h="18">
                  <a:moveTo>
                    <a:pt x="10" y="6"/>
                  </a:moveTo>
                  <a:cubicBezTo>
                    <a:pt x="5" y="10"/>
                    <a:pt x="0" y="15"/>
                    <a:pt x="1" y="16"/>
                  </a:cubicBezTo>
                  <a:cubicBezTo>
                    <a:pt x="2" y="18"/>
                    <a:pt x="8" y="15"/>
                    <a:pt x="14" y="10"/>
                  </a:cubicBezTo>
                  <a:cubicBezTo>
                    <a:pt x="20" y="6"/>
                    <a:pt x="24" y="2"/>
                    <a:pt x="23" y="1"/>
                  </a:cubicBezTo>
                  <a:cubicBezTo>
                    <a:pt x="22" y="0"/>
                    <a:pt x="16" y="2"/>
                    <a:pt x="1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55" name="Freeform 1656"/>
            <p:cNvSpPr/>
            <p:nvPr/>
          </p:nvSpPr>
          <p:spPr bwMode="auto">
            <a:xfrm>
              <a:off x="11398554" y="9115203"/>
              <a:ext cx="65088" cy="57150"/>
            </a:xfrm>
            <a:custGeom>
              <a:avLst/>
              <a:gdLst>
                <a:gd name="T0" fmla="*/ 11 w 24"/>
                <a:gd name="T1" fmla="*/ 5 h 21"/>
                <a:gd name="T2" fmla="*/ 1 w 24"/>
                <a:gd name="T3" fmla="*/ 18 h 21"/>
                <a:gd name="T4" fmla="*/ 14 w 24"/>
                <a:gd name="T5" fmla="*/ 15 h 21"/>
                <a:gd name="T6" fmla="*/ 23 w 24"/>
                <a:gd name="T7" fmla="*/ 3 h 21"/>
                <a:gd name="T8" fmla="*/ 11 w 24"/>
                <a:gd name="T9" fmla="*/ 5 h 21"/>
              </a:gdLst>
              <a:ahLst/>
              <a:cxnLst>
                <a:cxn ang="0">
                  <a:pos x="T0" y="T1"/>
                </a:cxn>
                <a:cxn ang="0">
                  <a:pos x="T2" y="T3"/>
                </a:cxn>
                <a:cxn ang="0">
                  <a:pos x="T4" y="T5"/>
                </a:cxn>
                <a:cxn ang="0">
                  <a:pos x="T6" y="T7"/>
                </a:cxn>
                <a:cxn ang="0">
                  <a:pos x="T8" y="T9"/>
                </a:cxn>
              </a:cxnLst>
              <a:rect l="0" t="0" r="r" b="b"/>
              <a:pathLst>
                <a:path w="24" h="21">
                  <a:moveTo>
                    <a:pt x="11" y="5"/>
                  </a:moveTo>
                  <a:cubicBezTo>
                    <a:pt x="5" y="9"/>
                    <a:pt x="0" y="15"/>
                    <a:pt x="1" y="18"/>
                  </a:cubicBezTo>
                  <a:cubicBezTo>
                    <a:pt x="2" y="21"/>
                    <a:pt x="8" y="20"/>
                    <a:pt x="14" y="15"/>
                  </a:cubicBezTo>
                  <a:cubicBezTo>
                    <a:pt x="20" y="11"/>
                    <a:pt x="24" y="5"/>
                    <a:pt x="23" y="3"/>
                  </a:cubicBezTo>
                  <a:cubicBezTo>
                    <a:pt x="22" y="0"/>
                    <a:pt x="17" y="1"/>
                    <a:pt x="1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56" name="Freeform 1657"/>
            <p:cNvSpPr/>
            <p:nvPr/>
          </p:nvSpPr>
          <p:spPr bwMode="auto">
            <a:xfrm>
              <a:off x="11192179" y="9237440"/>
              <a:ext cx="65088" cy="53975"/>
            </a:xfrm>
            <a:custGeom>
              <a:avLst/>
              <a:gdLst>
                <a:gd name="T0" fmla="*/ 11 w 24"/>
                <a:gd name="T1" fmla="*/ 2 h 20"/>
                <a:gd name="T2" fmla="*/ 1 w 24"/>
                <a:gd name="T3" fmla="*/ 13 h 20"/>
                <a:gd name="T4" fmla="*/ 15 w 24"/>
                <a:gd name="T5" fmla="*/ 17 h 20"/>
                <a:gd name="T6" fmla="*/ 23 w 24"/>
                <a:gd name="T7" fmla="*/ 5 h 20"/>
                <a:gd name="T8" fmla="*/ 11 w 24"/>
                <a:gd name="T9" fmla="*/ 2 h 20"/>
              </a:gdLst>
              <a:ahLst/>
              <a:cxnLst>
                <a:cxn ang="0">
                  <a:pos x="T0" y="T1"/>
                </a:cxn>
                <a:cxn ang="0">
                  <a:pos x="T2" y="T3"/>
                </a:cxn>
                <a:cxn ang="0">
                  <a:pos x="T4" y="T5"/>
                </a:cxn>
                <a:cxn ang="0">
                  <a:pos x="T6" y="T7"/>
                </a:cxn>
                <a:cxn ang="0">
                  <a:pos x="T8" y="T9"/>
                </a:cxn>
              </a:cxnLst>
              <a:rect l="0" t="0" r="r" b="b"/>
              <a:pathLst>
                <a:path w="24" h="20">
                  <a:moveTo>
                    <a:pt x="11" y="2"/>
                  </a:moveTo>
                  <a:cubicBezTo>
                    <a:pt x="5" y="4"/>
                    <a:pt x="0" y="9"/>
                    <a:pt x="1" y="13"/>
                  </a:cubicBezTo>
                  <a:cubicBezTo>
                    <a:pt x="2" y="18"/>
                    <a:pt x="9" y="20"/>
                    <a:pt x="15" y="17"/>
                  </a:cubicBezTo>
                  <a:cubicBezTo>
                    <a:pt x="20" y="14"/>
                    <a:pt x="24" y="9"/>
                    <a:pt x="23" y="5"/>
                  </a:cubicBezTo>
                  <a:cubicBezTo>
                    <a:pt x="23" y="1"/>
                    <a:pt x="17"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57" name="Freeform 1658"/>
            <p:cNvSpPr/>
            <p:nvPr/>
          </p:nvSpPr>
          <p:spPr bwMode="auto">
            <a:xfrm>
              <a:off x="10982629" y="9283478"/>
              <a:ext cx="61913" cy="49213"/>
            </a:xfrm>
            <a:custGeom>
              <a:avLst/>
              <a:gdLst>
                <a:gd name="T0" fmla="*/ 10 w 23"/>
                <a:gd name="T1" fmla="*/ 1 h 18"/>
                <a:gd name="T2" fmla="*/ 0 w 23"/>
                <a:gd name="T3" fmla="*/ 10 h 18"/>
                <a:gd name="T4" fmla="*/ 13 w 23"/>
                <a:gd name="T5" fmla="*/ 16 h 18"/>
                <a:gd name="T6" fmla="*/ 23 w 23"/>
                <a:gd name="T7" fmla="*/ 7 h 18"/>
                <a:gd name="T8" fmla="*/ 10 w 23"/>
                <a:gd name="T9" fmla="*/ 1 h 18"/>
              </a:gdLst>
              <a:ahLst/>
              <a:cxnLst>
                <a:cxn ang="0">
                  <a:pos x="T0" y="T1"/>
                </a:cxn>
                <a:cxn ang="0">
                  <a:pos x="T2" y="T3"/>
                </a:cxn>
                <a:cxn ang="0">
                  <a:pos x="T4" y="T5"/>
                </a:cxn>
                <a:cxn ang="0">
                  <a:pos x="T6" y="T7"/>
                </a:cxn>
                <a:cxn ang="0">
                  <a:pos x="T8" y="T9"/>
                </a:cxn>
              </a:cxnLst>
              <a:rect l="0" t="0" r="r" b="b"/>
              <a:pathLst>
                <a:path w="23" h="18">
                  <a:moveTo>
                    <a:pt x="10" y="1"/>
                  </a:moveTo>
                  <a:cubicBezTo>
                    <a:pt x="4" y="2"/>
                    <a:pt x="0" y="6"/>
                    <a:pt x="0" y="10"/>
                  </a:cubicBezTo>
                  <a:cubicBezTo>
                    <a:pt x="0" y="15"/>
                    <a:pt x="7" y="18"/>
                    <a:pt x="13" y="16"/>
                  </a:cubicBezTo>
                  <a:cubicBezTo>
                    <a:pt x="19" y="15"/>
                    <a:pt x="23" y="11"/>
                    <a:pt x="23" y="7"/>
                  </a:cubicBezTo>
                  <a:cubicBezTo>
                    <a:pt x="22" y="2"/>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58" name="Freeform 1659"/>
            <p:cNvSpPr/>
            <p:nvPr/>
          </p:nvSpPr>
          <p:spPr bwMode="auto">
            <a:xfrm>
              <a:off x="10768316" y="9329515"/>
              <a:ext cx="65088" cy="46038"/>
            </a:xfrm>
            <a:custGeom>
              <a:avLst/>
              <a:gdLst>
                <a:gd name="T0" fmla="*/ 10 w 24"/>
                <a:gd name="T1" fmla="*/ 1 h 17"/>
                <a:gd name="T2" fmla="*/ 1 w 24"/>
                <a:gd name="T3" fmla="*/ 11 h 17"/>
                <a:gd name="T4" fmla="*/ 14 w 24"/>
                <a:gd name="T5" fmla="*/ 15 h 17"/>
                <a:gd name="T6" fmla="*/ 24 w 24"/>
                <a:gd name="T7" fmla="*/ 6 h 17"/>
                <a:gd name="T8" fmla="*/ 10 w 24"/>
                <a:gd name="T9" fmla="*/ 1 h 17"/>
              </a:gdLst>
              <a:ahLst/>
              <a:cxnLst>
                <a:cxn ang="0">
                  <a:pos x="T0" y="T1"/>
                </a:cxn>
                <a:cxn ang="0">
                  <a:pos x="T2" y="T3"/>
                </a:cxn>
                <a:cxn ang="0">
                  <a:pos x="T4" y="T5"/>
                </a:cxn>
                <a:cxn ang="0">
                  <a:pos x="T6" y="T7"/>
                </a:cxn>
                <a:cxn ang="0">
                  <a:pos x="T8" y="T9"/>
                </a:cxn>
              </a:cxnLst>
              <a:rect l="0" t="0" r="r" b="b"/>
              <a:pathLst>
                <a:path w="24" h="17">
                  <a:moveTo>
                    <a:pt x="10" y="1"/>
                  </a:moveTo>
                  <a:cubicBezTo>
                    <a:pt x="4" y="3"/>
                    <a:pt x="0" y="7"/>
                    <a:pt x="1" y="11"/>
                  </a:cubicBezTo>
                  <a:cubicBezTo>
                    <a:pt x="2" y="15"/>
                    <a:pt x="8" y="17"/>
                    <a:pt x="14" y="15"/>
                  </a:cubicBezTo>
                  <a:cubicBezTo>
                    <a:pt x="20" y="14"/>
                    <a:pt x="24" y="10"/>
                    <a:pt x="24" y="6"/>
                  </a:cubicBezTo>
                  <a:cubicBezTo>
                    <a:pt x="23" y="2"/>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59" name="Freeform 1660"/>
            <p:cNvSpPr/>
            <p:nvPr/>
          </p:nvSpPr>
          <p:spPr bwMode="auto">
            <a:xfrm>
              <a:off x="10554004" y="9383490"/>
              <a:ext cx="68263" cy="44450"/>
            </a:xfrm>
            <a:custGeom>
              <a:avLst/>
              <a:gdLst>
                <a:gd name="T0" fmla="*/ 11 w 25"/>
                <a:gd name="T1" fmla="*/ 2 h 16"/>
                <a:gd name="T2" fmla="*/ 2 w 25"/>
                <a:gd name="T3" fmla="*/ 12 h 16"/>
                <a:gd name="T4" fmla="*/ 15 w 25"/>
                <a:gd name="T5" fmla="*/ 14 h 16"/>
                <a:gd name="T6" fmla="*/ 24 w 25"/>
                <a:gd name="T7" fmla="*/ 4 h 16"/>
                <a:gd name="T8" fmla="*/ 11 w 25"/>
                <a:gd name="T9" fmla="*/ 2 h 16"/>
              </a:gdLst>
              <a:ahLst/>
              <a:cxnLst>
                <a:cxn ang="0">
                  <a:pos x="T0" y="T1"/>
                </a:cxn>
                <a:cxn ang="0">
                  <a:pos x="T2" y="T3"/>
                </a:cxn>
                <a:cxn ang="0">
                  <a:pos x="T4" y="T5"/>
                </a:cxn>
                <a:cxn ang="0">
                  <a:pos x="T6" y="T7"/>
                </a:cxn>
                <a:cxn ang="0">
                  <a:pos x="T8" y="T9"/>
                </a:cxn>
              </a:cxnLst>
              <a:rect l="0" t="0" r="r" b="b"/>
              <a:pathLst>
                <a:path w="25" h="16">
                  <a:moveTo>
                    <a:pt x="11" y="2"/>
                  </a:moveTo>
                  <a:cubicBezTo>
                    <a:pt x="5" y="4"/>
                    <a:pt x="0" y="8"/>
                    <a:pt x="2" y="12"/>
                  </a:cubicBezTo>
                  <a:cubicBezTo>
                    <a:pt x="3" y="15"/>
                    <a:pt x="9" y="16"/>
                    <a:pt x="15" y="14"/>
                  </a:cubicBezTo>
                  <a:cubicBezTo>
                    <a:pt x="21" y="13"/>
                    <a:pt x="25" y="8"/>
                    <a:pt x="24" y="4"/>
                  </a:cubicBezTo>
                  <a:cubicBezTo>
                    <a:pt x="23" y="1"/>
                    <a:pt x="17"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60" name="Freeform 1661"/>
            <p:cNvSpPr/>
            <p:nvPr/>
          </p:nvSpPr>
          <p:spPr bwMode="auto">
            <a:xfrm>
              <a:off x="10342866" y="9446990"/>
              <a:ext cx="66675" cy="39688"/>
            </a:xfrm>
            <a:custGeom>
              <a:avLst/>
              <a:gdLst>
                <a:gd name="T0" fmla="*/ 12 w 25"/>
                <a:gd name="T1" fmla="*/ 1 h 15"/>
                <a:gd name="T2" fmla="*/ 1 w 25"/>
                <a:gd name="T3" fmla="*/ 11 h 15"/>
                <a:gd name="T4" fmla="*/ 15 w 25"/>
                <a:gd name="T5" fmla="*/ 13 h 15"/>
                <a:gd name="T6" fmla="*/ 24 w 25"/>
                <a:gd name="T7" fmla="*/ 4 h 15"/>
                <a:gd name="T8" fmla="*/ 12 w 25"/>
                <a:gd name="T9" fmla="*/ 1 h 15"/>
              </a:gdLst>
              <a:ahLst/>
              <a:cxnLst>
                <a:cxn ang="0">
                  <a:pos x="T0" y="T1"/>
                </a:cxn>
                <a:cxn ang="0">
                  <a:pos x="T2" y="T3"/>
                </a:cxn>
                <a:cxn ang="0">
                  <a:pos x="T4" y="T5"/>
                </a:cxn>
                <a:cxn ang="0">
                  <a:pos x="T6" y="T7"/>
                </a:cxn>
                <a:cxn ang="0">
                  <a:pos x="T8" y="T9"/>
                </a:cxn>
              </a:cxnLst>
              <a:rect l="0" t="0" r="r" b="b"/>
              <a:pathLst>
                <a:path w="25" h="15">
                  <a:moveTo>
                    <a:pt x="12" y="1"/>
                  </a:moveTo>
                  <a:cubicBezTo>
                    <a:pt x="5" y="3"/>
                    <a:pt x="0" y="8"/>
                    <a:pt x="1" y="11"/>
                  </a:cubicBezTo>
                  <a:cubicBezTo>
                    <a:pt x="2" y="14"/>
                    <a:pt x="9" y="15"/>
                    <a:pt x="15" y="13"/>
                  </a:cubicBezTo>
                  <a:cubicBezTo>
                    <a:pt x="21" y="11"/>
                    <a:pt x="25" y="7"/>
                    <a:pt x="24" y="4"/>
                  </a:cubicBezTo>
                  <a:cubicBezTo>
                    <a:pt x="23" y="1"/>
                    <a:pt x="18" y="0"/>
                    <a:pt x="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61" name="Freeform 1662"/>
            <p:cNvSpPr/>
            <p:nvPr/>
          </p:nvSpPr>
          <p:spPr bwMode="auto">
            <a:xfrm>
              <a:off x="10130141" y="9512078"/>
              <a:ext cx="65088" cy="38100"/>
            </a:xfrm>
            <a:custGeom>
              <a:avLst/>
              <a:gdLst>
                <a:gd name="T0" fmla="*/ 10 w 24"/>
                <a:gd name="T1" fmla="*/ 3 h 14"/>
                <a:gd name="T2" fmla="*/ 1 w 24"/>
                <a:gd name="T3" fmla="*/ 11 h 14"/>
                <a:gd name="T4" fmla="*/ 14 w 24"/>
                <a:gd name="T5" fmla="*/ 12 h 14"/>
                <a:gd name="T6" fmla="*/ 24 w 24"/>
                <a:gd name="T7" fmla="*/ 4 h 14"/>
                <a:gd name="T8" fmla="*/ 10 w 24"/>
                <a:gd name="T9" fmla="*/ 3 h 14"/>
              </a:gdLst>
              <a:ahLst/>
              <a:cxnLst>
                <a:cxn ang="0">
                  <a:pos x="T0" y="T1"/>
                </a:cxn>
                <a:cxn ang="0">
                  <a:pos x="T2" y="T3"/>
                </a:cxn>
                <a:cxn ang="0">
                  <a:pos x="T4" y="T5"/>
                </a:cxn>
                <a:cxn ang="0">
                  <a:pos x="T6" y="T7"/>
                </a:cxn>
                <a:cxn ang="0">
                  <a:pos x="T8" y="T9"/>
                </a:cxn>
              </a:cxnLst>
              <a:rect l="0" t="0" r="r" b="b"/>
              <a:pathLst>
                <a:path w="24" h="14">
                  <a:moveTo>
                    <a:pt x="10" y="3"/>
                  </a:moveTo>
                  <a:cubicBezTo>
                    <a:pt x="4" y="5"/>
                    <a:pt x="0" y="9"/>
                    <a:pt x="1" y="11"/>
                  </a:cubicBezTo>
                  <a:cubicBezTo>
                    <a:pt x="2" y="14"/>
                    <a:pt x="8" y="14"/>
                    <a:pt x="14" y="12"/>
                  </a:cubicBezTo>
                  <a:cubicBezTo>
                    <a:pt x="20" y="10"/>
                    <a:pt x="24" y="6"/>
                    <a:pt x="24" y="4"/>
                  </a:cubicBezTo>
                  <a:cubicBezTo>
                    <a:pt x="23" y="1"/>
                    <a:pt x="17" y="0"/>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62" name="Freeform 1663"/>
            <p:cNvSpPr/>
            <p:nvPr/>
          </p:nvSpPr>
          <p:spPr bwMode="auto">
            <a:xfrm>
              <a:off x="9915829" y="9585103"/>
              <a:ext cx="68263" cy="31750"/>
            </a:xfrm>
            <a:custGeom>
              <a:avLst/>
              <a:gdLst>
                <a:gd name="T0" fmla="*/ 1 w 25"/>
                <a:gd name="T1" fmla="*/ 10 h 12"/>
                <a:gd name="T2" fmla="*/ 16 w 25"/>
                <a:gd name="T3" fmla="*/ 9 h 12"/>
                <a:gd name="T4" fmla="*/ 24 w 25"/>
                <a:gd name="T5" fmla="*/ 2 h 12"/>
                <a:gd name="T6" fmla="*/ 11 w 25"/>
                <a:gd name="T7" fmla="*/ 2 h 12"/>
                <a:gd name="T8" fmla="*/ 1 w 25"/>
                <a:gd name="T9" fmla="*/ 10 h 12"/>
              </a:gdLst>
              <a:ahLst/>
              <a:cxnLst>
                <a:cxn ang="0">
                  <a:pos x="T0" y="T1"/>
                </a:cxn>
                <a:cxn ang="0">
                  <a:pos x="T2" y="T3"/>
                </a:cxn>
                <a:cxn ang="0">
                  <a:pos x="T4" y="T5"/>
                </a:cxn>
                <a:cxn ang="0">
                  <a:pos x="T6" y="T7"/>
                </a:cxn>
                <a:cxn ang="0">
                  <a:pos x="T8" y="T9"/>
                </a:cxn>
              </a:cxnLst>
              <a:rect l="0" t="0" r="r" b="b"/>
              <a:pathLst>
                <a:path w="25" h="12">
                  <a:moveTo>
                    <a:pt x="1" y="10"/>
                  </a:moveTo>
                  <a:cubicBezTo>
                    <a:pt x="3" y="12"/>
                    <a:pt x="9" y="12"/>
                    <a:pt x="16" y="9"/>
                  </a:cubicBezTo>
                  <a:cubicBezTo>
                    <a:pt x="21" y="7"/>
                    <a:pt x="25" y="4"/>
                    <a:pt x="24" y="2"/>
                  </a:cubicBezTo>
                  <a:cubicBezTo>
                    <a:pt x="23" y="0"/>
                    <a:pt x="18" y="0"/>
                    <a:pt x="11" y="2"/>
                  </a:cubicBezTo>
                  <a:cubicBezTo>
                    <a:pt x="5" y="4"/>
                    <a:pt x="0" y="8"/>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63" name="Freeform 1664"/>
            <p:cNvSpPr/>
            <p:nvPr/>
          </p:nvSpPr>
          <p:spPr bwMode="auto">
            <a:xfrm>
              <a:off x="9707866" y="9654953"/>
              <a:ext cx="61913" cy="30163"/>
            </a:xfrm>
            <a:custGeom>
              <a:avLst/>
              <a:gdLst>
                <a:gd name="T0" fmla="*/ 10 w 23"/>
                <a:gd name="T1" fmla="*/ 2 h 11"/>
                <a:gd name="T2" fmla="*/ 0 w 23"/>
                <a:gd name="T3" fmla="*/ 9 h 11"/>
                <a:gd name="T4" fmla="*/ 12 w 23"/>
                <a:gd name="T5" fmla="*/ 9 h 11"/>
                <a:gd name="T6" fmla="*/ 22 w 23"/>
                <a:gd name="T7" fmla="*/ 2 h 11"/>
                <a:gd name="T8" fmla="*/ 10 w 23"/>
                <a:gd name="T9" fmla="*/ 2 h 11"/>
              </a:gdLst>
              <a:ahLst/>
              <a:cxnLst>
                <a:cxn ang="0">
                  <a:pos x="T0" y="T1"/>
                </a:cxn>
                <a:cxn ang="0">
                  <a:pos x="T2" y="T3"/>
                </a:cxn>
                <a:cxn ang="0">
                  <a:pos x="T4" y="T5"/>
                </a:cxn>
                <a:cxn ang="0">
                  <a:pos x="T6" y="T7"/>
                </a:cxn>
                <a:cxn ang="0">
                  <a:pos x="T8" y="T9"/>
                </a:cxn>
              </a:cxnLst>
              <a:rect l="0" t="0" r="r" b="b"/>
              <a:pathLst>
                <a:path w="23" h="11">
                  <a:moveTo>
                    <a:pt x="10" y="2"/>
                  </a:moveTo>
                  <a:cubicBezTo>
                    <a:pt x="4" y="4"/>
                    <a:pt x="0" y="7"/>
                    <a:pt x="0" y="9"/>
                  </a:cubicBezTo>
                  <a:cubicBezTo>
                    <a:pt x="0" y="11"/>
                    <a:pt x="6" y="11"/>
                    <a:pt x="12" y="9"/>
                  </a:cubicBezTo>
                  <a:cubicBezTo>
                    <a:pt x="18" y="7"/>
                    <a:pt x="23" y="4"/>
                    <a:pt x="22" y="2"/>
                  </a:cubicBezTo>
                  <a:cubicBezTo>
                    <a:pt x="22" y="0"/>
                    <a:pt x="17"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64" name="Freeform 1665"/>
            <p:cNvSpPr/>
            <p:nvPr/>
          </p:nvSpPr>
          <p:spPr bwMode="auto">
            <a:xfrm>
              <a:off x="9490379" y="9726390"/>
              <a:ext cx="65088" cy="30163"/>
            </a:xfrm>
            <a:custGeom>
              <a:avLst/>
              <a:gdLst>
                <a:gd name="T0" fmla="*/ 10 w 24"/>
                <a:gd name="T1" fmla="*/ 3 h 11"/>
                <a:gd name="T2" fmla="*/ 1 w 24"/>
                <a:gd name="T3" fmla="*/ 9 h 11"/>
                <a:gd name="T4" fmla="*/ 14 w 24"/>
                <a:gd name="T5" fmla="*/ 8 h 11"/>
                <a:gd name="T6" fmla="*/ 24 w 24"/>
                <a:gd name="T7" fmla="*/ 2 h 11"/>
                <a:gd name="T8" fmla="*/ 10 w 24"/>
                <a:gd name="T9" fmla="*/ 3 h 11"/>
              </a:gdLst>
              <a:ahLst/>
              <a:cxnLst>
                <a:cxn ang="0">
                  <a:pos x="T0" y="T1"/>
                </a:cxn>
                <a:cxn ang="0">
                  <a:pos x="T2" y="T3"/>
                </a:cxn>
                <a:cxn ang="0">
                  <a:pos x="T4" y="T5"/>
                </a:cxn>
                <a:cxn ang="0">
                  <a:pos x="T6" y="T7"/>
                </a:cxn>
                <a:cxn ang="0">
                  <a:pos x="T8" y="T9"/>
                </a:cxn>
              </a:cxnLst>
              <a:rect l="0" t="0" r="r" b="b"/>
              <a:pathLst>
                <a:path w="24" h="11">
                  <a:moveTo>
                    <a:pt x="10" y="3"/>
                  </a:moveTo>
                  <a:cubicBezTo>
                    <a:pt x="5" y="5"/>
                    <a:pt x="0" y="8"/>
                    <a:pt x="1" y="9"/>
                  </a:cubicBezTo>
                  <a:cubicBezTo>
                    <a:pt x="2" y="11"/>
                    <a:pt x="8" y="10"/>
                    <a:pt x="14" y="8"/>
                  </a:cubicBezTo>
                  <a:cubicBezTo>
                    <a:pt x="20" y="6"/>
                    <a:pt x="24" y="4"/>
                    <a:pt x="24" y="2"/>
                  </a:cubicBezTo>
                  <a:cubicBezTo>
                    <a:pt x="23" y="0"/>
                    <a:pt x="17"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65" name="Freeform 1666"/>
            <p:cNvSpPr/>
            <p:nvPr/>
          </p:nvSpPr>
          <p:spPr bwMode="auto">
            <a:xfrm>
              <a:off x="9277654" y="9796240"/>
              <a:ext cx="63500" cy="26988"/>
            </a:xfrm>
            <a:custGeom>
              <a:avLst/>
              <a:gdLst>
                <a:gd name="T0" fmla="*/ 11 w 23"/>
                <a:gd name="T1" fmla="*/ 3 h 10"/>
                <a:gd name="T2" fmla="*/ 0 w 23"/>
                <a:gd name="T3" fmla="*/ 8 h 10"/>
                <a:gd name="T4" fmla="*/ 13 w 23"/>
                <a:gd name="T5" fmla="*/ 7 h 10"/>
                <a:gd name="T6" fmla="*/ 23 w 23"/>
                <a:gd name="T7" fmla="*/ 2 h 10"/>
                <a:gd name="T8" fmla="*/ 11 w 23"/>
                <a:gd name="T9" fmla="*/ 3 h 10"/>
              </a:gdLst>
              <a:ahLst/>
              <a:cxnLst>
                <a:cxn ang="0">
                  <a:pos x="T0" y="T1"/>
                </a:cxn>
                <a:cxn ang="0">
                  <a:pos x="T2" y="T3"/>
                </a:cxn>
                <a:cxn ang="0">
                  <a:pos x="T4" y="T5"/>
                </a:cxn>
                <a:cxn ang="0">
                  <a:pos x="T6" y="T7"/>
                </a:cxn>
                <a:cxn ang="0">
                  <a:pos x="T8" y="T9"/>
                </a:cxn>
              </a:cxnLst>
              <a:rect l="0" t="0" r="r" b="b"/>
              <a:pathLst>
                <a:path w="23" h="10">
                  <a:moveTo>
                    <a:pt x="11" y="3"/>
                  </a:moveTo>
                  <a:cubicBezTo>
                    <a:pt x="5" y="5"/>
                    <a:pt x="0" y="7"/>
                    <a:pt x="0" y="8"/>
                  </a:cubicBezTo>
                  <a:cubicBezTo>
                    <a:pt x="0" y="10"/>
                    <a:pt x="6" y="9"/>
                    <a:pt x="13" y="7"/>
                  </a:cubicBezTo>
                  <a:cubicBezTo>
                    <a:pt x="19" y="6"/>
                    <a:pt x="23" y="3"/>
                    <a:pt x="23" y="2"/>
                  </a:cubicBezTo>
                  <a:cubicBezTo>
                    <a:pt x="23" y="0"/>
                    <a:pt x="17" y="1"/>
                    <a:pt x="1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66" name="Freeform 1667"/>
            <p:cNvSpPr/>
            <p:nvPr/>
          </p:nvSpPr>
          <p:spPr bwMode="auto">
            <a:xfrm>
              <a:off x="9063341" y="9864503"/>
              <a:ext cx="63500" cy="23813"/>
            </a:xfrm>
            <a:custGeom>
              <a:avLst/>
              <a:gdLst>
                <a:gd name="T0" fmla="*/ 12 w 23"/>
                <a:gd name="T1" fmla="*/ 2 h 9"/>
                <a:gd name="T2" fmla="*/ 0 w 23"/>
                <a:gd name="T3" fmla="*/ 8 h 9"/>
                <a:gd name="T4" fmla="*/ 13 w 23"/>
                <a:gd name="T5" fmla="*/ 6 h 9"/>
                <a:gd name="T6" fmla="*/ 23 w 23"/>
                <a:gd name="T7" fmla="*/ 1 h 9"/>
                <a:gd name="T8" fmla="*/ 12 w 23"/>
                <a:gd name="T9" fmla="*/ 2 h 9"/>
              </a:gdLst>
              <a:ahLst/>
              <a:cxnLst>
                <a:cxn ang="0">
                  <a:pos x="T0" y="T1"/>
                </a:cxn>
                <a:cxn ang="0">
                  <a:pos x="T2" y="T3"/>
                </a:cxn>
                <a:cxn ang="0">
                  <a:pos x="T4" y="T5"/>
                </a:cxn>
                <a:cxn ang="0">
                  <a:pos x="T6" y="T7"/>
                </a:cxn>
                <a:cxn ang="0">
                  <a:pos x="T8" y="T9"/>
                </a:cxn>
              </a:cxnLst>
              <a:rect l="0" t="0" r="r" b="b"/>
              <a:pathLst>
                <a:path w="23" h="9">
                  <a:moveTo>
                    <a:pt x="12" y="2"/>
                  </a:moveTo>
                  <a:cubicBezTo>
                    <a:pt x="5" y="4"/>
                    <a:pt x="0" y="7"/>
                    <a:pt x="0" y="8"/>
                  </a:cubicBezTo>
                  <a:cubicBezTo>
                    <a:pt x="1" y="9"/>
                    <a:pt x="7" y="8"/>
                    <a:pt x="13" y="6"/>
                  </a:cubicBezTo>
                  <a:cubicBezTo>
                    <a:pt x="19" y="4"/>
                    <a:pt x="23" y="2"/>
                    <a:pt x="23" y="1"/>
                  </a:cubicBezTo>
                  <a:cubicBezTo>
                    <a:pt x="23" y="0"/>
                    <a:pt x="18" y="1"/>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67" name="Freeform 1668"/>
            <p:cNvSpPr/>
            <p:nvPr/>
          </p:nvSpPr>
          <p:spPr bwMode="auto">
            <a:xfrm>
              <a:off x="8849029" y="9926415"/>
              <a:ext cx="65088" cy="19050"/>
            </a:xfrm>
            <a:custGeom>
              <a:avLst/>
              <a:gdLst>
                <a:gd name="T0" fmla="*/ 0 w 24"/>
                <a:gd name="T1" fmla="*/ 7 h 7"/>
                <a:gd name="T2" fmla="*/ 14 w 24"/>
                <a:gd name="T3" fmla="*/ 5 h 7"/>
                <a:gd name="T4" fmla="*/ 23 w 24"/>
                <a:gd name="T5" fmla="*/ 1 h 7"/>
                <a:gd name="T6" fmla="*/ 12 w 24"/>
                <a:gd name="T7" fmla="*/ 2 h 7"/>
                <a:gd name="T8" fmla="*/ 0 w 24"/>
                <a:gd name="T9" fmla="*/ 7 h 7"/>
              </a:gdLst>
              <a:ahLst/>
              <a:cxnLst>
                <a:cxn ang="0">
                  <a:pos x="T0" y="T1"/>
                </a:cxn>
                <a:cxn ang="0">
                  <a:pos x="T2" y="T3"/>
                </a:cxn>
                <a:cxn ang="0">
                  <a:pos x="T4" y="T5"/>
                </a:cxn>
                <a:cxn ang="0">
                  <a:pos x="T6" y="T7"/>
                </a:cxn>
                <a:cxn ang="0">
                  <a:pos x="T8" y="T9"/>
                </a:cxn>
              </a:cxnLst>
              <a:rect l="0" t="0" r="r" b="b"/>
              <a:pathLst>
                <a:path w="24" h="7">
                  <a:moveTo>
                    <a:pt x="0" y="7"/>
                  </a:moveTo>
                  <a:cubicBezTo>
                    <a:pt x="1" y="7"/>
                    <a:pt x="7" y="6"/>
                    <a:pt x="14" y="5"/>
                  </a:cubicBezTo>
                  <a:cubicBezTo>
                    <a:pt x="20" y="3"/>
                    <a:pt x="24" y="1"/>
                    <a:pt x="23" y="1"/>
                  </a:cubicBezTo>
                  <a:cubicBezTo>
                    <a:pt x="23" y="0"/>
                    <a:pt x="18" y="1"/>
                    <a:pt x="12" y="2"/>
                  </a:cubicBezTo>
                  <a:cubicBezTo>
                    <a:pt x="5" y="4"/>
                    <a:pt x="0" y="6"/>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68" name="Freeform 1669"/>
            <p:cNvSpPr/>
            <p:nvPr/>
          </p:nvSpPr>
          <p:spPr bwMode="auto">
            <a:xfrm>
              <a:off x="5874054" y="10736040"/>
              <a:ext cx="60325" cy="30163"/>
            </a:xfrm>
            <a:custGeom>
              <a:avLst/>
              <a:gdLst>
                <a:gd name="T0" fmla="*/ 0 w 22"/>
                <a:gd name="T1" fmla="*/ 11 h 11"/>
                <a:gd name="T2" fmla="*/ 12 w 22"/>
                <a:gd name="T3" fmla="*/ 5 h 11"/>
                <a:gd name="T4" fmla="*/ 22 w 22"/>
                <a:gd name="T5" fmla="*/ 0 h 11"/>
                <a:gd name="T6" fmla="*/ 10 w 22"/>
                <a:gd name="T7" fmla="*/ 6 h 11"/>
                <a:gd name="T8" fmla="*/ 0 w 22"/>
                <a:gd name="T9" fmla="*/ 11 h 11"/>
              </a:gdLst>
              <a:ahLst/>
              <a:cxnLst>
                <a:cxn ang="0">
                  <a:pos x="T0" y="T1"/>
                </a:cxn>
                <a:cxn ang="0">
                  <a:pos x="T2" y="T3"/>
                </a:cxn>
                <a:cxn ang="0">
                  <a:pos x="T4" y="T5"/>
                </a:cxn>
                <a:cxn ang="0">
                  <a:pos x="T6" y="T7"/>
                </a:cxn>
                <a:cxn ang="0">
                  <a:pos x="T8" y="T9"/>
                </a:cxn>
              </a:cxnLst>
              <a:rect l="0" t="0" r="r" b="b"/>
              <a:pathLst>
                <a:path w="22" h="11">
                  <a:moveTo>
                    <a:pt x="0" y="11"/>
                  </a:moveTo>
                  <a:cubicBezTo>
                    <a:pt x="0" y="11"/>
                    <a:pt x="6" y="8"/>
                    <a:pt x="12" y="5"/>
                  </a:cubicBezTo>
                  <a:cubicBezTo>
                    <a:pt x="18" y="3"/>
                    <a:pt x="22" y="0"/>
                    <a:pt x="22" y="0"/>
                  </a:cubicBezTo>
                  <a:cubicBezTo>
                    <a:pt x="22" y="0"/>
                    <a:pt x="17" y="2"/>
                    <a:pt x="10" y="6"/>
                  </a:cubicBezTo>
                  <a:cubicBezTo>
                    <a:pt x="5" y="8"/>
                    <a:pt x="0" y="11"/>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69" name="Freeform 1670"/>
            <p:cNvSpPr/>
            <p:nvPr/>
          </p:nvSpPr>
          <p:spPr bwMode="auto">
            <a:xfrm>
              <a:off x="6080429" y="10636028"/>
              <a:ext cx="68263" cy="30163"/>
            </a:xfrm>
            <a:custGeom>
              <a:avLst/>
              <a:gdLst>
                <a:gd name="T0" fmla="*/ 12 w 25"/>
                <a:gd name="T1" fmla="*/ 6 h 11"/>
                <a:gd name="T2" fmla="*/ 2 w 25"/>
                <a:gd name="T3" fmla="*/ 11 h 11"/>
                <a:gd name="T4" fmla="*/ 14 w 25"/>
                <a:gd name="T5" fmla="*/ 5 h 11"/>
                <a:gd name="T6" fmla="*/ 24 w 25"/>
                <a:gd name="T7" fmla="*/ 1 h 11"/>
                <a:gd name="T8" fmla="*/ 12 w 25"/>
                <a:gd name="T9" fmla="*/ 6 h 11"/>
              </a:gdLst>
              <a:ahLst/>
              <a:cxnLst>
                <a:cxn ang="0">
                  <a:pos x="T0" y="T1"/>
                </a:cxn>
                <a:cxn ang="0">
                  <a:pos x="T2" y="T3"/>
                </a:cxn>
                <a:cxn ang="0">
                  <a:pos x="T4" y="T5"/>
                </a:cxn>
                <a:cxn ang="0">
                  <a:pos x="T6" y="T7"/>
                </a:cxn>
                <a:cxn ang="0">
                  <a:pos x="T8" y="T9"/>
                </a:cxn>
              </a:cxnLst>
              <a:rect l="0" t="0" r="r" b="b"/>
              <a:pathLst>
                <a:path w="25" h="11">
                  <a:moveTo>
                    <a:pt x="12" y="6"/>
                  </a:moveTo>
                  <a:cubicBezTo>
                    <a:pt x="5" y="9"/>
                    <a:pt x="0" y="11"/>
                    <a:pt x="2" y="11"/>
                  </a:cubicBezTo>
                  <a:cubicBezTo>
                    <a:pt x="3" y="11"/>
                    <a:pt x="8" y="8"/>
                    <a:pt x="14" y="5"/>
                  </a:cubicBezTo>
                  <a:cubicBezTo>
                    <a:pt x="20" y="2"/>
                    <a:pt x="25" y="0"/>
                    <a:pt x="24" y="1"/>
                  </a:cubicBezTo>
                  <a:cubicBezTo>
                    <a:pt x="23" y="1"/>
                    <a:pt x="18" y="3"/>
                    <a:pt x="1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70" name="Freeform 1671"/>
            <p:cNvSpPr/>
            <p:nvPr/>
          </p:nvSpPr>
          <p:spPr bwMode="auto">
            <a:xfrm>
              <a:off x="6293154" y="10540778"/>
              <a:ext cx="65088" cy="30163"/>
            </a:xfrm>
            <a:custGeom>
              <a:avLst/>
              <a:gdLst>
                <a:gd name="T0" fmla="*/ 12 w 24"/>
                <a:gd name="T1" fmla="*/ 5 h 11"/>
                <a:gd name="T2" fmla="*/ 1 w 24"/>
                <a:gd name="T3" fmla="*/ 10 h 11"/>
                <a:gd name="T4" fmla="*/ 13 w 24"/>
                <a:gd name="T5" fmla="*/ 5 h 11"/>
                <a:gd name="T6" fmla="*/ 23 w 24"/>
                <a:gd name="T7" fmla="*/ 0 h 11"/>
                <a:gd name="T8" fmla="*/ 12 w 24"/>
                <a:gd name="T9" fmla="*/ 5 h 11"/>
              </a:gdLst>
              <a:ahLst/>
              <a:cxnLst>
                <a:cxn ang="0">
                  <a:pos x="T0" y="T1"/>
                </a:cxn>
                <a:cxn ang="0">
                  <a:pos x="T2" y="T3"/>
                </a:cxn>
                <a:cxn ang="0">
                  <a:pos x="T4" y="T5"/>
                </a:cxn>
                <a:cxn ang="0">
                  <a:pos x="T6" y="T7"/>
                </a:cxn>
                <a:cxn ang="0">
                  <a:pos x="T8" y="T9"/>
                </a:cxn>
              </a:cxnLst>
              <a:rect l="0" t="0" r="r" b="b"/>
              <a:pathLst>
                <a:path w="24" h="11">
                  <a:moveTo>
                    <a:pt x="12" y="5"/>
                  </a:moveTo>
                  <a:cubicBezTo>
                    <a:pt x="5" y="8"/>
                    <a:pt x="0" y="11"/>
                    <a:pt x="1" y="10"/>
                  </a:cubicBezTo>
                  <a:cubicBezTo>
                    <a:pt x="2" y="10"/>
                    <a:pt x="7" y="8"/>
                    <a:pt x="13" y="5"/>
                  </a:cubicBezTo>
                  <a:cubicBezTo>
                    <a:pt x="19" y="2"/>
                    <a:pt x="24" y="0"/>
                    <a:pt x="23" y="0"/>
                  </a:cubicBezTo>
                  <a:cubicBezTo>
                    <a:pt x="23" y="0"/>
                    <a:pt x="18" y="3"/>
                    <a:pt x="1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71" name="Freeform 1672"/>
            <p:cNvSpPr/>
            <p:nvPr/>
          </p:nvSpPr>
          <p:spPr bwMode="auto">
            <a:xfrm>
              <a:off x="6491591" y="10450290"/>
              <a:ext cx="74613" cy="30163"/>
            </a:xfrm>
            <a:custGeom>
              <a:avLst/>
              <a:gdLst>
                <a:gd name="T0" fmla="*/ 28 w 28"/>
                <a:gd name="T1" fmla="*/ 0 h 11"/>
                <a:gd name="T2" fmla="*/ 18 w 28"/>
                <a:gd name="T3" fmla="*/ 4 h 11"/>
                <a:gd name="T4" fmla="*/ 14 w 28"/>
                <a:gd name="T5" fmla="*/ 6 h 11"/>
                <a:gd name="T6" fmla="*/ 11 w 28"/>
                <a:gd name="T7" fmla="*/ 7 h 11"/>
                <a:gd name="T8" fmla="*/ 1 w 28"/>
                <a:gd name="T9" fmla="*/ 11 h 11"/>
                <a:gd name="T10" fmla="*/ 11 w 28"/>
                <a:gd name="T11" fmla="*/ 7 h 11"/>
                <a:gd name="T12" fmla="*/ 22 w 28"/>
                <a:gd name="T13" fmla="*/ 2 h 11"/>
                <a:gd name="T14" fmla="*/ 17 w 28"/>
                <a:gd name="T15" fmla="*/ 4 h 11"/>
                <a:gd name="T16" fmla="*/ 17 w 28"/>
                <a:gd name="T17" fmla="*/ 4 h 11"/>
                <a:gd name="T18" fmla="*/ 28 w 28"/>
                <a:gd name="T1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11">
                  <a:moveTo>
                    <a:pt x="28" y="0"/>
                  </a:moveTo>
                  <a:cubicBezTo>
                    <a:pt x="28" y="0"/>
                    <a:pt x="24" y="2"/>
                    <a:pt x="18" y="4"/>
                  </a:cubicBezTo>
                  <a:cubicBezTo>
                    <a:pt x="16" y="5"/>
                    <a:pt x="15" y="5"/>
                    <a:pt x="14" y="6"/>
                  </a:cubicBezTo>
                  <a:cubicBezTo>
                    <a:pt x="13" y="6"/>
                    <a:pt x="12" y="7"/>
                    <a:pt x="11" y="7"/>
                  </a:cubicBezTo>
                  <a:cubicBezTo>
                    <a:pt x="5" y="10"/>
                    <a:pt x="0" y="11"/>
                    <a:pt x="1" y="11"/>
                  </a:cubicBezTo>
                  <a:cubicBezTo>
                    <a:pt x="2" y="11"/>
                    <a:pt x="6" y="9"/>
                    <a:pt x="11" y="7"/>
                  </a:cubicBezTo>
                  <a:cubicBezTo>
                    <a:pt x="17" y="4"/>
                    <a:pt x="22" y="2"/>
                    <a:pt x="22" y="2"/>
                  </a:cubicBezTo>
                  <a:cubicBezTo>
                    <a:pt x="22" y="2"/>
                    <a:pt x="20" y="3"/>
                    <a:pt x="17" y="4"/>
                  </a:cubicBezTo>
                  <a:cubicBezTo>
                    <a:pt x="17" y="4"/>
                    <a:pt x="17" y="4"/>
                    <a:pt x="17" y="4"/>
                  </a:cubicBezTo>
                  <a:cubicBezTo>
                    <a:pt x="23" y="2"/>
                    <a:pt x="28" y="0"/>
                    <a:pt x="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72" name="Freeform 1673"/>
            <p:cNvSpPr/>
            <p:nvPr/>
          </p:nvSpPr>
          <p:spPr bwMode="auto">
            <a:xfrm>
              <a:off x="6928154" y="10291540"/>
              <a:ext cx="61913" cy="20638"/>
            </a:xfrm>
            <a:custGeom>
              <a:avLst/>
              <a:gdLst>
                <a:gd name="T0" fmla="*/ 0 w 23"/>
                <a:gd name="T1" fmla="*/ 8 h 8"/>
                <a:gd name="T2" fmla="*/ 11 w 23"/>
                <a:gd name="T3" fmla="*/ 5 h 8"/>
                <a:gd name="T4" fmla="*/ 23 w 23"/>
                <a:gd name="T5" fmla="*/ 0 h 8"/>
                <a:gd name="T6" fmla="*/ 12 w 23"/>
                <a:gd name="T7" fmla="*/ 4 h 8"/>
                <a:gd name="T8" fmla="*/ 0 w 23"/>
                <a:gd name="T9" fmla="*/ 8 h 8"/>
              </a:gdLst>
              <a:ahLst/>
              <a:cxnLst>
                <a:cxn ang="0">
                  <a:pos x="T0" y="T1"/>
                </a:cxn>
                <a:cxn ang="0">
                  <a:pos x="T2" y="T3"/>
                </a:cxn>
                <a:cxn ang="0">
                  <a:pos x="T4" y="T5"/>
                </a:cxn>
                <a:cxn ang="0">
                  <a:pos x="T6" y="T7"/>
                </a:cxn>
                <a:cxn ang="0">
                  <a:pos x="T8" y="T9"/>
                </a:cxn>
              </a:cxnLst>
              <a:rect l="0" t="0" r="r" b="b"/>
              <a:pathLst>
                <a:path w="23" h="8">
                  <a:moveTo>
                    <a:pt x="0" y="8"/>
                  </a:moveTo>
                  <a:cubicBezTo>
                    <a:pt x="0" y="8"/>
                    <a:pt x="5" y="7"/>
                    <a:pt x="11" y="5"/>
                  </a:cubicBezTo>
                  <a:cubicBezTo>
                    <a:pt x="17" y="2"/>
                    <a:pt x="23" y="0"/>
                    <a:pt x="23" y="0"/>
                  </a:cubicBezTo>
                  <a:cubicBezTo>
                    <a:pt x="23" y="0"/>
                    <a:pt x="18" y="2"/>
                    <a:pt x="12" y="4"/>
                  </a:cubicBezTo>
                  <a:cubicBezTo>
                    <a:pt x="6" y="6"/>
                    <a:pt x="0" y="8"/>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73" name="Freeform 1674"/>
            <p:cNvSpPr/>
            <p:nvPr/>
          </p:nvSpPr>
          <p:spPr bwMode="auto">
            <a:xfrm>
              <a:off x="7991779" y="10097865"/>
              <a:ext cx="103188" cy="7938"/>
            </a:xfrm>
            <a:custGeom>
              <a:avLst/>
              <a:gdLst>
                <a:gd name="T0" fmla="*/ 11 w 38"/>
                <a:gd name="T1" fmla="*/ 2 h 3"/>
                <a:gd name="T2" fmla="*/ 16 w 38"/>
                <a:gd name="T3" fmla="*/ 2 h 3"/>
                <a:gd name="T4" fmla="*/ 25 w 38"/>
                <a:gd name="T5" fmla="*/ 1 h 3"/>
                <a:gd name="T6" fmla="*/ 37 w 38"/>
                <a:gd name="T7" fmla="*/ 0 h 3"/>
                <a:gd name="T8" fmla="*/ 23 w 38"/>
                <a:gd name="T9" fmla="*/ 0 h 3"/>
                <a:gd name="T10" fmla="*/ 12 w 38"/>
                <a:gd name="T11" fmla="*/ 2 h 3"/>
                <a:gd name="T12" fmla="*/ 13 w 38"/>
                <a:gd name="T13" fmla="*/ 2 h 3"/>
                <a:gd name="T14" fmla="*/ 0 w 38"/>
                <a:gd name="T15" fmla="*/ 3 h 3"/>
                <a:gd name="T16" fmla="*/ 11 w 38"/>
                <a:gd name="T1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3">
                  <a:moveTo>
                    <a:pt x="11" y="2"/>
                  </a:moveTo>
                  <a:cubicBezTo>
                    <a:pt x="13" y="2"/>
                    <a:pt x="15" y="2"/>
                    <a:pt x="16" y="2"/>
                  </a:cubicBezTo>
                  <a:cubicBezTo>
                    <a:pt x="19" y="2"/>
                    <a:pt x="22" y="2"/>
                    <a:pt x="25" y="1"/>
                  </a:cubicBezTo>
                  <a:cubicBezTo>
                    <a:pt x="32" y="1"/>
                    <a:pt x="38" y="0"/>
                    <a:pt x="37" y="0"/>
                  </a:cubicBezTo>
                  <a:cubicBezTo>
                    <a:pt x="37" y="0"/>
                    <a:pt x="30" y="0"/>
                    <a:pt x="23" y="0"/>
                  </a:cubicBezTo>
                  <a:cubicBezTo>
                    <a:pt x="16" y="1"/>
                    <a:pt x="11" y="1"/>
                    <a:pt x="12" y="2"/>
                  </a:cubicBezTo>
                  <a:cubicBezTo>
                    <a:pt x="12" y="2"/>
                    <a:pt x="12" y="2"/>
                    <a:pt x="13" y="2"/>
                  </a:cubicBezTo>
                  <a:cubicBezTo>
                    <a:pt x="6" y="2"/>
                    <a:pt x="1" y="3"/>
                    <a:pt x="0" y="3"/>
                  </a:cubicBezTo>
                  <a:cubicBezTo>
                    <a:pt x="0" y="3"/>
                    <a:pt x="5" y="3"/>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74" name="Freeform 1675"/>
            <p:cNvSpPr/>
            <p:nvPr/>
          </p:nvSpPr>
          <p:spPr bwMode="auto">
            <a:xfrm>
              <a:off x="8206091" y="10070878"/>
              <a:ext cx="61913" cy="11113"/>
            </a:xfrm>
            <a:custGeom>
              <a:avLst/>
              <a:gdLst>
                <a:gd name="T0" fmla="*/ 0 w 23"/>
                <a:gd name="T1" fmla="*/ 4 h 4"/>
                <a:gd name="T2" fmla="*/ 13 w 23"/>
                <a:gd name="T3" fmla="*/ 2 h 4"/>
                <a:gd name="T4" fmla="*/ 23 w 23"/>
                <a:gd name="T5" fmla="*/ 0 h 4"/>
                <a:gd name="T6" fmla="*/ 11 w 23"/>
                <a:gd name="T7" fmla="*/ 2 h 4"/>
                <a:gd name="T8" fmla="*/ 0 w 23"/>
                <a:gd name="T9" fmla="*/ 4 h 4"/>
              </a:gdLst>
              <a:ahLst/>
              <a:cxnLst>
                <a:cxn ang="0">
                  <a:pos x="T0" y="T1"/>
                </a:cxn>
                <a:cxn ang="0">
                  <a:pos x="T2" y="T3"/>
                </a:cxn>
                <a:cxn ang="0">
                  <a:pos x="T4" y="T5"/>
                </a:cxn>
                <a:cxn ang="0">
                  <a:pos x="T6" y="T7"/>
                </a:cxn>
                <a:cxn ang="0">
                  <a:pos x="T8" y="T9"/>
                </a:cxn>
              </a:cxnLst>
              <a:rect l="0" t="0" r="r" b="b"/>
              <a:pathLst>
                <a:path w="23" h="4">
                  <a:moveTo>
                    <a:pt x="0" y="4"/>
                  </a:moveTo>
                  <a:cubicBezTo>
                    <a:pt x="0" y="4"/>
                    <a:pt x="6" y="3"/>
                    <a:pt x="13" y="2"/>
                  </a:cubicBezTo>
                  <a:cubicBezTo>
                    <a:pt x="19" y="1"/>
                    <a:pt x="23" y="0"/>
                    <a:pt x="23" y="0"/>
                  </a:cubicBezTo>
                  <a:cubicBezTo>
                    <a:pt x="23" y="0"/>
                    <a:pt x="18" y="1"/>
                    <a:pt x="11" y="2"/>
                  </a:cubicBezTo>
                  <a:cubicBezTo>
                    <a:pt x="5" y="3"/>
                    <a:pt x="0" y="4"/>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75" name="Freeform 1676"/>
            <p:cNvSpPr/>
            <p:nvPr/>
          </p:nvSpPr>
          <p:spPr bwMode="auto">
            <a:xfrm>
              <a:off x="8417229" y="10032778"/>
              <a:ext cx="68263" cy="11113"/>
            </a:xfrm>
            <a:custGeom>
              <a:avLst/>
              <a:gdLst>
                <a:gd name="T0" fmla="*/ 12 w 25"/>
                <a:gd name="T1" fmla="*/ 2 h 4"/>
                <a:gd name="T2" fmla="*/ 2 w 25"/>
                <a:gd name="T3" fmla="*/ 4 h 4"/>
                <a:gd name="T4" fmla="*/ 14 w 25"/>
                <a:gd name="T5" fmla="*/ 2 h 4"/>
                <a:gd name="T6" fmla="*/ 24 w 25"/>
                <a:gd name="T7" fmla="*/ 0 h 4"/>
                <a:gd name="T8" fmla="*/ 12 w 25"/>
                <a:gd name="T9" fmla="*/ 2 h 4"/>
              </a:gdLst>
              <a:ahLst/>
              <a:cxnLst>
                <a:cxn ang="0">
                  <a:pos x="T0" y="T1"/>
                </a:cxn>
                <a:cxn ang="0">
                  <a:pos x="T2" y="T3"/>
                </a:cxn>
                <a:cxn ang="0">
                  <a:pos x="T4" y="T5"/>
                </a:cxn>
                <a:cxn ang="0">
                  <a:pos x="T6" y="T7"/>
                </a:cxn>
                <a:cxn ang="0">
                  <a:pos x="T8" y="T9"/>
                </a:cxn>
              </a:cxnLst>
              <a:rect l="0" t="0" r="r" b="b"/>
              <a:pathLst>
                <a:path w="25" h="4">
                  <a:moveTo>
                    <a:pt x="12" y="2"/>
                  </a:moveTo>
                  <a:cubicBezTo>
                    <a:pt x="5" y="3"/>
                    <a:pt x="0" y="4"/>
                    <a:pt x="2" y="4"/>
                  </a:cubicBezTo>
                  <a:cubicBezTo>
                    <a:pt x="3" y="4"/>
                    <a:pt x="8" y="3"/>
                    <a:pt x="14" y="2"/>
                  </a:cubicBezTo>
                  <a:cubicBezTo>
                    <a:pt x="21" y="1"/>
                    <a:pt x="25" y="0"/>
                    <a:pt x="24" y="0"/>
                  </a:cubicBezTo>
                  <a:cubicBezTo>
                    <a:pt x="23" y="0"/>
                    <a:pt x="18" y="1"/>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76" name="Freeform 1677"/>
            <p:cNvSpPr/>
            <p:nvPr/>
          </p:nvSpPr>
          <p:spPr bwMode="auto">
            <a:xfrm>
              <a:off x="8634716" y="9983565"/>
              <a:ext cx="65088" cy="17463"/>
            </a:xfrm>
            <a:custGeom>
              <a:avLst/>
              <a:gdLst>
                <a:gd name="T0" fmla="*/ 11 w 24"/>
                <a:gd name="T1" fmla="*/ 2 h 6"/>
                <a:gd name="T2" fmla="*/ 0 w 24"/>
                <a:gd name="T3" fmla="*/ 6 h 6"/>
                <a:gd name="T4" fmla="*/ 12 w 24"/>
                <a:gd name="T5" fmla="*/ 4 h 6"/>
                <a:gd name="T6" fmla="*/ 23 w 24"/>
                <a:gd name="T7" fmla="*/ 0 h 6"/>
                <a:gd name="T8" fmla="*/ 11 w 24"/>
                <a:gd name="T9" fmla="*/ 2 h 6"/>
              </a:gdLst>
              <a:ahLst/>
              <a:cxnLst>
                <a:cxn ang="0">
                  <a:pos x="T0" y="T1"/>
                </a:cxn>
                <a:cxn ang="0">
                  <a:pos x="T2" y="T3"/>
                </a:cxn>
                <a:cxn ang="0">
                  <a:pos x="T4" y="T5"/>
                </a:cxn>
                <a:cxn ang="0">
                  <a:pos x="T6" y="T7"/>
                </a:cxn>
                <a:cxn ang="0">
                  <a:pos x="T8" y="T9"/>
                </a:cxn>
              </a:cxnLst>
              <a:rect l="0" t="0" r="r" b="b"/>
              <a:pathLst>
                <a:path w="24" h="6">
                  <a:moveTo>
                    <a:pt x="11" y="2"/>
                  </a:moveTo>
                  <a:cubicBezTo>
                    <a:pt x="5" y="4"/>
                    <a:pt x="0" y="5"/>
                    <a:pt x="0" y="6"/>
                  </a:cubicBezTo>
                  <a:cubicBezTo>
                    <a:pt x="1" y="6"/>
                    <a:pt x="7" y="5"/>
                    <a:pt x="12" y="4"/>
                  </a:cubicBezTo>
                  <a:cubicBezTo>
                    <a:pt x="19" y="2"/>
                    <a:pt x="24" y="0"/>
                    <a:pt x="23" y="0"/>
                  </a:cubicBezTo>
                  <a:cubicBezTo>
                    <a:pt x="23" y="0"/>
                    <a:pt x="17" y="1"/>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77" name="Freeform 1678"/>
            <p:cNvSpPr/>
            <p:nvPr/>
          </p:nvSpPr>
          <p:spPr bwMode="auto">
            <a:xfrm>
              <a:off x="2786366" y="11396440"/>
              <a:ext cx="58738" cy="26988"/>
            </a:xfrm>
            <a:custGeom>
              <a:avLst/>
              <a:gdLst>
                <a:gd name="T0" fmla="*/ 11 w 22"/>
                <a:gd name="T1" fmla="*/ 2 h 10"/>
                <a:gd name="T2" fmla="*/ 0 w 22"/>
                <a:gd name="T3" fmla="*/ 3 h 10"/>
                <a:gd name="T4" fmla="*/ 11 w 22"/>
                <a:gd name="T5" fmla="*/ 9 h 10"/>
                <a:gd name="T6" fmla="*/ 22 w 22"/>
                <a:gd name="T7" fmla="*/ 8 h 10"/>
                <a:gd name="T8" fmla="*/ 11 w 22"/>
                <a:gd name="T9" fmla="*/ 2 h 10"/>
              </a:gdLst>
              <a:ahLst/>
              <a:cxnLst>
                <a:cxn ang="0">
                  <a:pos x="T0" y="T1"/>
                </a:cxn>
                <a:cxn ang="0">
                  <a:pos x="T2" y="T3"/>
                </a:cxn>
                <a:cxn ang="0">
                  <a:pos x="T4" y="T5"/>
                </a:cxn>
                <a:cxn ang="0">
                  <a:pos x="T6" y="T7"/>
                </a:cxn>
                <a:cxn ang="0">
                  <a:pos x="T8" y="T9"/>
                </a:cxn>
              </a:cxnLst>
              <a:rect l="0" t="0" r="r" b="b"/>
              <a:pathLst>
                <a:path w="22" h="10">
                  <a:moveTo>
                    <a:pt x="11" y="2"/>
                  </a:moveTo>
                  <a:cubicBezTo>
                    <a:pt x="5" y="0"/>
                    <a:pt x="0" y="1"/>
                    <a:pt x="0" y="3"/>
                  </a:cubicBezTo>
                  <a:cubicBezTo>
                    <a:pt x="0" y="5"/>
                    <a:pt x="5" y="7"/>
                    <a:pt x="11" y="9"/>
                  </a:cubicBezTo>
                  <a:cubicBezTo>
                    <a:pt x="18" y="10"/>
                    <a:pt x="22" y="9"/>
                    <a:pt x="22" y="8"/>
                  </a:cubicBezTo>
                  <a:cubicBezTo>
                    <a:pt x="22" y="6"/>
                    <a:pt x="17" y="3"/>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78" name="Freeform 1679"/>
            <p:cNvSpPr/>
            <p:nvPr/>
          </p:nvSpPr>
          <p:spPr bwMode="auto">
            <a:xfrm>
              <a:off x="3000679" y="11439303"/>
              <a:ext cx="61913" cy="22225"/>
            </a:xfrm>
            <a:custGeom>
              <a:avLst/>
              <a:gdLst>
                <a:gd name="T0" fmla="*/ 10 w 23"/>
                <a:gd name="T1" fmla="*/ 1 h 8"/>
                <a:gd name="T2" fmla="*/ 1 w 23"/>
                <a:gd name="T3" fmla="*/ 2 h 8"/>
                <a:gd name="T4" fmla="*/ 13 w 23"/>
                <a:gd name="T5" fmla="*/ 7 h 8"/>
                <a:gd name="T6" fmla="*/ 23 w 23"/>
                <a:gd name="T7" fmla="*/ 6 h 8"/>
                <a:gd name="T8" fmla="*/ 10 w 23"/>
                <a:gd name="T9" fmla="*/ 1 h 8"/>
              </a:gdLst>
              <a:ahLst/>
              <a:cxnLst>
                <a:cxn ang="0">
                  <a:pos x="T0" y="T1"/>
                </a:cxn>
                <a:cxn ang="0">
                  <a:pos x="T2" y="T3"/>
                </a:cxn>
                <a:cxn ang="0">
                  <a:pos x="T4" y="T5"/>
                </a:cxn>
                <a:cxn ang="0">
                  <a:pos x="T6" y="T7"/>
                </a:cxn>
                <a:cxn ang="0">
                  <a:pos x="T8" y="T9"/>
                </a:cxn>
              </a:cxnLst>
              <a:rect l="0" t="0" r="r" b="b"/>
              <a:pathLst>
                <a:path w="23" h="8">
                  <a:moveTo>
                    <a:pt x="10" y="1"/>
                  </a:moveTo>
                  <a:cubicBezTo>
                    <a:pt x="4" y="0"/>
                    <a:pt x="0" y="0"/>
                    <a:pt x="1" y="2"/>
                  </a:cubicBezTo>
                  <a:cubicBezTo>
                    <a:pt x="1" y="4"/>
                    <a:pt x="6" y="6"/>
                    <a:pt x="13" y="7"/>
                  </a:cubicBezTo>
                  <a:cubicBezTo>
                    <a:pt x="19" y="8"/>
                    <a:pt x="23" y="7"/>
                    <a:pt x="23" y="6"/>
                  </a:cubicBezTo>
                  <a:cubicBezTo>
                    <a:pt x="22" y="4"/>
                    <a:pt x="16" y="2"/>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79" name="Freeform 1680"/>
            <p:cNvSpPr/>
            <p:nvPr/>
          </p:nvSpPr>
          <p:spPr bwMode="auto">
            <a:xfrm>
              <a:off x="3214991" y="11474228"/>
              <a:ext cx="65088" cy="15875"/>
            </a:xfrm>
            <a:custGeom>
              <a:avLst/>
              <a:gdLst>
                <a:gd name="T0" fmla="*/ 10 w 24"/>
                <a:gd name="T1" fmla="*/ 1 h 6"/>
                <a:gd name="T2" fmla="*/ 1 w 24"/>
                <a:gd name="T3" fmla="*/ 1 h 6"/>
                <a:gd name="T4" fmla="*/ 13 w 24"/>
                <a:gd name="T5" fmla="*/ 5 h 6"/>
                <a:gd name="T6" fmla="*/ 23 w 24"/>
                <a:gd name="T7" fmla="*/ 4 h 6"/>
                <a:gd name="T8" fmla="*/ 10 w 24"/>
                <a:gd name="T9" fmla="*/ 1 h 6"/>
              </a:gdLst>
              <a:ahLst/>
              <a:cxnLst>
                <a:cxn ang="0">
                  <a:pos x="T0" y="T1"/>
                </a:cxn>
                <a:cxn ang="0">
                  <a:pos x="T2" y="T3"/>
                </a:cxn>
                <a:cxn ang="0">
                  <a:pos x="T4" y="T5"/>
                </a:cxn>
                <a:cxn ang="0">
                  <a:pos x="T6" y="T7"/>
                </a:cxn>
                <a:cxn ang="0">
                  <a:pos x="T8" y="T9"/>
                </a:cxn>
              </a:cxnLst>
              <a:rect l="0" t="0" r="r" b="b"/>
              <a:pathLst>
                <a:path w="24" h="6">
                  <a:moveTo>
                    <a:pt x="10" y="1"/>
                  </a:moveTo>
                  <a:cubicBezTo>
                    <a:pt x="5" y="0"/>
                    <a:pt x="0" y="0"/>
                    <a:pt x="1" y="1"/>
                  </a:cubicBezTo>
                  <a:cubicBezTo>
                    <a:pt x="2" y="3"/>
                    <a:pt x="7" y="4"/>
                    <a:pt x="13" y="5"/>
                  </a:cubicBezTo>
                  <a:cubicBezTo>
                    <a:pt x="19" y="6"/>
                    <a:pt x="24" y="5"/>
                    <a:pt x="23" y="4"/>
                  </a:cubicBezTo>
                  <a:cubicBezTo>
                    <a:pt x="22" y="3"/>
                    <a:pt x="16" y="1"/>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80" name="Freeform 1681"/>
            <p:cNvSpPr/>
            <p:nvPr/>
          </p:nvSpPr>
          <p:spPr bwMode="auto">
            <a:xfrm>
              <a:off x="3432479" y="11496453"/>
              <a:ext cx="61913" cy="11113"/>
            </a:xfrm>
            <a:custGeom>
              <a:avLst/>
              <a:gdLst>
                <a:gd name="T0" fmla="*/ 0 w 23"/>
                <a:gd name="T1" fmla="*/ 1 h 4"/>
                <a:gd name="T2" fmla="*/ 11 w 23"/>
                <a:gd name="T3" fmla="*/ 3 h 4"/>
                <a:gd name="T4" fmla="*/ 22 w 23"/>
                <a:gd name="T5" fmla="*/ 3 h 4"/>
                <a:gd name="T6" fmla="*/ 11 w 23"/>
                <a:gd name="T7" fmla="*/ 1 h 4"/>
                <a:gd name="T8" fmla="*/ 0 w 23"/>
                <a:gd name="T9" fmla="*/ 1 h 4"/>
              </a:gdLst>
              <a:ahLst/>
              <a:cxnLst>
                <a:cxn ang="0">
                  <a:pos x="T0" y="T1"/>
                </a:cxn>
                <a:cxn ang="0">
                  <a:pos x="T2" y="T3"/>
                </a:cxn>
                <a:cxn ang="0">
                  <a:pos x="T4" y="T5"/>
                </a:cxn>
                <a:cxn ang="0">
                  <a:pos x="T6" y="T7"/>
                </a:cxn>
                <a:cxn ang="0">
                  <a:pos x="T8" y="T9"/>
                </a:cxn>
              </a:cxnLst>
              <a:rect l="0" t="0" r="r" b="b"/>
              <a:pathLst>
                <a:path w="23" h="4">
                  <a:moveTo>
                    <a:pt x="0" y="1"/>
                  </a:moveTo>
                  <a:cubicBezTo>
                    <a:pt x="0" y="2"/>
                    <a:pt x="5" y="3"/>
                    <a:pt x="11" y="3"/>
                  </a:cubicBezTo>
                  <a:cubicBezTo>
                    <a:pt x="18" y="4"/>
                    <a:pt x="23" y="3"/>
                    <a:pt x="22" y="3"/>
                  </a:cubicBezTo>
                  <a:cubicBezTo>
                    <a:pt x="22" y="2"/>
                    <a:pt x="17" y="1"/>
                    <a:pt x="11" y="1"/>
                  </a:cubicBezTo>
                  <a:cubicBezTo>
                    <a:pt x="5"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81" name="Freeform 1682"/>
            <p:cNvSpPr/>
            <p:nvPr/>
          </p:nvSpPr>
          <p:spPr bwMode="auto">
            <a:xfrm>
              <a:off x="3646791" y="11499628"/>
              <a:ext cx="61913" cy="7938"/>
            </a:xfrm>
            <a:custGeom>
              <a:avLst/>
              <a:gdLst>
                <a:gd name="T0" fmla="*/ 10 w 23"/>
                <a:gd name="T1" fmla="*/ 1 h 3"/>
                <a:gd name="T2" fmla="*/ 0 w 23"/>
                <a:gd name="T3" fmla="*/ 2 h 3"/>
                <a:gd name="T4" fmla="*/ 13 w 23"/>
                <a:gd name="T5" fmla="*/ 2 h 3"/>
                <a:gd name="T6" fmla="*/ 22 w 23"/>
                <a:gd name="T7" fmla="*/ 1 h 3"/>
                <a:gd name="T8" fmla="*/ 10 w 23"/>
                <a:gd name="T9" fmla="*/ 1 h 3"/>
              </a:gdLst>
              <a:ahLst/>
              <a:cxnLst>
                <a:cxn ang="0">
                  <a:pos x="T0" y="T1"/>
                </a:cxn>
                <a:cxn ang="0">
                  <a:pos x="T2" y="T3"/>
                </a:cxn>
                <a:cxn ang="0">
                  <a:pos x="T4" y="T5"/>
                </a:cxn>
                <a:cxn ang="0">
                  <a:pos x="T6" y="T7"/>
                </a:cxn>
                <a:cxn ang="0">
                  <a:pos x="T8" y="T9"/>
                </a:cxn>
              </a:cxnLst>
              <a:rect l="0" t="0" r="r" b="b"/>
              <a:pathLst>
                <a:path w="23" h="3">
                  <a:moveTo>
                    <a:pt x="10" y="1"/>
                  </a:moveTo>
                  <a:cubicBezTo>
                    <a:pt x="4" y="1"/>
                    <a:pt x="0" y="1"/>
                    <a:pt x="0" y="2"/>
                  </a:cubicBezTo>
                  <a:cubicBezTo>
                    <a:pt x="1" y="2"/>
                    <a:pt x="6" y="3"/>
                    <a:pt x="13" y="2"/>
                  </a:cubicBezTo>
                  <a:cubicBezTo>
                    <a:pt x="19" y="2"/>
                    <a:pt x="23" y="1"/>
                    <a:pt x="22" y="1"/>
                  </a:cubicBezTo>
                  <a:cubicBezTo>
                    <a:pt x="21" y="0"/>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82" name="Freeform 1683"/>
            <p:cNvSpPr/>
            <p:nvPr/>
          </p:nvSpPr>
          <p:spPr bwMode="auto">
            <a:xfrm>
              <a:off x="3861104" y="11480578"/>
              <a:ext cx="58738" cy="9525"/>
            </a:xfrm>
            <a:custGeom>
              <a:avLst/>
              <a:gdLst>
                <a:gd name="T0" fmla="*/ 10 w 22"/>
                <a:gd name="T1" fmla="*/ 1 h 4"/>
                <a:gd name="T2" fmla="*/ 0 w 22"/>
                <a:gd name="T3" fmla="*/ 3 h 4"/>
                <a:gd name="T4" fmla="*/ 12 w 22"/>
                <a:gd name="T5" fmla="*/ 3 h 4"/>
                <a:gd name="T6" fmla="*/ 22 w 22"/>
                <a:gd name="T7" fmla="*/ 0 h 4"/>
                <a:gd name="T8" fmla="*/ 10 w 22"/>
                <a:gd name="T9" fmla="*/ 1 h 4"/>
              </a:gdLst>
              <a:ahLst/>
              <a:cxnLst>
                <a:cxn ang="0">
                  <a:pos x="T0" y="T1"/>
                </a:cxn>
                <a:cxn ang="0">
                  <a:pos x="T2" y="T3"/>
                </a:cxn>
                <a:cxn ang="0">
                  <a:pos x="T4" y="T5"/>
                </a:cxn>
                <a:cxn ang="0">
                  <a:pos x="T6" y="T7"/>
                </a:cxn>
                <a:cxn ang="0">
                  <a:pos x="T8" y="T9"/>
                </a:cxn>
              </a:cxnLst>
              <a:rect l="0" t="0" r="r" b="b"/>
              <a:pathLst>
                <a:path w="22" h="4">
                  <a:moveTo>
                    <a:pt x="10" y="1"/>
                  </a:moveTo>
                  <a:cubicBezTo>
                    <a:pt x="4" y="2"/>
                    <a:pt x="0" y="3"/>
                    <a:pt x="0" y="3"/>
                  </a:cubicBezTo>
                  <a:cubicBezTo>
                    <a:pt x="0" y="4"/>
                    <a:pt x="6" y="3"/>
                    <a:pt x="12" y="3"/>
                  </a:cubicBezTo>
                  <a:cubicBezTo>
                    <a:pt x="18" y="2"/>
                    <a:pt x="22" y="1"/>
                    <a:pt x="22" y="0"/>
                  </a:cubicBezTo>
                  <a:cubicBezTo>
                    <a:pt x="21" y="0"/>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83" name="Freeform 1684"/>
            <p:cNvSpPr/>
            <p:nvPr/>
          </p:nvSpPr>
          <p:spPr bwMode="auto">
            <a:xfrm>
              <a:off x="4072241" y="11444065"/>
              <a:ext cx="63500" cy="14288"/>
            </a:xfrm>
            <a:custGeom>
              <a:avLst/>
              <a:gdLst>
                <a:gd name="T0" fmla="*/ 10 w 23"/>
                <a:gd name="T1" fmla="*/ 2 h 5"/>
                <a:gd name="T2" fmla="*/ 1 w 23"/>
                <a:gd name="T3" fmla="*/ 4 h 5"/>
                <a:gd name="T4" fmla="*/ 13 w 23"/>
                <a:gd name="T5" fmla="*/ 3 h 5"/>
                <a:gd name="T6" fmla="*/ 22 w 23"/>
                <a:gd name="T7" fmla="*/ 0 h 5"/>
                <a:gd name="T8" fmla="*/ 10 w 23"/>
                <a:gd name="T9" fmla="*/ 2 h 5"/>
              </a:gdLst>
              <a:ahLst/>
              <a:cxnLst>
                <a:cxn ang="0">
                  <a:pos x="T0" y="T1"/>
                </a:cxn>
                <a:cxn ang="0">
                  <a:pos x="T2" y="T3"/>
                </a:cxn>
                <a:cxn ang="0">
                  <a:pos x="T4" y="T5"/>
                </a:cxn>
                <a:cxn ang="0">
                  <a:pos x="T6" y="T7"/>
                </a:cxn>
                <a:cxn ang="0">
                  <a:pos x="T8" y="T9"/>
                </a:cxn>
              </a:cxnLst>
              <a:rect l="0" t="0" r="r" b="b"/>
              <a:pathLst>
                <a:path w="23" h="5">
                  <a:moveTo>
                    <a:pt x="10" y="2"/>
                  </a:moveTo>
                  <a:cubicBezTo>
                    <a:pt x="4" y="3"/>
                    <a:pt x="0" y="4"/>
                    <a:pt x="1" y="4"/>
                  </a:cubicBezTo>
                  <a:cubicBezTo>
                    <a:pt x="2" y="5"/>
                    <a:pt x="7" y="4"/>
                    <a:pt x="13" y="3"/>
                  </a:cubicBezTo>
                  <a:cubicBezTo>
                    <a:pt x="19" y="2"/>
                    <a:pt x="23" y="0"/>
                    <a:pt x="22" y="0"/>
                  </a:cubicBezTo>
                  <a:cubicBezTo>
                    <a:pt x="21" y="0"/>
                    <a:pt x="15" y="1"/>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84" name="Freeform 1685"/>
            <p:cNvSpPr/>
            <p:nvPr/>
          </p:nvSpPr>
          <p:spPr bwMode="auto">
            <a:xfrm>
              <a:off x="4286554" y="11393265"/>
              <a:ext cx="60325" cy="15875"/>
            </a:xfrm>
            <a:custGeom>
              <a:avLst/>
              <a:gdLst>
                <a:gd name="T0" fmla="*/ 10 w 22"/>
                <a:gd name="T1" fmla="*/ 2 h 6"/>
                <a:gd name="T2" fmla="*/ 0 w 22"/>
                <a:gd name="T3" fmla="*/ 6 h 6"/>
                <a:gd name="T4" fmla="*/ 11 w 22"/>
                <a:gd name="T5" fmla="*/ 4 h 6"/>
                <a:gd name="T6" fmla="*/ 22 w 22"/>
                <a:gd name="T7" fmla="*/ 0 h 6"/>
                <a:gd name="T8" fmla="*/ 10 w 22"/>
                <a:gd name="T9" fmla="*/ 2 h 6"/>
              </a:gdLst>
              <a:ahLst/>
              <a:cxnLst>
                <a:cxn ang="0">
                  <a:pos x="T0" y="T1"/>
                </a:cxn>
                <a:cxn ang="0">
                  <a:pos x="T2" y="T3"/>
                </a:cxn>
                <a:cxn ang="0">
                  <a:pos x="T4" y="T5"/>
                </a:cxn>
                <a:cxn ang="0">
                  <a:pos x="T6" y="T7"/>
                </a:cxn>
                <a:cxn ang="0">
                  <a:pos x="T8" y="T9"/>
                </a:cxn>
              </a:cxnLst>
              <a:rect l="0" t="0" r="r" b="b"/>
              <a:pathLst>
                <a:path w="22" h="6">
                  <a:moveTo>
                    <a:pt x="10" y="2"/>
                  </a:moveTo>
                  <a:cubicBezTo>
                    <a:pt x="4" y="4"/>
                    <a:pt x="0" y="5"/>
                    <a:pt x="0" y="6"/>
                  </a:cubicBezTo>
                  <a:cubicBezTo>
                    <a:pt x="0" y="6"/>
                    <a:pt x="5" y="6"/>
                    <a:pt x="11" y="4"/>
                  </a:cubicBezTo>
                  <a:cubicBezTo>
                    <a:pt x="17" y="2"/>
                    <a:pt x="22" y="1"/>
                    <a:pt x="22" y="0"/>
                  </a:cubicBezTo>
                  <a:cubicBezTo>
                    <a:pt x="21" y="0"/>
                    <a:pt x="16" y="1"/>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85" name="Freeform 1686"/>
            <p:cNvSpPr/>
            <p:nvPr/>
          </p:nvSpPr>
          <p:spPr bwMode="auto">
            <a:xfrm>
              <a:off x="4496104" y="11329765"/>
              <a:ext cx="61913" cy="19050"/>
            </a:xfrm>
            <a:custGeom>
              <a:avLst/>
              <a:gdLst>
                <a:gd name="T0" fmla="*/ 10 w 23"/>
                <a:gd name="T1" fmla="*/ 3 h 7"/>
                <a:gd name="T2" fmla="*/ 1 w 23"/>
                <a:gd name="T3" fmla="*/ 7 h 7"/>
                <a:gd name="T4" fmla="*/ 13 w 23"/>
                <a:gd name="T5" fmla="*/ 4 h 7"/>
                <a:gd name="T6" fmla="*/ 23 w 23"/>
                <a:gd name="T7" fmla="*/ 0 h 7"/>
                <a:gd name="T8" fmla="*/ 10 w 23"/>
                <a:gd name="T9" fmla="*/ 3 h 7"/>
              </a:gdLst>
              <a:ahLst/>
              <a:cxnLst>
                <a:cxn ang="0">
                  <a:pos x="T0" y="T1"/>
                </a:cxn>
                <a:cxn ang="0">
                  <a:pos x="T2" y="T3"/>
                </a:cxn>
                <a:cxn ang="0">
                  <a:pos x="T4" y="T5"/>
                </a:cxn>
                <a:cxn ang="0">
                  <a:pos x="T6" y="T7"/>
                </a:cxn>
                <a:cxn ang="0">
                  <a:pos x="T8" y="T9"/>
                </a:cxn>
              </a:cxnLst>
              <a:rect l="0" t="0" r="r" b="b"/>
              <a:pathLst>
                <a:path w="23" h="7">
                  <a:moveTo>
                    <a:pt x="10" y="3"/>
                  </a:moveTo>
                  <a:cubicBezTo>
                    <a:pt x="5" y="5"/>
                    <a:pt x="0" y="6"/>
                    <a:pt x="1" y="7"/>
                  </a:cubicBezTo>
                  <a:cubicBezTo>
                    <a:pt x="1" y="7"/>
                    <a:pt x="7" y="6"/>
                    <a:pt x="13" y="4"/>
                  </a:cubicBezTo>
                  <a:cubicBezTo>
                    <a:pt x="19" y="2"/>
                    <a:pt x="23" y="0"/>
                    <a:pt x="23" y="0"/>
                  </a:cubicBezTo>
                  <a:cubicBezTo>
                    <a:pt x="22" y="0"/>
                    <a:pt x="16"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86" name="Freeform 1687"/>
            <p:cNvSpPr/>
            <p:nvPr/>
          </p:nvSpPr>
          <p:spPr bwMode="auto">
            <a:xfrm>
              <a:off x="4710416" y="11255153"/>
              <a:ext cx="60325" cy="23813"/>
            </a:xfrm>
            <a:custGeom>
              <a:avLst/>
              <a:gdLst>
                <a:gd name="T0" fmla="*/ 10 w 22"/>
                <a:gd name="T1" fmla="*/ 4 h 9"/>
                <a:gd name="T2" fmla="*/ 0 w 22"/>
                <a:gd name="T3" fmla="*/ 8 h 9"/>
                <a:gd name="T4" fmla="*/ 11 w 22"/>
                <a:gd name="T5" fmla="*/ 5 h 9"/>
                <a:gd name="T6" fmla="*/ 21 w 22"/>
                <a:gd name="T7" fmla="*/ 0 h 9"/>
                <a:gd name="T8" fmla="*/ 10 w 22"/>
                <a:gd name="T9" fmla="*/ 4 h 9"/>
              </a:gdLst>
              <a:ahLst/>
              <a:cxnLst>
                <a:cxn ang="0">
                  <a:pos x="T0" y="T1"/>
                </a:cxn>
                <a:cxn ang="0">
                  <a:pos x="T2" y="T3"/>
                </a:cxn>
                <a:cxn ang="0">
                  <a:pos x="T4" y="T5"/>
                </a:cxn>
                <a:cxn ang="0">
                  <a:pos x="T6" y="T7"/>
                </a:cxn>
                <a:cxn ang="0">
                  <a:pos x="T8" y="T9"/>
                </a:cxn>
              </a:cxnLst>
              <a:rect l="0" t="0" r="r" b="b"/>
              <a:pathLst>
                <a:path w="22" h="9">
                  <a:moveTo>
                    <a:pt x="10" y="4"/>
                  </a:moveTo>
                  <a:cubicBezTo>
                    <a:pt x="4" y="6"/>
                    <a:pt x="0" y="8"/>
                    <a:pt x="0" y="8"/>
                  </a:cubicBezTo>
                  <a:cubicBezTo>
                    <a:pt x="0" y="9"/>
                    <a:pt x="4" y="7"/>
                    <a:pt x="11" y="5"/>
                  </a:cubicBezTo>
                  <a:cubicBezTo>
                    <a:pt x="17" y="3"/>
                    <a:pt x="22" y="1"/>
                    <a:pt x="21" y="0"/>
                  </a:cubicBezTo>
                  <a:cubicBezTo>
                    <a:pt x="21" y="0"/>
                    <a:pt x="16" y="2"/>
                    <a:pt x="1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87" name="Freeform 1688"/>
            <p:cNvSpPr/>
            <p:nvPr/>
          </p:nvSpPr>
          <p:spPr bwMode="auto">
            <a:xfrm>
              <a:off x="4919966" y="11172603"/>
              <a:ext cx="61913" cy="25400"/>
            </a:xfrm>
            <a:custGeom>
              <a:avLst/>
              <a:gdLst>
                <a:gd name="T0" fmla="*/ 0 w 23"/>
                <a:gd name="T1" fmla="*/ 9 h 9"/>
                <a:gd name="T2" fmla="*/ 12 w 23"/>
                <a:gd name="T3" fmla="*/ 4 h 9"/>
                <a:gd name="T4" fmla="*/ 22 w 23"/>
                <a:gd name="T5" fmla="*/ 0 h 9"/>
                <a:gd name="T6" fmla="*/ 10 w 23"/>
                <a:gd name="T7" fmla="*/ 4 h 9"/>
                <a:gd name="T8" fmla="*/ 0 w 23"/>
                <a:gd name="T9" fmla="*/ 9 h 9"/>
              </a:gdLst>
              <a:ahLst/>
              <a:cxnLst>
                <a:cxn ang="0">
                  <a:pos x="T0" y="T1"/>
                </a:cxn>
                <a:cxn ang="0">
                  <a:pos x="T2" y="T3"/>
                </a:cxn>
                <a:cxn ang="0">
                  <a:pos x="T4" y="T5"/>
                </a:cxn>
                <a:cxn ang="0">
                  <a:pos x="T6" y="T7"/>
                </a:cxn>
                <a:cxn ang="0">
                  <a:pos x="T8" y="T9"/>
                </a:cxn>
              </a:cxnLst>
              <a:rect l="0" t="0" r="r" b="b"/>
              <a:pathLst>
                <a:path w="23" h="9">
                  <a:moveTo>
                    <a:pt x="0" y="9"/>
                  </a:moveTo>
                  <a:cubicBezTo>
                    <a:pt x="1" y="9"/>
                    <a:pt x="6" y="7"/>
                    <a:pt x="12" y="4"/>
                  </a:cubicBezTo>
                  <a:cubicBezTo>
                    <a:pt x="18" y="2"/>
                    <a:pt x="23" y="0"/>
                    <a:pt x="22" y="0"/>
                  </a:cubicBezTo>
                  <a:cubicBezTo>
                    <a:pt x="21" y="0"/>
                    <a:pt x="16" y="2"/>
                    <a:pt x="10" y="4"/>
                  </a:cubicBezTo>
                  <a:cubicBezTo>
                    <a:pt x="5" y="6"/>
                    <a:pt x="0" y="8"/>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88" name="Freeform 1689"/>
            <p:cNvSpPr/>
            <p:nvPr/>
          </p:nvSpPr>
          <p:spPr bwMode="auto">
            <a:xfrm>
              <a:off x="5131104" y="11080528"/>
              <a:ext cx="60325" cy="26988"/>
            </a:xfrm>
            <a:custGeom>
              <a:avLst/>
              <a:gdLst>
                <a:gd name="T0" fmla="*/ 0 w 22"/>
                <a:gd name="T1" fmla="*/ 10 h 10"/>
                <a:gd name="T2" fmla="*/ 12 w 22"/>
                <a:gd name="T3" fmla="*/ 5 h 10"/>
                <a:gd name="T4" fmla="*/ 22 w 22"/>
                <a:gd name="T5" fmla="*/ 1 h 10"/>
                <a:gd name="T6" fmla="*/ 10 w 22"/>
                <a:gd name="T7" fmla="*/ 5 h 10"/>
                <a:gd name="T8" fmla="*/ 0 w 22"/>
                <a:gd name="T9" fmla="*/ 10 h 10"/>
              </a:gdLst>
              <a:ahLst/>
              <a:cxnLst>
                <a:cxn ang="0">
                  <a:pos x="T0" y="T1"/>
                </a:cxn>
                <a:cxn ang="0">
                  <a:pos x="T2" y="T3"/>
                </a:cxn>
                <a:cxn ang="0">
                  <a:pos x="T4" y="T5"/>
                </a:cxn>
                <a:cxn ang="0">
                  <a:pos x="T6" y="T7"/>
                </a:cxn>
                <a:cxn ang="0">
                  <a:pos x="T8" y="T9"/>
                </a:cxn>
              </a:cxnLst>
              <a:rect l="0" t="0" r="r" b="b"/>
              <a:pathLst>
                <a:path w="22" h="10">
                  <a:moveTo>
                    <a:pt x="0" y="10"/>
                  </a:moveTo>
                  <a:cubicBezTo>
                    <a:pt x="1" y="10"/>
                    <a:pt x="6" y="8"/>
                    <a:pt x="12" y="5"/>
                  </a:cubicBezTo>
                  <a:cubicBezTo>
                    <a:pt x="18" y="3"/>
                    <a:pt x="22" y="1"/>
                    <a:pt x="22" y="1"/>
                  </a:cubicBezTo>
                  <a:cubicBezTo>
                    <a:pt x="21" y="0"/>
                    <a:pt x="16" y="3"/>
                    <a:pt x="10" y="5"/>
                  </a:cubicBezTo>
                  <a:cubicBezTo>
                    <a:pt x="4" y="8"/>
                    <a:pt x="0" y="10"/>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89" name="Freeform 1690"/>
            <p:cNvSpPr/>
            <p:nvPr/>
          </p:nvSpPr>
          <p:spPr bwMode="auto">
            <a:xfrm>
              <a:off x="5340654" y="10985278"/>
              <a:ext cx="61913" cy="26988"/>
            </a:xfrm>
            <a:custGeom>
              <a:avLst/>
              <a:gdLst>
                <a:gd name="T0" fmla="*/ 10 w 23"/>
                <a:gd name="T1" fmla="*/ 6 h 10"/>
                <a:gd name="T2" fmla="*/ 1 w 23"/>
                <a:gd name="T3" fmla="*/ 10 h 10"/>
                <a:gd name="T4" fmla="*/ 13 w 23"/>
                <a:gd name="T5" fmla="*/ 5 h 10"/>
                <a:gd name="T6" fmla="*/ 22 w 23"/>
                <a:gd name="T7" fmla="*/ 0 h 10"/>
                <a:gd name="T8" fmla="*/ 10 w 23"/>
                <a:gd name="T9" fmla="*/ 6 h 10"/>
              </a:gdLst>
              <a:ahLst/>
              <a:cxnLst>
                <a:cxn ang="0">
                  <a:pos x="T0" y="T1"/>
                </a:cxn>
                <a:cxn ang="0">
                  <a:pos x="T2" y="T3"/>
                </a:cxn>
                <a:cxn ang="0">
                  <a:pos x="T4" y="T5"/>
                </a:cxn>
                <a:cxn ang="0">
                  <a:pos x="T6" y="T7"/>
                </a:cxn>
                <a:cxn ang="0">
                  <a:pos x="T8" y="T9"/>
                </a:cxn>
              </a:cxnLst>
              <a:rect l="0" t="0" r="r" b="b"/>
              <a:pathLst>
                <a:path w="23" h="10">
                  <a:moveTo>
                    <a:pt x="10" y="6"/>
                  </a:moveTo>
                  <a:cubicBezTo>
                    <a:pt x="4" y="8"/>
                    <a:pt x="0" y="10"/>
                    <a:pt x="1" y="10"/>
                  </a:cubicBezTo>
                  <a:cubicBezTo>
                    <a:pt x="2" y="10"/>
                    <a:pt x="7" y="8"/>
                    <a:pt x="13" y="5"/>
                  </a:cubicBezTo>
                  <a:cubicBezTo>
                    <a:pt x="19" y="2"/>
                    <a:pt x="23" y="0"/>
                    <a:pt x="22" y="0"/>
                  </a:cubicBezTo>
                  <a:cubicBezTo>
                    <a:pt x="21" y="1"/>
                    <a:pt x="15" y="3"/>
                    <a:pt x="1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90" name="Freeform 1691"/>
            <p:cNvSpPr/>
            <p:nvPr/>
          </p:nvSpPr>
          <p:spPr bwMode="auto">
            <a:xfrm>
              <a:off x="5551791" y="10888440"/>
              <a:ext cx="60325" cy="26988"/>
            </a:xfrm>
            <a:custGeom>
              <a:avLst/>
              <a:gdLst>
                <a:gd name="T0" fmla="*/ 10 w 22"/>
                <a:gd name="T1" fmla="*/ 5 h 10"/>
                <a:gd name="T2" fmla="*/ 0 w 22"/>
                <a:gd name="T3" fmla="*/ 10 h 10"/>
                <a:gd name="T4" fmla="*/ 12 w 22"/>
                <a:gd name="T5" fmla="*/ 5 h 10"/>
                <a:gd name="T6" fmla="*/ 22 w 22"/>
                <a:gd name="T7" fmla="*/ 0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4" y="8"/>
                    <a:pt x="0" y="10"/>
                    <a:pt x="0" y="10"/>
                  </a:cubicBezTo>
                  <a:cubicBezTo>
                    <a:pt x="1" y="10"/>
                    <a:pt x="6" y="8"/>
                    <a:pt x="12" y="5"/>
                  </a:cubicBezTo>
                  <a:cubicBezTo>
                    <a:pt x="18" y="2"/>
                    <a:pt x="22" y="0"/>
                    <a:pt x="22" y="0"/>
                  </a:cubicBezTo>
                  <a:cubicBezTo>
                    <a:pt x="21" y="0"/>
                    <a:pt x="15" y="3"/>
                    <a:pt x="1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91" name="Freeform 1692"/>
            <p:cNvSpPr/>
            <p:nvPr/>
          </p:nvSpPr>
          <p:spPr bwMode="auto">
            <a:xfrm>
              <a:off x="2568879" y="11348815"/>
              <a:ext cx="61913" cy="33338"/>
            </a:xfrm>
            <a:custGeom>
              <a:avLst/>
              <a:gdLst>
                <a:gd name="T0" fmla="*/ 10 w 23"/>
                <a:gd name="T1" fmla="*/ 2 h 12"/>
                <a:gd name="T2" fmla="*/ 0 w 23"/>
                <a:gd name="T3" fmla="*/ 4 h 12"/>
                <a:gd name="T4" fmla="*/ 12 w 23"/>
                <a:gd name="T5" fmla="*/ 11 h 12"/>
                <a:gd name="T6" fmla="*/ 23 w 23"/>
                <a:gd name="T7" fmla="*/ 9 h 12"/>
                <a:gd name="T8" fmla="*/ 10 w 23"/>
                <a:gd name="T9" fmla="*/ 2 h 12"/>
              </a:gdLst>
              <a:ahLst/>
              <a:cxnLst>
                <a:cxn ang="0">
                  <a:pos x="T0" y="T1"/>
                </a:cxn>
                <a:cxn ang="0">
                  <a:pos x="T2" y="T3"/>
                </a:cxn>
                <a:cxn ang="0">
                  <a:pos x="T4" y="T5"/>
                </a:cxn>
                <a:cxn ang="0">
                  <a:pos x="T6" y="T7"/>
                </a:cxn>
                <a:cxn ang="0">
                  <a:pos x="T8" y="T9"/>
                </a:cxn>
              </a:cxnLst>
              <a:rect l="0" t="0" r="r" b="b"/>
              <a:pathLst>
                <a:path w="23" h="12">
                  <a:moveTo>
                    <a:pt x="10" y="2"/>
                  </a:moveTo>
                  <a:cubicBezTo>
                    <a:pt x="5" y="0"/>
                    <a:pt x="0" y="2"/>
                    <a:pt x="0" y="4"/>
                  </a:cubicBezTo>
                  <a:cubicBezTo>
                    <a:pt x="1" y="7"/>
                    <a:pt x="6" y="10"/>
                    <a:pt x="12" y="11"/>
                  </a:cubicBezTo>
                  <a:cubicBezTo>
                    <a:pt x="19" y="12"/>
                    <a:pt x="23" y="11"/>
                    <a:pt x="23" y="9"/>
                  </a:cubicBezTo>
                  <a:cubicBezTo>
                    <a:pt x="22" y="6"/>
                    <a:pt x="16" y="3"/>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92" name="Freeform 1693"/>
            <p:cNvSpPr/>
            <p:nvPr/>
          </p:nvSpPr>
          <p:spPr bwMode="auto">
            <a:xfrm>
              <a:off x="2351391" y="11305953"/>
              <a:ext cx="65088" cy="38100"/>
            </a:xfrm>
            <a:custGeom>
              <a:avLst/>
              <a:gdLst>
                <a:gd name="T0" fmla="*/ 11 w 24"/>
                <a:gd name="T1" fmla="*/ 1 h 14"/>
                <a:gd name="T2" fmla="*/ 1 w 24"/>
                <a:gd name="T3" fmla="*/ 5 h 14"/>
                <a:gd name="T4" fmla="*/ 13 w 24"/>
                <a:gd name="T5" fmla="*/ 12 h 14"/>
                <a:gd name="T6" fmla="*/ 23 w 24"/>
                <a:gd name="T7" fmla="*/ 9 h 14"/>
                <a:gd name="T8" fmla="*/ 11 w 24"/>
                <a:gd name="T9" fmla="*/ 1 h 14"/>
              </a:gdLst>
              <a:ahLst/>
              <a:cxnLst>
                <a:cxn ang="0">
                  <a:pos x="T0" y="T1"/>
                </a:cxn>
                <a:cxn ang="0">
                  <a:pos x="T2" y="T3"/>
                </a:cxn>
                <a:cxn ang="0">
                  <a:pos x="T4" y="T5"/>
                </a:cxn>
                <a:cxn ang="0">
                  <a:pos x="T6" y="T7"/>
                </a:cxn>
                <a:cxn ang="0">
                  <a:pos x="T8" y="T9"/>
                </a:cxn>
              </a:cxnLst>
              <a:rect l="0" t="0" r="r" b="b"/>
              <a:pathLst>
                <a:path w="24" h="14">
                  <a:moveTo>
                    <a:pt x="11" y="1"/>
                  </a:moveTo>
                  <a:cubicBezTo>
                    <a:pt x="5" y="0"/>
                    <a:pt x="0" y="2"/>
                    <a:pt x="1" y="5"/>
                  </a:cubicBezTo>
                  <a:cubicBezTo>
                    <a:pt x="1" y="8"/>
                    <a:pt x="7" y="11"/>
                    <a:pt x="13" y="12"/>
                  </a:cubicBezTo>
                  <a:cubicBezTo>
                    <a:pt x="19" y="14"/>
                    <a:pt x="24" y="12"/>
                    <a:pt x="23" y="9"/>
                  </a:cubicBezTo>
                  <a:cubicBezTo>
                    <a:pt x="22" y="6"/>
                    <a:pt x="17"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93" name="Freeform 1694"/>
            <p:cNvSpPr/>
            <p:nvPr/>
          </p:nvSpPr>
          <p:spPr bwMode="auto">
            <a:xfrm>
              <a:off x="2137079" y="11271028"/>
              <a:ext cx="65088" cy="38100"/>
            </a:xfrm>
            <a:custGeom>
              <a:avLst/>
              <a:gdLst>
                <a:gd name="T0" fmla="*/ 10 w 24"/>
                <a:gd name="T1" fmla="*/ 0 h 14"/>
                <a:gd name="T2" fmla="*/ 1 w 24"/>
                <a:gd name="T3" fmla="*/ 6 h 14"/>
                <a:gd name="T4" fmla="*/ 13 w 24"/>
                <a:gd name="T5" fmla="*/ 13 h 14"/>
                <a:gd name="T6" fmla="*/ 23 w 24"/>
                <a:gd name="T7" fmla="*/ 8 h 14"/>
                <a:gd name="T8" fmla="*/ 10 w 24"/>
                <a:gd name="T9" fmla="*/ 0 h 14"/>
              </a:gdLst>
              <a:ahLst/>
              <a:cxnLst>
                <a:cxn ang="0">
                  <a:pos x="T0" y="T1"/>
                </a:cxn>
                <a:cxn ang="0">
                  <a:pos x="T2" y="T3"/>
                </a:cxn>
                <a:cxn ang="0">
                  <a:pos x="T4" y="T5"/>
                </a:cxn>
                <a:cxn ang="0">
                  <a:pos x="T6" y="T7"/>
                </a:cxn>
                <a:cxn ang="0">
                  <a:pos x="T8" y="T9"/>
                </a:cxn>
              </a:cxnLst>
              <a:rect l="0" t="0" r="r" b="b"/>
              <a:pathLst>
                <a:path w="24" h="14">
                  <a:moveTo>
                    <a:pt x="10" y="0"/>
                  </a:moveTo>
                  <a:cubicBezTo>
                    <a:pt x="4" y="0"/>
                    <a:pt x="0" y="2"/>
                    <a:pt x="1" y="6"/>
                  </a:cubicBezTo>
                  <a:cubicBezTo>
                    <a:pt x="2" y="9"/>
                    <a:pt x="7" y="12"/>
                    <a:pt x="13" y="13"/>
                  </a:cubicBezTo>
                  <a:cubicBezTo>
                    <a:pt x="19" y="14"/>
                    <a:pt x="24" y="12"/>
                    <a:pt x="23" y="8"/>
                  </a:cubicBezTo>
                  <a:cubicBezTo>
                    <a:pt x="21" y="5"/>
                    <a:pt x="15" y="1"/>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94" name="Freeform 1695"/>
            <p:cNvSpPr/>
            <p:nvPr/>
          </p:nvSpPr>
          <p:spPr bwMode="auto">
            <a:xfrm>
              <a:off x="1922766" y="11240865"/>
              <a:ext cx="61913" cy="41275"/>
            </a:xfrm>
            <a:custGeom>
              <a:avLst/>
              <a:gdLst>
                <a:gd name="T0" fmla="*/ 0 w 23"/>
                <a:gd name="T1" fmla="*/ 8 h 15"/>
                <a:gd name="T2" fmla="*/ 13 w 23"/>
                <a:gd name="T3" fmla="*/ 15 h 15"/>
                <a:gd name="T4" fmla="*/ 22 w 23"/>
                <a:gd name="T5" fmla="*/ 9 h 15"/>
                <a:gd name="T6" fmla="*/ 9 w 23"/>
                <a:gd name="T7" fmla="*/ 1 h 15"/>
                <a:gd name="T8" fmla="*/ 0 w 23"/>
                <a:gd name="T9" fmla="*/ 8 h 15"/>
              </a:gdLst>
              <a:ahLst/>
              <a:cxnLst>
                <a:cxn ang="0">
                  <a:pos x="T0" y="T1"/>
                </a:cxn>
                <a:cxn ang="0">
                  <a:pos x="T2" y="T3"/>
                </a:cxn>
                <a:cxn ang="0">
                  <a:pos x="T4" y="T5"/>
                </a:cxn>
                <a:cxn ang="0">
                  <a:pos x="T6" y="T7"/>
                </a:cxn>
                <a:cxn ang="0">
                  <a:pos x="T8" y="T9"/>
                </a:cxn>
              </a:cxnLst>
              <a:rect l="0" t="0" r="r" b="b"/>
              <a:pathLst>
                <a:path w="23" h="15">
                  <a:moveTo>
                    <a:pt x="0" y="8"/>
                  </a:moveTo>
                  <a:cubicBezTo>
                    <a:pt x="1" y="12"/>
                    <a:pt x="7" y="15"/>
                    <a:pt x="13" y="15"/>
                  </a:cubicBezTo>
                  <a:cubicBezTo>
                    <a:pt x="19" y="15"/>
                    <a:pt x="23" y="13"/>
                    <a:pt x="22" y="9"/>
                  </a:cubicBezTo>
                  <a:cubicBezTo>
                    <a:pt x="21" y="5"/>
                    <a:pt x="15" y="1"/>
                    <a:pt x="9" y="1"/>
                  </a:cubicBezTo>
                  <a:cubicBezTo>
                    <a:pt x="4" y="0"/>
                    <a:pt x="0" y="4"/>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95" name="Freeform 1696"/>
            <p:cNvSpPr/>
            <p:nvPr/>
          </p:nvSpPr>
          <p:spPr bwMode="auto">
            <a:xfrm>
              <a:off x="1708454" y="11228165"/>
              <a:ext cx="61913" cy="42863"/>
            </a:xfrm>
            <a:custGeom>
              <a:avLst/>
              <a:gdLst>
                <a:gd name="T0" fmla="*/ 11 w 23"/>
                <a:gd name="T1" fmla="*/ 1 h 16"/>
                <a:gd name="T2" fmla="*/ 0 w 23"/>
                <a:gd name="T3" fmla="*/ 7 h 16"/>
                <a:gd name="T4" fmla="*/ 12 w 23"/>
                <a:gd name="T5" fmla="*/ 16 h 16"/>
                <a:gd name="T6" fmla="*/ 22 w 23"/>
                <a:gd name="T7" fmla="*/ 9 h 16"/>
                <a:gd name="T8" fmla="*/ 11 w 23"/>
                <a:gd name="T9" fmla="*/ 1 h 16"/>
              </a:gdLst>
              <a:ahLst/>
              <a:cxnLst>
                <a:cxn ang="0">
                  <a:pos x="T0" y="T1"/>
                </a:cxn>
                <a:cxn ang="0">
                  <a:pos x="T2" y="T3"/>
                </a:cxn>
                <a:cxn ang="0">
                  <a:pos x="T4" y="T5"/>
                </a:cxn>
                <a:cxn ang="0">
                  <a:pos x="T6" y="T7"/>
                </a:cxn>
                <a:cxn ang="0">
                  <a:pos x="T8" y="T9"/>
                </a:cxn>
              </a:cxnLst>
              <a:rect l="0" t="0" r="r" b="b"/>
              <a:pathLst>
                <a:path w="23" h="16">
                  <a:moveTo>
                    <a:pt x="11" y="1"/>
                  </a:moveTo>
                  <a:cubicBezTo>
                    <a:pt x="5" y="0"/>
                    <a:pt x="0" y="3"/>
                    <a:pt x="0" y="7"/>
                  </a:cubicBezTo>
                  <a:cubicBezTo>
                    <a:pt x="1" y="12"/>
                    <a:pt x="5" y="15"/>
                    <a:pt x="12" y="16"/>
                  </a:cubicBezTo>
                  <a:cubicBezTo>
                    <a:pt x="18" y="16"/>
                    <a:pt x="23" y="13"/>
                    <a:pt x="22" y="9"/>
                  </a:cubicBezTo>
                  <a:cubicBezTo>
                    <a:pt x="22" y="5"/>
                    <a:pt x="17" y="1"/>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96" name="Freeform 1697"/>
            <p:cNvSpPr/>
            <p:nvPr/>
          </p:nvSpPr>
          <p:spPr bwMode="auto">
            <a:xfrm>
              <a:off x="1494141" y="11229753"/>
              <a:ext cx="61913" cy="46038"/>
            </a:xfrm>
            <a:custGeom>
              <a:avLst/>
              <a:gdLst>
                <a:gd name="T0" fmla="*/ 11 w 23"/>
                <a:gd name="T1" fmla="*/ 0 h 17"/>
                <a:gd name="T2" fmla="*/ 1 w 23"/>
                <a:gd name="T3" fmla="*/ 9 h 17"/>
                <a:gd name="T4" fmla="*/ 12 w 23"/>
                <a:gd name="T5" fmla="*/ 17 h 17"/>
                <a:gd name="T6" fmla="*/ 23 w 23"/>
                <a:gd name="T7" fmla="*/ 9 h 17"/>
                <a:gd name="T8" fmla="*/ 11 w 23"/>
                <a:gd name="T9" fmla="*/ 0 h 17"/>
              </a:gdLst>
              <a:ahLst/>
              <a:cxnLst>
                <a:cxn ang="0">
                  <a:pos x="T0" y="T1"/>
                </a:cxn>
                <a:cxn ang="0">
                  <a:pos x="T2" y="T3"/>
                </a:cxn>
                <a:cxn ang="0">
                  <a:pos x="T4" y="T5"/>
                </a:cxn>
                <a:cxn ang="0">
                  <a:pos x="T6" y="T7"/>
                </a:cxn>
                <a:cxn ang="0">
                  <a:pos x="T8" y="T9"/>
                </a:cxn>
              </a:cxnLst>
              <a:rect l="0" t="0" r="r" b="b"/>
              <a:pathLst>
                <a:path w="23" h="17">
                  <a:moveTo>
                    <a:pt x="11" y="0"/>
                  </a:moveTo>
                  <a:cubicBezTo>
                    <a:pt x="5" y="0"/>
                    <a:pt x="0" y="4"/>
                    <a:pt x="1" y="9"/>
                  </a:cubicBezTo>
                  <a:cubicBezTo>
                    <a:pt x="1" y="13"/>
                    <a:pt x="6" y="17"/>
                    <a:pt x="12" y="17"/>
                  </a:cubicBezTo>
                  <a:cubicBezTo>
                    <a:pt x="18" y="17"/>
                    <a:pt x="23" y="13"/>
                    <a:pt x="23" y="9"/>
                  </a:cubicBezTo>
                  <a:cubicBezTo>
                    <a:pt x="22" y="4"/>
                    <a:pt x="17"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97" name="Freeform 1698"/>
            <p:cNvSpPr/>
            <p:nvPr/>
          </p:nvSpPr>
          <p:spPr bwMode="auto">
            <a:xfrm>
              <a:off x="1283004" y="11251978"/>
              <a:ext cx="61913" cy="49213"/>
            </a:xfrm>
            <a:custGeom>
              <a:avLst/>
              <a:gdLst>
                <a:gd name="T0" fmla="*/ 10 w 23"/>
                <a:gd name="T1" fmla="*/ 1 h 18"/>
                <a:gd name="T2" fmla="*/ 0 w 23"/>
                <a:gd name="T3" fmla="*/ 11 h 18"/>
                <a:gd name="T4" fmla="*/ 12 w 23"/>
                <a:gd name="T5" fmla="*/ 17 h 18"/>
                <a:gd name="T6" fmla="*/ 22 w 23"/>
                <a:gd name="T7" fmla="*/ 8 h 18"/>
                <a:gd name="T8" fmla="*/ 10 w 23"/>
                <a:gd name="T9" fmla="*/ 1 h 18"/>
              </a:gdLst>
              <a:ahLst/>
              <a:cxnLst>
                <a:cxn ang="0">
                  <a:pos x="T0" y="T1"/>
                </a:cxn>
                <a:cxn ang="0">
                  <a:pos x="T2" y="T3"/>
                </a:cxn>
                <a:cxn ang="0">
                  <a:pos x="T4" y="T5"/>
                </a:cxn>
                <a:cxn ang="0">
                  <a:pos x="T6" y="T7"/>
                </a:cxn>
                <a:cxn ang="0">
                  <a:pos x="T8" y="T9"/>
                </a:cxn>
              </a:cxnLst>
              <a:rect l="0" t="0" r="r" b="b"/>
              <a:pathLst>
                <a:path w="23" h="18">
                  <a:moveTo>
                    <a:pt x="10" y="1"/>
                  </a:moveTo>
                  <a:cubicBezTo>
                    <a:pt x="4" y="1"/>
                    <a:pt x="0" y="6"/>
                    <a:pt x="0" y="11"/>
                  </a:cubicBezTo>
                  <a:cubicBezTo>
                    <a:pt x="1" y="15"/>
                    <a:pt x="6" y="18"/>
                    <a:pt x="12" y="17"/>
                  </a:cubicBezTo>
                  <a:cubicBezTo>
                    <a:pt x="18" y="16"/>
                    <a:pt x="23" y="12"/>
                    <a:pt x="22" y="8"/>
                  </a:cubicBezTo>
                  <a:cubicBezTo>
                    <a:pt x="21" y="3"/>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98" name="Freeform 1699"/>
            <p:cNvSpPr/>
            <p:nvPr/>
          </p:nvSpPr>
          <p:spPr bwMode="auto">
            <a:xfrm>
              <a:off x="1070279" y="11294840"/>
              <a:ext cx="63500" cy="53975"/>
            </a:xfrm>
            <a:custGeom>
              <a:avLst/>
              <a:gdLst>
                <a:gd name="T0" fmla="*/ 10 w 23"/>
                <a:gd name="T1" fmla="*/ 2 h 20"/>
                <a:gd name="T2" fmla="*/ 0 w 23"/>
                <a:gd name="T3" fmla="*/ 13 h 20"/>
                <a:gd name="T4" fmla="*/ 12 w 23"/>
                <a:gd name="T5" fmla="*/ 18 h 20"/>
                <a:gd name="T6" fmla="*/ 22 w 23"/>
                <a:gd name="T7" fmla="*/ 7 h 20"/>
                <a:gd name="T8" fmla="*/ 10 w 23"/>
                <a:gd name="T9" fmla="*/ 2 h 20"/>
              </a:gdLst>
              <a:ahLst/>
              <a:cxnLst>
                <a:cxn ang="0">
                  <a:pos x="T0" y="T1"/>
                </a:cxn>
                <a:cxn ang="0">
                  <a:pos x="T2" y="T3"/>
                </a:cxn>
                <a:cxn ang="0">
                  <a:pos x="T4" y="T5"/>
                </a:cxn>
                <a:cxn ang="0">
                  <a:pos x="T6" y="T7"/>
                </a:cxn>
                <a:cxn ang="0">
                  <a:pos x="T8" y="T9"/>
                </a:cxn>
              </a:cxnLst>
              <a:rect l="0" t="0" r="r" b="b"/>
              <a:pathLst>
                <a:path w="23" h="20">
                  <a:moveTo>
                    <a:pt x="10" y="2"/>
                  </a:moveTo>
                  <a:cubicBezTo>
                    <a:pt x="4" y="3"/>
                    <a:pt x="0" y="8"/>
                    <a:pt x="0" y="13"/>
                  </a:cubicBezTo>
                  <a:cubicBezTo>
                    <a:pt x="1" y="17"/>
                    <a:pt x="6" y="20"/>
                    <a:pt x="12" y="18"/>
                  </a:cubicBezTo>
                  <a:cubicBezTo>
                    <a:pt x="18" y="16"/>
                    <a:pt x="23" y="11"/>
                    <a:pt x="22" y="7"/>
                  </a:cubicBezTo>
                  <a:cubicBezTo>
                    <a:pt x="21" y="3"/>
                    <a:pt x="15"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699" name="Freeform 1700"/>
            <p:cNvSpPr/>
            <p:nvPr/>
          </p:nvSpPr>
          <p:spPr bwMode="auto">
            <a:xfrm>
              <a:off x="859141" y="11366278"/>
              <a:ext cx="61913" cy="50800"/>
            </a:xfrm>
            <a:custGeom>
              <a:avLst/>
              <a:gdLst>
                <a:gd name="T0" fmla="*/ 10 w 23"/>
                <a:gd name="T1" fmla="*/ 1 h 19"/>
                <a:gd name="T2" fmla="*/ 1 w 23"/>
                <a:gd name="T3" fmla="*/ 13 h 19"/>
                <a:gd name="T4" fmla="*/ 13 w 23"/>
                <a:gd name="T5" fmla="*/ 17 h 19"/>
                <a:gd name="T6" fmla="*/ 22 w 23"/>
                <a:gd name="T7" fmla="*/ 6 h 19"/>
                <a:gd name="T8" fmla="*/ 10 w 23"/>
                <a:gd name="T9" fmla="*/ 1 h 19"/>
              </a:gdLst>
              <a:ahLst/>
              <a:cxnLst>
                <a:cxn ang="0">
                  <a:pos x="T0" y="T1"/>
                </a:cxn>
                <a:cxn ang="0">
                  <a:pos x="T2" y="T3"/>
                </a:cxn>
                <a:cxn ang="0">
                  <a:pos x="T4" y="T5"/>
                </a:cxn>
                <a:cxn ang="0">
                  <a:pos x="T6" y="T7"/>
                </a:cxn>
                <a:cxn ang="0">
                  <a:pos x="T8" y="T9"/>
                </a:cxn>
              </a:cxnLst>
              <a:rect l="0" t="0" r="r" b="b"/>
              <a:pathLst>
                <a:path w="23" h="19">
                  <a:moveTo>
                    <a:pt x="10" y="1"/>
                  </a:moveTo>
                  <a:cubicBezTo>
                    <a:pt x="4" y="3"/>
                    <a:pt x="0" y="9"/>
                    <a:pt x="1" y="13"/>
                  </a:cubicBezTo>
                  <a:cubicBezTo>
                    <a:pt x="1" y="17"/>
                    <a:pt x="6" y="19"/>
                    <a:pt x="13" y="17"/>
                  </a:cubicBezTo>
                  <a:cubicBezTo>
                    <a:pt x="18" y="15"/>
                    <a:pt x="23" y="10"/>
                    <a:pt x="22" y="6"/>
                  </a:cubicBezTo>
                  <a:cubicBezTo>
                    <a:pt x="21" y="1"/>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00" name="Freeform 1701"/>
            <p:cNvSpPr/>
            <p:nvPr/>
          </p:nvSpPr>
          <p:spPr bwMode="auto">
            <a:xfrm>
              <a:off x="648004" y="11444065"/>
              <a:ext cx="61913" cy="49213"/>
            </a:xfrm>
            <a:custGeom>
              <a:avLst/>
              <a:gdLst>
                <a:gd name="T0" fmla="*/ 11 w 23"/>
                <a:gd name="T1" fmla="*/ 2 h 18"/>
                <a:gd name="T2" fmla="*/ 1 w 23"/>
                <a:gd name="T3" fmla="*/ 13 h 18"/>
                <a:gd name="T4" fmla="*/ 13 w 23"/>
                <a:gd name="T5" fmla="*/ 15 h 18"/>
                <a:gd name="T6" fmla="*/ 23 w 23"/>
                <a:gd name="T7" fmla="*/ 4 h 18"/>
                <a:gd name="T8" fmla="*/ 11 w 23"/>
                <a:gd name="T9" fmla="*/ 2 h 18"/>
              </a:gdLst>
              <a:ahLst/>
              <a:cxnLst>
                <a:cxn ang="0">
                  <a:pos x="T0" y="T1"/>
                </a:cxn>
                <a:cxn ang="0">
                  <a:pos x="T2" y="T3"/>
                </a:cxn>
                <a:cxn ang="0">
                  <a:pos x="T4" y="T5"/>
                </a:cxn>
                <a:cxn ang="0">
                  <a:pos x="T6" y="T7"/>
                </a:cxn>
                <a:cxn ang="0">
                  <a:pos x="T8" y="T9"/>
                </a:cxn>
              </a:cxnLst>
              <a:rect l="0" t="0" r="r" b="b"/>
              <a:pathLst>
                <a:path w="23" h="18">
                  <a:moveTo>
                    <a:pt x="11" y="2"/>
                  </a:moveTo>
                  <a:cubicBezTo>
                    <a:pt x="5" y="5"/>
                    <a:pt x="0" y="10"/>
                    <a:pt x="1" y="13"/>
                  </a:cubicBezTo>
                  <a:cubicBezTo>
                    <a:pt x="2" y="17"/>
                    <a:pt x="7" y="18"/>
                    <a:pt x="13" y="15"/>
                  </a:cubicBezTo>
                  <a:cubicBezTo>
                    <a:pt x="19" y="13"/>
                    <a:pt x="23" y="8"/>
                    <a:pt x="23" y="4"/>
                  </a:cubicBezTo>
                  <a:cubicBezTo>
                    <a:pt x="22" y="1"/>
                    <a:pt x="16"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01" name="Freeform 1702"/>
            <p:cNvSpPr/>
            <p:nvPr/>
          </p:nvSpPr>
          <p:spPr bwMode="auto">
            <a:xfrm>
              <a:off x="438454" y="11539315"/>
              <a:ext cx="61913" cy="44450"/>
            </a:xfrm>
            <a:custGeom>
              <a:avLst/>
              <a:gdLst>
                <a:gd name="T0" fmla="*/ 10 w 23"/>
                <a:gd name="T1" fmla="*/ 3 h 16"/>
                <a:gd name="T2" fmla="*/ 1 w 23"/>
                <a:gd name="T3" fmla="*/ 13 h 16"/>
                <a:gd name="T4" fmla="*/ 12 w 23"/>
                <a:gd name="T5" fmla="*/ 13 h 16"/>
                <a:gd name="T6" fmla="*/ 22 w 23"/>
                <a:gd name="T7" fmla="*/ 3 h 16"/>
                <a:gd name="T8" fmla="*/ 10 w 23"/>
                <a:gd name="T9" fmla="*/ 3 h 16"/>
              </a:gdLst>
              <a:ahLst/>
              <a:cxnLst>
                <a:cxn ang="0">
                  <a:pos x="T0" y="T1"/>
                </a:cxn>
                <a:cxn ang="0">
                  <a:pos x="T2" y="T3"/>
                </a:cxn>
                <a:cxn ang="0">
                  <a:pos x="T4" y="T5"/>
                </a:cxn>
                <a:cxn ang="0">
                  <a:pos x="T6" y="T7"/>
                </a:cxn>
                <a:cxn ang="0">
                  <a:pos x="T8" y="T9"/>
                </a:cxn>
              </a:cxnLst>
              <a:rect l="0" t="0" r="r" b="b"/>
              <a:pathLst>
                <a:path w="23" h="16">
                  <a:moveTo>
                    <a:pt x="10" y="3"/>
                  </a:moveTo>
                  <a:cubicBezTo>
                    <a:pt x="4" y="6"/>
                    <a:pt x="0" y="10"/>
                    <a:pt x="1" y="13"/>
                  </a:cubicBezTo>
                  <a:cubicBezTo>
                    <a:pt x="1" y="16"/>
                    <a:pt x="6" y="16"/>
                    <a:pt x="12" y="13"/>
                  </a:cubicBezTo>
                  <a:cubicBezTo>
                    <a:pt x="18" y="11"/>
                    <a:pt x="23" y="6"/>
                    <a:pt x="22" y="3"/>
                  </a:cubicBezTo>
                  <a:cubicBezTo>
                    <a:pt x="21" y="0"/>
                    <a:pt x="16" y="0"/>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02" name="Freeform 1703"/>
            <p:cNvSpPr/>
            <p:nvPr/>
          </p:nvSpPr>
          <p:spPr bwMode="auto">
            <a:xfrm>
              <a:off x="227316" y="11637740"/>
              <a:ext cx="61913" cy="38100"/>
            </a:xfrm>
            <a:custGeom>
              <a:avLst/>
              <a:gdLst>
                <a:gd name="T0" fmla="*/ 10 w 23"/>
                <a:gd name="T1" fmla="*/ 4 h 14"/>
                <a:gd name="T2" fmla="*/ 1 w 23"/>
                <a:gd name="T3" fmla="*/ 12 h 14"/>
                <a:gd name="T4" fmla="*/ 13 w 23"/>
                <a:gd name="T5" fmla="*/ 11 h 14"/>
                <a:gd name="T6" fmla="*/ 23 w 23"/>
                <a:gd name="T7" fmla="*/ 2 h 14"/>
                <a:gd name="T8" fmla="*/ 10 w 23"/>
                <a:gd name="T9" fmla="*/ 4 h 14"/>
              </a:gdLst>
              <a:ahLst/>
              <a:cxnLst>
                <a:cxn ang="0">
                  <a:pos x="T0" y="T1"/>
                </a:cxn>
                <a:cxn ang="0">
                  <a:pos x="T2" y="T3"/>
                </a:cxn>
                <a:cxn ang="0">
                  <a:pos x="T4" y="T5"/>
                </a:cxn>
                <a:cxn ang="0">
                  <a:pos x="T6" y="T7"/>
                </a:cxn>
                <a:cxn ang="0">
                  <a:pos x="T8" y="T9"/>
                </a:cxn>
              </a:cxnLst>
              <a:rect l="0" t="0" r="r" b="b"/>
              <a:pathLst>
                <a:path w="23" h="14">
                  <a:moveTo>
                    <a:pt x="10" y="4"/>
                  </a:moveTo>
                  <a:cubicBezTo>
                    <a:pt x="4" y="7"/>
                    <a:pt x="0" y="10"/>
                    <a:pt x="1" y="12"/>
                  </a:cubicBezTo>
                  <a:cubicBezTo>
                    <a:pt x="2" y="14"/>
                    <a:pt x="7" y="13"/>
                    <a:pt x="13" y="11"/>
                  </a:cubicBezTo>
                  <a:cubicBezTo>
                    <a:pt x="19" y="8"/>
                    <a:pt x="23" y="4"/>
                    <a:pt x="23" y="2"/>
                  </a:cubicBezTo>
                  <a:cubicBezTo>
                    <a:pt x="22" y="0"/>
                    <a:pt x="16" y="1"/>
                    <a:pt x="1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03" name="Freeform 1704"/>
            <p:cNvSpPr/>
            <p:nvPr/>
          </p:nvSpPr>
          <p:spPr bwMode="auto">
            <a:xfrm>
              <a:off x="17766" y="11726640"/>
              <a:ext cx="60325" cy="30163"/>
            </a:xfrm>
            <a:custGeom>
              <a:avLst/>
              <a:gdLst>
                <a:gd name="T0" fmla="*/ 12 w 22"/>
                <a:gd name="T1" fmla="*/ 8 h 11"/>
                <a:gd name="T2" fmla="*/ 22 w 22"/>
                <a:gd name="T3" fmla="*/ 2 h 11"/>
                <a:gd name="T4" fmla="*/ 10 w 22"/>
                <a:gd name="T5" fmla="*/ 3 h 11"/>
                <a:gd name="T6" fmla="*/ 0 w 22"/>
                <a:gd name="T7" fmla="*/ 9 h 11"/>
                <a:gd name="T8" fmla="*/ 12 w 22"/>
                <a:gd name="T9" fmla="*/ 8 h 11"/>
              </a:gdLst>
              <a:ahLst/>
              <a:cxnLst>
                <a:cxn ang="0">
                  <a:pos x="T0" y="T1"/>
                </a:cxn>
                <a:cxn ang="0">
                  <a:pos x="T2" y="T3"/>
                </a:cxn>
                <a:cxn ang="0">
                  <a:pos x="T4" y="T5"/>
                </a:cxn>
                <a:cxn ang="0">
                  <a:pos x="T6" y="T7"/>
                </a:cxn>
                <a:cxn ang="0">
                  <a:pos x="T8" y="T9"/>
                </a:cxn>
              </a:cxnLst>
              <a:rect l="0" t="0" r="r" b="b"/>
              <a:pathLst>
                <a:path w="22" h="11">
                  <a:moveTo>
                    <a:pt x="12" y="8"/>
                  </a:moveTo>
                  <a:cubicBezTo>
                    <a:pt x="18" y="6"/>
                    <a:pt x="22" y="3"/>
                    <a:pt x="22" y="2"/>
                  </a:cubicBezTo>
                  <a:cubicBezTo>
                    <a:pt x="21" y="0"/>
                    <a:pt x="16" y="1"/>
                    <a:pt x="10" y="3"/>
                  </a:cubicBezTo>
                  <a:cubicBezTo>
                    <a:pt x="4" y="5"/>
                    <a:pt x="0" y="8"/>
                    <a:pt x="0" y="9"/>
                  </a:cubicBezTo>
                  <a:cubicBezTo>
                    <a:pt x="1" y="11"/>
                    <a:pt x="6" y="10"/>
                    <a:pt x="1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04" name="Freeform 1705"/>
            <p:cNvSpPr/>
            <p:nvPr/>
          </p:nvSpPr>
          <p:spPr bwMode="auto">
            <a:xfrm>
              <a:off x="-193371" y="11794903"/>
              <a:ext cx="58738" cy="15875"/>
            </a:xfrm>
            <a:custGeom>
              <a:avLst/>
              <a:gdLst>
                <a:gd name="T0" fmla="*/ 22 w 22"/>
                <a:gd name="T1" fmla="*/ 1 h 6"/>
                <a:gd name="T2" fmla="*/ 11 w 22"/>
                <a:gd name="T3" fmla="*/ 2 h 6"/>
                <a:gd name="T4" fmla="*/ 1 w 22"/>
                <a:gd name="T5" fmla="*/ 5 h 6"/>
                <a:gd name="T6" fmla="*/ 11 w 22"/>
                <a:gd name="T7" fmla="*/ 5 h 6"/>
                <a:gd name="T8" fmla="*/ 22 w 22"/>
                <a:gd name="T9" fmla="*/ 1 h 6"/>
              </a:gdLst>
              <a:ahLst/>
              <a:cxnLst>
                <a:cxn ang="0">
                  <a:pos x="T0" y="T1"/>
                </a:cxn>
                <a:cxn ang="0">
                  <a:pos x="T2" y="T3"/>
                </a:cxn>
                <a:cxn ang="0">
                  <a:pos x="T4" y="T5"/>
                </a:cxn>
                <a:cxn ang="0">
                  <a:pos x="T6" y="T7"/>
                </a:cxn>
                <a:cxn ang="0">
                  <a:pos x="T8" y="T9"/>
                </a:cxn>
              </a:cxnLst>
              <a:rect l="0" t="0" r="r" b="b"/>
              <a:pathLst>
                <a:path w="22" h="6">
                  <a:moveTo>
                    <a:pt x="22" y="1"/>
                  </a:moveTo>
                  <a:cubicBezTo>
                    <a:pt x="22" y="0"/>
                    <a:pt x="17" y="0"/>
                    <a:pt x="11" y="2"/>
                  </a:cubicBezTo>
                  <a:cubicBezTo>
                    <a:pt x="5" y="3"/>
                    <a:pt x="0" y="5"/>
                    <a:pt x="1" y="5"/>
                  </a:cubicBezTo>
                  <a:cubicBezTo>
                    <a:pt x="1" y="6"/>
                    <a:pt x="5" y="6"/>
                    <a:pt x="11" y="5"/>
                  </a:cubicBezTo>
                  <a:cubicBezTo>
                    <a:pt x="17" y="4"/>
                    <a:pt x="22" y="2"/>
                    <a:pt x="2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05" name="Freeform 1706"/>
            <p:cNvSpPr/>
            <p:nvPr/>
          </p:nvSpPr>
          <p:spPr bwMode="auto">
            <a:xfrm>
              <a:off x="11697004" y="8900890"/>
              <a:ext cx="57150" cy="30163"/>
            </a:xfrm>
            <a:custGeom>
              <a:avLst/>
              <a:gdLst>
                <a:gd name="T0" fmla="*/ 0 w 21"/>
                <a:gd name="T1" fmla="*/ 10 h 11"/>
                <a:gd name="T2" fmla="*/ 13 w 21"/>
                <a:gd name="T3" fmla="*/ 6 h 11"/>
                <a:gd name="T4" fmla="*/ 21 w 21"/>
                <a:gd name="T5" fmla="*/ 1 h 11"/>
                <a:gd name="T6" fmla="*/ 10 w 21"/>
                <a:gd name="T7" fmla="*/ 3 h 11"/>
                <a:gd name="T8" fmla="*/ 0 w 21"/>
                <a:gd name="T9" fmla="*/ 10 h 11"/>
              </a:gdLst>
              <a:ahLst/>
              <a:cxnLst>
                <a:cxn ang="0">
                  <a:pos x="T0" y="T1"/>
                </a:cxn>
                <a:cxn ang="0">
                  <a:pos x="T2" y="T3"/>
                </a:cxn>
                <a:cxn ang="0">
                  <a:pos x="T4" y="T5"/>
                </a:cxn>
                <a:cxn ang="0">
                  <a:pos x="T6" y="T7"/>
                </a:cxn>
                <a:cxn ang="0">
                  <a:pos x="T8" y="T9"/>
                </a:cxn>
              </a:cxnLst>
              <a:rect l="0" t="0" r="r" b="b"/>
              <a:pathLst>
                <a:path w="21" h="11">
                  <a:moveTo>
                    <a:pt x="0" y="10"/>
                  </a:moveTo>
                  <a:cubicBezTo>
                    <a:pt x="1" y="11"/>
                    <a:pt x="7" y="9"/>
                    <a:pt x="13" y="6"/>
                  </a:cubicBezTo>
                  <a:cubicBezTo>
                    <a:pt x="18" y="4"/>
                    <a:pt x="21" y="2"/>
                    <a:pt x="21" y="1"/>
                  </a:cubicBezTo>
                  <a:cubicBezTo>
                    <a:pt x="20" y="0"/>
                    <a:pt x="15" y="1"/>
                    <a:pt x="10" y="3"/>
                  </a:cubicBezTo>
                  <a:cubicBezTo>
                    <a:pt x="4" y="6"/>
                    <a:pt x="0" y="9"/>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06" name="Freeform 1707"/>
            <p:cNvSpPr/>
            <p:nvPr/>
          </p:nvSpPr>
          <p:spPr bwMode="auto">
            <a:xfrm>
              <a:off x="11490629" y="9007253"/>
              <a:ext cx="58738" cy="46038"/>
            </a:xfrm>
            <a:custGeom>
              <a:avLst/>
              <a:gdLst>
                <a:gd name="T0" fmla="*/ 10 w 22"/>
                <a:gd name="T1" fmla="*/ 4 h 17"/>
                <a:gd name="T2" fmla="*/ 1 w 22"/>
                <a:gd name="T3" fmla="*/ 15 h 17"/>
                <a:gd name="T4" fmla="*/ 12 w 22"/>
                <a:gd name="T5" fmla="*/ 13 h 17"/>
                <a:gd name="T6" fmla="*/ 22 w 22"/>
                <a:gd name="T7" fmla="*/ 2 h 17"/>
                <a:gd name="T8" fmla="*/ 10 w 22"/>
                <a:gd name="T9" fmla="*/ 4 h 17"/>
              </a:gdLst>
              <a:ahLst/>
              <a:cxnLst>
                <a:cxn ang="0">
                  <a:pos x="T0" y="T1"/>
                </a:cxn>
                <a:cxn ang="0">
                  <a:pos x="T2" y="T3"/>
                </a:cxn>
                <a:cxn ang="0">
                  <a:pos x="T4" y="T5"/>
                </a:cxn>
                <a:cxn ang="0">
                  <a:pos x="T6" y="T7"/>
                </a:cxn>
                <a:cxn ang="0">
                  <a:pos x="T8" y="T9"/>
                </a:cxn>
              </a:cxnLst>
              <a:rect l="0" t="0" r="r" b="b"/>
              <a:pathLst>
                <a:path w="22" h="17">
                  <a:moveTo>
                    <a:pt x="10" y="4"/>
                  </a:moveTo>
                  <a:cubicBezTo>
                    <a:pt x="5" y="7"/>
                    <a:pt x="0" y="12"/>
                    <a:pt x="1" y="15"/>
                  </a:cubicBezTo>
                  <a:cubicBezTo>
                    <a:pt x="1" y="17"/>
                    <a:pt x="6" y="16"/>
                    <a:pt x="12" y="13"/>
                  </a:cubicBezTo>
                  <a:cubicBezTo>
                    <a:pt x="18" y="9"/>
                    <a:pt x="22" y="4"/>
                    <a:pt x="22" y="2"/>
                  </a:cubicBezTo>
                  <a:cubicBezTo>
                    <a:pt x="21" y="0"/>
                    <a:pt x="16" y="1"/>
                    <a:pt x="1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07" name="Freeform 1708"/>
            <p:cNvSpPr/>
            <p:nvPr/>
          </p:nvSpPr>
          <p:spPr bwMode="auto">
            <a:xfrm>
              <a:off x="11284254" y="9123140"/>
              <a:ext cx="61913" cy="49213"/>
            </a:xfrm>
            <a:custGeom>
              <a:avLst/>
              <a:gdLst>
                <a:gd name="T0" fmla="*/ 10 w 23"/>
                <a:gd name="T1" fmla="*/ 2 h 18"/>
                <a:gd name="T2" fmla="*/ 1 w 23"/>
                <a:gd name="T3" fmla="*/ 14 h 18"/>
                <a:gd name="T4" fmla="*/ 13 w 23"/>
                <a:gd name="T5" fmla="*/ 15 h 18"/>
                <a:gd name="T6" fmla="*/ 22 w 23"/>
                <a:gd name="T7" fmla="*/ 3 h 18"/>
                <a:gd name="T8" fmla="*/ 10 w 23"/>
                <a:gd name="T9" fmla="*/ 2 h 18"/>
              </a:gdLst>
              <a:ahLst/>
              <a:cxnLst>
                <a:cxn ang="0">
                  <a:pos x="T0" y="T1"/>
                </a:cxn>
                <a:cxn ang="0">
                  <a:pos x="T2" y="T3"/>
                </a:cxn>
                <a:cxn ang="0">
                  <a:pos x="T4" y="T5"/>
                </a:cxn>
                <a:cxn ang="0">
                  <a:pos x="T6" y="T7"/>
                </a:cxn>
                <a:cxn ang="0">
                  <a:pos x="T8" y="T9"/>
                </a:cxn>
              </a:cxnLst>
              <a:rect l="0" t="0" r="r" b="b"/>
              <a:pathLst>
                <a:path w="23" h="18">
                  <a:moveTo>
                    <a:pt x="10" y="2"/>
                  </a:moveTo>
                  <a:cubicBezTo>
                    <a:pt x="4" y="5"/>
                    <a:pt x="0" y="10"/>
                    <a:pt x="1" y="14"/>
                  </a:cubicBezTo>
                  <a:cubicBezTo>
                    <a:pt x="2" y="18"/>
                    <a:pt x="7" y="18"/>
                    <a:pt x="13" y="15"/>
                  </a:cubicBezTo>
                  <a:cubicBezTo>
                    <a:pt x="19" y="12"/>
                    <a:pt x="23" y="7"/>
                    <a:pt x="22" y="3"/>
                  </a:cubicBezTo>
                  <a:cubicBezTo>
                    <a:pt x="21" y="0"/>
                    <a:pt x="15"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08" name="Freeform 1709"/>
            <p:cNvSpPr/>
            <p:nvPr/>
          </p:nvSpPr>
          <p:spPr bwMode="auto">
            <a:xfrm>
              <a:off x="11073116" y="9188228"/>
              <a:ext cx="65088" cy="46038"/>
            </a:xfrm>
            <a:custGeom>
              <a:avLst/>
              <a:gdLst>
                <a:gd name="T0" fmla="*/ 10 w 24"/>
                <a:gd name="T1" fmla="*/ 0 h 17"/>
                <a:gd name="T2" fmla="*/ 1 w 24"/>
                <a:gd name="T3" fmla="*/ 10 h 17"/>
                <a:gd name="T4" fmla="*/ 14 w 24"/>
                <a:gd name="T5" fmla="*/ 16 h 17"/>
                <a:gd name="T6" fmla="*/ 23 w 24"/>
                <a:gd name="T7" fmla="*/ 7 h 17"/>
                <a:gd name="T8" fmla="*/ 10 w 24"/>
                <a:gd name="T9" fmla="*/ 0 h 17"/>
              </a:gdLst>
              <a:ahLst/>
              <a:cxnLst>
                <a:cxn ang="0">
                  <a:pos x="T0" y="T1"/>
                </a:cxn>
                <a:cxn ang="0">
                  <a:pos x="T2" y="T3"/>
                </a:cxn>
                <a:cxn ang="0">
                  <a:pos x="T4" y="T5"/>
                </a:cxn>
                <a:cxn ang="0">
                  <a:pos x="T6" y="T7"/>
                </a:cxn>
                <a:cxn ang="0">
                  <a:pos x="T8" y="T9"/>
                </a:cxn>
              </a:cxnLst>
              <a:rect l="0" t="0" r="r" b="b"/>
              <a:pathLst>
                <a:path w="24" h="17">
                  <a:moveTo>
                    <a:pt x="10" y="0"/>
                  </a:moveTo>
                  <a:cubicBezTo>
                    <a:pt x="5" y="1"/>
                    <a:pt x="0" y="6"/>
                    <a:pt x="1" y="10"/>
                  </a:cubicBezTo>
                  <a:cubicBezTo>
                    <a:pt x="2" y="14"/>
                    <a:pt x="8" y="17"/>
                    <a:pt x="14" y="16"/>
                  </a:cubicBezTo>
                  <a:cubicBezTo>
                    <a:pt x="20" y="16"/>
                    <a:pt x="24" y="12"/>
                    <a:pt x="23" y="7"/>
                  </a:cubicBezTo>
                  <a:cubicBezTo>
                    <a:pt x="22" y="3"/>
                    <a:pt x="16" y="0"/>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09" name="Freeform 1710"/>
            <p:cNvSpPr/>
            <p:nvPr/>
          </p:nvSpPr>
          <p:spPr bwMode="auto">
            <a:xfrm>
              <a:off x="10860391" y="9232678"/>
              <a:ext cx="65088" cy="47625"/>
            </a:xfrm>
            <a:custGeom>
              <a:avLst/>
              <a:gdLst>
                <a:gd name="T0" fmla="*/ 10 w 24"/>
                <a:gd name="T1" fmla="*/ 2 h 18"/>
                <a:gd name="T2" fmla="*/ 1 w 24"/>
                <a:gd name="T3" fmla="*/ 12 h 18"/>
                <a:gd name="T4" fmla="*/ 14 w 24"/>
                <a:gd name="T5" fmla="*/ 16 h 18"/>
                <a:gd name="T6" fmla="*/ 23 w 24"/>
                <a:gd name="T7" fmla="*/ 7 h 18"/>
                <a:gd name="T8" fmla="*/ 10 w 24"/>
                <a:gd name="T9" fmla="*/ 2 h 18"/>
              </a:gdLst>
              <a:ahLst/>
              <a:cxnLst>
                <a:cxn ang="0">
                  <a:pos x="T0" y="T1"/>
                </a:cxn>
                <a:cxn ang="0">
                  <a:pos x="T2" y="T3"/>
                </a:cxn>
                <a:cxn ang="0">
                  <a:pos x="T4" y="T5"/>
                </a:cxn>
                <a:cxn ang="0">
                  <a:pos x="T6" y="T7"/>
                </a:cxn>
                <a:cxn ang="0">
                  <a:pos x="T8" y="T9"/>
                </a:cxn>
              </a:cxnLst>
              <a:rect l="0" t="0" r="r" b="b"/>
              <a:pathLst>
                <a:path w="24" h="18">
                  <a:moveTo>
                    <a:pt x="10" y="2"/>
                  </a:moveTo>
                  <a:cubicBezTo>
                    <a:pt x="5" y="3"/>
                    <a:pt x="0" y="8"/>
                    <a:pt x="1" y="12"/>
                  </a:cubicBezTo>
                  <a:cubicBezTo>
                    <a:pt x="2" y="16"/>
                    <a:pt x="8" y="18"/>
                    <a:pt x="14" y="16"/>
                  </a:cubicBezTo>
                  <a:cubicBezTo>
                    <a:pt x="20" y="15"/>
                    <a:pt x="24" y="11"/>
                    <a:pt x="23" y="7"/>
                  </a:cubicBezTo>
                  <a:cubicBezTo>
                    <a:pt x="22" y="3"/>
                    <a:pt x="16"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10" name="Freeform 1711"/>
            <p:cNvSpPr/>
            <p:nvPr/>
          </p:nvSpPr>
          <p:spPr bwMode="auto">
            <a:xfrm>
              <a:off x="10652429" y="9291415"/>
              <a:ext cx="58738" cy="44450"/>
            </a:xfrm>
            <a:custGeom>
              <a:avLst/>
              <a:gdLst>
                <a:gd name="T0" fmla="*/ 10 w 22"/>
                <a:gd name="T1" fmla="*/ 1 h 16"/>
                <a:gd name="T2" fmla="*/ 0 w 22"/>
                <a:gd name="T3" fmla="*/ 11 h 16"/>
                <a:gd name="T4" fmla="*/ 12 w 22"/>
                <a:gd name="T5" fmla="*/ 15 h 16"/>
                <a:gd name="T6" fmla="*/ 22 w 22"/>
                <a:gd name="T7" fmla="*/ 6 h 16"/>
                <a:gd name="T8" fmla="*/ 10 w 22"/>
                <a:gd name="T9" fmla="*/ 1 h 16"/>
              </a:gdLst>
              <a:ahLst/>
              <a:cxnLst>
                <a:cxn ang="0">
                  <a:pos x="T0" y="T1"/>
                </a:cxn>
                <a:cxn ang="0">
                  <a:pos x="T2" y="T3"/>
                </a:cxn>
                <a:cxn ang="0">
                  <a:pos x="T4" y="T5"/>
                </a:cxn>
                <a:cxn ang="0">
                  <a:pos x="T6" y="T7"/>
                </a:cxn>
                <a:cxn ang="0">
                  <a:pos x="T8" y="T9"/>
                </a:cxn>
              </a:cxnLst>
              <a:rect l="0" t="0" r="r" b="b"/>
              <a:pathLst>
                <a:path w="22" h="16">
                  <a:moveTo>
                    <a:pt x="10" y="1"/>
                  </a:moveTo>
                  <a:cubicBezTo>
                    <a:pt x="4" y="3"/>
                    <a:pt x="0" y="7"/>
                    <a:pt x="0" y="11"/>
                  </a:cubicBezTo>
                  <a:cubicBezTo>
                    <a:pt x="0" y="14"/>
                    <a:pt x="6" y="16"/>
                    <a:pt x="12" y="15"/>
                  </a:cubicBezTo>
                  <a:cubicBezTo>
                    <a:pt x="18" y="13"/>
                    <a:pt x="22" y="9"/>
                    <a:pt x="22" y="6"/>
                  </a:cubicBezTo>
                  <a:cubicBezTo>
                    <a:pt x="21" y="2"/>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11" name="Freeform 1712"/>
            <p:cNvSpPr/>
            <p:nvPr/>
          </p:nvSpPr>
          <p:spPr bwMode="auto">
            <a:xfrm>
              <a:off x="10436529" y="9356503"/>
              <a:ext cx="65088" cy="41275"/>
            </a:xfrm>
            <a:custGeom>
              <a:avLst/>
              <a:gdLst>
                <a:gd name="T0" fmla="*/ 10 w 24"/>
                <a:gd name="T1" fmla="*/ 2 h 15"/>
                <a:gd name="T2" fmla="*/ 1 w 24"/>
                <a:gd name="T3" fmla="*/ 11 h 15"/>
                <a:gd name="T4" fmla="*/ 13 w 24"/>
                <a:gd name="T5" fmla="*/ 13 h 15"/>
                <a:gd name="T6" fmla="*/ 23 w 24"/>
                <a:gd name="T7" fmla="*/ 4 h 15"/>
                <a:gd name="T8" fmla="*/ 10 w 24"/>
                <a:gd name="T9" fmla="*/ 2 h 15"/>
              </a:gdLst>
              <a:ahLst/>
              <a:cxnLst>
                <a:cxn ang="0">
                  <a:pos x="T0" y="T1"/>
                </a:cxn>
                <a:cxn ang="0">
                  <a:pos x="T2" y="T3"/>
                </a:cxn>
                <a:cxn ang="0">
                  <a:pos x="T4" y="T5"/>
                </a:cxn>
                <a:cxn ang="0">
                  <a:pos x="T6" y="T7"/>
                </a:cxn>
                <a:cxn ang="0">
                  <a:pos x="T8" y="T9"/>
                </a:cxn>
              </a:cxnLst>
              <a:rect l="0" t="0" r="r" b="b"/>
              <a:pathLst>
                <a:path w="24" h="15">
                  <a:moveTo>
                    <a:pt x="10" y="2"/>
                  </a:moveTo>
                  <a:cubicBezTo>
                    <a:pt x="5" y="4"/>
                    <a:pt x="0" y="8"/>
                    <a:pt x="1" y="11"/>
                  </a:cubicBezTo>
                  <a:cubicBezTo>
                    <a:pt x="2" y="14"/>
                    <a:pt x="7" y="15"/>
                    <a:pt x="13" y="13"/>
                  </a:cubicBezTo>
                  <a:cubicBezTo>
                    <a:pt x="20" y="12"/>
                    <a:pt x="24" y="8"/>
                    <a:pt x="23" y="4"/>
                  </a:cubicBezTo>
                  <a:cubicBezTo>
                    <a:pt x="22" y="1"/>
                    <a:pt x="16"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12" name="Freeform 1713"/>
            <p:cNvSpPr/>
            <p:nvPr/>
          </p:nvSpPr>
          <p:spPr bwMode="auto">
            <a:xfrm>
              <a:off x="10225391" y="9427940"/>
              <a:ext cx="65088" cy="38100"/>
            </a:xfrm>
            <a:custGeom>
              <a:avLst/>
              <a:gdLst>
                <a:gd name="T0" fmla="*/ 10 w 24"/>
                <a:gd name="T1" fmla="*/ 3 h 14"/>
                <a:gd name="T2" fmla="*/ 1 w 24"/>
                <a:gd name="T3" fmla="*/ 11 h 14"/>
                <a:gd name="T4" fmla="*/ 14 w 24"/>
                <a:gd name="T5" fmla="*/ 12 h 14"/>
                <a:gd name="T6" fmla="*/ 22 w 24"/>
                <a:gd name="T7" fmla="*/ 4 h 14"/>
                <a:gd name="T8" fmla="*/ 10 w 24"/>
                <a:gd name="T9" fmla="*/ 3 h 14"/>
              </a:gdLst>
              <a:ahLst/>
              <a:cxnLst>
                <a:cxn ang="0">
                  <a:pos x="T0" y="T1"/>
                </a:cxn>
                <a:cxn ang="0">
                  <a:pos x="T2" y="T3"/>
                </a:cxn>
                <a:cxn ang="0">
                  <a:pos x="T4" y="T5"/>
                </a:cxn>
                <a:cxn ang="0">
                  <a:pos x="T6" y="T7"/>
                </a:cxn>
                <a:cxn ang="0">
                  <a:pos x="T8" y="T9"/>
                </a:cxn>
              </a:cxnLst>
              <a:rect l="0" t="0" r="r" b="b"/>
              <a:pathLst>
                <a:path w="24" h="14">
                  <a:moveTo>
                    <a:pt x="10" y="3"/>
                  </a:moveTo>
                  <a:cubicBezTo>
                    <a:pt x="4" y="5"/>
                    <a:pt x="0" y="9"/>
                    <a:pt x="1" y="11"/>
                  </a:cubicBezTo>
                  <a:cubicBezTo>
                    <a:pt x="2" y="14"/>
                    <a:pt x="8" y="14"/>
                    <a:pt x="14" y="12"/>
                  </a:cubicBezTo>
                  <a:cubicBezTo>
                    <a:pt x="20" y="10"/>
                    <a:pt x="24" y="6"/>
                    <a:pt x="22" y="4"/>
                  </a:cubicBezTo>
                  <a:cubicBezTo>
                    <a:pt x="21" y="1"/>
                    <a:pt x="15" y="0"/>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13" name="Freeform 1714"/>
            <p:cNvSpPr/>
            <p:nvPr/>
          </p:nvSpPr>
          <p:spPr bwMode="auto">
            <a:xfrm>
              <a:off x="10014254" y="9504140"/>
              <a:ext cx="61913" cy="34925"/>
            </a:xfrm>
            <a:custGeom>
              <a:avLst/>
              <a:gdLst>
                <a:gd name="T0" fmla="*/ 9 w 23"/>
                <a:gd name="T1" fmla="*/ 3 h 13"/>
                <a:gd name="T2" fmla="*/ 1 w 23"/>
                <a:gd name="T3" fmla="*/ 11 h 13"/>
                <a:gd name="T4" fmla="*/ 14 w 23"/>
                <a:gd name="T5" fmla="*/ 11 h 13"/>
                <a:gd name="T6" fmla="*/ 22 w 23"/>
                <a:gd name="T7" fmla="*/ 3 h 13"/>
                <a:gd name="T8" fmla="*/ 9 w 23"/>
                <a:gd name="T9" fmla="*/ 3 h 13"/>
              </a:gdLst>
              <a:ahLst/>
              <a:cxnLst>
                <a:cxn ang="0">
                  <a:pos x="T0" y="T1"/>
                </a:cxn>
                <a:cxn ang="0">
                  <a:pos x="T2" y="T3"/>
                </a:cxn>
                <a:cxn ang="0">
                  <a:pos x="T4" y="T5"/>
                </a:cxn>
                <a:cxn ang="0">
                  <a:pos x="T6" y="T7"/>
                </a:cxn>
                <a:cxn ang="0">
                  <a:pos x="T8" y="T9"/>
                </a:cxn>
              </a:cxnLst>
              <a:rect l="0" t="0" r="r" b="b"/>
              <a:pathLst>
                <a:path w="23" h="13">
                  <a:moveTo>
                    <a:pt x="9" y="3"/>
                  </a:moveTo>
                  <a:cubicBezTo>
                    <a:pt x="4" y="5"/>
                    <a:pt x="0" y="9"/>
                    <a:pt x="1" y="11"/>
                  </a:cubicBezTo>
                  <a:cubicBezTo>
                    <a:pt x="2" y="13"/>
                    <a:pt x="8" y="13"/>
                    <a:pt x="14" y="11"/>
                  </a:cubicBezTo>
                  <a:cubicBezTo>
                    <a:pt x="20" y="9"/>
                    <a:pt x="23" y="5"/>
                    <a:pt x="22" y="3"/>
                  </a:cubicBezTo>
                  <a:cubicBezTo>
                    <a:pt x="21" y="0"/>
                    <a:pt x="15" y="0"/>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14" name="Freeform 1715"/>
            <p:cNvSpPr/>
            <p:nvPr/>
          </p:nvSpPr>
          <p:spPr bwMode="auto">
            <a:xfrm>
              <a:off x="9801529" y="9581928"/>
              <a:ext cx="63500" cy="33338"/>
            </a:xfrm>
            <a:custGeom>
              <a:avLst/>
              <a:gdLst>
                <a:gd name="T0" fmla="*/ 11 w 23"/>
                <a:gd name="T1" fmla="*/ 2 h 12"/>
                <a:gd name="T2" fmla="*/ 0 w 23"/>
                <a:gd name="T3" fmla="*/ 10 h 12"/>
                <a:gd name="T4" fmla="*/ 12 w 23"/>
                <a:gd name="T5" fmla="*/ 10 h 12"/>
                <a:gd name="T6" fmla="*/ 22 w 23"/>
                <a:gd name="T7" fmla="*/ 2 h 12"/>
                <a:gd name="T8" fmla="*/ 11 w 23"/>
                <a:gd name="T9" fmla="*/ 2 h 12"/>
              </a:gdLst>
              <a:ahLst/>
              <a:cxnLst>
                <a:cxn ang="0">
                  <a:pos x="T0" y="T1"/>
                </a:cxn>
                <a:cxn ang="0">
                  <a:pos x="T2" y="T3"/>
                </a:cxn>
                <a:cxn ang="0">
                  <a:pos x="T4" y="T5"/>
                </a:cxn>
                <a:cxn ang="0">
                  <a:pos x="T6" y="T7"/>
                </a:cxn>
                <a:cxn ang="0">
                  <a:pos x="T8" y="T9"/>
                </a:cxn>
              </a:cxnLst>
              <a:rect l="0" t="0" r="r" b="b"/>
              <a:pathLst>
                <a:path w="23" h="12">
                  <a:moveTo>
                    <a:pt x="11" y="2"/>
                  </a:moveTo>
                  <a:cubicBezTo>
                    <a:pt x="5" y="4"/>
                    <a:pt x="0" y="8"/>
                    <a:pt x="0" y="10"/>
                  </a:cubicBezTo>
                  <a:cubicBezTo>
                    <a:pt x="1" y="12"/>
                    <a:pt x="6" y="12"/>
                    <a:pt x="12" y="10"/>
                  </a:cubicBezTo>
                  <a:cubicBezTo>
                    <a:pt x="18" y="8"/>
                    <a:pt x="23" y="5"/>
                    <a:pt x="22" y="2"/>
                  </a:cubicBezTo>
                  <a:cubicBezTo>
                    <a:pt x="22" y="0"/>
                    <a:pt x="17"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15" name="Freeform 1716"/>
            <p:cNvSpPr/>
            <p:nvPr/>
          </p:nvSpPr>
          <p:spPr bwMode="auto">
            <a:xfrm>
              <a:off x="9590391" y="9661303"/>
              <a:ext cx="60325" cy="30163"/>
            </a:xfrm>
            <a:custGeom>
              <a:avLst/>
              <a:gdLst>
                <a:gd name="T0" fmla="*/ 10 w 22"/>
                <a:gd name="T1" fmla="*/ 2 h 11"/>
                <a:gd name="T2" fmla="*/ 0 w 22"/>
                <a:gd name="T3" fmla="*/ 9 h 11"/>
                <a:gd name="T4" fmla="*/ 12 w 22"/>
                <a:gd name="T5" fmla="*/ 9 h 11"/>
                <a:gd name="T6" fmla="*/ 22 w 22"/>
                <a:gd name="T7" fmla="*/ 2 h 11"/>
                <a:gd name="T8" fmla="*/ 10 w 22"/>
                <a:gd name="T9" fmla="*/ 2 h 11"/>
              </a:gdLst>
              <a:ahLst/>
              <a:cxnLst>
                <a:cxn ang="0">
                  <a:pos x="T0" y="T1"/>
                </a:cxn>
                <a:cxn ang="0">
                  <a:pos x="T2" y="T3"/>
                </a:cxn>
                <a:cxn ang="0">
                  <a:pos x="T4" y="T5"/>
                </a:cxn>
                <a:cxn ang="0">
                  <a:pos x="T6" y="T7"/>
                </a:cxn>
                <a:cxn ang="0">
                  <a:pos x="T8" y="T9"/>
                </a:cxn>
              </a:cxnLst>
              <a:rect l="0" t="0" r="r" b="b"/>
              <a:pathLst>
                <a:path w="22" h="11">
                  <a:moveTo>
                    <a:pt x="10" y="2"/>
                  </a:moveTo>
                  <a:cubicBezTo>
                    <a:pt x="4" y="4"/>
                    <a:pt x="0" y="7"/>
                    <a:pt x="0" y="9"/>
                  </a:cubicBezTo>
                  <a:cubicBezTo>
                    <a:pt x="0" y="11"/>
                    <a:pt x="5" y="11"/>
                    <a:pt x="12" y="9"/>
                  </a:cubicBezTo>
                  <a:cubicBezTo>
                    <a:pt x="18" y="7"/>
                    <a:pt x="22" y="4"/>
                    <a:pt x="22" y="2"/>
                  </a:cubicBezTo>
                  <a:cubicBezTo>
                    <a:pt x="21" y="0"/>
                    <a:pt x="16"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16" name="Freeform 1717"/>
            <p:cNvSpPr/>
            <p:nvPr/>
          </p:nvSpPr>
          <p:spPr bwMode="auto">
            <a:xfrm>
              <a:off x="9376079" y="9737503"/>
              <a:ext cx="61913" cy="26988"/>
            </a:xfrm>
            <a:custGeom>
              <a:avLst/>
              <a:gdLst>
                <a:gd name="T0" fmla="*/ 0 w 23"/>
                <a:gd name="T1" fmla="*/ 9 h 10"/>
                <a:gd name="T2" fmla="*/ 12 w 23"/>
                <a:gd name="T3" fmla="*/ 8 h 10"/>
                <a:gd name="T4" fmla="*/ 22 w 23"/>
                <a:gd name="T5" fmla="*/ 2 h 10"/>
                <a:gd name="T6" fmla="*/ 11 w 23"/>
                <a:gd name="T7" fmla="*/ 3 h 10"/>
                <a:gd name="T8" fmla="*/ 0 w 23"/>
                <a:gd name="T9" fmla="*/ 9 h 10"/>
              </a:gdLst>
              <a:ahLst/>
              <a:cxnLst>
                <a:cxn ang="0">
                  <a:pos x="T0" y="T1"/>
                </a:cxn>
                <a:cxn ang="0">
                  <a:pos x="T2" y="T3"/>
                </a:cxn>
                <a:cxn ang="0">
                  <a:pos x="T4" y="T5"/>
                </a:cxn>
                <a:cxn ang="0">
                  <a:pos x="T6" y="T7"/>
                </a:cxn>
                <a:cxn ang="0">
                  <a:pos x="T8" y="T9"/>
                </a:cxn>
              </a:cxnLst>
              <a:rect l="0" t="0" r="r" b="b"/>
              <a:pathLst>
                <a:path w="23" h="10">
                  <a:moveTo>
                    <a:pt x="0" y="9"/>
                  </a:moveTo>
                  <a:cubicBezTo>
                    <a:pt x="1" y="10"/>
                    <a:pt x="6" y="10"/>
                    <a:pt x="12" y="8"/>
                  </a:cubicBezTo>
                  <a:cubicBezTo>
                    <a:pt x="18" y="6"/>
                    <a:pt x="23" y="3"/>
                    <a:pt x="22" y="2"/>
                  </a:cubicBezTo>
                  <a:cubicBezTo>
                    <a:pt x="22" y="0"/>
                    <a:pt x="16" y="1"/>
                    <a:pt x="11" y="3"/>
                  </a:cubicBezTo>
                  <a:cubicBezTo>
                    <a:pt x="5" y="5"/>
                    <a:pt x="0" y="8"/>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17" name="Freeform 1718"/>
            <p:cNvSpPr/>
            <p:nvPr/>
          </p:nvSpPr>
          <p:spPr bwMode="auto">
            <a:xfrm>
              <a:off x="9161766" y="9813703"/>
              <a:ext cx="61913" cy="23813"/>
            </a:xfrm>
            <a:custGeom>
              <a:avLst/>
              <a:gdLst>
                <a:gd name="T0" fmla="*/ 11 w 23"/>
                <a:gd name="T1" fmla="*/ 2 h 9"/>
                <a:gd name="T2" fmla="*/ 1 w 23"/>
                <a:gd name="T3" fmla="*/ 8 h 9"/>
                <a:gd name="T4" fmla="*/ 13 w 23"/>
                <a:gd name="T5" fmla="*/ 6 h 9"/>
                <a:gd name="T6" fmla="*/ 23 w 23"/>
                <a:gd name="T7" fmla="*/ 1 h 9"/>
                <a:gd name="T8" fmla="*/ 11 w 23"/>
                <a:gd name="T9" fmla="*/ 2 h 9"/>
              </a:gdLst>
              <a:ahLst/>
              <a:cxnLst>
                <a:cxn ang="0">
                  <a:pos x="T0" y="T1"/>
                </a:cxn>
                <a:cxn ang="0">
                  <a:pos x="T2" y="T3"/>
                </a:cxn>
                <a:cxn ang="0">
                  <a:pos x="T4" y="T5"/>
                </a:cxn>
                <a:cxn ang="0">
                  <a:pos x="T6" y="T7"/>
                </a:cxn>
                <a:cxn ang="0">
                  <a:pos x="T8" y="T9"/>
                </a:cxn>
              </a:cxnLst>
              <a:rect l="0" t="0" r="r" b="b"/>
              <a:pathLst>
                <a:path w="23" h="9">
                  <a:moveTo>
                    <a:pt x="11" y="2"/>
                  </a:moveTo>
                  <a:cubicBezTo>
                    <a:pt x="5" y="4"/>
                    <a:pt x="0" y="7"/>
                    <a:pt x="1" y="8"/>
                  </a:cubicBezTo>
                  <a:cubicBezTo>
                    <a:pt x="1" y="9"/>
                    <a:pt x="7" y="8"/>
                    <a:pt x="13" y="6"/>
                  </a:cubicBezTo>
                  <a:cubicBezTo>
                    <a:pt x="19" y="4"/>
                    <a:pt x="23" y="2"/>
                    <a:pt x="23" y="1"/>
                  </a:cubicBezTo>
                  <a:cubicBezTo>
                    <a:pt x="22" y="0"/>
                    <a:pt x="16"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18" name="Freeform 1719"/>
            <p:cNvSpPr/>
            <p:nvPr/>
          </p:nvSpPr>
          <p:spPr bwMode="auto">
            <a:xfrm>
              <a:off x="8950629" y="9880378"/>
              <a:ext cx="61913" cy="25400"/>
            </a:xfrm>
            <a:custGeom>
              <a:avLst/>
              <a:gdLst>
                <a:gd name="T0" fmla="*/ 10 w 23"/>
                <a:gd name="T1" fmla="*/ 3 h 9"/>
                <a:gd name="T2" fmla="*/ 0 w 23"/>
                <a:gd name="T3" fmla="*/ 8 h 9"/>
                <a:gd name="T4" fmla="*/ 13 w 23"/>
                <a:gd name="T5" fmla="*/ 6 h 9"/>
                <a:gd name="T6" fmla="*/ 22 w 23"/>
                <a:gd name="T7" fmla="*/ 1 h 9"/>
                <a:gd name="T8" fmla="*/ 10 w 23"/>
                <a:gd name="T9" fmla="*/ 3 h 9"/>
              </a:gdLst>
              <a:ahLst/>
              <a:cxnLst>
                <a:cxn ang="0">
                  <a:pos x="T0" y="T1"/>
                </a:cxn>
                <a:cxn ang="0">
                  <a:pos x="T2" y="T3"/>
                </a:cxn>
                <a:cxn ang="0">
                  <a:pos x="T4" y="T5"/>
                </a:cxn>
                <a:cxn ang="0">
                  <a:pos x="T6" y="T7"/>
                </a:cxn>
                <a:cxn ang="0">
                  <a:pos x="T8" y="T9"/>
                </a:cxn>
              </a:cxnLst>
              <a:rect l="0" t="0" r="r" b="b"/>
              <a:pathLst>
                <a:path w="23" h="9">
                  <a:moveTo>
                    <a:pt x="10" y="3"/>
                  </a:moveTo>
                  <a:cubicBezTo>
                    <a:pt x="4" y="5"/>
                    <a:pt x="0" y="7"/>
                    <a:pt x="0" y="8"/>
                  </a:cubicBezTo>
                  <a:cubicBezTo>
                    <a:pt x="1" y="9"/>
                    <a:pt x="6" y="8"/>
                    <a:pt x="13" y="6"/>
                  </a:cubicBezTo>
                  <a:cubicBezTo>
                    <a:pt x="19" y="4"/>
                    <a:pt x="23" y="2"/>
                    <a:pt x="22" y="1"/>
                  </a:cubicBezTo>
                  <a:cubicBezTo>
                    <a:pt x="21" y="0"/>
                    <a:pt x="16"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19" name="Freeform 1720"/>
            <p:cNvSpPr/>
            <p:nvPr/>
          </p:nvSpPr>
          <p:spPr bwMode="auto">
            <a:xfrm>
              <a:off x="5762929" y="10786840"/>
              <a:ext cx="57150" cy="30163"/>
            </a:xfrm>
            <a:custGeom>
              <a:avLst/>
              <a:gdLst>
                <a:gd name="T0" fmla="*/ 0 w 21"/>
                <a:gd name="T1" fmla="*/ 11 h 11"/>
                <a:gd name="T2" fmla="*/ 10 w 21"/>
                <a:gd name="T3" fmla="*/ 6 h 11"/>
                <a:gd name="T4" fmla="*/ 21 w 21"/>
                <a:gd name="T5" fmla="*/ 0 h 11"/>
                <a:gd name="T6" fmla="*/ 10 w 21"/>
                <a:gd name="T7" fmla="*/ 5 h 11"/>
                <a:gd name="T8" fmla="*/ 0 w 21"/>
                <a:gd name="T9" fmla="*/ 11 h 11"/>
              </a:gdLst>
              <a:ahLst/>
              <a:cxnLst>
                <a:cxn ang="0">
                  <a:pos x="T0" y="T1"/>
                </a:cxn>
                <a:cxn ang="0">
                  <a:pos x="T2" y="T3"/>
                </a:cxn>
                <a:cxn ang="0">
                  <a:pos x="T4" y="T5"/>
                </a:cxn>
                <a:cxn ang="0">
                  <a:pos x="T6" y="T7"/>
                </a:cxn>
                <a:cxn ang="0">
                  <a:pos x="T8" y="T9"/>
                </a:cxn>
              </a:cxnLst>
              <a:rect l="0" t="0" r="r" b="b"/>
              <a:pathLst>
                <a:path w="21" h="11">
                  <a:moveTo>
                    <a:pt x="0" y="11"/>
                  </a:moveTo>
                  <a:cubicBezTo>
                    <a:pt x="0" y="11"/>
                    <a:pt x="4" y="9"/>
                    <a:pt x="10" y="6"/>
                  </a:cubicBezTo>
                  <a:cubicBezTo>
                    <a:pt x="17" y="3"/>
                    <a:pt x="21" y="0"/>
                    <a:pt x="21" y="0"/>
                  </a:cubicBezTo>
                  <a:cubicBezTo>
                    <a:pt x="21" y="0"/>
                    <a:pt x="16" y="2"/>
                    <a:pt x="10" y="5"/>
                  </a:cubicBezTo>
                  <a:cubicBezTo>
                    <a:pt x="4" y="8"/>
                    <a:pt x="0" y="10"/>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20" name="Freeform 1721"/>
            <p:cNvSpPr/>
            <p:nvPr/>
          </p:nvSpPr>
          <p:spPr bwMode="auto">
            <a:xfrm>
              <a:off x="5972479" y="10690003"/>
              <a:ext cx="60325" cy="26988"/>
            </a:xfrm>
            <a:custGeom>
              <a:avLst/>
              <a:gdLst>
                <a:gd name="T0" fmla="*/ 0 w 22"/>
                <a:gd name="T1" fmla="*/ 10 h 10"/>
                <a:gd name="T2" fmla="*/ 12 w 22"/>
                <a:gd name="T3" fmla="*/ 5 h 10"/>
                <a:gd name="T4" fmla="*/ 22 w 22"/>
                <a:gd name="T5" fmla="*/ 0 h 10"/>
                <a:gd name="T6" fmla="*/ 10 w 22"/>
                <a:gd name="T7" fmla="*/ 5 h 10"/>
                <a:gd name="T8" fmla="*/ 0 w 22"/>
                <a:gd name="T9" fmla="*/ 10 h 10"/>
              </a:gdLst>
              <a:ahLst/>
              <a:cxnLst>
                <a:cxn ang="0">
                  <a:pos x="T0" y="T1"/>
                </a:cxn>
                <a:cxn ang="0">
                  <a:pos x="T2" y="T3"/>
                </a:cxn>
                <a:cxn ang="0">
                  <a:pos x="T4" y="T5"/>
                </a:cxn>
                <a:cxn ang="0">
                  <a:pos x="T6" y="T7"/>
                </a:cxn>
                <a:cxn ang="0">
                  <a:pos x="T8" y="T9"/>
                </a:cxn>
              </a:cxnLst>
              <a:rect l="0" t="0" r="r" b="b"/>
              <a:pathLst>
                <a:path w="22" h="10">
                  <a:moveTo>
                    <a:pt x="0" y="10"/>
                  </a:moveTo>
                  <a:cubicBezTo>
                    <a:pt x="0" y="10"/>
                    <a:pt x="6" y="7"/>
                    <a:pt x="12" y="5"/>
                  </a:cubicBezTo>
                  <a:cubicBezTo>
                    <a:pt x="18" y="2"/>
                    <a:pt x="22" y="0"/>
                    <a:pt x="22" y="0"/>
                  </a:cubicBezTo>
                  <a:cubicBezTo>
                    <a:pt x="21" y="0"/>
                    <a:pt x="16" y="2"/>
                    <a:pt x="10" y="5"/>
                  </a:cubicBezTo>
                  <a:cubicBezTo>
                    <a:pt x="4" y="8"/>
                    <a:pt x="0" y="10"/>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21" name="Freeform 1722"/>
            <p:cNvSpPr/>
            <p:nvPr/>
          </p:nvSpPr>
          <p:spPr bwMode="auto">
            <a:xfrm>
              <a:off x="6182029" y="10591578"/>
              <a:ext cx="61913" cy="26988"/>
            </a:xfrm>
            <a:custGeom>
              <a:avLst/>
              <a:gdLst>
                <a:gd name="T0" fmla="*/ 1 w 23"/>
                <a:gd name="T1" fmla="*/ 10 h 10"/>
                <a:gd name="T2" fmla="*/ 12 w 23"/>
                <a:gd name="T3" fmla="*/ 5 h 10"/>
                <a:gd name="T4" fmla="*/ 22 w 23"/>
                <a:gd name="T5" fmla="*/ 0 h 10"/>
                <a:gd name="T6" fmla="*/ 10 w 23"/>
                <a:gd name="T7" fmla="*/ 5 h 10"/>
                <a:gd name="T8" fmla="*/ 1 w 23"/>
                <a:gd name="T9" fmla="*/ 10 h 10"/>
              </a:gdLst>
              <a:ahLst/>
              <a:cxnLst>
                <a:cxn ang="0">
                  <a:pos x="T0" y="T1"/>
                </a:cxn>
                <a:cxn ang="0">
                  <a:pos x="T2" y="T3"/>
                </a:cxn>
                <a:cxn ang="0">
                  <a:pos x="T4" y="T5"/>
                </a:cxn>
                <a:cxn ang="0">
                  <a:pos x="T6" y="T7"/>
                </a:cxn>
                <a:cxn ang="0">
                  <a:pos x="T8" y="T9"/>
                </a:cxn>
              </a:cxnLst>
              <a:rect l="0" t="0" r="r" b="b"/>
              <a:pathLst>
                <a:path w="23" h="10">
                  <a:moveTo>
                    <a:pt x="1" y="10"/>
                  </a:moveTo>
                  <a:cubicBezTo>
                    <a:pt x="1" y="10"/>
                    <a:pt x="6" y="7"/>
                    <a:pt x="12" y="5"/>
                  </a:cubicBezTo>
                  <a:cubicBezTo>
                    <a:pt x="18" y="2"/>
                    <a:pt x="23" y="0"/>
                    <a:pt x="22" y="0"/>
                  </a:cubicBezTo>
                  <a:cubicBezTo>
                    <a:pt x="22" y="0"/>
                    <a:pt x="16" y="3"/>
                    <a:pt x="10" y="5"/>
                  </a:cubicBezTo>
                  <a:cubicBezTo>
                    <a:pt x="5" y="8"/>
                    <a:pt x="0" y="10"/>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22" name="Freeform 1723"/>
            <p:cNvSpPr/>
            <p:nvPr/>
          </p:nvSpPr>
          <p:spPr bwMode="auto">
            <a:xfrm>
              <a:off x="6396341" y="10499503"/>
              <a:ext cx="50800" cy="25400"/>
            </a:xfrm>
            <a:custGeom>
              <a:avLst/>
              <a:gdLst>
                <a:gd name="T0" fmla="*/ 0 w 19"/>
                <a:gd name="T1" fmla="*/ 9 h 9"/>
                <a:gd name="T2" fmla="*/ 11 w 19"/>
                <a:gd name="T3" fmla="*/ 4 h 9"/>
                <a:gd name="T4" fmla="*/ 19 w 19"/>
                <a:gd name="T5" fmla="*/ 0 h 9"/>
                <a:gd name="T6" fmla="*/ 11 w 19"/>
                <a:gd name="T7" fmla="*/ 4 h 9"/>
                <a:gd name="T8" fmla="*/ 0 w 19"/>
                <a:gd name="T9" fmla="*/ 9 h 9"/>
              </a:gdLst>
              <a:ahLst/>
              <a:cxnLst>
                <a:cxn ang="0">
                  <a:pos x="T0" y="T1"/>
                </a:cxn>
                <a:cxn ang="0">
                  <a:pos x="T2" y="T3"/>
                </a:cxn>
                <a:cxn ang="0">
                  <a:pos x="T4" y="T5"/>
                </a:cxn>
                <a:cxn ang="0">
                  <a:pos x="T6" y="T7"/>
                </a:cxn>
                <a:cxn ang="0">
                  <a:pos x="T8" y="T9"/>
                </a:cxn>
              </a:cxnLst>
              <a:rect l="0" t="0" r="r" b="b"/>
              <a:pathLst>
                <a:path w="19" h="9">
                  <a:moveTo>
                    <a:pt x="0" y="9"/>
                  </a:moveTo>
                  <a:cubicBezTo>
                    <a:pt x="0" y="9"/>
                    <a:pt x="5" y="7"/>
                    <a:pt x="11" y="4"/>
                  </a:cubicBezTo>
                  <a:cubicBezTo>
                    <a:pt x="14" y="2"/>
                    <a:pt x="17" y="1"/>
                    <a:pt x="19" y="0"/>
                  </a:cubicBezTo>
                  <a:cubicBezTo>
                    <a:pt x="17" y="1"/>
                    <a:pt x="14" y="3"/>
                    <a:pt x="11" y="4"/>
                  </a:cubicBezTo>
                  <a:cubicBezTo>
                    <a:pt x="5" y="7"/>
                    <a:pt x="0" y="9"/>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23" name="Freeform 1724"/>
            <p:cNvSpPr/>
            <p:nvPr/>
          </p:nvSpPr>
          <p:spPr bwMode="auto">
            <a:xfrm>
              <a:off x="6447141" y="10496328"/>
              <a:ext cx="6350" cy="3175"/>
            </a:xfrm>
            <a:custGeom>
              <a:avLst/>
              <a:gdLst>
                <a:gd name="T0" fmla="*/ 0 w 2"/>
                <a:gd name="T1" fmla="*/ 1 h 1"/>
                <a:gd name="T2" fmla="*/ 2 w 2"/>
                <a:gd name="T3" fmla="*/ 0 h 1"/>
                <a:gd name="T4" fmla="*/ 0 w 2"/>
                <a:gd name="T5" fmla="*/ 1 h 1"/>
              </a:gdLst>
              <a:ahLst/>
              <a:cxnLst>
                <a:cxn ang="0">
                  <a:pos x="T0" y="T1"/>
                </a:cxn>
                <a:cxn ang="0">
                  <a:pos x="T2" y="T3"/>
                </a:cxn>
                <a:cxn ang="0">
                  <a:pos x="T4" y="T5"/>
                </a:cxn>
              </a:cxnLst>
              <a:rect l="0" t="0" r="r" b="b"/>
              <a:pathLst>
                <a:path w="2" h="1">
                  <a:moveTo>
                    <a:pt x="0" y="1"/>
                  </a:moveTo>
                  <a:cubicBezTo>
                    <a:pt x="2" y="1"/>
                    <a:pt x="2" y="0"/>
                    <a:pt x="2" y="0"/>
                  </a:cubicBezTo>
                  <a:cubicBezTo>
                    <a:pt x="2" y="0"/>
                    <a:pt x="2"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24" name="Freeform 1725"/>
            <p:cNvSpPr/>
            <p:nvPr/>
          </p:nvSpPr>
          <p:spPr bwMode="auto">
            <a:xfrm>
              <a:off x="6604304" y="10410603"/>
              <a:ext cx="63500" cy="23813"/>
            </a:xfrm>
            <a:custGeom>
              <a:avLst/>
              <a:gdLst>
                <a:gd name="T0" fmla="*/ 22 w 23"/>
                <a:gd name="T1" fmla="*/ 0 h 9"/>
                <a:gd name="T2" fmla="*/ 12 w 23"/>
                <a:gd name="T3" fmla="*/ 4 h 9"/>
                <a:gd name="T4" fmla="*/ 0 w 23"/>
                <a:gd name="T5" fmla="*/ 9 h 9"/>
                <a:gd name="T6" fmla="*/ 10 w 23"/>
                <a:gd name="T7" fmla="*/ 5 h 9"/>
                <a:gd name="T8" fmla="*/ 22 w 23"/>
                <a:gd name="T9" fmla="*/ 0 h 9"/>
              </a:gdLst>
              <a:ahLst/>
              <a:cxnLst>
                <a:cxn ang="0">
                  <a:pos x="T0" y="T1"/>
                </a:cxn>
                <a:cxn ang="0">
                  <a:pos x="T2" y="T3"/>
                </a:cxn>
                <a:cxn ang="0">
                  <a:pos x="T4" y="T5"/>
                </a:cxn>
                <a:cxn ang="0">
                  <a:pos x="T6" y="T7"/>
                </a:cxn>
                <a:cxn ang="0">
                  <a:pos x="T8" y="T9"/>
                </a:cxn>
              </a:cxnLst>
              <a:rect l="0" t="0" r="r" b="b"/>
              <a:pathLst>
                <a:path w="23" h="9">
                  <a:moveTo>
                    <a:pt x="22" y="0"/>
                  </a:moveTo>
                  <a:cubicBezTo>
                    <a:pt x="23" y="0"/>
                    <a:pt x="18" y="2"/>
                    <a:pt x="12" y="4"/>
                  </a:cubicBezTo>
                  <a:cubicBezTo>
                    <a:pt x="6" y="7"/>
                    <a:pt x="1" y="9"/>
                    <a:pt x="0" y="9"/>
                  </a:cubicBezTo>
                  <a:cubicBezTo>
                    <a:pt x="0" y="9"/>
                    <a:pt x="5" y="7"/>
                    <a:pt x="10" y="5"/>
                  </a:cubicBezTo>
                  <a:cubicBezTo>
                    <a:pt x="16" y="3"/>
                    <a:pt x="22" y="1"/>
                    <a:pt x="2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25" name="Freeform 1726"/>
            <p:cNvSpPr/>
            <p:nvPr/>
          </p:nvSpPr>
          <p:spPr bwMode="auto">
            <a:xfrm>
              <a:off x="7015466" y="10261378"/>
              <a:ext cx="74613" cy="23813"/>
            </a:xfrm>
            <a:custGeom>
              <a:avLst/>
              <a:gdLst>
                <a:gd name="T0" fmla="*/ 11 w 28"/>
                <a:gd name="T1" fmla="*/ 6 h 9"/>
                <a:gd name="T2" fmla="*/ 9 w 28"/>
                <a:gd name="T3" fmla="*/ 6 h 9"/>
                <a:gd name="T4" fmla="*/ 0 w 28"/>
                <a:gd name="T5" fmla="*/ 9 h 9"/>
                <a:gd name="T6" fmla="*/ 12 w 28"/>
                <a:gd name="T7" fmla="*/ 6 h 9"/>
                <a:gd name="T8" fmla="*/ 20 w 28"/>
                <a:gd name="T9" fmla="*/ 3 h 9"/>
                <a:gd name="T10" fmla="*/ 27 w 28"/>
                <a:gd name="T11" fmla="*/ 1 h 9"/>
                <a:gd name="T12" fmla="*/ 18 w 28"/>
                <a:gd name="T13" fmla="*/ 3 h 9"/>
                <a:gd name="T14" fmla="*/ 11 w 28"/>
                <a:gd name="T15" fmla="*/ 6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9">
                  <a:moveTo>
                    <a:pt x="11" y="6"/>
                  </a:moveTo>
                  <a:cubicBezTo>
                    <a:pt x="10" y="6"/>
                    <a:pt x="10" y="6"/>
                    <a:pt x="9" y="6"/>
                  </a:cubicBezTo>
                  <a:cubicBezTo>
                    <a:pt x="4" y="8"/>
                    <a:pt x="0" y="9"/>
                    <a:pt x="0" y="9"/>
                  </a:cubicBezTo>
                  <a:cubicBezTo>
                    <a:pt x="0" y="9"/>
                    <a:pt x="6" y="7"/>
                    <a:pt x="12" y="6"/>
                  </a:cubicBezTo>
                  <a:cubicBezTo>
                    <a:pt x="16" y="4"/>
                    <a:pt x="20" y="3"/>
                    <a:pt x="20" y="3"/>
                  </a:cubicBezTo>
                  <a:cubicBezTo>
                    <a:pt x="24" y="2"/>
                    <a:pt x="26" y="1"/>
                    <a:pt x="27" y="1"/>
                  </a:cubicBezTo>
                  <a:cubicBezTo>
                    <a:pt x="28" y="0"/>
                    <a:pt x="24" y="1"/>
                    <a:pt x="18" y="3"/>
                  </a:cubicBezTo>
                  <a:cubicBezTo>
                    <a:pt x="15" y="4"/>
                    <a:pt x="13" y="5"/>
                    <a:pt x="1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26" name="Freeform 1727"/>
            <p:cNvSpPr/>
            <p:nvPr/>
          </p:nvSpPr>
          <p:spPr bwMode="auto">
            <a:xfrm>
              <a:off x="8094966" y="10094690"/>
              <a:ext cx="3175" cy="0"/>
            </a:xfrm>
            <a:custGeom>
              <a:avLst/>
              <a:gdLst>
                <a:gd name="T0" fmla="*/ 1 w 1"/>
                <a:gd name="T1" fmla="*/ 0 w 1"/>
                <a:gd name="T2" fmla="*/ 1 w 1"/>
              </a:gdLst>
              <a:ahLst/>
              <a:cxnLst>
                <a:cxn ang="0">
                  <a:pos x="T0" y="0"/>
                </a:cxn>
                <a:cxn ang="0">
                  <a:pos x="T1" y="0"/>
                </a:cxn>
                <a:cxn ang="0">
                  <a:pos x="T2" y="0"/>
                </a:cxn>
              </a:cxnLst>
              <a:rect l="0" t="0" r="r" b="b"/>
              <a:pathLst>
                <a:path w="1">
                  <a:moveTo>
                    <a:pt x="1" y="0"/>
                  </a:moveTo>
                  <a:cubicBezTo>
                    <a:pt x="0" y="0"/>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27" name="Freeform 1728"/>
            <p:cNvSpPr/>
            <p:nvPr/>
          </p:nvSpPr>
          <p:spPr bwMode="auto">
            <a:xfrm>
              <a:off x="8309279" y="10051828"/>
              <a:ext cx="60325" cy="11113"/>
            </a:xfrm>
            <a:custGeom>
              <a:avLst/>
              <a:gdLst>
                <a:gd name="T0" fmla="*/ 11 w 22"/>
                <a:gd name="T1" fmla="*/ 2 h 4"/>
                <a:gd name="T2" fmla="*/ 0 w 22"/>
                <a:gd name="T3" fmla="*/ 4 h 4"/>
                <a:gd name="T4" fmla="*/ 11 w 22"/>
                <a:gd name="T5" fmla="*/ 2 h 4"/>
                <a:gd name="T6" fmla="*/ 22 w 22"/>
                <a:gd name="T7" fmla="*/ 0 h 4"/>
                <a:gd name="T8" fmla="*/ 11 w 22"/>
                <a:gd name="T9" fmla="*/ 2 h 4"/>
              </a:gdLst>
              <a:ahLst/>
              <a:cxnLst>
                <a:cxn ang="0">
                  <a:pos x="T0" y="T1"/>
                </a:cxn>
                <a:cxn ang="0">
                  <a:pos x="T2" y="T3"/>
                </a:cxn>
                <a:cxn ang="0">
                  <a:pos x="T4" y="T5"/>
                </a:cxn>
                <a:cxn ang="0">
                  <a:pos x="T6" y="T7"/>
                </a:cxn>
                <a:cxn ang="0">
                  <a:pos x="T8" y="T9"/>
                </a:cxn>
              </a:cxnLst>
              <a:rect l="0" t="0" r="r" b="b"/>
              <a:pathLst>
                <a:path w="22" h="4">
                  <a:moveTo>
                    <a:pt x="11" y="2"/>
                  </a:moveTo>
                  <a:cubicBezTo>
                    <a:pt x="5" y="3"/>
                    <a:pt x="0" y="4"/>
                    <a:pt x="0" y="4"/>
                  </a:cubicBezTo>
                  <a:cubicBezTo>
                    <a:pt x="0" y="4"/>
                    <a:pt x="5" y="3"/>
                    <a:pt x="11" y="2"/>
                  </a:cubicBezTo>
                  <a:cubicBezTo>
                    <a:pt x="17" y="1"/>
                    <a:pt x="22" y="0"/>
                    <a:pt x="22" y="0"/>
                  </a:cubicBezTo>
                  <a:cubicBezTo>
                    <a:pt x="22" y="0"/>
                    <a:pt x="17"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28" name="Freeform 1729"/>
            <p:cNvSpPr/>
            <p:nvPr/>
          </p:nvSpPr>
          <p:spPr bwMode="auto">
            <a:xfrm>
              <a:off x="8523591" y="10002615"/>
              <a:ext cx="60325" cy="17463"/>
            </a:xfrm>
            <a:custGeom>
              <a:avLst/>
              <a:gdLst>
                <a:gd name="T0" fmla="*/ 10 w 22"/>
                <a:gd name="T1" fmla="*/ 2 h 6"/>
                <a:gd name="T2" fmla="*/ 0 w 22"/>
                <a:gd name="T3" fmla="*/ 5 h 6"/>
                <a:gd name="T4" fmla="*/ 11 w 22"/>
                <a:gd name="T5" fmla="*/ 4 h 6"/>
                <a:gd name="T6" fmla="*/ 22 w 22"/>
                <a:gd name="T7" fmla="*/ 0 h 6"/>
                <a:gd name="T8" fmla="*/ 10 w 22"/>
                <a:gd name="T9" fmla="*/ 2 h 6"/>
              </a:gdLst>
              <a:ahLst/>
              <a:cxnLst>
                <a:cxn ang="0">
                  <a:pos x="T0" y="T1"/>
                </a:cxn>
                <a:cxn ang="0">
                  <a:pos x="T2" y="T3"/>
                </a:cxn>
                <a:cxn ang="0">
                  <a:pos x="T4" y="T5"/>
                </a:cxn>
                <a:cxn ang="0">
                  <a:pos x="T6" y="T7"/>
                </a:cxn>
                <a:cxn ang="0">
                  <a:pos x="T8" y="T9"/>
                </a:cxn>
              </a:cxnLst>
              <a:rect l="0" t="0" r="r" b="b"/>
              <a:pathLst>
                <a:path w="22" h="6">
                  <a:moveTo>
                    <a:pt x="10" y="2"/>
                  </a:moveTo>
                  <a:cubicBezTo>
                    <a:pt x="5" y="4"/>
                    <a:pt x="0" y="5"/>
                    <a:pt x="0" y="5"/>
                  </a:cubicBezTo>
                  <a:cubicBezTo>
                    <a:pt x="0" y="6"/>
                    <a:pt x="5" y="5"/>
                    <a:pt x="11" y="4"/>
                  </a:cubicBezTo>
                  <a:cubicBezTo>
                    <a:pt x="17" y="2"/>
                    <a:pt x="22" y="1"/>
                    <a:pt x="22" y="0"/>
                  </a:cubicBezTo>
                  <a:cubicBezTo>
                    <a:pt x="21" y="0"/>
                    <a:pt x="16" y="1"/>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29" name="Freeform 1730"/>
            <p:cNvSpPr/>
            <p:nvPr/>
          </p:nvSpPr>
          <p:spPr bwMode="auto">
            <a:xfrm>
              <a:off x="8734729" y="9945465"/>
              <a:ext cx="60325" cy="19050"/>
            </a:xfrm>
            <a:custGeom>
              <a:avLst/>
              <a:gdLst>
                <a:gd name="T0" fmla="*/ 12 w 22"/>
                <a:gd name="T1" fmla="*/ 2 h 7"/>
                <a:gd name="T2" fmla="*/ 1 w 22"/>
                <a:gd name="T3" fmla="*/ 7 h 7"/>
                <a:gd name="T4" fmla="*/ 11 w 22"/>
                <a:gd name="T5" fmla="*/ 5 h 7"/>
                <a:gd name="T6" fmla="*/ 22 w 22"/>
                <a:gd name="T7" fmla="*/ 1 h 7"/>
                <a:gd name="T8" fmla="*/ 12 w 22"/>
                <a:gd name="T9" fmla="*/ 2 h 7"/>
              </a:gdLst>
              <a:ahLst/>
              <a:cxnLst>
                <a:cxn ang="0">
                  <a:pos x="T0" y="T1"/>
                </a:cxn>
                <a:cxn ang="0">
                  <a:pos x="T2" y="T3"/>
                </a:cxn>
                <a:cxn ang="0">
                  <a:pos x="T4" y="T5"/>
                </a:cxn>
                <a:cxn ang="0">
                  <a:pos x="T6" y="T7"/>
                </a:cxn>
                <a:cxn ang="0">
                  <a:pos x="T8" y="T9"/>
                </a:cxn>
              </a:cxnLst>
              <a:rect l="0" t="0" r="r" b="b"/>
              <a:pathLst>
                <a:path w="22" h="7">
                  <a:moveTo>
                    <a:pt x="12" y="2"/>
                  </a:moveTo>
                  <a:cubicBezTo>
                    <a:pt x="6" y="4"/>
                    <a:pt x="1" y="6"/>
                    <a:pt x="1" y="7"/>
                  </a:cubicBezTo>
                  <a:cubicBezTo>
                    <a:pt x="0" y="7"/>
                    <a:pt x="5" y="6"/>
                    <a:pt x="11" y="5"/>
                  </a:cubicBezTo>
                  <a:cubicBezTo>
                    <a:pt x="18" y="3"/>
                    <a:pt x="22" y="1"/>
                    <a:pt x="22" y="1"/>
                  </a:cubicBezTo>
                  <a:cubicBezTo>
                    <a:pt x="22" y="0"/>
                    <a:pt x="18" y="1"/>
                    <a:pt x="1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30" name="Freeform 1731"/>
            <p:cNvSpPr/>
            <p:nvPr/>
          </p:nvSpPr>
          <p:spPr bwMode="auto">
            <a:xfrm>
              <a:off x="2883204" y="11386915"/>
              <a:ext cx="63500" cy="25400"/>
            </a:xfrm>
            <a:custGeom>
              <a:avLst/>
              <a:gdLst>
                <a:gd name="T0" fmla="*/ 10 w 23"/>
                <a:gd name="T1" fmla="*/ 1 h 9"/>
                <a:gd name="T2" fmla="*/ 1 w 23"/>
                <a:gd name="T3" fmla="*/ 2 h 9"/>
                <a:gd name="T4" fmla="*/ 12 w 23"/>
                <a:gd name="T5" fmla="*/ 7 h 9"/>
                <a:gd name="T6" fmla="*/ 22 w 23"/>
                <a:gd name="T7" fmla="*/ 7 h 9"/>
                <a:gd name="T8" fmla="*/ 10 w 23"/>
                <a:gd name="T9" fmla="*/ 1 h 9"/>
              </a:gdLst>
              <a:ahLst/>
              <a:cxnLst>
                <a:cxn ang="0">
                  <a:pos x="T0" y="T1"/>
                </a:cxn>
                <a:cxn ang="0">
                  <a:pos x="T2" y="T3"/>
                </a:cxn>
                <a:cxn ang="0">
                  <a:pos x="T4" y="T5"/>
                </a:cxn>
                <a:cxn ang="0">
                  <a:pos x="T6" y="T7"/>
                </a:cxn>
                <a:cxn ang="0">
                  <a:pos x="T8" y="T9"/>
                </a:cxn>
              </a:cxnLst>
              <a:rect l="0" t="0" r="r" b="b"/>
              <a:pathLst>
                <a:path w="23" h="9">
                  <a:moveTo>
                    <a:pt x="10" y="1"/>
                  </a:moveTo>
                  <a:cubicBezTo>
                    <a:pt x="4" y="0"/>
                    <a:pt x="0" y="0"/>
                    <a:pt x="1" y="2"/>
                  </a:cubicBezTo>
                  <a:cubicBezTo>
                    <a:pt x="2" y="4"/>
                    <a:pt x="7" y="6"/>
                    <a:pt x="12" y="7"/>
                  </a:cubicBezTo>
                  <a:cubicBezTo>
                    <a:pt x="18" y="9"/>
                    <a:pt x="23" y="8"/>
                    <a:pt x="22" y="7"/>
                  </a:cubicBezTo>
                  <a:cubicBezTo>
                    <a:pt x="22" y="5"/>
                    <a:pt x="16" y="2"/>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31" name="Freeform 1732"/>
            <p:cNvSpPr/>
            <p:nvPr/>
          </p:nvSpPr>
          <p:spPr bwMode="auto">
            <a:xfrm>
              <a:off x="3100691" y="11432953"/>
              <a:ext cx="61913" cy="19050"/>
            </a:xfrm>
            <a:custGeom>
              <a:avLst/>
              <a:gdLst>
                <a:gd name="T0" fmla="*/ 9 w 23"/>
                <a:gd name="T1" fmla="*/ 1 h 7"/>
                <a:gd name="T2" fmla="*/ 0 w 23"/>
                <a:gd name="T3" fmla="*/ 2 h 7"/>
                <a:gd name="T4" fmla="*/ 12 w 23"/>
                <a:gd name="T5" fmla="*/ 6 h 7"/>
                <a:gd name="T6" fmla="*/ 22 w 23"/>
                <a:gd name="T7" fmla="*/ 6 h 7"/>
                <a:gd name="T8" fmla="*/ 9 w 23"/>
                <a:gd name="T9" fmla="*/ 1 h 7"/>
              </a:gdLst>
              <a:ahLst/>
              <a:cxnLst>
                <a:cxn ang="0">
                  <a:pos x="T0" y="T1"/>
                </a:cxn>
                <a:cxn ang="0">
                  <a:pos x="T2" y="T3"/>
                </a:cxn>
                <a:cxn ang="0">
                  <a:pos x="T4" y="T5"/>
                </a:cxn>
                <a:cxn ang="0">
                  <a:pos x="T6" y="T7"/>
                </a:cxn>
                <a:cxn ang="0">
                  <a:pos x="T8" y="T9"/>
                </a:cxn>
              </a:cxnLst>
              <a:rect l="0" t="0" r="r" b="b"/>
              <a:pathLst>
                <a:path w="23" h="7">
                  <a:moveTo>
                    <a:pt x="9" y="1"/>
                  </a:moveTo>
                  <a:cubicBezTo>
                    <a:pt x="3" y="0"/>
                    <a:pt x="0" y="1"/>
                    <a:pt x="0" y="2"/>
                  </a:cubicBezTo>
                  <a:cubicBezTo>
                    <a:pt x="1" y="3"/>
                    <a:pt x="7" y="5"/>
                    <a:pt x="12" y="6"/>
                  </a:cubicBezTo>
                  <a:cubicBezTo>
                    <a:pt x="18" y="7"/>
                    <a:pt x="23" y="7"/>
                    <a:pt x="22" y="6"/>
                  </a:cubicBezTo>
                  <a:cubicBezTo>
                    <a:pt x="21" y="4"/>
                    <a:pt x="15" y="2"/>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32" name="Freeform 1733"/>
            <p:cNvSpPr/>
            <p:nvPr/>
          </p:nvSpPr>
          <p:spPr bwMode="auto">
            <a:xfrm>
              <a:off x="3315004" y="11471053"/>
              <a:ext cx="63500" cy="11113"/>
            </a:xfrm>
            <a:custGeom>
              <a:avLst/>
              <a:gdLst>
                <a:gd name="T0" fmla="*/ 1 w 23"/>
                <a:gd name="T1" fmla="*/ 1 h 4"/>
                <a:gd name="T2" fmla="*/ 12 w 23"/>
                <a:gd name="T3" fmla="*/ 4 h 4"/>
                <a:gd name="T4" fmla="*/ 22 w 23"/>
                <a:gd name="T5" fmla="*/ 3 h 4"/>
                <a:gd name="T6" fmla="*/ 10 w 23"/>
                <a:gd name="T7" fmla="*/ 0 h 4"/>
                <a:gd name="T8" fmla="*/ 1 w 23"/>
                <a:gd name="T9" fmla="*/ 1 h 4"/>
              </a:gdLst>
              <a:ahLst/>
              <a:cxnLst>
                <a:cxn ang="0">
                  <a:pos x="T0" y="T1"/>
                </a:cxn>
                <a:cxn ang="0">
                  <a:pos x="T2" y="T3"/>
                </a:cxn>
                <a:cxn ang="0">
                  <a:pos x="T4" y="T5"/>
                </a:cxn>
                <a:cxn ang="0">
                  <a:pos x="T6" y="T7"/>
                </a:cxn>
                <a:cxn ang="0">
                  <a:pos x="T8" y="T9"/>
                </a:cxn>
              </a:cxnLst>
              <a:rect l="0" t="0" r="r" b="b"/>
              <a:pathLst>
                <a:path w="23" h="4">
                  <a:moveTo>
                    <a:pt x="1" y="1"/>
                  </a:moveTo>
                  <a:cubicBezTo>
                    <a:pt x="2" y="2"/>
                    <a:pt x="7" y="3"/>
                    <a:pt x="12" y="4"/>
                  </a:cubicBezTo>
                  <a:cubicBezTo>
                    <a:pt x="18" y="4"/>
                    <a:pt x="23" y="4"/>
                    <a:pt x="22" y="3"/>
                  </a:cubicBezTo>
                  <a:cubicBezTo>
                    <a:pt x="22" y="3"/>
                    <a:pt x="16" y="1"/>
                    <a:pt x="10" y="0"/>
                  </a:cubicBezTo>
                  <a:cubicBezTo>
                    <a:pt x="4" y="0"/>
                    <a:pt x="0"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33" name="Freeform 1734"/>
            <p:cNvSpPr/>
            <p:nvPr/>
          </p:nvSpPr>
          <p:spPr bwMode="auto">
            <a:xfrm>
              <a:off x="3532491" y="11490103"/>
              <a:ext cx="60325" cy="6350"/>
            </a:xfrm>
            <a:custGeom>
              <a:avLst/>
              <a:gdLst>
                <a:gd name="T0" fmla="*/ 0 w 22"/>
                <a:gd name="T1" fmla="*/ 1 h 2"/>
                <a:gd name="T2" fmla="*/ 11 w 22"/>
                <a:gd name="T3" fmla="*/ 2 h 2"/>
                <a:gd name="T4" fmla="*/ 21 w 22"/>
                <a:gd name="T5" fmla="*/ 1 h 2"/>
                <a:gd name="T6" fmla="*/ 10 w 22"/>
                <a:gd name="T7" fmla="*/ 0 h 2"/>
                <a:gd name="T8" fmla="*/ 0 w 22"/>
                <a:gd name="T9" fmla="*/ 1 h 2"/>
              </a:gdLst>
              <a:ahLst/>
              <a:cxnLst>
                <a:cxn ang="0">
                  <a:pos x="T0" y="T1"/>
                </a:cxn>
                <a:cxn ang="0">
                  <a:pos x="T2" y="T3"/>
                </a:cxn>
                <a:cxn ang="0">
                  <a:pos x="T4" y="T5"/>
                </a:cxn>
                <a:cxn ang="0">
                  <a:pos x="T6" y="T7"/>
                </a:cxn>
                <a:cxn ang="0">
                  <a:pos x="T8" y="T9"/>
                </a:cxn>
              </a:cxnLst>
              <a:rect l="0" t="0" r="r" b="b"/>
              <a:pathLst>
                <a:path w="22" h="2">
                  <a:moveTo>
                    <a:pt x="0" y="1"/>
                  </a:moveTo>
                  <a:cubicBezTo>
                    <a:pt x="0" y="1"/>
                    <a:pt x="5" y="2"/>
                    <a:pt x="11" y="2"/>
                  </a:cubicBezTo>
                  <a:cubicBezTo>
                    <a:pt x="16" y="2"/>
                    <a:pt x="22" y="2"/>
                    <a:pt x="21" y="1"/>
                  </a:cubicBezTo>
                  <a:cubicBezTo>
                    <a:pt x="21" y="1"/>
                    <a:pt x="16" y="0"/>
                    <a:pt x="10" y="0"/>
                  </a:cubicBezTo>
                  <a:cubicBezTo>
                    <a:pt x="5"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34" name="Freeform 1735"/>
            <p:cNvSpPr/>
            <p:nvPr/>
          </p:nvSpPr>
          <p:spPr bwMode="auto">
            <a:xfrm>
              <a:off x="3746804" y="11485340"/>
              <a:ext cx="60325" cy="4763"/>
            </a:xfrm>
            <a:custGeom>
              <a:avLst/>
              <a:gdLst>
                <a:gd name="T0" fmla="*/ 8 w 22"/>
                <a:gd name="T1" fmla="*/ 0 h 2"/>
                <a:gd name="T2" fmla="*/ 0 w 22"/>
                <a:gd name="T3" fmla="*/ 2 h 2"/>
                <a:gd name="T4" fmla="*/ 12 w 22"/>
                <a:gd name="T5" fmla="*/ 2 h 2"/>
                <a:gd name="T6" fmla="*/ 21 w 22"/>
                <a:gd name="T7" fmla="*/ 0 h 2"/>
                <a:gd name="T8" fmla="*/ 8 w 22"/>
                <a:gd name="T9" fmla="*/ 0 h 2"/>
              </a:gdLst>
              <a:ahLst/>
              <a:cxnLst>
                <a:cxn ang="0">
                  <a:pos x="T0" y="T1"/>
                </a:cxn>
                <a:cxn ang="0">
                  <a:pos x="T2" y="T3"/>
                </a:cxn>
                <a:cxn ang="0">
                  <a:pos x="T4" y="T5"/>
                </a:cxn>
                <a:cxn ang="0">
                  <a:pos x="T6" y="T7"/>
                </a:cxn>
                <a:cxn ang="0">
                  <a:pos x="T8" y="T9"/>
                </a:cxn>
              </a:cxnLst>
              <a:rect l="0" t="0" r="r" b="b"/>
              <a:pathLst>
                <a:path w="22" h="2">
                  <a:moveTo>
                    <a:pt x="8" y="0"/>
                  </a:moveTo>
                  <a:cubicBezTo>
                    <a:pt x="3" y="1"/>
                    <a:pt x="0" y="1"/>
                    <a:pt x="0" y="2"/>
                  </a:cubicBezTo>
                  <a:cubicBezTo>
                    <a:pt x="1" y="2"/>
                    <a:pt x="6" y="2"/>
                    <a:pt x="12" y="2"/>
                  </a:cubicBezTo>
                  <a:cubicBezTo>
                    <a:pt x="18" y="1"/>
                    <a:pt x="22" y="0"/>
                    <a:pt x="21" y="0"/>
                  </a:cubicBezTo>
                  <a:cubicBezTo>
                    <a:pt x="20" y="0"/>
                    <a:pt x="14"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35" name="Freeform 1736"/>
            <p:cNvSpPr/>
            <p:nvPr/>
          </p:nvSpPr>
          <p:spPr bwMode="auto">
            <a:xfrm>
              <a:off x="3957941" y="11458353"/>
              <a:ext cx="60325" cy="11113"/>
            </a:xfrm>
            <a:custGeom>
              <a:avLst/>
              <a:gdLst>
                <a:gd name="T0" fmla="*/ 10 w 22"/>
                <a:gd name="T1" fmla="*/ 1 h 4"/>
                <a:gd name="T2" fmla="*/ 1 w 22"/>
                <a:gd name="T3" fmla="*/ 3 h 4"/>
                <a:gd name="T4" fmla="*/ 11 w 22"/>
                <a:gd name="T5" fmla="*/ 2 h 4"/>
                <a:gd name="T6" fmla="*/ 22 w 22"/>
                <a:gd name="T7" fmla="*/ 0 h 4"/>
                <a:gd name="T8" fmla="*/ 10 w 22"/>
                <a:gd name="T9" fmla="*/ 1 h 4"/>
              </a:gdLst>
              <a:ahLst/>
              <a:cxnLst>
                <a:cxn ang="0">
                  <a:pos x="T0" y="T1"/>
                </a:cxn>
                <a:cxn ang="0">
                  <a:pos x="T2" y="T3"/>
                </a:cxn>
                <a:cxn ang="0">
                  <a:pos x="T4" y="T5"/>
                </a:cxn>
                <a:cxn ang="0">
                  <a:pos x="T6" y="T7"/>
                </a:cxn>
                <a:cxn ang="0">
                  <a:pos x="T8" y="T9"/>
                </a:cxn>
              </a:cxnLst>
              <a:rect l="0" t="0" r="r" b="b"/>
              <a:pathLst>
                <a:path w="22" h="4">
                  <a:moveTo>
                    <a:pt x="10" y="1"/>
                  </a:moveTo>
                  <a:cubicBezTo>
                    <a:pt x="5" y="2"/>
                    <a:pt x="0" y="3"/>
                    <a:pt x="1" y="3"/>
                  </a:cubicBezTo>
                  <a:cubicBezTo>
                    <a:pt x="1" y="4"/>
                    <a:pt x="6" y="3"/>
                    <a:pt x="11" y="2"/>
                  </a:cubicBezTo>
                  <a:cubicBezTo>
                    <a:pt x="17" y="2"/>
                    <a:pt x="22" y="0"/>
                    <a:pt x="22" y="0"/>
                  </a:cubicBezTo>
                  <a:cubicBezTo>
                    <a:pt x="22" y="0"/>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36" name="Freeform 1737"/>
            <p:cNvSpPr/>
            <p:nvPr/>
          </p:nvSpPr>
          <p:spPr bwMode="auto">
            <a:xfrm>
              <a:off x="4172254" y="11415490"/>
              <a:ext cx="57150" cy="12700"/>
            </a:xfrm>
            <a:custGeom>
              <a:avLst/>
              <a:gdLst>
                <a:gd name="T0" fmla="*/ 10 w 21"/>
                <a:gd name="T1" fmla="*/ 2 h 5"/>
                <a:gd name="T2" fmla="*/ 0 w 21"/>
                <a:gd name="T3" fmla="*/ 5 h 5"/>
                <a:gd name="T4" fmla="*/ 11 w 21"/>
                <a:gd name="T5" fmla="*/ 3 h 5"/>
                <a:gd name="T6" fmla="*/ 21 w 21"/>
                <a:gd name="T7" fmla="*/ 0 h 5"/>
                <a:gd name="T8" fmla="*/ 10 w 21"/>
                <a:gd name="T9" fmla="*/ 2 h 5"/>
              </a:gdLst>
              <a:ahLst/>
              <a:cxnLst>
                <a:cxn ang="0">
                  <a:pos x="T0" y="T1"/>
                </a:cxn>
                <a:cxn ang="0">
                  <a:pos x="T2" y="T3"/>
                </a:cxn>
                <a:cxn ang="0">
                  <a:pos x="T4" y="T5"/>
                </a:cxn>
                <a:cxn ang="0">
                  <a:pos x="T6" y="T7"/>
                </a:cxn>
                <a:cxn ang="0">
                  <a:pos x="T8" y="T9"/>
                </a:cxn>
              </a:cxnLst>
              <a:rect l="0" t="0" r="r" b="b"/>
              <a:pathLst>
                <a:path w="21" h="5">
                  <a:moveTo>
                    <a:pt x="10" y="2"/>
                  </a:moveTo>
                  <a:cubicBezTo>
                    <a:pt x="4" y="3"/>
                    <a:pt x="0" y="5"/>
                    <a:pt x="0" y="5"/>
                  </a:cubicBezTo>
                  <a:cubicBezTo>
                    <a:pt x="1" y="5"/>
                    <a:pt x="5" y="4"/>
                    <a:pt x="11" y="3"/>
                  </a:cubicBezTo>
                  <a:cubicBezTo>
                    <a:pt x="16" y="2"/>
                    <a:pt x="21" y="0"/>
                    <a:pt x="21" y="0"/>
                  </a:cubicBezTo>
                  <a:cubicBezTo>
                    <a:pt x="21" y="0"/>
                    <a:pt x="16" y="1"/>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37" name="Freeform 1738"/>
            <p:cNvSpPr/>
            <p:nvPr/>
          </p:nvSpPr>
          <p:spPr bwMode="auto">
            <a:xfrm>
              <a:off x="4384979" y="11358340"/>
              <a:ext cx="57150" cy="19050"/>
            </a:xfrm>
            <a:custGeom>
              <a:avLst/>
              <a:gdLst>
                <a:gd name="T0" fmla="*/ 10 w 21"/>
                <a:gd name="T1" fmla="*/ 3 h 7"/>
                <a:gd name="T2" fmla="*/ 0 w 21"/>
                <a:gd name="T3" fmla="*/ 6 h 7"/>
                <a:gd name="T4" fmla="*/ 11 w 21"/>
                <a:gd name="T5" fmla="*/ 4 h 7"/>
                <a:gd name="T6" fmla="*/ 21 w 21"/>
                <a:gd name="T7" fmla="*/ 0 h 7"/>
                <a:gd name="T8" fmla="*/ 10 w 21"/>
                <a:gd name="T9" fmla="*/ 3 h 7"/>
              </a:gdLst>
              <a:ahLst/>
              <a:cxnLst>
                <a:cxn ang="0">
                  <a:pos x="T0" y="T1"/>
                </a:cxn>
                <a:cxn ang="0">
                  <a:pos x="T2" y="T3"/>
                </a:cxn>
                <a:cxn ang="0">
                  <a:pos x="T4" y="T5"/>
                </a:cxn>
                <a:cxn ang="0">
                  <a:pos x="T6" y="T7"/>
                </a:cxn>
                <a:cxn ang="0">
                  <a:pos x="T8" y="T9"/>
                </a:cxn>
              </a:cxnLst>
              <a:rect l="0" t="0" r="r" b="b"/>
              <a:pathLst>
                <a:path w="21" h="7">
                  <a:moveTo>
                    <a:pt x="10" y="3"/>
                  </a:moveTo>
                  <a:cubicBezTo>
                    <a:pt x="5" y="4"/>
                    <a:pt x="1" y="6"/>
                    <a:pt x="0" y="6"/>
                  </a:cubicBezTo>
                  <a:cubicBezTo>
                    <a:pt x="0" y="7"/>
                    <a:pt x="5" y="6"/>
                    <a:pt x="11" y="4"/>
                  </a:cubicBezTo>
                  <a:cubicBezTo>
                    <a:pt x="16" y="3"/>
                    <a:pt x="21" y="1"/>
                    <a:pt x="21" y="0"/>
                  </a:cubicBezTo>
                  <a:cubicBezTo>
                    <a:pt x="21" y="0"/>
                    <a:pt x="16"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38" name="Freeform 1739"/>
            <p:cNvSpPr/>
            <p:nvPr/>
          </p:nvSpPr>
          <p:spPr bwMode="auto">
            <a:xfrm>
              <a:off x="4596116" y="11290078"/>
              <a:ext cx="60325" cy="22225"/>
            </a:xfrm>
            <a:custGeom>
              <a:avLst/>
              <a:gdLst>
                <a:gd name="T0" fmla="*/ 10 w 22"/>
                <a:gd name="T1" fmla="*/ 3 h 8"/>
                <a:gd name="T2" fmla="*/ 0 w 22"/>
                <a:gd name="T3" fmla="*/ 7 h 8"/>
                <a:gd name="T4" fmla="*/ 11 w 22"/>
                <a:gd name="T5" fmla="*/ 4 h 8"/>
                <a:gd name="T6" fmla="*/ 21 w 22"/>
                <a:gd name="T7" fmla="*/ 0 h 8"/>
                <a:gd name="T8" fmla="*/ 10 w 22"/>
                <a:gd name="T9" fmla="*/ 3 h 8"/>
              </a:gdLst>
              <a:ahLst/>
              <a:cxnLst>
                <a:cxn ang="0">
                  <a:pos x="T0" y="T1"/>
                </a:cxn>
                <a:cxn ang="0">
                  <a:pos x="T2" y="T3"/>
                </a:cxn>
                <a:cxn ang="0">
                  <a:pos x="T4" y="T5"/>
                </a:cxn>
                <a:cxn ang="0">
                  <a:pos x="T6" y="T7"/>
                </a:cxn>
                <a:cxn ang="0">
                  <a:pos x="T8" y="T9"/>
                </a:cxn>
              </a:cxnLst>
              <a:rect l="0" t="0" r="r" b="b"/>
              <a:pathLst>
                <a:path w="22" h="8">
                  <a:moveTo>
                    <a:pt x="10" y="3"/>
                  </a:moveTo>
                  <a:cubicBezTo>
                    <a:pt x="5" y="5"/>
                    <a:pt x="1" y="7"/>
                    <a:pt x="0" y="7"/>
                  </a:cubicBezTo>
                  <a:cubicBezTo>
                    <a:pt x="0" y="8"/>
                    <a:pt x="5" y="6"/>
                    <a:pt x="11" y="4"/>
                  </a:cubicBezTo>
                  <a:cubicBezTo>
                    <a:pt x="16" y="3"/>
                    <a:pt x="22" y="0"/>
                    <a:pt x="21" y="0"/>
                  </a:cubicBezTo>
                  <a:cubicBezTo>
                    <a:pt x="21" y="0"/>
                    <a:pt x="16"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39" name="Freeform 1740"/>
            <p:cNvSpPr/>
            <p:nvPr/>
          </p:nvSpPr>
          <p:spPr bwMode="auto">
            <a:xfrm>
              <a:off x="4808841" y="11210703"/>
              <a:ext cx="55563" cy="25400"/>
            </a:xfrm>
            <a:custGeom>
              <a:avLst/>
              <a:gdLst>
                <a:gd name="T0" fmla="*/ 10 w 21"/>
                <a:gd name="T1" fmla="*/ 4 h 9"/>
                <a:gd name="T2" fmla="*/ 0 w 21"/>
                <a:gd name="T3" fmla="*/ 8 h 9"/>
                <a:gd name="T4" fmla="*/ 10 w 21"/>
                <a:gd name="T5" fmla="*/ 5 h 9"/>
                <a:gd name="T6" fmla="*/ 21 w 21"/>
                <a:gd name="T7" fmla="*/ 0 h 9"/>
                <a:gd name="T8" fmla="*/ 10 w 21"/>
                <a:gd name="T9" fmla="*/ 4 h 9"/>
              </a:gdLst>
              <a:ahLst/>
              <a:cxnLst>
                <a:cxn ang="0">
                  <a:pos x="T0" y="T1"/>
                </a:cxn>
                <a:cxn ang="0">
                  <a:pos x="T2" y="T3"/>
                </a:cxn>
                <a:cxn ang="0">
                  <a:pos x="T4" y="T5"/>
                </a:cxn>
                <a:cxn ang="0">
                  <a:pos x="T6" y="T7"/>
                </a:cxn>
                <a:cxn ang="0">
                  <a:pos x="T8" y="T9"/>
                </a:cxn>
              </a:cxnLst>
              <a:rect l="0" t="0" r="r" b="b"/>
              <a:pathLst>
                <a:path w="21" h="9">
                  <a:moveTo>
                    <a:pt x="10" y="4"/>
                  </a:moveTo>
                  <a:cubicBezTo>
                    <a:pt x="5" y="6"/>
                    <a:pt x="0" y="8"/>
                    <a:pt x="0" y="8"/>
                  </a:cubicBezTo>
                  <a:cubicBezTo>
                    <a:pt x="0" y="9"/>
                    <a:pt x="4" y="7"/>
                    <a:pt x="10" y="5"/>
                  </a:cubicBezTo>
                  <a:cubicBezTo>
                    <a:pt x="16" y="3"/>
                    <a:pt x="21" y="1"/>
                    <a:pt x="21" y="0"/>
                  </a:cubicBezTo>
                  <a:cubicBezTo>
                    <a:pt x="21" y="0"/>
                    <a:pt x="16" y="2"/>
                    <a:pt x="1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40" name="Freeform 1741"/>
            <p:cNvSpPr/>
            <p:nvPr/>
          </p:nvSpPr>
          <p:spPr bwMode="auto">
            <a:xfrm>
              <a:off x="5019979" y="11124978"/>
              <a:ext cx="57150" cy="26988"/>
            </a:xfrm>
            <a:custGeom>
              <a:avLst/>
              <a:gdLst>
                <a:gd name="T0" fmla="*/ 10 w 21"/>
                <a:gd name="T1" fmla="*/ 5 h 10"/>
                <a:gd name="T2" fmla="*/ 0 w 21"/>
                <a:gd name="T3" fmla="*/ 9 h 10"/>
                <a:gd name="T4" fmla="*/ 10 w 21"/>
                <a:gd name="T5" fmla="*/ 6 h 10"/>
                <a:gd name="T6" fmla="*/ 21 w 21"/>
                <a:gd name="T7" fmla="*/ 1 h 10"/>
                <a:gd name="T8" fmla="*/ 10 w 21"/>
                <a:gd name="T9" fmla="*/ 5 h 10"/>
              </a:gdLst>
              <a:ahLst/>
              <a:cxnLst>
                <a:cxn ang="0">
                  <a:pos x="T0" y="T1"/>
                </a:cxn>
                <a:cxn ang="0">
                  <a:pos x="T2" y="T3"/>
                </a:cxn>
                <a:cxn ang="0">
                  <a:pos x="T4" y="T5"/>
                </a:cxn>
                <a:cxn ang="0">
                  <a:pos x="T6" y="T7"/>
                </a:cxn>
                <a:cxn ang="0">
                  <a:pos x="T8" y="T9"/>
                </a:cxn>
              </a:cxnLst>
              <a:rect l="0" t="0" r="r" b="b"/>
              <a:pathLst>
                <a:path w="21" h="10">
                  <a:moveTo>
                    <a:pt x="10" y="5"/>
                  </a:moveTo>
                  <a:cubicBezTo>
                    <a:pt x="4" y="7"/>
                    <a:pt x="0" y="9"/>
                    <a:pt x="0" y="9"/>
                  </a:cubicBezTo>
                  <a:cubicBezTo>
                    <a:pt x="0" y="10"/>
                    <a:pt x="5" y="8"/>
                    <a:pt x="10" y="6"/>
                  </a:cubicBezTo>
                  <a:cubicBezTo>
                    <a:pt x="15" y="4"/>
                    <a:pt x="21" y="1"/>
                    <a:pt x="21" y="1"/>
                  </a:cubicBezTo>
                  <a:cubicBezTo>
                    <a:pt x="21" y="0"/>
                    <a:pt x="16" y="2"/>
                    <a:pt x="1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41" name="Freeform 1742"/>
            <p:cNvSpPr/>
            <p:nvPr/>
          </p:nvSpPr>
          <p:spPr bwMode="auto">
            <a:xfrm>
              <a:off x="5229529" y="11034490"/>
              <a:ext cx="58738" cy="23813"/>
            </a:xfrm>
            <a:custGeom>
              <a:avLst/>
              <a:gdLst>
                <a:gd name="T0" fmla="*/ 9 w 22"/>
                <a:gd name="T1" fmla="*/ 5 h 9"/>
                <a:gd name="T2" fmla="*/ 1 w 22"/>
                <a:gd name="T3" fmla="*/ 9 h 9"/>
                <a:gd name="T4" fmla="*/ 12 w 22"/>
                <a:gd name="T5" fmla="*/ 4 h 9"/>
                <a:gd name="T6" fmla="*/ 21 w 22"/>
                <a:gd name="T7" fmla="*/ 0 h 9"/>
                <a:gd name="T8" fmla="*/ 9 w 22"/>
                <a:gd name="T9" fmla="*/ 5 h 9"/>
              </a:gdLst>
              <a:ahLst/>
              <a:cxnLst>
                <a:cxn ang="0">
                  <a:pos x="T0" y="T1"/>
                </a:cxn>
                <a:cxn ang="0">
                  <a:pos x="T2" y="T3"/>
                </a:cxn>
                <a:cxn ang="0">
                  <a:pos x="T4" y="T5"/>
                </a:cxn>
                <a:cxn ang="0">
                  <a:pos x="T6" y="T7"/>
                </a:cxn>
                <a:cxn ang="0">
                  <a:pos x="T8" y="T9"/>
                </a:cxn>
              </a:cxnLst>
              <a:rect l="0" t="0" r="r" b="b"/>
              <a:pathLst>
                <a:path w="22" h="9">
                  <a:moveTo>
                    <a:pt x="9" y="5"/>
                  </a:moveTo>
                  <a:cubicBezTo>
                    <a:pt x="4" y="7"/>
                    <a:pt x="0" y="9"/>
                    <a:pt x="1" y="9"/>
                  </a:cubicBezTo>
                  <a:cubicBezTo>
                    <a:pt x="1" y="9"/>
                    <a:pt x="7" y="7"/>
                    <a:pt x="12" y="4"/>
                  </a:cubicBezTo>
                  <a:cubicBezTo>
                    <a:pt x="18" y="2"/>
                    <a:pt x="22" y="0"/>
                    <a:pt x="21" y="0"/>
                  </a:cubicBezTo>
                  <a:cubicBezTo>
                    <a:pt x="20" y="0"/>
                    <a:pt x="14" y="2"/>
                    <a:pt x="9"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42" name="Freeform 1743"/>
            <p:cNvSpPr/>
            <p:nvPr/>
          </p:nvSpPr>
          <p:spPr bwMode="auto">
            <a:xfrm>
              <a:off x="5440666" y="10937653"/>
              <a:ext cx="57150" cy="26988"/>
            </a:xfrm>
            <a:custGeom>
              <a:avLst/>
              <a:gdLst>
                <a:gd name="T0" fmla="*/ 0 w 21"/>
                <a:gd name="T1" fmla="*/ 10 h 10"/>
                <a:gd name="T2" fmla="*/ 10 w 21"/>
                <a:gd name="T3" fmla="*/ 6 h 10"/>
                <a:gd name="T4" fmla="*/ 21 w 21"/>
                <a:gd name="T5" fmla="*/ 0 h 10"/>
                <a:gd name="T6" fmla="*/ 10 w 21"/>
                <a:gd name="T7" fmla="*/ 5 h 10"/>
                <a:gd name="T8" fmla="*/ 0 w 21"/>
                <a:gd name="T9" fmla="*/ 10 h 10"/>
              </a:gdLst>
              <a:ahLst/>
              <a:cxnLst>
                <a:cxn ang="0">
                  <a:pos x="T0" y="T1"/>
                </a:cxn>
                <a:cxn ang="0">
                  <a:pos x="T2" y="T3"/>
                </a:cxn>
                <a:cxn ang="0">
                  <a:pos x="T4" y="T5"/>
                </a:cxn>
                <a:cxn ang="0">
                  <a:pos x="T6" y="T7"/>
                </a:cxn>
                <a:cxn ang="0">
                  <a:pos x="T8" y="T9"/>
                </a:cxn>
              </a:cxnLst>
              <a:rect l="0" t="0" r="r" b="b"/>
              <a:pathLst>
                <a:path w="21" h="10">
                  <a:moveTo>
                    <a:pt x="0" y="10"/>
                  </a:moveTo>
                  <a:cubicBezTo>
                    <a:pt x="0" y="10"/>
                    <a:pt x="5" y="8"/>
                    <a:pt x="10" y="6"/>
                  </a:cubicBezTo>
                  <a:cubicBezTo>
                    <a:pt x="16" y="3"/>
                    <a:pt x="21" y="0"/>
                    <a:pt x="21" y="0"/>
                  </a:cubicBezTo>
                  <a:cubicBezTo>
                    <a:pt x="21" y="0"/>
                    <a:pt x="16" y="2"/>
                    <a:pt x="10" y="5"/>
                  </a:cubicBezTo>
                  <a:cubicBezTo>
                    <a:pt x="4" y="8"/>
                    <a:pt x="0" y="10"/>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43" name="Freeform 1744"/>
            <p:cNvSpPr/>
            <p:nvPr/>
          </p:nvSpPr>
          <p:spPr bwMode="auto">
            <a:xfrm>
              <a:off x="5650216" y="10839228"/>
              <a:ext cx="58738" cy="26988"/>
            </a:xfrm>
            <a:custGeom>
              <a:avLst/>
              <a:gdLst>
                <a:gd name="T0" fmla="*/ 1 w 22"/>
                <a:gd name="T1" fmla="*/ 10 h 10"/>
                <a:gd name="T2" fmla="*/ 12 w 22"/>
                <a:gd name="T3" fmla="*/ 5 h 10"/>
                <a:gd name="T4" fmla="*/ 21 w 22"/>
                <a:gd name="T5" fmla="*/ 0 h 10"/>
                <a:gd name="T6" fmla="*/ 10 w 22"/>
                <a:gd name="T7" fmla="*/ 5 h 10"/>
                <a:gd name="T8" fmla="*/ 1 w 22"/>
                <a:gd name="T9" fmla="*/ 10 h 10"/>
              </a:gdLst>
              <a:ahLst/>
              <a:cxnLst>
                <a:cxn ang="0">
                  <a:pos x="T0" y="T1"/>
                </a:cxn>
                <a:cxn ang="0">
                  <a:pos x="T2" y="T3"/>
                </a:cxn>
                <a:cxn ang="0">
                  <a:pos x="T4" y="T5"/>
                </a:cxn>
                <a:cxn ang="0">
                  <a:pos x="T6" y="T7"/>
                </a:cxn>
                <a:cxn ang="0">
                  <a:pos x="T8" y="T9"/>
                </a:cxn>
              </a:cxnLst>
              <a:rect l="0" t="0" r="r" b="b"/>
              <a:pathLst>
                <a:path w="22" h="10">
                  <a:moveTo>
                    <a:pt x="1" y="10"/>
                  </a:moveTo>
                  <a:cubicBezTo>
                    <a:pt x="2" y="10"/>
                    <a:pt x="6" y="7"/>
                    <a:pt x="12" y="5"/>
                  </a:cubicBezTo>
                  <a:cubicBezTo>
                    <a:pt x="17" y="2"/>
                    <a:pt x="22" y="0"/>
                    <a:pt x="21" y="0"/>
                  </a:cubicBezTo>
                  <a:cubicBezTo>
                    <a:pt x="21" y="0"/>
                    <a:pt x="15" y="2"/>
                    <a:pt x="10" y="5"/>
                  </a:cubicBezTo>
                  <a:cubicBezTo>
                    <a:pt x="4" y="8"/>
                    <a:pt x="0" y="10"/>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44" name="Freeform 1745"/>
            <p:cNvSpPr/>
            <p:nvPr/>
          </p:nvSpPr>
          <p:spPr bwMode="auto">
            <a:xfrm>
              <a:off x="2667304" y="11332940"/>
              <a:ext cx="61913" cy="30163"/>
            </a:xfrm>
            <a:custGeom>
              <a:avLst/>
              <a:gdLst>
                <a:gd name="T0" fmla="*/ 10 w 23"/>
                <a:gd name="T1" fmla="*/ 1 h 11"/>
                <a:gd name="T2" fmla="*/ 1 w 23"/>
                <a:gd name="T3" fmla="*/ 3 h 11"/>
                <a:gd name="T4" fmla="*/ 13 w 23"/>
                <a:gd name="T5" fmla="*/ 10 h 11"/>
                <a:gd name="T6" fmla="*/ 23 w 23"/>
                <a:gd name="T7" fmla="*/ 8 h 11"/>
                <a:gd name="T8" fmla="*/ 10 w 23"/>
                <a:gd name="T9" fmla="*/ 1 h 11"/>
              </a:gdLst>
              <a:ahLst/>
              <a:cxnLst>
                <a:cxn ang="0">
                  <a:pos x="T0" y="T1"/>
                </a:cxn>
                <a:cxn ang="0">
                  <a:pos x="T2" y="T3"/>
                </a:cxn>
                <a:cxn ang="0">
                  <a:pos x="T4" y="T5"/>
                </a:cxn>
                <a:cxn ang="0">
                  <a:pos x="T6" y="T7"/>
                </a:cxn>
                <a:cxn ang="0">
                  <a:pos x="T8" y="T9"/>
                </a:cxn>
              </a:cxnLst>
              <a:rect l="0" t="0" r="r" b="b"/>
              <a:pathLst>
                <a:path w="23" h="11">
                  <a:moveTo>
                    <a:pt x="10" y="1"/>
                  </a:moveTo>
                  <a:cubicBezTo>
                    <a:pt x="4" y="0"/>
                    <a:pt x="0" y="1"/>
                    <a:pt x="1" y="3"/>
                  </a:cubicBezTo>
                  <a:cubicBezTo>
                    <a:pt x="2" y="5"/>
                    <a:pt x="7" y="8"/>
                    <a:pt x="13" y="10"/>
                  </a:cubicBezTo>
                  <a:cubicBezTo>
                    <a:pt x="18" y="11"/>
                    <a:pt x="23" y="10"/>
                    <a:pt x="23" y="8"/>
                  </a:cubicBezTo>
                  <a:cubicBezTo>
                    <a:pt x="22" y="6"/>
                    <a:pt x="16" y="3"/>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45" name="Freeform 1746"/>
            <p:cNvSpPr/>
            <p:nvPr/>
          </p:nvSpPr>
          <p:spPr bwMode="auto">
            <a:xfrm>
              <a:off x="2452991" y="11278965"/>
              <a:ext cx="61913" cy="34925"/>
            </a:xfrm>
            <a:custGeom>
              <a:avLst/>
              <a:gdLst>
                <a:gd name="T0" fmla="*/ 10 w 23"/>
                <a:gd name="T1" fmla="*/ 2 h 13"/>
                <a:gd name="T2" fmla="*/ 1 w 23"/>
                <a:gd name="T3" fmla="*/ 4 h 13"/>
                <a:gd name="T4" fmla="*/ 12 w 23"/>
                <a:gd name="T5" fmla="*/ 11 h 13"/>
                <a:gd name="T6" fmla="*/ 22 w 23"/>
                <a:gd name="T7" fmla="*/ 9 h 13"/>
                <a:gd name="T8" fmla="*/ 10 w 23"/>
                <a:gd name="T9" fmla="*/ 2 h 13"/>
              </a:gdLst>
              <a:ahLst/>
              <a:cxnLst>
                <a:cxn ang="0">
                  <a:pos x="T0" y="T1"/>
                </a:cxn>
                <a:cxn ang="0">
                  <a:pos x="T2" y="T3"/>
                </a:cxn>
                <a:cxn ang="0">
                  <a:pos x="T4" y="T5"/>
                </a:cxn>
                <a:cxn ang="0">
                  <a:pos x="T6" y="T7"/>
                </a:cxn>
                <a:cxn ang="0">
                  <a:pos x="T8" y="T9"/>
                </a:cxn>
              </a:cxnLst>
              <a:rect l="0" t="0" r="r" b="b"/>
              <a:pathLst>
                <a:path w="23" h="13">
                  <a:moveTo>
                    <a:pt x="10" y="2"/>
                  </a:moveTo>
                  <a:cubicBezTo>
                    <a:pt x="4" y="0"/>
                    <a:pt x="0" y="1"/>
                    <a:pt x="1" y="4"/>
                  </a:cubicBezTo>
                  <a:cubicBezTo>
                    <a:pt x="2" y="7"/>
                    <a:pt x="7" y="10"/>
                    <a:pt x="12" y="11"/>
                  </a:cubicBezTo>
                  <a:cubicBezTo>
                    <a:pt x="18" y="13"/>
                    <a:pt x="23" y="12"/>
                    <a:pt x="22" y="9"/>
                  </a:cubicBezTo>
                  <a:cubicBezTo>
                    <a:pt x="21" y="6"/>
                    <a:pt x="16" y="3"/>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46" name="Freeform 1747"/>
            <p:cNvSpPr/>
            <p:nvPr/>
          </p:nvSpPr>
          <p:spPr bwMode="auto">
            <a:xfrm>
              <a:off x="2235504" y="11229753"/>
              <a:ext cx="61913" cy="38100"/>
            </a:xfrm>
            <a:custGeom>
              <a:avLst/>
              <a:gdLst>
                <a:gd name="T0" fmla="*/ 9 w 23"/>
                <a:gd name="T1" fmla="*/ 1 h 14"/>
                <a:gd name="T2" fmla="*/ 1 w 23"/>
                <a:gd name="T3" fmla="*/ 5 h 14"/>
                <a:gd name="T4" fmla="*/ 13 w 23"/>
                <a:gd name="T5" fmla="*/ 13 h 14"/>
                <a:gd name="T6" fmla="*/ 22 w 23"/>
                <a:gd name="T7" fmla="*/ 9 h 14"/>
                <a:gd name="T8" fmla="*/ 9 w 23"/>
                <a:gd name="T9" fmla="*/ 1 h 14"/>
              </a:gdLst>
              <a:ahLst/>
              <a:cxnLst>
                <a:cxn ang="0">
                  <a:pos x="T0" y="T1"/>
                </a:cxn>
                <a:cxn ang="0">
                  <a:pos x="T2" y="T3"/>
                </a:cxn>
                <a:cxn ang="0">
                  <a:pos x="T4" y="T5"/>
                </a:cxn>
                <a:cxn ang="0">
                  <a:pos x="T6" y="T7"/>
                </a:cxn>
                <a:cxn ang="0">
                  <a:pos x="T8" y="T9"/>
                </a:cxn>
              </a:cxnLst>
              <a:rect l="0" t="0" r="r" b="b"/>
              <a:pathLst>
                <a:path w="23" h="14">
                  <a:moveTo>
                    <a:pt x="9" y="1"/>
                  </a:moveTo>
                  <a:cubicBezTo>
                    <a:pt x="3" y="0"/>
                    <a:pt x="0" y="2"/>
                    <a:pt x="1" y="5"/>
                  </a:cubicBezTo>
                  <a:cubicBezTo>
                    <a:pt x="3" y="9"/>
                    <a:pt x="8" y="12"/>
                    <a:pt x="13" y="13"/>
                  </a:cubicBezTo>
                  <a:cubicBezTo>
                    <a:pt x="19" y="14"/>
                    <a:pt x="23" y="12"/>
                    <a:pt x="22" y="9"/>
                  </a:cubicBezTo>
                  <a:cubicBezTo>
                    <a:pt x="21" y="6"/>
                    <a:pt x="15" y="2"/>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47" name="Freeform 1748"/>
            <p:cNvSpPr/>
            <p:nvPr/>
          </p:nvSpPr>
          <p:spPr bwMode="auto">
            <a:xfrm>
              <a:off x="2021191" y="11190065"/>
              <a:ext cx="61913" cy="39688"/>
            </a:xfrm>
            <a:custGeom>
              <a:avLst/>
              <a:gdLst>
                <a:gd name="T0" fmla="*/ 9 w 23"/>
                <a:gd name="T1" fmla="*/ 1 h 15"/>
                <a:gd name="T2" fmla="*/ 1 w 23"/>
                <a:gd name="T3" fmla="*/ 7 h 15"/>
                <a:gd name="T4" fmla="*/ 13 w 23"/>
                <a:gd name="T5" fmla="*/ 14 h 15"/>
                <a:gd name="T6" fmla="*/ 22 w 23"/>
                <a:gd name="T7" fmla="*/ 9 h 15"/>
                <a:gd name="T8" fmla="*/ 9 w 23"/>
                <a:gd name="T9" fmla="*/ 1 h 15"/>
              </a:gdLst>
              <a:ahLst/>
              <a:cxnLst>
                <a:cxn ang="0">
                  <a:pos x="T0" y="T1"/>
                </a:cxn>
                <a:cxn ang="0">
                  <a:pos x="T2" y="T3"/>
                </a:cxn>
                <a:cxn ang="0">
                  <a:pos x="T4" y="T5"/>
                </a:cxn>
                <a:cxn ang="0">
                  <a:pos x="T6" y="T7"/>
                </a:cxn>
                <a:cxn ang="0">
                  <a:pos x="T8" y="T9"/>
                </a:cxn>
              </a:cxnLst>
              <a:rect l="0" t="0" r="r" b="b"/>
              <a:pathLst>
                <a:path w="23" h="15">
                  <a:moveTo>
                    <a:pt x="9" y="1"/>
                  </a:moveTo>
                  <a:cubicBezTo>
                    <a:pt x="3" y="0"/>
                    <a:pt x="0" y="3"/>
                    <a:pt x="1" y="7"/>
                  </a:cubicBezTo>
                  <a:cubicBezTo>
                    <a:pt x="2" y="10"/>
                    <a:pt x="8" y="13"/>
                    <a:pt x="13" y="14"/>
                  </a:cubicBezTo>
                  <a:cubicBezTo>
                    <a:pt x="18" y="15"/>
                    <a:pt x="23" y="12"/>
                    <a:pt x="22" y="9"/>
                  </a:cubicBezTo>
                  <a:cubicBezTo>
                    <a:pt x="21" y="5"/>
                    <a:pt x="15" y="1"/>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48" name="Freeform 1749"/>
            <p:cNvSpPr/>
            <p:nvPr/>
          </p:nvSpPr>
          <p:spPr bwMode="auto">
            <a:xfrm>
              <a:off x="1806879" y="11161490"/>
              <a:ext cx="58738" cy="41275"/>
            </a:xfrm>
            <a:custGeom>
              <a:avLst/>
              <a:gdLst>
                <a:gd name="T0" fmla="*/ 10 w 22"/>
                <a:gd name="T1" fmla="*/ 0 h 15"/>
                <a:gd name="T2" fmla="*/ 1 w 22"/>
                <a:gd name="T3" fmla="*/ 7 h 15"/>
                <a:gd name="T4" fmla="*/ 12 w 22"/>
                <a:gd name="T5" fmla="*/ 15 h 15"/>
                <a:gd name="T6" fmla="*/ 22 w 22"/>
                <a:gd name="T7" fmla="*/ 8 h 15"/>
                <a:gd name="T8" fmla="*/ 10 w 22"/>
                <a:gd name="T9" fmla="*/ 0 h 15"/>
              </a:gdLst>
              <a:ahLst/>
              <a:cxnLst>
                <a:cxn ang="0">
                  <a:pos x="T0" y="T1"/>
                </a:cxn>
                <a:cxn ang="0">
                  <a:pos x="T2" y="T3"/>
                </a:cxn>
                <a:cxn ang="0">
                  <a:pos x="T4" y="T5"/>
                </a:cxn>
                <a:cxn ang="0">
                  <a:pos x="T6" y="T7"/>
                </a:cxn>
                <a:cxn ang="0">
                  <a:pos x="T8" y="T9"/>
                </a:cxn>
              </a:cxnLst>
              <a:rect l="0" t="0" r="r" b="b"/>
              <a:pathLst>
                <a:path w="22" h="15">
                  <a:moveTo>
                    <a:pt x="10" y="0"/>
                  </a:moveTo>
                  <a:cubicBezTo>
                    <a:pt x="3" y="0"/>
                    <a:pt x="0" y="3"/>
                    <a:pt x="1" y="7"/>
                  </a:cubicBezTo>
                  <a:cubicBezTo>
                    <a:pt x="2" y="11"/>
                    <a:pt x="7" y="14"/>
                    <a:pt x="12" y="15"/>
                  </a:cubicBezTo>
                  <a:cubicBezTo>
                    <a:pt x="17" y="15"/>
                    <a:pt x="22" y="12"/>
                    <a:pt x="22" y="8"/>
                  </a:cubicBezTo>
                  <a:cubicBezTo>
                    <a:pt x="21" y="5"/>
                    <a:pt x="15" y="1"/>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49" name="Freeform 1750"/>
            <p:cNvSpPr/>
            <p:nvPr/>
          </p:nvSpPr>
          <p:spPr bwMode="auto">
            <a:xfrm>
              <a:off x="1592566" y="11151965"/>
              <a:ext cx="61913" cy="39688"/>
            </a:xfrm>
            <a:custGeom>
              <a:avLst/>
              <a:gdLst>
                <a:gd name="T0" fmla="*/ 9 w 23"/>
                <a:gd name="T1" fmla="*/ 0 h 15"/>
                <a:gd name="T2" fmla="*/ 1 w 23"/>
                <a:gd name="T3" fmla="*/ 9 h 15"/>
                <a:gd name="T4" fmla="*/ 13 w 23"/>
                <a:gd name="T5" fmla="*/ 15 h 15"/>
                <a:gd name="T6" fmla="*/ 22 w 23"/>
                <a:gd name="T7" fmla="*/ 7 h 15"/>
                <a:gd name="T8" fmla="*/ 9 w 23"/>
                <a:gd name="T9" fmla="*/ 0 h 15"/>
              </a:gdLst>
              <a:ahLst/>
              <a:cxnLst>
                <a:cxn ang="0">
                  <a:pos x="T0" y="T1"/>
                </a:cxn>
                <a:cxn ang="0">
                  <a:pos x="T2" y="T3"/>
                </a:cxn>
                <a:cxn ang="0">
                  <a:pos x="T4" y="T5"/>
                </a:cxn>
                <a:cxn ang="0">
                  <a:pos x="T6" y="T7"/>
                </a:cxn>
                <a:cxn ang="0">
                  <a:pos x="T8" y="T9"/>
                </a:cxn>
              </a:cxnLst>
              <a:rect l="0" t="0" r="r" b="b"/>
              <a:pathLst>
                <a:path w="23" h="15">
                  <a:moveTo>
                    <a:pt x="9" y="0"/>
                  </a:moveTo>
                  <a:cubicBezTo>
                    <a:pt x="3" y="0"/>
                    <a:pt x="0" y="4"/>
                    <a:pt x="1" y="9"/>
                  </a:cubicBezTo>
                  <a:cubicBezTo>
                    <a:pt x="2" y="12"/>
                    <a:pt x="8" y="15"/>
                    <a:pt x="13" y="15"/>
                  </a:cubicBezTo>
                  <a:cubicBezTo>
                    <a:pt x="18" y="15"/>
                    <a:pt x="23" y="11"/>
                    <a:pt x="22" y="7"/>
                  </a:cubicBezTo>
                  <a:cubicBezTo>
                    <a:pt x="21" y="3"/>
                    <a:pt x="15"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50" name="Freeform 1751"/>
            <p:cNvSpPr/>
            <p:nvPr/>
          </p:nvSpPr>
          <p:spPr bwMode="auto">
            <a:xfrm>
              <a:off x="1378254" y="11159903"/>
              <a:ext cx="61913" cy="46038"/>
            </a:xfrm>
            <a:custGeom>
              <a:avLst/>
              <a:gdLst>
                <a:gd name="T0" fmla="*/ 10 w 23"/>
                <a:gd name="T1" fmla="*/ 0 h 17"/>
                <a:gd name="T2" fmla="*/ 1 w 23"/>
                <a:gd name="T3" fmla="*/ 10 h 17"/>
                <a:gd name="T4" fmla="*/ 12 w 23"/>
                <a:gd name="T5" fmla="*/ 16 h 17"/>
                <a:gd name="T6" fmla="*/ 22 w 23"/>
                <a:gd name="T7" fmla="*/ 7 h 17"/>
                <a:gd name="T8" fmla="*/ 10 w 23"/>
                <a:gd name="T9" fmla="*/ 0 h 17"/>
              </a:gdLst>
              <a:ahLst/>
              <a:cxnLst>
                <a:cxn ang="0">
                  <a:pos x="T0" y="T1"/>
                </a:cxn>
                <a:cxn ang="0">
                  <a:pos x="T2" y="T3"/>
                </a:cxn>
                <a:cxn ang="0">
                  <a:pos x="T4" y="T5"/>
                </a:cxn>
                <a:cxn ang="0">
                  <a:pos x="T6" y="T7"/>
                </a:cxn>
                <a:cxn ang="0">
                  <a:pos x="T8" y="T9"/>
                </a:cxn>
              </a:cxnLst>
              <a:rect l="0" t="0" r="r" b="b"/>
              <a:pathLst>
                <a:path w="23" h="17">
                  <a:moveTo>
                    <a:pt x="10" y="0"/>
                  </a:moveTo>
                  <a:cubicBezTo>
                    <a:pt x="4" y="1"/>
                    <a:pt x="0" y="5"/>
                    <a:pt x="1" y="10"/>
                  </a:cubicBezTo>
                  <a:cubicBezTo>
                    <a:pt x="2" y="14"/>
                    <a:pt x="7" y="17"/>
                    <a:pt x="12" y="16"/>
                  </a:cubicBezTo>
                  <a:cubicBezTo>
                    <a:pt x="18" y="16"/>
                    <a:pt x="23" y="12"/>
                    <a:pt x="22" y="7"/>
                  </a:cubicBezTo>
                  <a:cubicBezTo>
                    <a:pt x="22" y="3"/>
                    <a:pt x="16" y="0"/>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51" name="Freeform 1752"/>
            <p:cNvSpPr/>
            <p:nvPr/>
          </p:nvSpPr>
          <p:spPr bwMode="auto">
            <a:xfrm>
              <a:off x="1165529" y="11190065"/>
              <a:ext cx="60325" cy="50800"/>
            </a:xfrm>
            <a:custGeom>
              <a:avLst/>
              <a:gdLst>
                <a:gd name="T0" fmla="*/ 10 w 22"/>
                <a:gd name="T1" fmla="*/ 1 h 19"/>
                <a:gd name="T2" fmla="*/ 1 w 22"/>
                <a:gd name="T3" fmla="*/ 12 h 19"/>
                <a:gd name="T4" fmla="*/ 13 w 22"/>
                <a:gd name="T5" fmla="*/ 18 h 19"/>
                <a:gd name="T6" fmla="*/ 22 w 22"/>
                <a:gd name="T7" fmla="*/ 8 h 19"/>
                <a:gd name="T8" fmla="*/ 10 w 22"/>
                <a:gd name="T9" fmla="*/ 1 h 19"/>
              </a:gdLst>
              <a:ahLst/>
              <a:cxnLst>
                <a:cxn ang="0">
                  <a:pos x="T0" y="T1"/>
                </a:cxn>
                <a:cxn ang="0">
                  <a:pos x="T2" y="T3"/>
                </a:cxn>
                <a:cxn ang="0">
                  <a:pos x="T4" y="T5"/>
                </a:cxn>
                <a:cxn ang="0">
                  <a:pos x="T6" y="T7"/>
                </a:cxn>
                <a:cxn ang="0">
                  <a:pos x="T8" y="T9"/>
                </a:cxn>
              </a:cxnLst>
              <a:rect l="0" t="0" r="r" b="b"/>
              <a:pathLst>
                <a:path w="22" h="19">
                  <a:moveTo>
                    <a:pt x="10" y="1"/>
                  </a:moveTo>
                  <a:cubicBezTo>
                    <a:pt x="5" y="2"/>
                    <a:pt x="0" y="7"/>
                    <a:pt x="1" y="12"/>
                  </a:cubicBezTo>
                  <a:cubicBezTo>
                    <a:pt x="2" y="16"/>
                    <a:pt x="7" y="19"/>
                    <a:pt x="13" y="18"/>
                  </a:cubicBezTo>
                  <a:cubicBezTo>
                    <a:pt x="18" y="16"/>
                    <a:pt x="22" y="12"/>
                    <a:pt x="22" y="8"/>
                  </a:cubicBezTo>
                  <a:cubicBezTo>
                    <a:pt x="22" y="3"/>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52" name="Freeform 1753"/>
            <p:cNvSpPr/>
            <p:nvPr/>
          </p:nvSpPr>
          <p:spPr bwMode="auto">
            <a:xfrm>
              <a:off x="954391" y="11248803"/>
              <a:ext cx="58738" cy="52388"/>
            </a:xfrm>
            <a:custGeom>
              <a:avLst/>
              <a:gdLst>
                <a:gd name="T0" fmla="*/ 11 w 22"/>
                <a:gd name="T1" fmla="*/ 2 h 19"/>
                <a:gd name="T2" fmla="*/ 1 w 22"/>
                <a:gd name="T3" fmla="*/ 13 h 19"/>
                <a:gd name="T4" fmla="*/ 13 w 22"/>
                <a:gd name="T5" fmla="*/ 17 h 19"/>
                <a:gd name="T6" fmla="*/ 22 w 22"/>
                <a:gd name="T7" fmla="*/ 7 h 19"/>
                <a:gd name="T8" fmla="*/ 11 w 22"/>
                <a:gd name="T9" fmla="*/ 2 h 19"/>
              </a:gdLst>
              <a:ahLst/>
              <a:cxnLst>
                <a:cxn ang="0">
                  <a:pos x="T0" y="T1"/>
                </a:cxn>
                <a:cxn ang="0">
                  <a:pos x="T2" y="T3"/>
                </a:cxn>
                <a:cxn ang="0">
                  <a:pos x="T4" y="T5"/>
                </a:cxn>
                <a:cxn ang="0">
                  <a:pos x="T6" y="T7"/>
                </a:cxn>
                <a:cxn ang="0">
                  <a:pos x="T8" y="T9"/>
                </a:cxn>
              </a:cxnLst>
              <a:rect l="0" t="0" r="r" b="b"/>
              <a:pathLst>
                <a:path w="22" h="19">
                  <a:moveTo>
                    <a:pt x="11" y="2"/>
                  </a:moveTo>
                  <a:cubicBezTo>
                    <a:pt x="5" y="4"/>
                    <a:pt x="0" y="9"/>
                    <a:pt x="1" y="13"/>
                  </a:cubicBezTo>
                  <a:cubicBezTo>
                    <a:pt x="2" y="18"/>
                    <a:pt x="8" y="19"/>
                    <a:pt x="13" y="17"/>
                  </a:cubicBezTo>
                  <a:cubicBezTo>
                    <a:pt x="18" y="15"/>
                    <a:pt x="22" y="10"/>
                    <a:pt x="22" y="7"/>
                  </a:cubicBezTo>
                  <a:cubicBezTo>
                    <a:pt x="22" y="2"/>
                    <a:pt x="16"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53" name="Freeform 1754"/>
            <p:cNvSpPr/>
            <p:nvPr/>
          </p:nvSpPr>
          <p:spPr bwMode="auto">
            <a:xfrm>
              <a:off x="744841" y="11329765"/>
              <a:ext cx="60325" cy="52388"/>
            </a:xfrm>
            <a:custGeom>
              <a:avLst/>
              <a:gdLst>
                <a:gd name="T0" fmla="*/ 10 w 22"/>
                <a:gd name="T1" fmla="*/ 3 h 19"/>
                <a:gd name="T2" fmla="*/ 1 w 22"/>
                <a:gd name="T3" fmla="*/ 14 h 19"/>
                <a:gd name="T4" fmla="*/ 12 w 22"/>
                <a:gd name="T5" fmla="*/ 17 h 19"/>
                <a:gd name="T6" fmla="*/ 22 w 22"/>
                <a:gd name="T7" fmla="*/ 5 h 19"/>
                <a:gd name="T8" fmla="*/ 10 w 22"/>
                <a:gd name="T9" fmla="*/ 3 h 19"/>
              </a:gdLst>
              <a:ahLst/>
              <a:cxnLst>
                <a:cxn ang="0">
                  <a:pos x="T0" y="T1"/>
                </a:cxn>
                <a:cxn ang="0">
                  <a:pos x="T2" y="T3"/>
                </a:cxn>
                <a:cxn ang="0">
                  <a:pos x="T4" y="T5"/>
                </a:cxn>
                <a:cxn ang="0">
                  <a:pos x="T6" y="T7"/>
                </a:cxn>
                <a:cxn ang="0">
                  <a:pos x="T8" y="T9"/>
                </a:cxn>
              </a:cxnLst>
              <a:rect l="0" t="0" r="r" b="b"/>
              <a:pathLst>
                <a:path w="22" h="19">
                  <a:moveTo>
                    <a:pt x="10" y="3"/>
                  </a:moveTo>
                  <a:cubicBezTo>
                    <a:pt x="4" y="5"/>
                    <a:pt x="0" y="10"/>
                    <a:pt x="1" y="14"/>
                  </a:cubicBezTo>
                  <a:cubicBezTo>
                    <a:pt x="2" y="18"/>
                    <a:pt x="6" y="19"/>
                    <a:pt x="12" y="17"/>
                  </a:cubicBezTo>
                  <a:cubicBezTo>
                    <a:pt x="17" y="15"/>
                    <a:pt x="22" y="9"/>
                    <a:pt x="22" y="5"/>
                  </a:cubicBezTo>
                  <a:cubicBezTo>
                    <a:pt x="21" y="1"/>
                    <a:pt x="15" y="0"/>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54" name="Freeform 1755"/>
            <p:cNvSpPr/>
            <p:nvPr/>
          </p:nvSpPr>
          <p:spPr bwMode="auto">
            <a:xfrm>
              <a:off x="536879" y="11432953"/>
              <a:ext cx="58738" cy="47625"/>
            </a:xfrm>
            <a:custGeom>
              <a:avLst/>
              <a:gdLst>
                <a:gd name="T0" fmla="*/ 10 w 22"/>
                <a:gd name="T1" fmla="*/ 3 h 17"/>
                <a:gd name="T2" fmla="*/ 1 w 22"/>
                <a:gd name="T3" fmla="*/ 14 h 17"/>
                <a:gd name="T4" fmla="*/ 11 w 22"/>
                <a:gd name="T5" fmla="*/ 14 h 17"/>
                <a:gd name="T6" fmla="*/ 21 w 22"/>
                <a:gd name="T7" fmla="*/ 3 h 17"/>
                <a:gd name="T8" fmla="*/ 10 w 22"/>
                <a:gd name="T9" fmla="*/ 3 h 17"/>
              </a:gdLst>
              <a:ahLst/>
              <a:cxnLst>
                <a:cxn ang="0">
                  <a:pos x="T0" y="T1"/>
                </a:cxn>
                <a:cxn ang="0">
                  <a:pos x="T2" y="T3"/>
                </a:cxn>
                <a:cxn ang="0">
                  <a:pos x="T4" y="T5"/>
                </a:cxn>
                <a:cxn ang="0">
                  <a:pos x="T6" y="T7"/>
                </a:cxn>
                <a:cxn ang="0">
                  <a:pos x="T8" y="T9"/>
                </a:cxn>
              </a:cxnLst>
              <a:rect l="0" t="0" r="r" b="b"/>
              <a:pathLst>
                <a:path w="22" h="17">
                  <a:moveTo>
                    <a:pt x="10" y="3"/>
                  </a:moveTo>
                  <a:cubicBezTo>
                    <a:pt x="4" y="6"/>
                    <a:pt x="0" y="11"/>
                    <a:pt x="1" y="14"/>
                  </a:cubicBezTo>
                  <a:cubicBezTo>
                    <a:pt x="1" y="17"/>
                    <a:pt x="6" y="17"/>
                    <a:pt x="11" y="14"/>
                  </a:cubicBezTo>
                  <a:cubicBezTo>
                    <a:pt x="17" y="12"/>
                    <a:pt x="22" y="6"/>
                    <a:pt x="21" y="3"/>
                  </a:cubicBezTo>
                  <a:cubicBezTo>
                    <a:pt x="21" y="0"/>
                    <a:pt x="15" y="0"/>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55" name="Freeform 1756"/>
            <p:cNvSpPr/>
            <p:nvPr/>
          </p:nvSpPr>
          <p:spPr bwMode="auto">
            <a:xfrm>
              <a:off x="327329" y="11545665"/>
              <a:ext cx="58738" cy="42863"/>
            </a:xfrm>
            <a:custGeom>
              <a:avLst/>
              <a:gdLst>
                <a:gd name="T0" fmla="*/ 9 w 22"/>
                <a:gd name="T1" fmla="*/ 4 h 16"/>
                <a:gd name="T2" fmla="*/ 0 w 22"/>
                <a:gd name="T3" fmla="*/ 13 h 16"/>
                <a:gd name="T4" fmla="*/ 11 w 22"/>
                <a:gd name="T5" fmla="*/ 12 h 16"/>
                <a:gd name="T6" fmla="*/ 21 w 22"/>
                <a:gd name="T7" fmla="*/ 3 h 16"/>
                <a:gd name="T8" fmla="*/ 9 w 22"/>
                <a:gd name="T9" fmla="*/ 4 h 16"/>
              </a:gdLst>
              <a:ahLst/>
              <a:cxnLst>
                <a:cxn ang="0">
                  <a:pos x="T0" y="T1"/>
                </a:cxn>
                <a:cxn ang="0">
                  <a:pos x="T2" y="T3"/>
                </a:cxn>
                <a:cxn ang="0">
                  <a:pos x="T4" y="T5"/>
                </a:cxn>
                <a:cxn ang="0">
                  <a:pos x="T6" y="T7"/>
                </a:cxn>
                <a:cxn ang="0">
                  <a:pos x="T8" y="T9"/>
                </a:cxn>
              </a:cxnLst>
              <a:rect l="0" t="0" r="r" b="b"/>
              <a:pathLst>
                <a:path w="22" h="16">
                  <a:moveTo>
                    <a:pt x="9" y="4"/>
                  </a:moveTo>
                  <a:cubicBezTo>
                    <a:pt x="4" y="7"/>
                    <a:pt x="0" y="11"/>
                    <a:pt x="0" y="13"/>
                  </a:cubicBezTo>
                  <a:cubicBezTo>
                    <a:pt x="0" y="16"/>
                    <a:pt x="5" y="15"/>
                    <a:pt x="11" y="12"/>
                  </a:cubicBezTo>
                  <a:cubicBezTo>
                    <a:pt x="17" y="10"/>
                    <a:pt x="22" y="5"/>
                    <a:pt x="21" y="3"/>
                  </a:cubicBezTo>
                  <a:cubicBezTo>
                    <a:pt x="20" y="0"/>
                    <a:pt x="15" y="1"/>
                    <a:pt x="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56" name="Freeform 1757"/>
            <p:cNvSpPr/>
            <p:nvPr/>
          </p:nvSpPr>
          <p:spPr bwMode="auto">
            <a:xfrm>
              <a:off x="117779" y="11656790"/>
              <a:ext cx="57150" cy="31750"/>
            </a:xfrm>
            <a:custGeom>
              <a:avLst/>
              <a:gdLst>
                <a:gd name="T0" fmla="*/ 10 w 21"/>
                <a:gd name="T1" fmla="*/ 3 h 12"/>
                <a:gd name="T2" fmla="*/ 0 w 21"/>
                <a:gd name="T3" fmla="*/ 10 h 12"/>
                <a:gd name="T4" fmla="*/ 10 w 21"/>
                <a:gd name="T5" fmla="*/ 9 h 12"/>
                <a:gd name="T6" fmla="*/ 21 w 21"/>
                <a:gd name="T7" fmla="*/ 1 h 12"/>
                <a:gd name="T8" fmla="*/ 10 w 21"/>
                <a:gd name="T9" fmla="*/ 3 h 12"/>
              </a:gdLst>
              <a:ahLst/>
              <a:cxnLst>
                <a:cxn ang="0">
                  <a:pos x="T0" y="T1"/>
                </a:cxn>
                <a:cxn ang="0">
                  <a:pos x="T2" y="T3"/>
                </a:cxn>
                <a:cxn ang="0">
                  <a:pos x="T4" y="T5"/>
                </a:cxn>
                <a:cxn ang="0">
                  <a:pos x="T6" y="T7"/>
                </a:cxn>
                <a:cxn ang="0">
                  <a:pos x="T8" y="T9"/>
                </a:cxn>
              </a:cxnLst>
              <a:rect l="0" t="0" r="r" b="b"/>
              <a:pathLst>
                <a:path w="21" h="12">
                  <a:moveTo>
                    <a:pt x="10" y="3"/>
                  </a:moveTo>
                  <a:cubicBezTo>
                    <a:pt x="4" y="6"/>
                    <a:pt x="0" y="9"/>
                    <a:pt x="0" y="10"/>
                  </a:cubicBezTo>
                  <a:cubicBezTo>
                    <a:pt x="0" y="12"/>
                    <a:pt x="4" y="12"/>
                    <a:pt x="10" y="9"/>
                  </a:cubicBezTo>
                  <a:cubicBezTo>
                    <a:pt x="15" y="7"/>
                    <a:pt x="21" y="3"/>
                    <a:pt x="21" y="1"/>
                  </a:cubicBezTo>
                  <a:cubicBezTo>
                    <a:pt x="20" y="0"/>
                    <a:pt x="15"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57" name="Freeform 1758"/>
            <p:cNvSpPr/>
            <p:nvPr/>
          </p:nvSpPr>
          <p:spPr bwMode="auto">
            <a:xfrm>
              <a:off x="-96534" y="11745690"/>
              <a:ext cx="61913" cy="25400"/>
            </a:xfrm>
            <a:custGeom>
              <a:avLst/>
              <a:gdLst>
                <a:gd name="T0" fmla="*/ 13 w 23"/>
                <a:gd name="T1" fmla="*/ 6 h 9"/>
                <a:gd name="T2" fmla="*/ 22 w 23"/>
                <a:gd name="T3" fmla="*/ 1 h 9"/>
                <a:gd name="T4" fmla="*/ 9 w 23"/>
                <a:gd name="T5" fmla="*/ 4 h 9"/>
                <a:gd name="T6" fmla="*/ 1 w 23"/>
                <a:gd name="T7" fmla="*/ 9 h 9"/>
                <a:gd name="T8" fmla="*/ 13 w 23"/>
                <a:gd name="T9" fmla="*/ 6 h 9"/>
              </a:gdLst>
              <a:ahLst/>
              <a:cxnLst>
                <a:cxn ang="0">
                  <a:pos x="T0" y="T1"/>
                </a:cxn>
                <a:cxn ang="0">
                  <a:pos x="T2" y="T3"/>
                </a:cxn>
                <a:cxn ang="0">
                  <a:pos x="T4" y="T5"/>
                </a:cxn>
                <a:cxn ang="0">
                  <a:pos x="T6" y="T7"/>
                </a:cxn>
                <a:cxn ang="0">
                  <a:pos x="T8" y="T9"/>
                </a:cxn>
              </a:cxnLst>
              <a:rect l="0" t="0" r="r" b="b"/>
              <a:pathLst>
                <a:path w="23" h="9">
                  <a:moveTo>
                    <a:pt x="13" y="6"/>
                  </a:moveTo>
                  <a:cubicBezTo>
                    <a:pt x="18" y="5"/>
                    <a:pt x="23" y="2"/>
                    <a:pt x="22" y="1"/>
                  </a:cubicBezTo>
                  <a:cubicBezTo>
                    <a:pt x="21" y="0"/>
                    <a:pt x="15" y="2"/>
                    <a:pt x="9" y="4"/>
                  </a:cubicBezTo>
                  <a:cubicBezTo>
                    <a:pt x="4" y="6"/>
                    <a:pt x="0" y="8"/>
                    <a:pt x="1" y="9"/>
                  </a:cubicBezTo>
                  <a:cubicBezTo>
                    <a:pt x="2" y="9"/>
                    <a:pt x="8" y="8"/>
                    <a:pt x="1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58" name="Freeform 1759"/>
            <p:cNvSpPr/>
            <p:nvPr/>
          </p:nvSpPr>
          <p:spPr bwMode="auto">
            <a:xfrm>
              <a:off x="11582704" y="8923115"/>
              <a:ext cx="60325" cy="31750"/>
            </a:xfrm>
            <a:custGeom>
              <a:avLst/>
              <a:gdLst>
                <a:gd name="T0" fmla="*/ 8 w 22"/>
                <a:gd name="T1" fmla="*/ 3 h 12"/>
                <a:gd name="T2" fmla="*/ 0 w 22"/>
                <a:gd name="T3" fmla="*/ 10 h 12"/>
                <a:gd name="T4" fmla="*/ 12 w 22"/>
                <a:gd name="T5" fmla="*/ 9 h 12"/>
                <a:gd name="T6" fmla="*/ 21 w 22"/>
                <a:gd name="T7" fmla="*/ 1 h 12"/>
                <a:gd name="T8" fmla="*/ 8 w 22"/>
                <a:gd name="T9" fmla="*/ 3 h 12"/>
              </a:gdLst>
              <a:ahLst/>
              <a:cxnLst>
                <a:cxn ang="0">
                  <a:pos x="T0" y="T1"/>
                </a:cxn>
                <a:cxn ang="0">
                  <a:pos x="T2" y="T3"/>
                </a:cxn>
                <a:cxn ang="0">
                  <a:pos x="T4" y="T5"/>
                </a:cxn>
                <a:cxn ang="0">
                  <a:pos x="T6" y="T7"/>
                </a:cxn>
                <a:cxn ang="0">
                  <a:pos x="T8" y="T9"/>
                </a:cxn>
              </a:cxnLst>
              <a:rect l="0" t="0" r="r" b="b"/>
              <a:pathLst>
                <a:path w="22" h="12">
                  <a:moveTo>
                    <a:pt x="8" y="3"/>
                  </a:moveTo>
                  <a:cubicBezTo>
                    <a:pt x="3" y="5"/>
                    <a:pt x="0" y="9"/>
                    <a:pt x="0" y="10"/>
                  </a:cubicBezTo>
                  <a:cubicBezTo>
                    <a:pt x="1" y="12"/>
                    <a:pt x="7" y="12"/>
                    <a:pt x="12" y="9"/>
                  </a:cubicBezTo>
                  <a:cubicBezTo>
                    <a:pt x="17" y="6"/>
                    <a:pt x="22" y="3"/>
                    <a:pt x="21" y="1"/>
                  </a:cubicBezTo>
                  <a:cubicBezTo>
                    <a:pt x="19" y="0"/>
                    <a:pt x="14" y="0"/>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59" name="Freeform 1760"/>
            <p:cNvSpPr/>
            <p:nvPr/>
          </p:nvSpPr>
          <p:spPr bwMode="auto">
            <a:xfrm>
              <a:off x="11373154" y="9015190"/>
              <a:ext cx="60325" cy="42863"/>
            </a:xfrm>
            <a:custGeom>
              <a:avLst/>
              <a:gdLst>
                <a:gd name="T0" fmla="*/ 9 w 22"/>
                <a:gd name="T1" fmla="*/ 3 h 16"/>
                <a:gd name="T2" fmla="*/ 1 w 22"/>
                <a:gd name="T3" fmla="*/ 13 h 16"/>
                <a:gd name="T4" fmla="*/ 12 w 22"/>
                <a:gd name="T5" fmla="*/ 14 h 16"/>
                <a:gd name="T6" fmla="*/ 21 w 22"/>
                <a:gd name="T7" fmla="*/ 3 h 16"/>
                <a:gd name="T8" fmla="*/ 9 w 22"/>
                <a:gd name="T9" fmla="*/ 3 h 16"/>
              </a:gdLst>
              <a:ahLst/>
              <a:cxnLst>
                <a:cxn ang="0">
                  <a:pos x="T0" y="T1"/>
                </a:cxn>
                <a:cxn ang="0">
                  <a:pos x="T2" y="T3"/>
                </a:cxn>
                <a:cxn ang="0">
                  <a:pos x="T4" y="T5"/>
                </a:cxn>
                <a:cxn ang="0">
                  <a:pos x="T6" y="T7"/>
                </a:cxn>
                <a:cxn ang="0">
                  <a:pos x="T8" y="T9"/>
                </a:cxn>
              </a:cxnLst>
              <a:rect l="0" t="0" r="r" b="b"/>
              <a:pathLst>
                <a:path w="22" h="16">
                  <a:moveTo>
                    <a:pt x="9" y="3"/>
                  </a:moveTo>
                  <a:cubicBezTo>
                    <a:pt x="3" y="5"/>
                    <a:pt x="0" y="10"/>
                    <a:pt x="1" y="13"/>
                  </a:cubicBezTo>
                  <a:cubicBezTo>
                    <a:pt x="2" y="16"/>
                    <a:pt x="7" y="16"/>
                    <a:pt x="12" y="14"/>
                  </a:cubicBezTo>
                  <a:cubicBezTo>
                    <a:pt x="18" y="11"/>
                    <a:pt x="22" y="6"/>
                    <a:pt x="21" y="3"/>
                  </a:cubicBezTo>
                  <a:cubicBezTo>
                    <a:pt x="21" y="0"/>
                    <a:pt x="15" y="0"/>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60" name="Freeform 1761"/>
            <p:cNvSpPr/>
            <p:nvPr/>
          </p:nvSpPr>
          <p:spPr bwMode="auto">
            <a:xfrm>
              <a:off x="11165191" y="9091390"/>
              <a:ext cx="58738" cy="47625"/>
            </a:xfrm>
            <a:custGeom>
              <a:avLst/>
              <a:gdLst>
                <a:gd name="T0" fmla="*/ 9 w 22"/>
                <a:gd name="T1" fmla="*/ 2 h 18"/>
                <a:gd name="T2" fmla="*/ 1 w 22"/>
                <a:gd name="T3" fmla="*/ 11 h 18"/>
                <a:gd name="T4" fmla="*/ 12 w 22"/>
                <a:gd name="T5" fmla="*/ 17 h 18"/>
                <a:gd name="T6" fmla="*/ 22 w 22"/>
                <a:gd name="T7" fmla="*/ 6 h 18"/>
                <a:gd name="T8" fmla="*/ 9 w 22"/>
                <a:gd name="T9" fmla="*/ 2 h 18"/>
              </a:gdLst>
              <a:ahLst/>
              <a:cxnLst>
                <a:cxn ang="0">
                  <a:pos x="T0" y="T1"/>
                </a:cxn>
                <a:cxn ang="0">
                  <a:pos x="T2" y="T3"/>
                </a:cxn>
                <a:cxn ang="0">
                  <a:pos x="T4" y="T5"/>
                </a:cxn>
                <a:cxn ang="0">
                  <a:pos x="T6" y="T7"/>
                </a:cxn>
                <a:cxn ang="0">
                  <a:pos x="T8" y="T9"/>
                </a:cxn>
              </a:cxnLst>
              <a:rect l="0" t="0" r="r" b="b"/>
              <a:pathLst>
                <a:path w="22" h="18">
                  <a:moveTo>
                    <a:pt x="9" y="2"/>
                  </a:moveTo>
                  <a:cubicBezTo>
                    <a:pt x="4" y="3"/>
                    <a:pt x="0" y="7"/>
                    <a:pt x="1" y="11"/>
                  </a:cubicBezTo>
                  <a:cubicBezTo>
                    <a:pt x="1" y="15"/>
                    <a:pt x="6" y="18"/>
                    <a:pt x="12" y="17"/>
                  </a:cubicBezTo>
                  <a:cubicBezTo>
                    <a:pt x="18" y="16"/>
                    <a:pt x="22" y="10"/>
                    <a:pt x="22" y="6"/>
                  </a:cubicBezTo>
                  <a:cubicBezTo>
                    <a:pt x="21" y="2"/>
                    <a:pt x="15"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61" name="Freeform 1762"/>
            <p:cNvSpPr/>
            <p:nvPr/>
          </p:nvSpPr>
          <p:spPr bwMode="auto">
            <a:xfrm>
              <a:off x="10952466" y="9134253"/>
              <a:ext cx="63500" cy="49213"/>
            </a:xfrm>
            <a:custGeom>
              <a:avLst/>
              <a:gdLst>
                <a:gd name="T0" fmla="*/ 8 w 23"/>
                <a:gd name="T1" fmla="*/ 2 h 18"/>
                <a:gd name="T2" fmla="*/ 1 w 23"/>
                <a:gd name="T3" fmla="*/ 12 h 18"/>
                <a:gd name="T4" fmla="*/ 13 w 23"/>
                <a:gd name="T5" fmla="*/ 16 h 18"/>
                <a:gd name="T6" fmla="*/ 21 w 23"/>
                <a:gd name="T7" fmla="*/ 6 h 18"/>
                <a:gd name="T8" fmla="*/ 8 w 23"/>
                <a:gd name="T9" fmla="*/ 2 h 18"/>
              </a:gdLst>
              <a:ahLst/>
              <a:cxnLst>
                <a:cxn ang="0">
                  <a:pos x="T0" y="T1"/>
                </a:cxn>
                <a:cxn ang="0">
                  <a:pos x="T2" y="T3"/>
                </a:cxn>
                <a:cxn ang="0">
                  <a:pos x="T4" y="T5"/>
                </a:cxn>
                <a:cxn ang="0">
                  <a:pos x="T6" y="T7"/>
                </a:cxn>
                <a:cxn ang="0">
                  <a:pos x="T8" y="T9"/>
                </a:cxn>
              </a:cxnLst>
              <a:rect l="0" t="0" r="r" b="b"/>
              <a:pathLst>
                <a:path w="23" h="18">
                  <a:moveTo>
                    <a:pt x="8" y="2"/>
                  </a:moveTo>
                  <a:cubicBezTo>
                    <a:pt x="3" y="4"/>
                    <a:pt x="0" y="8"/>
                    <a:pt x="1" y="12"/>
                  </a:cubicBezTo>
                  <a:cubicBezTo>
                    <a:pt x="2" y="16"/>
                    <a:pt x="7" y="18"/>
                    <a:pt x="13" y="16"/>
                  </a:cubicBezTo>
                  <a:cubicBezTo>
                    <a:pt x="19" y="15"/>
                    <a:pt x="23" y="10"/>
                    <a:pt x="21" y="6"/>
                  </a:cubicBezTo>
                  <a:cubicBezTo>
                    <a:pt x="20" y="2"/>
                    <a:pt x="14"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62" name="Freeform 1763"/>
            <p:cNvSpPr/>
            <p:nvPr/>
          </p:nvSpPr>
          <p:spPr bwMode="auto">
            <a:xfrm>
              <a:off x="10741329" y="9194578"/>
              <a:ext cx="61913" cy="46038"/>
            </a:xfrm>
            <a:custGeom>
              <a:avLst/>
              <a:gdLst>
                <a:gd name="T0" fmla="*/ 9 w 23"/>
                <a:gd name="T1" fmla="*/ 2 h 17"/>
                <a:gd name="T2" fmla="*/ 1 w 23"/>
                <a:gd name="T3" fmla="*/ 13 h 17"/>
                <a:gd name="T4" fmla="*/ 13 w 23"/>
                <a:gd name="T5" fmla="*/ 15 h 17"/>
                <a:gd name="T6" fmla="*/ 22 w 23"/>
                <a:gd name="T7" fmla="*/ 5 h 17"/>
                <a:gd name="T8" fmla="*/ 9 w 23"/>
                <a:gd name="T9" fmla="*/ 2 h 17"/>
              </a:gdLst>
              <a:ahLst/>
              <a:cxnLst>
                <a:cxn ang="0">
                  <a:pos x="T0" y="T1"/>
                </a:cxn>
                <a:cxn ang="0">
                  <a:pos x="T2" y="T3"/>
                </a:cxn>
                <a:cxn ang="0">
                  <a:pos x="T4" y="T5"/>
                </a:cxn>
                <a:cxn ang="0">
                  <a:pos x="T6" y="T7"/>
                </a:cxn>
                <a:cxn ang="0">
                  <a:pos x="T8" y="T9"/>
                </a:cxn>
              </a:cxnLst>
              <a:rect l="0" t="0" r="r" b="b"/>
              <a:pathLst>
                <a:path w="23" h="17">
                  <a:moveTo>
                    <a:pt x="9" y="2"/>
                  </a:moveTo>
                  <a:cubicBezTo>
                    <a:pt x="3" y="4"/>
                    <a:pt x="0" y="9"/>
                    <a:pt x="1" y="13"/>
                  </a:cubicBezTo>
                  <a:cubicBezTo>
                    <a:pt x="3" y="16"/>
                    <a:pt x="8" y="17"/>
                    <a:pt x="13" y="15"/>
                  </a:cubicBezTo>
                  <a:cubicBezTo>
                    <a:pt x="19" y="14"/>
                    <a:pt x="23" y="9"/>
                    <a:pt x="22" y="5"/>
                  </a:cubicBezTo>
                  <a:cubicBezTo>
                    <a:pt x="20" y="1"/>
                    <a:pt x="14"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63" name="Freeform 1764"/>
            <p:cNvSpPr/>
            <p:nvPr/>
          </p:nvSpPr>
          <p:spPr bwMode="auto">
            <a:xfrm>
              <a:off x="10530191" y="9261253"/>
              <a:ext cx="61913" cy="44450"/>
            </a:xfrm>
            <a:custGeom>
              <a:avLst/>
              <a:gdLst>
                <a:gd name="T0" fmla="*/ 9 w 23"/>
                <a:gd name="T1" fmla="*/ 3 h 16"/>
                <a:gd name="T2" fmla="*/ 1 w 23"/>
                <a:gd name="T3" fmla="*/ 12 h 16"/>
                <a:gd name="T4" fmla="*/ 12 w 23"/>
                <a:gd name="T5" fmla="*/ 15 h 16"/>
                <a:gd name="T6" fmla="*/ 22 w 23"/>
                <a:gd name="T7" fmla="*/ 5 h 16"/>
                <a:gd name="T8" fmla="*/ 9 w 23"/>
                <a:gd name="T9" fmla="*/ 3 h 16"/>
              </a:gdLst>
              <a:ahLst/>
              <a:cxnLst>
                <a:cxn ang="0">
                  <a:pos x="T0" y="T1"/>
                </a:cxn>
                <a:cxn ang="0">
                  <a:pos x="T2" y="T3"/>
                </a:cxn>
                <a:cxn ang="0">
                  <a:pos x="T4" y="T5"/>
                </a:cxn>
                <a:cxn ang="0">
                  <a:pos x="T6" y="T7"/>
                </a:cxn>
                <a:cxn ang="0">
                  <a:pos x="T8" y="T9"/>
                </a:cxn>
              </a:cxnLst>
              <a:rect l="0" t="0" r="r" b="b"/>
              <a:pathLst>
                <a:path w="23" h="16">
                  <a:moveTo>
                    <a:pt x="9" y="3"/>
                  </a:moveTo>
                  <a:cubicBezTo>
                    <a:pt x="3" y="5"/>
                    <a:pt x="0" y="9"/>
                    <a:pt x="1" y="12"/>
                  </a:cubicBezTo>
                  <a:cubicBezTo>
                    <a:pt x="2" y="15"/>
                    <a:pt x="7" y="16"/>
                    <a:pt x="12" y="15"/>
                  </a:cubicBezTo>
                  <a:cubicBezTo>
                    <a:pt x="18" y="13"/>
                    <a:pt x="23" y="8"/>
                    <a:pt x="22" y="5"/>
                  </a:cubicBezTo>
                  <a:cubicBezTo>
                    <a:pt x="21" y="2"/>
                    <a:pt x="15" y="0"/>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64" name="Freeform 1765"/>
            <p:cNvSpPr/>
            <p:nvPr/>
          </p:nvSpPr>
          <p:spPr bwMode="auto">
            <a:xfrm>
              <a:off x="10317466" y="9337453"/>
              <a:ext cx="63500" cy="41275"/>
            </a:xfrm>
            <a:custGeom>
              <a:avLst/>
              <a:gdLst>
                <a:gd name="T0" fmla="*/ 10 w 23"/>
                <a:gd name="T1" fmla="*/ 2 h 15"/>
                <a:gd name="T2" fmla="*/ 1 w 23"/>
                <a:gd name="T3" fmla="*/ 12 h 15"/>
                <a:gd name="T4" fmla="*/ 12 w 23"/>
                <a:gd name="T5" fmla="*/ 13 h 15"/>
                <a:gd name="T6" fmla="*/ 22 w 23"/>
                <a:gd name="T7" fmla="*/ 4 h 15"/>
                <a:gd name="T8" fmla="*/ 10 w 23"/>
                <a:gd name="T9" fmla="*/ 2 h 15"/>
              </a:gdLst>
              <a:ahLst/>
              <a:cxnLst>
                <a:cxn ang="0">
                  <a:pos x="T0" y="T1"/>
                </a:cxn>
                <a:cxn ang="0">
                  <a:pos x="T2" y="T3"/>
                </a:cxn>
                <a:cxn ang="0">
                  <a:pos x="T4" y="T5"/>
                </a:cxn>
                <a:cxn ang="0">
                  <a:pos x="T6" y="T7"/>
                </a:cxn>
                <a:cxn ang="0">
                  <a:pos x="T8" y="T9"/>
                </a:cxn>
              </a:cxnLst>
              <a:rect l="0" t="0" r="r" b="b"/>
              <a:pathLst>
                <a:path w="23" h="15">
                  <a:moveTo>
                    <a:pt x="10" y="2"/>
                  </a:moveTo>
                  <a:cubicBezTo>
                    <a:pt x="4" y="5"/>
                    <a:pt x="0" y="9"/>
                    <a:pt x="1" y="12"/>
                  </a:cubicBezTo>
                  <a:cubicBezTo>
                    <a:pt x="2" y="14"/>
                    <a:pt x="7" y="15"/>
                    <a:pt x="12" y="13"/>
                  </a:cubicBezTo>
                  <a:cubicBezTo>
                    <a:pt x="18" y="12"/>
                    <a:pt x="23" y="7"/>
                    <a:pt x="22" y="4"/>
                  </a:cubicBezTo>
                  <a:cubicBezTo>
                    <a:pt x="21" y="1"/>
                    <a:pt x="16"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65" name="Freeform 1766"/>
            <p:cNvSpPr/>
            <p:nvPr/>
          </p:nvSpPr>
          <p:spPr bwMode="auto">
            <a:xfrm>
              <a:off x="10106329" y="9420003"/>
              <a:ext cx="61913" cy="34925"/>
            </a:xfrm>
            <a:custGeom>
              <a:avLst/>
              <a:gdLst>
                <a:gd name="T0" fmla="*/ 10 w 23"/>
                <a:gd name="T1" fmla="*/ 2 h 13"/>
                <a:gd name="T2" fmla="*/ 1 w 23"/>
                <a:gd name="T3" fmla="*/ 11 h 13"/>
                <a:gd name="T4" fmla="*/ 13 w 23"/>
                <a:gd name="T5" fmla="*/ 12 h 13"/>
                <a:gd name="T6" fmla="*/ 22 w 23"/>
                <a:gd name="T7" fmla="*/ 3 h 13"/>
                <a:gd name="T8" fmla="*/ 10 w 23"/>
                <a:gd name="T9" fmla="*/ 2 h 13"/>
              </a:gdLst>
              <a:ahLst/>
              <a:cxnLst>
                <a:cxn ang="0">
                  <a:pos x="T0" y="T1"/>
                </a:cxn>
                <a:cxn ang="0">
                  <a:pos x="T2" y="T3"/>
                </a:cxn>
                <a:cxn ang="0">
                  <a:pos x="T4" y="T5"/>
                </a:cxn>
                <a:cxn ang="0">
                  <a:pos x="T6" y="T7"/>
                </a:cxn>
                <a:cxn ang="0">
                  <a:pos x="T8" y="T9"/>
                </a:cxn>
              </a:cxnLst>
              <a:rect l="0" t="0" r="r" b="b"/>
              <a:pathLst>
                <a:path w="23" h="13">
                  <a:moveTo>
                    <a:pt x="10" y="2"/>
                  </a:moveTo>
                  <a:cubicBezTo>
                    <a:pt x="4" y="5"/>
                    <a:pt x="0" y="8"/>
                    <a:pt x="1" y="11"/>
                  </a:cubicBezTo>
                  <a:cubicBezTo>
                    <a:pt x="2" y="13"/>
                    <a:pt x="7" y="13"/>
                    <a:pt x="13" y="12"/>
                  </a:cubicBezTo>
                  <a:cubicBezTo>
                    <a:pt x="18" y="10"/>
                    <a:pt x="23" y="5"/>
                    <a:pt x="22" y="3"/>
                  </a:cubicBezTo>
                  <a:cubicBezTo>
                    <a:pt x="21" y="0"/>
                    <a:pt x="16"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66" name="Freeform 1767"/>
            <p:cNvSpPr/>
            <p:nvPr/>
          </p:nvSpPr>
          <p:spPr bwMode="auto">
            <a:xfrm>
              <a:off x="9895191" y="9504140"/>
              <a:ext cx="61913" cy="31750"/>
            </a:xfrm>
            <a:custGeom>
              <a:avLst/>
              <a:gdLst>
                <a:gd name="T0" fmla="*/ 10 w 23"/>
                <a:gd name="T1" fmla="*/ 2 h 12"/>
                <a:gd name="T2" fmla="*/ 1 w 23"/>
                <a:gd name="T3" fmla="*/ 10 h 12"/>
                <a:gd name="T4" fmla="*/ 12 w 23"/>
                <a:gd name="T5" fmla="*/ 10 h 12"/>
                <a:gd name="T6" fmla="*/ 22 w 23"/>
                <a:gd name="T7" fmla="*/ 2 h 12"/>
                <a:gd name="T8" fmla="*/ 10 w 23"/>
                <a:gd name="T9" fmla="*/ 2 h 12"/>
              </a:gdLst>
              <a:ahLst/>
              <a:cxnLst>
                <a:cxn ang="0">
                  <a:pos x="T0" y="T1"/>
                </a:cxn>
                <a:cxn ang="0">
                  <a:pos x="T2" y="T3"/>
                </a:cxn>
                <a:cxn ang="0">
                  <a:pos x="T4" y="T5"/>
                </a:cxn>
                <a:cxn ang="0">
                  <a:pos x="T6" y="T7"/>
                </a:cxn>
                <a:cxn ang="0">
                  <a:pos x="T8" y="T9"/>
                </a:cxn>
              </a:cxnLst>
              <a:rect l="0" t="0" r="r" b="b"/>
              <a:pathLst>
                <a:path w="23" h="12">
                  <a:moveTo>
                    <a:pt x="10" y="2"/>
                  </a:moveTo>
                  <a:cubicBezTo>
                    <a:pt x="4" y="4"/>
                    <a:pt x="0" y="8"/>
                    <a:pt x="1" y="10"/>
                  </a:cubicBezTo>
                  <a:cubicBezTo>
                    <a:pt x="2" y="12"/>
                    <a:pt x="7" y="12"/>
                    <a:pt x="12" y="10"/>
                  </a:cubicBezTo>
                  <a:cubicBezTo>
                    <a:pt x="18" y="8"/>
                    <a:pt x="23" y="4"/>
                    <a:pt x="22" y="2"/>
                  </a:cubicBezTo>
                  <a:cubicBezTo>
                    <a:pt x="22" y="0"/>
                    <a:pt x="16"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67" name="Freeform 1768"/>
            <p:cNvSpPr/>
            <p:nvPr/>
          </p:nvSpPr>
          <p:spPr bwMode="auto">
            <a:xfrm>
              <a:off x="9685641" y="9585103"/>
              <a:ext cx="58738" cy="31750"/>
            </a:xfrm>
            <a:custGeom>
              <a:avLst/>
              <a:gdLst>
                <a:gd name="T0" fmla="*/ 0 w 22"/>
                <a:gd name="T1" fmla="*/ 10 h 12"/>
                <a:gd name="T2" fmla="*/ 11 w 22"/>
                <a:gd name="T3" fmla="*/ 10 h 12"/>
                <a:gd name="T4" fmla="*/ 21 w 22"/>
                <a:gd name="T5" fmla="*/ 2 h 12"/>
                <a:gd name="T6" fmla="*/ 9 w 22"/>
                <a:gd name="T7" fmla="*/ 3 h 12"/>
                <a:gd name="T8" fmla="*/ 0 w 22"/>
                <a:gd name="T9" fmla="*/ 10 h 12"/>
              </a:gdLst>
              <a:ahLst/>
              <a:cxnLst>
                <a:cxn ang="0">
                  <a:pos x="T0" y="T1"/>
                </a:cxn>
                <a:cxn ang="0">
                  <a:pos x="T2" y="T3"/>
                </a:cxn>
                <a:cxn ang="0">
                  <a:pos x="T4" y="T5"/>
                </a:cxn>
                <a:cxn ang="0">
                  <a:pos x="T6" y="T7"/>
                </a:cxn>
                <a:cxn ang="0">
                  <a:pos x="T8" y="T9"/>
                </a:cxn>
              </a:cxnLst>
              <a:rect l="0" t="0" r="r" b="b"/>
              <a:pathLst>
                <a:path w="22" h="12">
                  <a:moveTo>
                    <a:pt x="0" y="10"/>
                  </a:moveTo>
                  <a:cubicBezTo>
                    <a:pt x="0" y="12"/>
                    <a:pt x="6" y="12"/>
                    <a:pt x="11" y="10"/>
                  </a:cubicBezTo>
                  <a:cubicBezTo>
                    <a:pt x="17" y="8"/>
                    <a:pt x="22" y="4"/>
                    <a:pt x="21" y="2"/>
                  </a:cubicBezTo>
                  <a:cubicBezTo>
                    <a:pt x="20" y="0"/>
                    <a:pt x="15" y="1"/>
                    <a:pt x="9" y="3"/>
                  </a:cubicBezTo>
                  <a:cubicBezTo>
                    <a:pt x="3" y="5"/>
                    <a:pt x="0" y="9"/>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68" name="Freeform 1769"/>
            <p:cNvSpPr/>
            <p:nvPr/>
          </p:nvSpPr>
          <p:spPr bwMode="auto">
            <a:xfrm>
              <a:off x="9471329" y="9669240"/>
              <a:ext cx="61913" cy="30163"/>
            </a:xfrm>
            <a:custGeom>
              <a:avLst/>
              <a:gdLst>
                <a:gd name="T0" fmla="*/ 9 w 23"/>
                <a:gd name="T1" fmla="*/ 4 h 11"/>
                <a:gd name="T2" fmla="*/ 1 w 23"/>
                <a:gd name="T3" fmla="*/ 10 h 11"/>
                <a:gd name="T4" fmla="*/ 13 w 23"/>
                <a:gd name="T5" fmla="*/ 9 h 11"/>
                <a:gd name="T6" fmla="*/ 22 w 23"/>
                <a:gd name="T7" fmla="*/ 2 h 11"/>
                <a:gd name="T8" fmla="*/ 9 w 23"/>
                <a:gd name="T9" fmla="*/ 4 h 11"/>
              </a:gdLst>
              <a:ahLst/>
              <a:cxnLst>
                <a:cxn ang="0">
                  <a:pos x="T0" y="T1"/>
                </a:cxn>
                <a:cxn ang="0">
                  <a:pos x="T2" y="T3"/>
                </a:cxn>
                <a:cxn ang="0">
                  <a:pos x="T4" y="T5"/>
                </a:cxn>
                <a:cxn ang="0">
                  <a:pos x="T6" y="T7"/>
                </a:cxn>
                <a:cxn ang="0">
                  <a:pos x="T8" y="T9"/>
                </a:cxn>
              </a:cxnLst>
              <a:rect l="0" t="0" r="r" b="b"/>
              <a:pathLst>
                <a:path w="23" h="11">
                  <a:moveTo>
                    <a:pt x="9" y="4"/>
                  </a:moveTo>
                  <a:cubicBezTo>
                    <a:pt x="3" y="6"/>
                    <a:pt x="0" y="9"/>
                    <a:pt x="1" y="10"/>
                  </a:cubicBezTo>
                  <a:cubicBezTo>
                    <a:pt x="2" y="11"/>
                    <a:pt x="8" y="11"/>
                    <a:pt x="13" y="9"/>
                  </a:cubicBezTo>
                  <a:cubicBezTo>
                    <a:pt x="18" y="7"/>
                    <a:pt x="23" y="3"/>
                    <a:pt x="22" y="2"/>
                  </a:cubicBezTo>
                  <a:cubicBezTo>
                    <a:pt x="21" y="0"/>
                    <a:pt x="15" y="1"/>
                    <a:pt x="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69" name="Freeform 1770"/>
            <p:cNvSpPr/>
            <p:nvPr/>
          </p:nvSpPr>
          <p:spPr bwMode="auto">
            <a:xfrm>
              <a:off x="9258604" y="9750203"/>
              <a:ext cx="60325" cy="30163"/>
            </a:xfrm>
            <a:custGeom>
              <a:avLst/>
              <a:gdLst>
                <a:gd name="T0" fmla="*/ 10 w 22"/>
                <a:gd name="T1" fmla="*/ 3 h 11"/>
                <a:gd name="T2" fmla="*/ 1 w 22"/>
                <a:gd name="T3" fmla="*/ 10 h 11"/>
                <a:gd name="T4" fmla="*/ 12 w 22"/>
                <a:gd name="T5" fmla="*/ 8 h 11"/>
                <a:gd name="T6" fmla="*/ 22 w 22"/>
                <a:gd name="T7" fmla="*/ 2 h 11"/>
                <a:gd name="T8" fmla="*/ 10 w 22"/>
                <a:gd name="T9" fmla="*/ 3 h 11"/>
              </a:gdLst>
              <a:ahLst/>
              <a:cxnLst>
                <a:cxn ang="0">
                  <a:pos x="T0" y="T1"/>
                </a:cxn>
                <a:cxn ang="0">
                  <a:pos x="T2" y="T3"/>
                </a:cxn>
                <a:cxn ang="0">
                  <a:pos x="T4" y="T5"/>
                </a:cxn>
                <a:cxn ang="0">
                  <a:pos x="T6" y="T7"/>
                </a:cxn>
                <a:cxn ang="0">
                  <a:pos x="T8" y="T9"/>
                </a:cxn>
              </a:cxnLst>
              <a:rect l="0" t="0" r="r" b="b"/>
              <a:pathLst>
                <a:path w="22" h="11">
                  <a:moveTo>
                    <a:pt x="10" y="3"/>
                  </a:moveTo>
                  <a:cubicBezTo>
                    <a:pt x="4" y="6"/>
                    <a:pt x="0" y="8"/>
                    <a:pt x="1" y="10"/>
                  </a:cubicBezTo>
                  <a:cubicBezTo>
                    <a:pt x="2" y="11"/>
                    <a:pt x="7" y="10"/>
                    <a:pt x="12" y="8"/>
                  </a:cubicBezTo>
                  <a:cubicBezTo>
                    <a:pt x="17" y="6"/>
                    <a:pt x="22" y="3"/>
                    <a:pt x="22" y="2"/>
                  </a:cubicBezTo>
                  <a:cubicBezTo>
                    <a:pt x="21" y="0"/>
                    <a:pt x="15"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70" name="Freeform 1771"/>
            <p:cNvSpPr/>
            <p:nvPr/>
          </p:nvSpPr>
          <p:spPr bwMode="auto">
            <a:xfrm>
              <a:off x="9047466" y="9829578"/>
              <a:ext cx="60325" cy="23813"/>
            </a:xfrm>
            <a:custGeom>
              <a:avLst/>
              <a:gdLst>
                <a:gd name="T0" fmla="*/ 10 w 22"/>
                <a:gd name="T1" fmla="*/ 3 h 9"/>
                <a:gd name="T2" fmla="*/ 0 w 22"/>
                <a:gd name="T3" fmla="*/ 8 h 9"/>
                <a:gd name="T4" fmla="*/ 11 w 22"/>
                <a:gd name="T5" fmla="*/ 7 h 9"/>
                <a:gd name="T6" fmla="*/ 21 w 22"/>
                <a:gd name="T7" fmla="*/ 1 h 9"/>
                <a:gd name="T8" fmla="*/ 10 w 22"/>
                <a:gd name="T9" fmla="*/ 3 h 9"/>
              </a:gdLst>
              <a:ahLst/>
              <a:cxnLst>
                <a:cxn ang="0">
                  <a:pos x="T0" y="T1"/>
                </a:cxn>
                <a:cxn ang="0">
                  <a:pos x="T2" y="T3"/>
                </a:cxn>
                <a:cxn ang="0">
                  <a:pos x="T4" y="T5"/>
                </a:cxn>
                <a:cxn ang="0">
                  <a:pos x="T6" y="T7"/>
                </a:cxn>
                <a:cxn ang="0">
                  <a:pos x="T8" y="T9"/>
                </a:cxn>
              </a:cxnLst>
              <a:rect l="0" t="0" r="r" b="b"/>
              <a:pathLst>
                <a:path w="22" h="9">
                  <a:moveTo>
                    <a:pt x="10" y="3"/>
                  </a:moveTo>
                  <a:cubicBezTo>
                    <a:pt x="4" y="5"/>
                    <a:pt x="0" y="7"/>
                    <a:pt x="0" y="8"/>
                  </a:cubicBezTo>
                  <a:cubicBezTo>
                    <a:pt x="1" y="9"/>
                    <a:pt x="6" y="9"/>
                    <a:pt x="11" y="7"/>
                  </a:cubicBezTo>
                  <a:cubicBezTo>
                    <a:pt x="16" y="5"/>
                    <a:pt x="22" y="2"/>
                    <a:pt x="21" y="1"/>
                  </a:cubicBezTo>
                  <a:cubicBezTo>
                    <a:pt x="21" y="0"/>
                    <a:pt x="16"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71" name="Freeform 1772"/>
            <p:cNvSpPr/>
            <p:nvPr/>
          </p:nvSpPr>
          <p:spPr bwMode="auto">
            <a:xfrm>
              <a:off x="8833154" y="9902603"/>
              <a:ext cx="61913" cy="22225"/>
            </a:xfrm>
            <a:custGeom>
              <a:avLst/>
              <a:gdLst>
                <a:gd name="T0" fmla="*/ 9 w 23"/>
                <a:gd name="T1" fmla="*/ 3 h 8"/>
                <a:gd name="T2" fmla="*/ 1 w 23"/>
                <a:gd name="T3" fmla="*/ 7 h 8"/>
                <a:gd name="T4" fmla="*/ 13 w 23"/>
                <a:gd name="T5" fmla="*/ 5 h 8"/>
                <a:gd name="T6" fmla="*/ 22 w 23"/>
                <a:gd name="T7" fmla="*/ 0 h 8"/>
                <a:gd name="T8" fmla="*/ 9 w 23"/>
                <a:gd name="T9" fmla="*/ 3 h 8"/>
              </a:gdLst>
              <a:ahLst/>
              <a:cxnLst>
                <a:cxn ang="0">
                  <a:pos x="T0" y="T1"/>
                </a:cxn>
                <a:cxn ang="0">
                  <a:pos x="T2" y="T3"/>
                </a:cxn>
                <a:cxn ang="0">
                  <a:pos x="T4" y="T5"/>
                </a:cxn>
                <a:cxn ang="0">
                  <a:pos x="T6" y="T7"/>
                </a:cxn>
                <a:cxn ang="0">
                  <a:pos x="T8" y="T9"/>
                </a:cxn>
              </a:cxnLst>
              <a:rect l="0" t="0" r="r" b="b"/>
              <a:pathLst>
                <a:path w="23" h="8">
                  <a:moveTo>
                    <a:pt x="9" y="3"/>
                  </a:moveTo>
                  <a:cubicBezTo>
                    <a:pt x="4" y="5"/>
                    <a:pt x="0" y="6"/>
                    <a:pt x="1" y="7"/>
                  </a:cubicBezTo>
                  <a:cubicBezTo>
                    <a:pt x="1" y="8"/>
                    <a:pt x="7" y="7"/>
                    <a:pt x="13" y="5"/>
                  </a:cubicBezTo>
                  <a:cubicBezTo>
                    <a:pt x="18" y="3"/>
                    <a:pt x="23" y="1"/>
                    <a:pt x="22" y="0"/>
                  </a:cubicBezTo>
                  <a:cubicBezTo>
                    <a:pt x="21" y="0"/>
                    <a:pt x="15"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72" name="Freeform 1773"/>
            <p:cNvSpPr/>
            <p:nvPr/>
          </p:nvSpPr>
          <p:spPr bwMode="auto">
            <a:xfrm>
              <a:off x="5861354" y="10739215"/>
              <a:ext cx="60325" cy="26988"/>
            </a:xfrm>
            <a:custGeom>
              <a:avLst/>
              <a:gdLst>
                <a:gd name="T0" fmla="*/ 8 w 22"/>
                <a:gd name="T1" fmla="*/ 6 h 10"/>
                <a:gd name="T2" fmla="*/ 0 w 22"/>
                <a:gd name="T3" fmla="*/ 10 h 10"/>
                <a:gd name="T4" fmla="*/ 12 w 22"/>
                <a:gd name="T5" fmla="*/ 5 h 10"/>
                <a:gd name="T6" fmla="*/ 21 w 22"/>
                <a:gd name="T7" fmla="*/ 1 h 10"/>
                <a:gd name="T8" fmla="*/ 8 w 22"/>
                <a:gd name="T9" fmla="*/ 6 h 10"/>
              </a:gdLst>
              <a:ahLst/>
              <a:cxnLst>
                <a:cxn ang="0">
                  <a:pos x="T0" y="T1"/>
                </a:cxn>
                <a:cxn ang="0">
                  <a:pos x="T2" y="T3"/>
                </a:cxn>
                <a:cxn ang="0">
                  <a:pos x="T4" y="T5"/>
                </a:cxn>
                <a:cxn ang="0">
                  <a:pos x="T6" y="T7"/>
                </a:cxn>
                <a:cxn ang="0">
                  <a:pos x="T8" y="T9"/>
                </a:cxn>
              </a:cxnLst>
              <a:rect l="0" t="0" r="r" b="b"/>
              <a:pathLst>
                <a:path w="22" h="10">
                  <a:moveTo>
                    <a:pt x="8" y="6"/>
                  </a:moveTo>
                  <a:cubicBezTo>
                    <a:pt x="3" y="9"/>
                    <a:pt x="0" y="10"/>
                    <a:pt x="0" y="10"/>
                  </a:cubicBezTo>
                  <a:cubicBezTo>
                    <a:pt x="1" y="10"/>
                    <a:pt x="6" y="8"/>
                    <a:pt x="12" y="5"/>
                  </a:cubicBezTo>
                  <a:cubicBezTo>
                    <a:pt x="17" y="2"/>
                    <a:pt x="22" y="0"/>
                    <a:pt x="21" y="1"/>
                  </a:cubicBezTo>
                  <a:cubicBezTo>
                    <a:pt x="20" y="1"/>
                    <a:pt x="14" y="3"/>
                    <a:pt x="8"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73" name="Freeform 1774"/>
            <p:cNvSpPr/>
            <p:nvPr/>
          </p:nvSpPr>
          <p:spPr bwMode="auto">
            <a:xfrm>
              <a:off x="6072491" y="10640790"/>
              <a:ext cx="57150" cy="26988"/>
            </a:xfrm>
            <a:custGeom>
              <a:avLst/>
              <a:gdLst>
                <a:gd name="T0" fmla="*/ 0 w 21"/>
                <a:gd name="T1" fmla="*/ 10 h 10"/>
                <a:gd name="T2" fmla="*/ 11 w 21"/>
                <a:gd name="T3" fmla="*/ 5 h 10"/>
                <a:gd name="T4" fmla="*/ 21 w 21"/>
                <a:gd name="T5" fmla="*/ 0 h 10"/>
                <a:gd name="T6" fmla="*/ 9 w 21"/>
                <a:gd name="T7" fmla="*/ 6 h 10"/>
                <a:gd name="T8" fmla="*/ 0 w 21"/>
                <a:gd name="T9" fmla="*/ 10 h 10"/>
              </a:gdLst>
              <a:ahLst/>
              <a:cxnLst>
                <a:cxn ang="0">
                  <a:pos x="T0" y="T1"/>
                </a:cxn>
                <a:cxn ang="0">
                  <a:pos x="T2" y="T3"/>
                </a:cxn>
                <a:cxn ang="0">
                  <a:pos x="T4" y="T5"/>
                </a:cxn>
                <a:cxn ang="0">
                  <a:pos x="T6" y="T7"/>
                </a:cxn>
                <a:cxn ang="0">
                  <a:pos x="T8" y="T9"/>
                </a:cxn>
              </a:cxnLst>
              <a:rect l="0" t="0" r="r" b="b"/>
              <a:pathLst>
                <a:path w="21" h="10">
                  <a:moveTo>
                    <a:pt x="0" y="10"/>
                  </a:moveTo>
                  <a:cubicBezTo>
                    <a:pt x="0" y="10"/>
                    <a:pt x="5" y="8"/>
                    <a:pt x="11" y="5"/>
                  </a:cubicBezTo>
                  <a:cubicBezTo>
                    <a:pt x="16" y="3"/>
                    <a:pt x="21" y="0"/>
                    <a:pt x="21" y="0"/>
                  </a:cubicBezTo>
                  <a:cubicBezTo>
                    <a:pt x="20" y="1"/>
                    <a:pt x="15" y="3"/>
                    <a:pt x="9" y="6"/>
                  </a:cubicBezTo>
                  <a:cubicBezTo>
                    <a:pt x="3" y="8"/>
                    <a:pt x="0" y="10"/>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74" name="Freeform 1775"/>
            <p:cNvSpPr/>
            <p:nvPr/>
          </p:nvSpPr>
          <p:spPr bwMode="auto">
            <a:xfrm>
              <a:off x="6282041" y="10545540"/>
              <a:ext cx="60325" cy="26988"/>
            </a:xfrm>
            <a:custGeom>
              <a:avLst/>
              <a:gdLst>
                <a:gd name="T0" fmla="*/ 0 w 22"/>
                <a:gd name="T1" fmla="*/ 10 h 10"/>
                <a:gd name="T2" fmla="*/ 11 w 22"/>
                <a:gd name="T3" fmla="*/ 5 h 10"/>
                <a:gd name="T4" fmla="*/ 21 w 22"/>
                <a:gd name="T5" fmla="*/ 1 h 10"/>
                <a:gd name="T6" fmla="*/ 9 w 22"/>
                <a:gd name="T7" fmla="*/ 6 h 10"/>
                <a:gd name="T8" fmla="*/ 0 w 22"/>
                <a:gd name="T9" fmla="*/ 10 h 10"/>
              </a:gdLst>
              <a:ahLst/>
              <a:cxnLst>
                <a:cxn ang="0">
                  <a:pos x="T0" y="T1"/>
                </a:cxn>
                <a:cxn ang="0">
                  <a:pos x="T2" y="T3"/>
                </a:cxn>
                <a:cxn ang="0">
                  <a:pos x="T4" y="T5"/>
                </a:cxn>
                <a:cxn ang="0">
                  <a:pos x="T6" y="T7"/>
                </a:cxn>
                <a:cxn ang="0">
                  <a:pos x="T8" y="T9"/>
                </a:cxn>
              </a:cxnLst>
              <a:rect l="0" t="0" r="r" b="b"/>
              <a:pathLst>
                <a:path w="22" h="10">
                  <a:moveTo>
                    <a:pt x="0" y="10"/>
                  </a:moveTo>
                  <a:cubicBezTo>
                    <a:pt x="1" y="10"/>
                    <a:pt x="5" y="8"/>
                    <a:pt x="11" y="5"/>
                  </a:cubicBezTo>
                  <a:cubicBezTo>
                    <a:pt x="17" y="3"/>
                    <a:pt x="22" y="0"/>
                    <a:pt x="21" y="1"/>
                  </a:cubicBezTo>
                  <a:cubicBezTo>
                    <a:pt x="21" y="1"/>
                    <a:pt x="15" y="3"/>
                    <a:pt x="9" y="6"/>
                  </a:cubicBezTo>
                  <a:cubicBezTo>
                    <a:pt x="4" y="8"/>
                    <a:pt x="0" y="10"/>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75" name="Freeform 1776"/>
            <p:cNvSpPr/>
            <p:nvPr/>
          </p:nvSpPr>
          <p:spPr bwMode="auto">
            <a:xfrm>
              <a:off x="6702729" y="10375678"/>
              <a:ext cx="60325" cy="20638"/>
            </a:xfrm>
            <a:custGeom>
              <a:avLst/>
              <a:gdLst>
                <a:gd name="T0" fmla="*/ 22 w 22"/>
                <a:gd name="T1" fmla="*/ 0 h 8"/>
                <a:gd name="T2" fmla="*/ 9 w 22"/>
                <a:gd name="T3" fmla="*/ 5 h 8"/>
                <a:gd name="T4" fmla="*/ 1 w 22"/>
                <a:gd name="T5" fmla="*/ 8 h 8"/>
                <a:gd name="T6" fmla="*/ 12 w 22"/>
                <a:gd name="T7" fmla="*/ 3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21" y="0"/>
                    <a:pt x="15" y="2"/>
                    <a:pt x="9" y="5"/>
                  </a:cubicBezTo>
                  <a:cubicBezTo>
                    <a:pt x="3" y="7"/>
                    <a:pt x="0" y="8"/>
                    <a:pt x="1" y="8"/>
                  </a:cubicBezTo>
                  <a:cubicBezTo>
                    <a:pt x="2" y="7"/>
                    <a:pt x="7" y="5"/>
                    <a:pt x="12" y="3"/>
                  </a:cubicBezTo>
                  <a:cubicBezTo>
                    <a:pt x="18" y="1"/>
                    <a:pt x="22" y="0"/>
                    <a:pt x="2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76" name="Freeform 1777"/>
            <p:cNvSpPr/>
            <p:nvPr/>
          </p:nvSpPr>
          <p:spPr bwMode="auto">
            <a:xfrm>
              <a:off x="6913866" y="10299478"/>
              <a:ext cx="60325" cy="20638"/>
            </a:xfrm>
            <a:custGeom>
              <a:avLst/>
              <a:gdLst>
                <a:gd name="T0" fmla="*/ 10 w 22"/>
                <a:gd name="T1" fmla="*/ 4 h 8"/>
                <a:gd name="T2" fmla="*/ 22 w 22"/>
                <a:gd name="T3" fmla="*/ 0 h 8"/>
                <a:gd name="T4" fmla="*/ 12 w 22"/>
                <a:gd name="T5" fmla="*/ 4 h 8"/>
                <a:gd name="T6" fmla="*/ 1 w 22"/>
                <a:gd name="T7" fmla="*/ 7 h 8"/>
                <a:gd name="T8" fmla="*/ 10 w 22"/>
                <a:gd name="T9" fmla="*/ 4 h 8"/>
              </a:gdLst>
              <a:ahLst/>
              <a:cxnLst>
                <a:cxn ang="0">
                  <a:pos x="T0" y="T1"/>
                </a:cxn>
                <a:cxn ang="0">
                  <a:pos x="T2" y="T3"/>
                </a:cxn>
                <a:cxn ang="0">
                  <a:pos x="T4" y="T5"/>
                </a:cxn>
                <a:cxn ang="0">
                  <a:pos x="T6" y="T7"/>
                </a:cxn>
                <a:cxn ang="0">
                  <a:pos x="T8" y="T9"/>
                </a:cxn>
              </a:cxnLst>
              <a:rect l="0" t="0" r="r" b="b"/>
              <a:pathLst>
                <a:path w="22" h="8">
                  <a:moveTo>
                    <a:pt x="10" y="4"/>
                  </a:moveTo>
                  <a:cubicBezTo>
                    <a:pt x="16" y="2"/>
                    <a:pt x="21" y="1"/>
                    <a:pt x="22" y="0"/>
                  </a:cubicBezTo>
                  <a:cubicBezTo>
                    <a:pt x="22" y="0"/>
                    <a:pt x="17" y="2"/>
                    <a:pt x="12" y="4"/>
                  </a:cubicBezTo>
                  <a:cubicBezTo>
                    <a:pt x="6" y="5"/>
                    <a:pt x="2" y="7"/>
                    <a:pt x="1" y="7"/>
                  </a:cubicBezTo>
                  <a:cubicBezTo>
                    <a:pt x="0" y="8"/>
                    <a:pt x="4" y="6"/>
                    <a:pt x="1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77" name="Freeform 1778"/>
            <p:cNvSpPr/>
            <p:nvPr/>
          </p:nvSpPr>
          <p:spPr bwMode="auto">
            <a:xfrm>
              <a:off x="7126591" y="10204228"/>
              <a:ext cx="176213" cy="49213"/>
            </a:xfrm>
            <a:custGeom>
              <a:avLst/>
              <a:gdLst>
                <a:gd name="T0" fmla="*/ 1 w 65"/>
                <a:gd name="T1" fmla="*/ 18 h 18"/>
                <a:gd name="T2" fmla="*/ 11 w 65"/>
                <a:gd name="T3" fmla="*/ 15 h 18"/>
                <a:gd name="T4" fmla="*/ 18 w 65"/>
                <a:gd name="T5" fmla="*/ 13 h 18"/>
                <a:gd name="T6" fmla="*/ 31 w 65"/>
                <a:gd name="T7" fmla="*/ 10 h 18"/>
                <a:gd name="T8" fmla="*/ 39 w 65"/>
                <a:gd name="T9" fmla="*/ 7 h 18"/>
                <a:gd name="T10" fmla="*/ 49 w 65"/>
                <a:gd name="T11" fmla="*/ 5 h 18"/>
                <a:gd name="T12" fmla="*/ 58 w 65"/>
                <a:gd name="T13" fmla="*/ 2 h 18"/>
                <a:gd name="T14" fmla="*/ 56 w 65"/>
                <a:gd name="T15" fmla="*/ 2 h 18"/>
                <a:gd name="T16" fmla="*/ 64 w 65"/>
                <a:gd name="T17" fmla="*/ 0 h 18"/>
                <a:gd name="T18" fmla="*/ 55 w 65"/>
                <a:gd name="T19" fmla="*/ 2 h 18"/>
                <a:gd name="T20" fmla="*/ 42 w 65"/>
                <a:gd name="T21" fmla="*/ 6 h 18"/>
                <a:gd name="T22" fmla="*/ 43 w 65"/>
                <a:gd name="T23" fmla="*/ 6 h 18"/>
                <a:gd name="T24" fmla="*/ 41 w 65"/>
                <a:gd name="T25" fmla="*/ 6 h 18"/>
                <a:gd name="T26" fmla="*/ 41 w 65"/>
                <a:gd name="T27" fmla="*/ 6 h 18"/>
                <a:gd name="T28" fmla="*/ 27 w 65"/>
                <a:gd name="T29" fmla="*/ 9 h 18"/>
                <a:gd name="T30" fmla="*/ 17 w 65"/>
                <a:gd name="T31" fmla="*/ 13 h 18"/>
                <a:gd name="T32" fmla="*/ 17 w 65"/>
                <a:gd name="T33" fmla="*/ 13 h 18"/>
                <a:gd name="T34" fmla="*/ 11 w 65"/>
                <a:gd name="T35" fmla="*/ 15 h 18"/>
                <a:gd name="T36" fmla="*/ 1 w 65"/>
                <a:gd name="T3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5" h="18">
                  <a:moveTo>
                    <a:pt x="1" y="18"/>
                  </a:moveTo>
                  <a:cubicBezTo>
                    <a:pt x="0" y="18"/>
                    <a:pt x="5" y="17"/>
                    <a:pt x="11" y="15"/>
                  </a:cubicBezTo>
                  <a:cubicBezTo>
                    <a:pt x="13" y="14"/>
                    <a:pt x="16" y="13"/>
                    <a:pt x="18" y="13"/>
                  </a:cubicBezTo>
                  <a:cubicBezTo>
                    <a:pt x="20" y="13"/>
                    <a:pt x="26" y="11"/>
                    <a:pt x="31" y="10"/>
                  </a:cubicBezTo>
                  <a:cubicBezTo>
                    <a:pt x="34" y="9"/>
                    <a:pt x="37" y="8"/>
                    <a:pt x="39" y="7"/>
                  </a:cubicBezTo>
                  <a:cubicBezTo>
                    <a:pt x="41" y="7"/>
                    <a:pt x="45" y="6"/>
                    <a:pt x="49" y="5"/>
                  </a:cubicBezTo>
                  <a:cubicBezTo>
                    <a:pt x="54" y="3"/>
                    <a:pt x="58" y="2"/>
                    <a:pt x="58" y="2"/>
                  </a:cubicBezTo>
                  <a:cubicBezTo>
                    <a:pt x="57" y="2"/>
                    <a:pt x="57" y="2"/>
                    <a:pt x="56" y="2"/>
                  </a:cubicBezTo>
                  <a:cubicBezTo>
                    <a:pt x="60" y="1"/>
                    <a:pt x="63" y="1"/>
                    <a:pt x="64" y="0"/>
                  </a:cubicBezTo>
                  <a:cubicBezTo>
                    <a:pt x="65" y="0"/>
                    <a:pt x="61" y="1"/>
                    <a:pt x="55" y="2"/>
                  </a:cubicBezTo>
                  <a:cubicBezTo>
                    <a:pt x="49" y="4"/>
                    <a:pt x="43" y="5"/>
                    <a:pt x="42" y="6"/>
                  </a:cubicBezTo>
                  <a:cubicBezTo>
                    <a:pt x="42" y="6"/>
                    <a:pt x="42" y="6"/>
                    <a:pt x="43" y="6"/>
                  </a:cubicBezTo>
                  <a:cubicBezTo>
                    <a:pt x="42" y="6"/>
                    <a:pt x="41" y="6"/>
                    <a:pt x="41" y="6"/>
                  </a:cubicBezTo>
                  <a:cubicBezTo>
                    <a:pt x="41" y="6"/>
                    <a:pt x="42" y="6"/>
                    <a:pt x="41" y="6"/>
                  </a:cubicBezTo>
                  <a:cubicBezTo>
                    <a:pt x="41" y="6"/>
                    <a:pt x="34" y="7"/>
                    <a:pt x="27" y="9"/>
                  </a:cubicBezTo>
                  <a:cubicBezTo>
                    <a:pt x="20" y="11"/>
                    <a:pt x="16" y="13"/>
                    <a:pt x="17" y="13"/>
                  </a:cubicBezTo>
                  <a:cubicBezTo>
                    <a:pt x="17" y="13"/>
                    <a:pt x="17" y="13"/>
                    <a:pt x="17" y="13"/>
                  </a:cubicBezTo>
                  <a:cubicBezTo>
                    <a:pt x="15" y="13"/>
                    <a:pt x="13" y="14"/>
                    <a:pt x="11" y="15"/>
                  </a:cubicBezTo>
                  <a:cubicBezTo>
                    <a:pt x="6" y="16"/>
                    <a:pt x="1" y="18"/>
                    <a:pt x="1"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78" name="Freeform 1779"/>
            <p:cNvSpPr/>
            <p:nvPr/>
          </p:nvSpPr>
          <p:spPr bwMode="auto">
            <a:xfrm>
              <a:off x="7340904" y="10182003"/>
              <a:ext cx="58738" cy="14288"/>
            </a:xfrm>
            <a:custGeom>
              <a:avLst/>
              <a:gdLst>
                <a:gd name="T0" fmla="*/ 0 w 22"/>
                <a:gd name="T1" fmla="*/ 5 h 5"/>
                <a:gd name="T2" fmla="*/ 9 w 22"/>
                <a:gd name="T3" fmla="*/ 3 h 5"/>
                <a:gd name="T4" fmla="*/ 21 w 22"/>
                <a:gd name="T5" fmla="*/ 1 h 5"/>
                <a:gd name="T6" fmla="*/ 12 w 22"/>
                <a:gd name="T7" fmla="*/ 3 h 5"/>
                <a:gd name="T8" fmla="*/ 0 w 22"/>
                <a:gd name="T9" fmla="*/ 5 h 5"/>
              </a:gdLst>
              <a:ahLst/>
              <a:cxnLst>
                <a:cxn ang="0">
                  <a:pos x="T0" y="T1"/>
                </a:cxn>
                <a:cxn ang="0">
                  <a:pos x="T2" y="T3"/>
                </a:cxn>
                <a:cxn ang="0">
                  <a:pos x="T4" y="T5"/>
                </a:cxn>
                <a:cxn ang="0">
                  <a:pos x="T6" y="T7"/>
                </a:cxn>
                <a:cxn ang="0">
                  <a:pos x="T8" y="T9"/>
                </a:cxn>
              </a:cxnLst>
              <a:rect l="0" t="0" r="r" b="b"/>
              <a:pathLst>
                <a:path w="22" h="5">
                  <a:moveTo>
                    <a:pt x="0" y="5"/>
                  </a:moveTo>
                  <a:cubicBezTo>
                    <a:pt x="0" y="5"/>
                    <a:pt x="3" y="5"/>
                    <a:pt x="9" y="3"/>
                  </a:cubicBezTo>
                  <a:cubicBezTo>
                    <a:pt x="14" y="2"/>
                    <a:pt x="20" y="1"/>
                    <a:pt x="21" y="1"/>
                  </a:cubicBezTo>
                  <a:cubicBezTo>
                    <a:pt x="22" y="0"/>
                    <a:pt x="17" y="1"/>
                    <a:pt x="12" y="3"/>
                  </a:cubicBezTo>
                  <a:cubicBezTo>
                    <a:pt x="6" y="4"/>
                    <a:pt x="1" y="5"/>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79" name="Freeform 1780"/>
            <p:cNvSpPr/>
            <p:nvPr/>
          </p:nvSpPr>
          <p:spPr bwMode="auto">
            <a:xfrm>
              <a:off x="7766354" y="10121678"/>
              <a:ext cx="60325" cy="6350"/>
            </a:xfrm>
            <a:custGeom>
              <a:avLst/>
              <a:gdLst>
                <a:gd name="T0" fmla="*/ 11 w 22"/>
                <a:gd name="T1" fmla="*/ 1 h 2"/>
                <a:gd name="T2" fmla="*/ 0 w 22"/>
                <a:gd name="T3" fmla="*/ 2 h 2"/>
                <a:gd name="T4" fmla="*/ 10 w 22"/>
                <a:gd name="T5" fmla="*/ 1 h 2"/>
                <a:gd name="T6" fmla="*/ 22 w 22"/>
                <a:gd name="T7" fmla="*/ 0 h 2"/>
                <a:gd name="T8" fmla="*/ 11 w 22"/>
                <a:gd name="T9" fmla="*/ 1 h 2"/>
              </a:gdLst>
              <a:ahLst/>
              <a:cxnLst>
                <a:cxn ang="0">
                  <a:pos x="T0" y="T1"/>
                </a:cxn>
                <a:cxn ang="0">
                  <a:pos x="T2" y="T3"/>
                </a:cxn>
                <a:cxn ang="0">
                  <a:pos x="T4" y="T5"/>
                </a:cxn>
                <a:cxn ang="0">
                  <a:pos x="T6" y="T7"/>
                </a:cxn>
                <a:cxn ang="0">
                  <a:pos x="T8" y="T9"/>
                </a:cxn>
              </a:cxnLst>
              <a:rect l="0" t="0" r="r" b="b"/>
              <a:pathLst>
                <a:path w="22" h="2">
                  <a:moveTo>
                    <a:pt x="11" y="1"/>
                  </a:moveTo>
                  <a:cubicBezTo>
                    <a:pt x="5" y="1"/>
                    <a:pt x="0" y="2"/>
                    <a:pt x="0" y="2"/>
                  </a:cubicBezTo>
                  <a:cubicBezTo>
                    <a:pt x="0" y="2"/>
                    <a:pt x="4" y="2"/>
                    <a:pt x="10" y="1"/>
                  </a:cubicBezTo>
                  <a:cubicBezTo>
                    <a:pt x="16" y="1"/>
                    <a:pt x="21" y="0"/>
                    <a:pt x="22" y="0"/>
                  </a:cubicBezTo>
                  <a:cubicBezTo>
                    <a:pt x="22" y="0"/>
                    <a:pt x="17"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80" name="Freeform 1781"/>
            <p:cNvSpPr/>
            <p:nvPr/>
          </p:nvSpPr>
          <p:spPr bwMode="auto">
            <a:xfrm>
              <a:off x="8194979" y="10067703"/>
              <a:ext cx="57150" cy="11113"/>
            </a:xfrm>
            <a:custGeom>
              <a:avLst/>
              <a:gdLst>
                <a:gd name="T0" fmla="*/ 10 w 21"/>
                <a:gd name="T1" fmla="*/ 2 h 4"/>
                <a:gd name="T2" fmla="*/ 0 w 21"/>
                <a:gd name="T3" fmla="*/ 4 h 4"/>
                <a:gd name="T4" fmla="*/ 10 w 21"/>
                <a:gd name="T5" fmla="*/ 3 h 4"/>
                <a:gd name="T6" fmla="*/ 21 w 21"/>
                <a:gd name="T7" fmla="*/ 0 h 4"/>
                <a:gd name="T8" fmla="*/ 10 w 21"/>
                <a:gd name="T9" fmla="*/ 2 h 4"/>
              </a:gdLst>
              <a:ahLst/>
              <a:cxnLst>
                <a:cxn ang="0">
                  <a:pos x="T0" y="T1"/>
                </a:cxn>
                <a:cxn ang="0">
                  <a:pos x="T2" y="T3"/>
                </a:cxn>
                <a:cxn ang="0">
                  <a:pos x="T4" y="T5"/>
                </a:cxn>
                <a:cxn ang="0">
                  <a:pos x="T6" y="T7"/>
                </a:cxn>
                <a:cxn ang="0">
                  <a:pos x="T8" y="T9"/>
                </a:cxn>
              </a:cxnLst>
              <a:rect l="0" t="0" r="r" b="b"/>
              <a:pathLst>
                <a:path w="21" h="4">
                  <a:moveTo>
                    <a:pt x="10" y="2"/>
                  </a:moveTo>
                  <a:cubicBezTo>
                    <a:pt x="4" y="3"/>
                    <a:pt x="0" y="4"/>
                    <a:pt x="0" y="4"/>
                  </a:cubicBezTo>
                  <a:cubicBezTo>
                    <a:pt x="0" y="4"/>
                    <a:pt x="4" y="4"/>
                    <a:pt x="10" y="3"/>
                  </a:cubicBezTo>
                  <a:cubicBezTo>
                    <a:pt x="16" y="2"/>
                    <a:pt x="21" y="1"/>
                    <a:pt x="21" y="0"/>
                  </a:cubicBezTo>
                  <a:cubicBezTo>
                    <a:pt x="21" y="0"/>
                    <a:pt x="16" y="1"/>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81" name="Freeform 1782"/>
            <p:cNvSpPr/>
            <p:nvPr/>
          </p:nvSpPr>
          <p:spPr bwMode="auto">
            <a:xfrm>
              <a:off x="8407704" y="10021665"/>
              <a:ext cx="58738" cy="15875"/>
            </a:xfrm>
            <a:custGeom>
              <a:avLst/>
              <a:gdLst>
                <a:gd name="T0" fmla="*/ 10 w 22"/>
                <a:gd name="T1" fmla="*/ 3 h 6"/>
                <a:gd name="T2" fmla="*/ 1 w 22"/>
                <a:gd name="T3" fmla="*/ 6 h 6"/>
                <a:gd name="T4" fmla="*/ 12 w 22"/>
                <a:gd name="T5" fmla="*/ 4 h 6"/>
                <a:gd name="T6" fmla="*/ 22 w 22"/>
                <a:gd name="T7" fmla="*/ 1 h 6"/>
                <a:gd name="T8" fmla="*/ 10 w 22"/>
                <a:gd name="T9" fmla="*/ 3 h 6"/>
              </a:gdLst>
              <a:ahLst/>
              <a:cxnLst>
                <a:cxn ang="0">
                  <a:pos x="T0" y="T1"/>
                </a:cxn>
                <a:cxn ang="0">
                  <a:pos x="T2" y="T3"/>
                </a:cxn>
                <a:cxn ang="0">
                  <a:pos x="T4" y="T5"/>
                </a:cxn>
                <a:cxn ang="0">
                  <a:pos x="T6" y="T7"/>
                </a:cxn>
                <a:cxn ang="0">
                  <a:pos x="T8" y="T9"/>
                </a:cxn>
              </a:cxnLst>
              <a:rect l="0" t="0" r="r" b="b"/>
              <a:pathLst>
                <a:path w="22" h="6">
                  <a:moveTo>
                    <a:pt x="10" y="3"/>
                  </a:moveTo>
                  <a:cubicBezTo>
                    <a:pt x="4" y="4"/>
                    <a:pt x="0" y="5"/>
                    <a:pt x="1" y="6"/>
                  </a:cubicBezTo>
                  <a:cubicBezTo>
                    <a:pt x="2" y="6"/>
                    <a:pt x="7" y="5"/>
                    <a:pt x="12" y="4"/>
                  </a:cubicBezTo>
                  <a:cubicBezTo>
                    <a:pt x="17" y="3"/>
                    <a:pt x="22" y="1"/>
                    <a:pt x="22" y="1"/>
                  </a:cubicBezTo>
                  <a:cubicBezTo>
                    <a:pt x="21" y="0"/>
                    <a:pt x="16"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82" name="Freeform 1783"/>
            <p:cNvSpPr/>
            <p:nvPr/>
          </p:nvSpPr>
          <p:spPr bwMode="auto">
            <a:xfrm>
              <a:off x="8622016" y="9967690"/>
              <a:ext cx="58738" cy="15875"/>
            </a:xfrm>
            <a:custGeom>
              <a:avLst/>
              <a:gdLst>
                <a:gd name="T0" fmla="*/ 9 w 22"/>
                <a:gd name="T1" fmla="*/ 3 h 6"/>
                <a:gd name="T2" fmla="*/ 0 w 22"/>
                <a:gd name="T3" fmla="*/ 6 h 6"/>
                <a:gd name="T4" fmla="*/ 12 w 22"/>
                <a:gd name="T5" fmla="*/ 4 h 6"/>
                <a:gd name="T6" fmla="*/ 21 w 22"/>
                <a:gd name="T7" fmla="*/ 0 h 6"/>
                <a:gd name="T8" fmla="*/ 9 w 22"/>
                <a:gd name="T9" fmla="*/ 3 h 6"/>
              </a:gdLst>
              <a:ahLst/>
              <a:cxnLst>
                <a:cxn ang="0">
                  <a:pos x="T0" y="T1"/>
                </a:cxn>
                <a:cxn ang="0">
                  <a:pos x="T2" y="T3"/>
                </a:cxn>
                <a:cxn ang="0">
                  <a:pos x="T4" y="T5"/>
                </a:cxn>
                <a:cxn ang="0">
                  <a:pos x="T6" y="T7"/>
                </a:cxn>
                <a:cxn ang="0">
                  <a:pos x="T8" y="T9"/>
                </a:cxn>
              </a:cxnLst>
              <a:rect l="0" t="0" r="r" b="b"/>
              <a:pathLst>
                <a:path w="22" h="6">
                  <a:moveTo>
                    <a:pt x="9" y="3"/>
                  </a:moveTo>
                  <a:cubicBezTo>
                    <a:pt x="3" y="4"/>
                    <a:pt x="0" y="6"/>
                    <a:pt x="0" y="6"/>
                  </a:cubicBezTo>
                  <a:cubicBezTo>
                    <a:pt x="1" y="6"/>
                    <a:pt x="7" y="5"/>
                    <a:pt x="12" y="4"/>
                  </a:cubicBezTo>
                  <a:cubicBezTo>
                    <a:pt x="18" y="2"/>
                    <a:pt x="22" y="0"/>
                    <a:pt x="21" y="0"/>
                  </a:cubicBezTo>
                  <a:cubicBezTo>
                    <a:pt x="20" y="0"/>
                    <a:pt x="14"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83" name="Freeform 1784"/>
            <p:cNvSpPr/>
            <p:nvPr/>
          </p:nvSpPr>
          <p:spPr bwMode="auto">
            <a:xfrm>
              <a:off x="2767316" y="11325003"/>
              <a:ext cx="57150" cy="26988"/>
            </a:xfrm>
            <a:custGeom>
              <a:avLst/>
              <a:gdLst>
                <a:gd name="T0" fmla="*/ 0 w 21"/>
                <a:gd name="T1" fmla="*/ 2 h 10"/>
                <a:gd name="T2" fmla="*/ 12 w 21"/>
                <a:gd name="T3" fmla="*/ 8 h 10"/>
                <a:gd name="T4" fmla="*/ 21 w 21"/>
                <a:gd name="T5" fmla="*/ 8 h 10"/>
                <a:gd name="T6" fmla="*/ 10 w 21"/>
                <a:gd name="T7" fmla="*/ 2 h 10"/>
                <a:gd name="T8" fmla="*/ 0 w 21"/>
                <a:gd name="T9" fmla="*/ 2 h 10"/>
              </a:gdLst>
              <a:ahLst/>
              <a:cxnLst>
                <a:cxn ang="0">
                  <a:pos x="T0" y="T1"/>
                </a:cxn>
                <a:cxn ang="0">
                  <a:pos x="T2" y="T3"/>
                </a:cxn>
                <a:cxn ang="0">
                  <a:pos x="T4" y="T5"/>
                </a:cxn>
                <a:cxn ang="0">
                  <a:pos x="T6" y="T7"/>
                </a:cxn>
                <a:cxn ang="0">
                  <a:pos x="T8" y="T9"/>
                </a:cxn>
              </a:cxnLst>
              <a:rect l="0" t="0" r="r" b="b"/>
              <a:pathLst>
                <a:path w="21" h="10">
                  <a:moveTo>
                    <a:pt x="0" y="2"/>
                  </a:moveTo>
                  <a:cubicBezTo>
                    <a:pt x="0" y="3"/>
                    <a:pt x="6" y="7"/>
                    <a:pt x="12" y="8"/>
                  </a:cubicBezTo>
                  <a:cubicBezTo>
                    <a:pt x="17" y="10"/>
                    <a:pt x="21" y="10"/>
                    <a:pt x="21" y="8"/>
                  </a:cubicBezTo>
                  <a:cubicBezTo>
                    <a:pt x="20" y="6"/>
                    <a:pt x="16" y="3"/>
                    <a:pt x="10" y="2"/>
                  </a:cubicBezTo>
                  <a:cubicBezTo>
                    <a:pt x="4" y="0"/>
                    <a:pt x="0" y="0"/>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84" name="Freeform 1785"/>
            <p:cNvSpPr/>
            <p:nvPr/>
          </p:nvSpPr>
          <p:spPr bwMode="auto">
            <a:xfrm>
              <a:off x="2981629" y="11385328"/>
              <a:ext cx="60325" cy="20638"/>
            </a:xfrm>
            <a:custGeom>
              <a:avLst/>
              <a:gdLst>
                <a:gd name="T0" fmla="*/ 10 w 22"/>
                <a:gd name="T1" fmla="*/ 1 h 8"/>
                <a:gd name="T2" fmla="*/ 1 w 22"/>
                <a:gd name="T3" fmla="*/ 1 h 8"/>
                <a:gd name="T4" fmla="*/ 12 w 22"/>
                <a:gd name="T5" fmla="*/ 6 h 8"/>
                <a:gd name="T6" fmla="*/ 22 w 22"/>
                <a:gd name="T7" fmla="*/ 6 h 8"/>
                <a:gd name="T8" fmla="*/ 10 w 22"/>
                <a:gd name="T9" fmla="*/ 1 h 8"/>
              </a:gdLst>
              <a:ahLst/>
              <a:cxnLst>
                <a:cxn ang="0">
                  <a:pos x="T0" y="T1"/>
                </a:cxn>
                <a:cxn ang="0">
                  <a:pos x="T2" y="T3"/>
                </a:cxn>
                <a:cxn ang="0">
                  <a:pos x="T4" y="T5"/>
                </a:cxn>
                <a:cxn ang="0">
                  <a:pos x="T6" y="T7"/>
                </a:cxn>
                <a:cxn ang="0">
                  <a:pos x="T8" y="T9"/>
                </a:cxn>
              </a:cxnLst>
              <a:rect l="0" t="0" r="r" b="b"/>
              <a:pathLst>
                <a:path w="22" h="8">
                  <a:moveTo>
                    <a:pt x="10" y="1"/>
                  </a:moveTo>
                  <a:cubicBezTo>
                    <a:pt x="5" y="0"/>
                    <a:pt x="0" y="0"/>
                    <a:pt x="1" y="1"/>
                  </a:cubicBezTo>
                  <a:cubicBezTo>
                    <a:pt x="1" y="3"/>
                    <a:pt x="6" y="5"/>
                    <a:pt x="12" y="6"/>
                  </a:cubicBezTo>
                  <a:cubicBezTo>
                    <a:pt x="18" y="8"/>
                    <a:pt x="22" y="8"/>
                    <a:pt x="22" y="6"/>
                  </a:cubicBezTo>
                  <a:cubicBezTo>
                    <a:pt x="21" y="5"/>
                    <a:pt x="16" y="3"/>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85" name="Freeform 1786"/>
            <p:cNvSpPr/>
            <p:nvPr/>
          </p:nvSpPr>
          <p:spPr bwMode="auto">
            <a:xfrm>
              <a:off x="3195941" y="11432953"/>
              <a:ext cx="61913" cy="17463"/>
            </a:xfrm>
            <a:custGeom>
              <a:avLst/>
              <a:gdLst>
                <a:gd name="T0" fmla="*/ 1 w 23"/>
                <a:gd name="T1" fmla="*/ 2 h 6"/>
                <a:gd name="T2" fmla="*/ 13 w 23"/>
                <a:gd name="T3" fmla="*/ 5 h 6"/>
                <a:gd name="T4" fmla="*/ 22 w 23"/>
                <a:gd name="T5" fmla="*/ 5 h 6"/>
                <a:gd name="T6" fmla="*/ 10 w 23"/>
                <a:gd name="T7" fmla="*/ 1 h 6"/>
                <a:gd name="T8" fmla="*/ 1 w 23"/>
                <a:gd name="T9" fmla="*/ 2 h 6"/>
              </a:gdLst>
              <a:ahLst/>
              <a:cxnLst>
                <a:cxn ang="0">
                  <a:pos x="T0" y="T1"/>
                </a:cxn>
                <a:cxn ang="0">
                  <a:pos x="T2" y="T3"/>
                </a:cxn>
                <a:cxn ang="0">
                  <a:pos x="T4" y="T5"/>
                </a:cxn>
                <a:cxn ang="0">
                  <a:pos x="T6" y="T7"/>
                </a:cxn>
                <a:cxn ang="0">
                  <a:pos x="T8" y="T9"/>
                </a:cxn>
              </a:cxnLst>
              <a:rect l="0" t="0" r="r" b="b"/>
              <a:pathLst>
                <a:path w="23" h="6">
                  <a:moveTo>
                    <a:pt x="1" y="2"/>
                  </a:moveTo>
                  <a:cubicBezTo>
                    <a:pt x="2" y="3"/>
                    <a:pt x="8" y="4"/>
                    <a:pt x="13" y="5"/>
                  </a:cubicBezTo>
                  <a:cubicBezTo>
                    <a:pt x="19" y="6"/>
                    <a:pt x="23" y="6"/>
                    <a:pt x="22" y="5"/>
                  </a:cubicBezTo>
                  <a:cubicBezTo>
                    <a:pt x="22" y="4"/>
                    <a:pt x="16" y="2"/>
                    <a:pt x="10" y="1"/>
                  </a:cubicBezTo>
                  <a:cubicBezTo>
                    <a:pt x="4" y="0"/>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86" name="Freeform 1787"/>
            <p:cNvSpPr/>
            <p:nvPr/>
          </p:nvSpPr>
          <p:spPr bwMode="auto">
            <a:xfrm>
              <a:off x="3413429" y="11469465"/>
              <a:ext cx="58738" cy="11113"/>
            </a:xfrm>
            <a:custGeom>
              <a:avLst/>
              <a:gdLst>
                <a:gd name="T0" fmla="*/ 10 w 22"/>
                <a:gd name="T1" fmla="*/ 1 h 4"/>
                <a:gd name="T2" fmla="*/ 1 w 22"/>
                <a:gd name="T3" fmla="*/ 1 h 4"/>
                <a:gd name="T4" fmla="*/ 13 w 22"/>
                <a:gd name="T5" fmla="*/ 4 h 4"/>
                <a:gd name="T6" fmla="*/ 22 w 22"/>
                <a:gd name="T7" fmla="*/ 3 h 4"/>
                <a:gd name="T8" fmla="*/ 10 w 22"/>
                <a:gd name="T9" fmla="*/ 1 h 4"/>
              </a:gdLst>
              <a:ahLst/>
              <a:cxnLst>
                <a:cxn ang="0">
                  <a:pos x="T0" y="T1"/>
                </a:cxn>
                <a:cxn ang="0">
                  <a:pos x="T2" y="T3"/>
                </a:cxn>
                <a:cxn ang="0">
                  <a:pos x="T4" y="T5"/>
                </a:cxn>
                <a:cxn ang="0">
                  <a:pos x="T6" y="T7"/>
                </a:cxn>
                <a:cxn ang="0">
                  <a:pos x="T8" y="T9"/>
                </a:cxn>
              </a:cxnLst>
              <a:rect l="0" t="0" r="r" b="b"/>
              <a:pathLst>
                <a:path w="22" h="4">
                  <a:moveTo>
                    <a:pt x="10" y="1"/>
                  </a:moveTo>
                  <a:cubicBezTo>
                    <a:pt x="4" y="0"/>
                    <a:pt x="0" y="0"/>
                    <a:pt x="1" y="1"/>
                  </a:cubicBezTo>
                  <a:cubicBezTo>
                    <a:pt x="1" y="2"/>
                    <a:pt x="7" y="3"/>
                    <a:pt x="13" y="4"/>
                  </a:cubicBezTo>
                  <a:cubicBezTo>
                    <a:pt x="19" y="4"/>
                    <a:pt x="22" y="4"/>
                    <a:pt x="22" y="3"/>
                  </a:cubicBezTo>
                  <a:cubicBezTo>
                    <a:pt x="21" y="2"/>
                    <a:pt x="16" y="2"/>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87" name="Freeform 1788"/>
            <p:cNvSpPr/>
            <p:nvPr/>
          </p:nvSpPr>
          <p:spPr bwMode="auto">
            <a:xfrm>
              <a:off x="3627741" y="11482165"/>
              <a:ext cx="58738" cy="6350"/>
            </a:xfrm>
            <a:custGeom>
              <a:avLst/>
              <a:gdLst>
                <a:gd name="T0" fmla="*/ 10 w 22"/>
                <a:gd name="T1" fmla="*/ 0 h 2"/>
                <a:gd name="T2" fmla="*/ 1 w 22"/>
                <a:gd name="T3" fmla="*/ 1 h 2"/>
                <a:gd name="T4" fmla="*/ 12 w 22"/>
                <a:gd name="T5" fmla="*/ 2 h 2"/>
                <a:gd name="T6" fmla="*/ 22 w 22"/>
                <a:gd name="T7" fmla="*/ 1 h 2"/>
                <a:gd name="T8" fmla="*/ 10 w 22"/>
                <a:gd name="T9" fmla="*/ 0 h 2"/>
              </a:gdLst>
              <a:ahLst/>
              <a:cxnLst>
                <a:cxn ang="0">
                  <a:pos x="T0" y="T1"/>
                </a:cxn>
                <a:cxn ang="0">
                  <a:pos x="T2" y="T3"/>
                </a:cxn>
                <a:cxn ang="0">
                  <a:pos x="T4" y="T5"/>
                </a:cxn>
                <a:cxn ang="0">
                  <a:pos x="T6" y="T7"/>
                </a:cxn>
                <a:cxn ang="0">
                  <a:pos x="T8" y="T9"/>
                </a:cxn>
              </a:cxnLst>
              <a:rect l="0" t="0" r="r" b="b"/>
              <a:pathLst>
                <a:path w="22" h="2">
                  <a:moveTo>
                    <a:pt x="10" y="0"/>
                  </a:moveTo>
                  <a:cubicBezTo>
                    <a:pt x="4" y="0"/>
                    <a:pt x="0" y="1"/>
                    <a:pt x="1" y="1"/>
                  </a:cubicBezTo>
                  <a:cubicBezTo>
                    <a:pt x="2" y="2"/>
                    <a:pt x="7" y="2"/>
                    <a:pt x="12" y="2"/>
                  </a:cubicBezTo>
                  <a:cubicBezTo>
                    <a:pt x="18" y="2"/>
                    <a:pt x="22" y="1"/>
                    <a:pt x="22" y="1"/>
                  </a:cubicBezTo>
                  <a:cubicBezTo>
                    <a:pt x="22" y="0"/>
                    <a:pt x="16" y="0"/>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88" name="Freeform 1789"/>
            <p:cNvSpPr/>
            <p:nvPr/>
          </p:nvSpPr>
          <p:spPr bwMode="auto">
            <a:xfrm>
              <a:off x="3842054" y="11466290"/>
              <a:ext cx="60325" cy="7938"/>
            </a:xfrm>
            <a:custGeom>
              <a:avLst/>
              <a:gdLst>
                <a:gd name="T0" fmla="*/ 10 w 22"/>
                <a:gd name="T1" fmla="*/ 1 h 3"/>
                <a:gd name="T2" fmla="*/ 1 w 22"/>
                <a:gd name="T3" fmla="*/ 3 h 3"/>
                <a:gd name="T4" fmla="*/ 12 w 22"/>
                <a:gd name="T5" fmla="*/ 2 h 3"/>
                <a:gd name="T6" fmla="*/ 21 w 22"/>
                <a:gd name="T7" fmla="*/ 0 h 3"/>
                <a:gd name="T8" fmla="*/ 10 w 22"/>
                <a:gd name="T9" fmla="*/ 1 h 3"/>
              </a:gdLst>
              <a:ahLst/>
              <a:cxnLst>
                <a:cxn ang="0">
                  <a:pos x="T0" y="T1"/>
                </a:cxn>
                <a:cxn ang="0">
                  <a:pos x="T2" y="T3"/>
                </a:cxn>
                <a:cxn ang="0">
                  <a:pos x="T4" y="T5"/>
                </a:cxn>
                <a:cxn ang="0">
                  <a:pos x="T6" y="T7"/>
                </a:cxn>
                <a:cxn ang="0">
                  <a:pos x="T8" y="T9"/>
                </a:cxn>
              </a:cxnLst>
              <a:rect l="0" t="0" r="r" b="b"/>
              <a:pathLst>
                <a:path w="22" h="3">
                  <a:moveTo>
                    <a:pt x="10" y="1"/>
                  </a:moveTo>
                  <a:cubicBezTo>
                    <a:pt x="4" y="2"/>
                    <a:pt x="0" y="2"/>
                    <a:pt x="1" y="3"/>
                  </a:cubicBezTo>
                  <a:cubicBezTo>
                    <a:pt x="1" y="3"/>
                    <a:pt x="6" y="3"/>
                    <a:pt x="12" y="2"/>
                  </a:cubicBezTo>
                  <a:cubicBezTo>
                    <a:pt x="17" y="2"/>
                    <a:pt x="22" y="1"/>
                    <a:pt x="21" y="0"/>
                  </a:cubicBezTo>
                  <a:cubicBezTo>
                    <a:pt x="21" y="0"/>
                    <a:pt x="16"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89" name="Freeform 1790"/>
            <p:cNvSpPr/>
            <p:nvPr/>
          </p:nvSpPr>
          <p:spPr bwMode="auto">
            <a:xfrm>
              <a:off x="4056366" y="11431365"/>
              <a:ext cx="57150" cy="12700"/>
            </a:xfrm>
            <a:custGeom>
              <a:avLst/>
              <a:gdLst>
                <a:gd name="T0" fmla="*/ 0 w 21"/>
                <a:gd name="T1" fmla="*/ 4 h 5"/>
                <a:gd name="T2" fmla="*/ 12 w 21"/>
                <a:gd name="T3" fmla="*/ 3 h 5"/>
                <a:gd name="T4" fmla="*/ 21 w 21"/>
                <a:gd name="T5" fmla="*/ 1 h 5"/>
                <a:gd name="T6" fmla="*/ 10 w 21"/>
                <a:gd name="T7" fmla="*/ 2 h 5"/>
                <a:gd name="T8" fmla="*/ 0 w 21"/>
                <a:gd name="T9" fmla="*/ 4 h 5"/>
              </a:gdLst>
              <a:ahLst/>
              <a:cxnLst>
                <a:cxn ang="0">
                  <a:pos x="T0" y="T1"/>
                </a:cxn>
                <a:cxn ang="0">
                  <a:pos x="T2" y="T3"/>
                </a:cxn>
                <a:cxn ang="0">
                  <a:pos x="T4" y="T5"/>
                </a:cxn>
                <a:cxn ang="0">
                  <a:pos x="T6" y="T7"/>
                </a:cxn>
                <a:cxn ang="0">
                  <a:pos x="T8" y="T9"/>
                </a:cxn>
              </a:cxnLst>
              <a:rect l="0" t="0" r="r" b="b"/>
              <a:pathLst>
                <a:path w="21" h="5">
                  <a:moveTo>
                    <a:pt x="0" y="4"/>
                  </a:moveTo>
                  <a:cubicBezTo>
                    <a:pt x="0" y="5"/>
                    <a:pt x="6" y="4"/>
                    <a:pt x="12" y="3"/>
                  </a:cubicBezTo>
                  <a:cubicBezTo>
                    <a:pt x="18" y="2"/>
                    <a:pt x="21" y="1"/>
                    <a:pt x="21" y="1"/>
                  </a:cubicBezTo>
                  <a:cubicBezTo>
                    <a:pt x="20" y="0"/>
                    <a:pt x="16" y="1"/>
                    <a:pt x="10" y="2"/>
                  </a:cubicBezTo>
                  <a:cubicBezTo>
                    <a:pt x="5" y="3"/>
                    <a:pt x="0" y="4"/>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90" name="Freeform 1791"/>
            <p:cNvSpPr/>
            <p:nvPr/>
          </p:nvSpPr>
          <p:spPr bwMode="auto">
            <a:xfrm>
              <a:off x="4270679" y="11382153"/>
              <a:ext cx="57150" cy="15875"/>
            </a:xfrm>
            <a:custGeom>
              <a:avLst/>
              <a:gdLst>
                <a:gd name="T0" fmla="*/ 9 w 21"/>
                <a:gd name="T1" fmla="*/ 3 h 6"/>
                <a:gd name="T2" fmla="*/ 0 w 21"/>
                <a:gd name="T3" fmla="*/ 6 h 6"/>
                <a:gd name="T4" fmla="*/ 11 w 21"/>
                <a:gd name="T5" fmla="*/ 4 h 6"/>
                <a:gd name="T6" fmla="*/ 20 w 21"/>
                <a:gd name="T7" fmla="*/ 1 h 6"/>
                <a:gd name="T8" fmla="*/ 9 w 21"/>
                <a:gd name="T9" fmla="*/ 3 h 6"/>
              </a:gdLst>
              <a:ahLst/>
              <a:cxnLst>
                <a:cxn ang="0">
                  <a:pos x="T0" y="T1"/>
                </a:cxn>
                <a:cxn ang="0">
                  <a:pos x="T2" y="T3"/>
                </a:cxn>
                <a:cxn ang="0">
                  <a:pos x="T4" y="T5"/>
                </a:cxn>
                <a:cxn ang="0">
                  <a:pos x="T6" y="T7"/>
                </a:cxn>
                <a:cxn ang="0">
                  <a:pos x="T8" y="T9"/>
                </a:cxn>
              </a:cxnLst>
              <a:rect l="0" t="0" r="r" b="b"/>
              <a:pathLst>
                <a:path w="21" h="6">
                  <a:moveTo>
                    <a:pt x="9" y="3"/>
                  </a:moveTo>
                  <a:cubicBezTo>
                    <a:pt x="4" y="4"/>
                    <a:pt x="0" y="5"/>
                    <a:pt x="0" y="6"/>
                  </a:cubicBezTo>
                  <a:cubicBezTo>
                    <a:pt x="0" y="6"/>
                    <a:pt x="5" y="5"/>
                    <a:pt x="11" y="4"/>
                  </a:cubicBezTo>
                  <a:cubicBezTo>
                    <a:pt x="17" y="2"/>
                    <a:pt x="21" y="1"/>
                    <a:pt x="20" y="1"/>
                  </a:cubicBezTo>
                  <a:cubicBezTo>
                    <a:pt x="20" y="0"/>
                    <a:pt x="15"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91" name="Freeform 1792"/>
            <p:cNvSpPr/>
            <p:nvPr/>
          </p:nvSpPr>
          <p:spPr bwMode="auto">
            <a:xfrm>
              <a:off x="4480229" y="11321828"/>
              <a:ext cx="58738" cy="17463"/>
            </a:xfrm>
            <a:custGeom>
              <a:avLst/>
              <a:gdLst>
                <a:gd name="T0" fmla="*/ 10 w 22"/>
                <a:gd name="T1" fmla="*/ 3 h 6"/>
                <a:gd name="T2" fmla="*/ 1 w 22"/>
                <a:gd name="T3" fmla="*/ 6 h 6"/>
                <a:gd name="T4" fmla="*/ 12 w 22"/>
                <a:gd name="T5" fmla="*/ 4 h 6"/>
                <a:gd name="T6" fmla="*/ 21 w 22"/>
                <a:gd name="T7" fmla="*/ 0 h 6"/>
                <a:gd name="T8" fmla="*/ 10 w 22"/>
                <a:gd name="T9" fmla="*/ 3 h 6"/>
              </a:gdLst>
              <a:ahLst/>
              <a:cxnLst>
                <a:cxn ang="0">
                  <a:pos x="T0" y="T1"/>
                </a:cxn>
                <a:cxn ang="0">
                  <a:pos x="T2" y="T3"/>
                </a:cxn>
                <a:cxn ang="0">
                  <a:pos x="T4" y="T5"/>
                </a:cxn>
                <a:cxn ang="0">
                  <a:pos x="T6" y="T7"/>
                </a:cxn>
                <a:cxn ang="0">
                  <a:pos x="T8" y="T9"/>
                </a:cxn>
              </a:cxnLst>
              <a:rect l="0" t="0" r="r" b="b"/>
              <a:pathLst>
                <a:path w="22" h="6">
                  <a:moveTo>
                    <a:pt x="10" y="3"/>
                  </a:moveTo>
                  <a:cubicBezTo>
                    <a:pt x="5" y="4"/>
                    <a:pt x="0" y="6"/>
                    <a:pt x="1" y="6"/>
                  </a:cubicBezTo>
                  <a:cubicBezTo>
                    <a:pt x="1" y="6"/>
                    <a:pt x="6" y="5"/>
                    <a:pt x="12" y="4"/>
                  </a:cubicBezTo>
                  <a:cubicBezTo>
                    <a:pt x="18" y="2"/>
                    <a:pt x="22" y="0"/>
                    <a:pt x="21" y="0"/>
                  </a:cubicBezTo>
                  <a:cubicBezTo>
                    <a:pt x="20" y="0"/>
                    <a:pt x="15"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92" name="Freeform 1793"/>
            <p:cNvSpPr/>
            <p:nvPr/>
          </p:nvSpPr>
          <p:spPr bwMode="auto">
            <a:xfrm>
              <a:off x="4691366" y="11248803"/>
              <a:ext cx="60325" cy="22225"/>
            </a:xfrm>
            <a:custGeom>
              <a:avLst/>
              <a:gdLst>
                <a:gd name="T0" fmla="*/ 9 w 22"/>
                <a:gd name="T1" fmla="*/ 4 h 8"/>
                <a:gd name="T2" fmla="*/ 1 w 22"/>
                <a:gd name="T3" fmla="*/ 8 h 8"/>
                <a:gd name="T4" fmla="*/ 13 w 22"/>
                <a:gd name="T5" fmla="*/ 4 h 8"/>
                <a:gd name="T6" fmla="*/ 21 w 22"/>
                <a:gd name="T7" fmla="*/ 0 h 8"/>
                <a:gd name="T8" fmla="*/ 9 w 22"/>
                <a:gd name="T9" fmla="*/ 4 h 8"/>
              </a:gdLst>
              <a:ahLst/>
              <a:cxnLst>
                <a:cxn ang="0">
                  <a:pos x="T0" y="T1"/>
                </a:cxn>
                <a:cxn ang="0">
                  <a:pos x="T2" y="T3"/>
                </a:cxn>
                <a:cxn ang="0">
                  <a:pos x="T4" y="T5"/>
                </a:cxn>
                <a:cxn ang="0">
                  <a:pos x="T6" y="T7"/>
                </a:cxn>
                <a:cxn ang="0">
                  <a:pos x="T8" y="T9"/>
                </a:cxn>
              </a:cxnLst>
              <a:rect l="0" t="0" r="r" b="b"/>
              <a:pathLst>
                <a:path w="22" h="8">
                  <a:moveTo>
                    <a:pt x="9" y="4"/>
                  </a:moveTo>
                  <a:cubicBezTo>
                    <a:pt x="4" y="6"/>
                    <a:pt x="0" y="8"/>
                    <a:pt x="1" y="8"/>
                  </a:cubicBezTo>
                  <a:cubicBezTo>
                    <a:pt x="2" y="7"/>
                    <a:pt x="7" y="6"/>
                    <a:pt x="13" y="4"/>
                  </a:cubicBezTo>
                  <a:cubicBezTo>
                    <a:pt x="18" y="2"/>
                    <a:pt x="22" y="0"/>
                    <a:pt x="21" y="0"/>
                  </a:cubicBezTo>
                  <a:cubicBezTo>
                    <a:pt x="20" y="0"/>
                    <a:pt x="15" y="2"/>
                    <a:pt x="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93" name="Freeform 1794"/>
            <p:cNvSpPr/>
            <p:nvPr/>
          </p:nvSpPr>
          <p:spPr bwMode="auto">
            <a:xfrm>
              <a:off x="4905679" y="11167840"/>
              <a:ext cx="53975" cy="23813"/>
            </a:xfrm>
            <a:custGeom>
              <a:avLst/>
              <a:gdLst>
                <a:gd name="T0" fmla="*/ 0 w 20"/>
                <a:gd name="T1" fmla="*/ 8 h 9"/>
                <a:gd name="T2" fmla="*/ 11 w 20"/>
                <a:gd name="T3" fmla="*/ 4 h 9"/>
                <a:gd name="T4" fmla="*/ 20 w 20"/>
                <a:gd name="T5" fmla="*/ 0 h 9"/>
                <a:gd name="T6" fmla="*/ 9 w 20"/>
                <a:gd name="T7" fmla="*/ 4 h 9"/>
                <a:gd name="T8" fmla="*/ 0 w 20"/>
                <a:gd name="T9" fmla="*/ 8 h 9"/>
              </a:gdLst>
              <a:ahLst/>
              <a:cxnLst>
                <a:cxn ang="0">
                  <a:pos x="T0" y="T1"/>
                </a:cxn>
                <a:cxn ang="0">
                  <a:pos x="T2" y="T3"/>
                </a:cxn>
                <a:cxn ang="0">
                  <a:pos x="T4" y="T5"/>
                </a:cxn>
                <a:cxn ang="0">
                  <a:pos x="T6" y="T7"/>
                </a:cxn>
                <a:cxn ang="0">
                  <a:pos x="T8" y="T9"/>
                </a:cxn>
              </a:cxnLst>
              <a:rect l="0" t="0" r="r" b="b"/>
              <a:pathLst>
                <a:path w="20" h="9">
                  <a:moveTo>
                    <a:pt x="0" y="8"/>
                  </a:moveTo>
                  <a:cubicBezTo>
                    <a:pt x="0" y="9"/>
                    <a:pt x="5" y="7"/>
                    <a:pt x="11" y="4"/>
                  </a:cubicBezTo>
                  <a:cubicBezTo>
                    <a:pt x="17" y="2"/>
                    <a:pt x="20" y="0"/>
                    <a:pt x="20" y="0"/>
                  </a:cubicBezTo>
                  <a:cubicBezTo>
                    <a:pt x="20" y="0"/>
                    <a:pt x="15" y="2"/>
                    <a:pt x="9" y="4"/>
                  </a:cubicBezTo>
                  <a:cubicBezTo>
                    <a:pt x="4" y="6"/>
                    <a:pt x="0" y="8"/>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94" name="Freeform 1795"/>
            <p:cNvSpPr/>
            <p:nvPr/>
          </p:nvSpPr>
          <p:spPr bwMode="auto">
            <a:xfrm>
              <a:off x="5112054" y="11080528"/>
              <a:ext cx="60325" cy="25400"/>
            </a:xfrm>
            <a:custGeom>
              <a:avLst/>
              <a:gdLst>
                <a:gd name="T0" fmla="*/ 1 w 22"/>
                <a:gd name="T1" fmla="*/ 8 h 9"/>
                <a:gd name="T2" fmla="*/ 13 w 22"/>
                <a:gd name="T3" fmla="*/ 4 h 9"/>
                <a:gd name="T4" fmla="*/ 22 w 22"/>
                <a:gd name="T5" fmla="*/ 0 h 9"/>
                <a:gd name="T6" fmla="*/ 9 w 22"/>
                <a:gd name="T7" fmla="*/ 4 h 9"/>
                <a:gd name="T8" fmla="*/ 1 w 22"/>
                <a:gd name="T9" fmla="*/ 8 h 9"/>
              </a:gdLst>
              <a:ahLst/>
              <a:cxnLst>
                <a:cxn ang="0">
                  <a:pos x="T0" y="T1"/>
                </a:cxn>
                <a:cxn ang="0">
                  <a:pos x="T2" y="T3"/>
                </a:cxn>
                <a:cxn ang="0">
                  <a:pos x="T4" y="T5"/>
                </a:cxn>
                <a:cxn ang="0">
                  <a:pos x="T6" y="T7"/>
                </a:cxn>
                <a:cxn ang="0">
                  <a:pos x="T8" y="T9"/>
                </a:cxn>
              </a:cxnLst>
              <a:rect l="0" t="0" r="r" b="b"/>
              <a:pathLst>
                <a:path w="22" h="9">
                  <a:moveTo>
                    <a:pt x="1" y="8"/>
                  </a:moveTo>
                  <a:cubicBezTo>
                    <a:pt x="3" y="8"/>
                    <a:pt x="8" y="6"/>
                    <a:pt x="13" y="4"/>
                  </a:cubicBezTo>
                  <a:cubicBezTo>
                    <a:pt x="19" y="1"/>
                    <a:pt x="22" y="0"/>
                    <a:pt x="22" y="0"/>
                  </a:cubicBezTo>
                  <a:cubicBezTo>
                    <a:pt x="21" y="0"/>
                    <a:pt x="15" y="2"/>
                    <a:pt x="9" y="4"/>
                  </a:cubicBezTo>
                  <a:cubicBezTo>
                    <a:pt x="4" y="7"/>
                    <a:pt x="0" y="9"/>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95" name="Freeform 1796"/>
            <p:cNvSpPr/>
            <p:nvPr/>
          </p:nvSpPr>
          <p:spPr bwMode="auto">
            <a:xfrm>
              <a:off x="5326366" y="10985278"/>
              <a:ext cx="57150" cy="26988"/>
            </a:xfrm>
            <a:custGeom>
              <a:avLst/>
              <a:gdLst>
                <a:gd name="T0" fmla="*/ 0 w 21"/>
                <a:gd name="T1" fmla="*/ 9 h 10"/>
                <a:gd name="T2" fmla="*/ 11 w 21"/>
                <a:gd name="T3" fmla="*/ 5 h 10"/>
                <a:gd name="T4" fmla="*/ 20 w 21"/>
                <a:gd name="T5" fmla="*/ 0 h 10"/>
                <a:gd name="T6" fmla="*/ 10 w 21"/>
                <a:gd name="T7" fmla="*/ 4 h 10"/>
                <a:gd name="T8" fmla="*/ 0 w 21"/>
                <a:gd name="T9" fmla="*/ 9 h 10"/>
              </a:gdLst>
              <a:ahLst/>
              <a:cxnLst>
                <a:cxn ang="0">
                  <a:pos x="T0" y="T1"/>
                </a:cxn>
                <a:cxn ang="0">
                  <a:pos x="T2" y="T3"/>
                </a:cxn>
                <a:cxn ang="0">
                  <a:pos x="T4" y="T5"/>
                </a:cxn>
                <a:cxn ang="0">
                  <a:pos x="T6" y="T7"/>
                </a:cxn>
                <a:cxn ang="0">
                  <a:pos x="T8" y="T9"/>
                </a:cxn>
              </a:cxnLst>
              <a:rect l="0" t="0" r="r" b="b"/>
              <a:pathLst>
                <a:path w="21" h="10">
                  <a:moveTo>
                    <a:pt x="0" y="9"/>
                  </a:moveTo>
                  <a:cubicBezTo>
                    <a:pt x="0" y="10"/>
                    <a:pt x="6" y="7"/>
                    <a:pt x="11" y="5"/>
                  </a:cubicBezTo>
                  <a:cubicBezTo>
                    <a:pt x="17" y="2"/>
                    <a:pt x="21" y="0"/>
                    <a:pt x="20" y="0"/>
                  </a:cubicBezTo>
                  <a:cubicBezTo>
                    <a:pt x="20" y="0"/>
                    <a:pt x="15" y="2"/>
                    <a:pt x="10" y="4"/>
                  </a:cubicBezTo>
                  <a:cubicBezTo>
                    <a:pt x="4" y="7"/>
                    <a:pt x="0" y="9"/>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96" name="Freeform 1797"/>
            <p:cNvSpPr/>
            <p:nvPr/>
          </p:nvSpPr>
          <p:spPr bwMode="auto">
            <a:xfrm>
              <a:off x="5535916" y="10888440"/>
              <a:ext cx="58738" cy="26988"/>
            </a:xfrm>
            <a:custGeom>
              <a:avLst/>
              <a:gdLst>
                <a:gd name="T0" fmla="*/ 10 w 22"/>
                <a:gd name="T1" fmla="*/ 5 h 10"/>
                <a:gd name="T2" fmla="*/ 1 w 22"/>
                <a:gd name="T3" fmla="*/ 10 h 10"/>
                <a:gd name="T4" fmla="*/ 11 w 22"/>
                <a:gd name="T5" fmla="*/ 5 h 10"/>
                <a:gd name="T6" fmla="*/ 21 w 22"/>
                <a:gd name="T7" fmla="*/ 0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5" y="7"/>
                    <a:pt x="0" y="10"/>
                    <a:pt x="1" y="10"/>
                  </a:cubicBezTo>
                  <a:cubicBezTo>
                    <a:pt x="1" y="10"/>
                    <a:pt x="6" y="8"/>
                    <a:pt x="11" y="5"/>
                  </a:cubicBezTo>
                  <a:cubicBezTo>
                    <a:pt x="17" y="3"/>
                    <a:pt x="22" y="0"/>
                    <a:pt x="21" y="0"/>
                  </a:cubicBezTo>
                  <a:cubicBezTo>
                    <a:pt x="20" y="0"/>
                    <a:pt x="15" y="3"/>
                    <a:pt x="1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97" name="Freeform 1798"/>
            <p:cNvSpPr/>
            <p:nvPr/>
          </p:nvSpPr>
          <p:spPr bwMode="auto">
            <a:xfrm>
              <a:off x="2549829" y="11263090"/>
              <a:ext cx="60325" cy="30163"/>
            </a:xfrm>
            <a:custGeom>
              <a:avLst/>
              <a:gdLst>
                <a:gd name="T0" fmla="*/ 10 w 22"/>
                <a:gd name="T1" fmla="*/ 1 h 11"/>
                <a:gd name="T2" fmla="*/ 0 w 22"/>
                <a:gd name="T3" fmla="*/ 2 h 11"/>
                <a:gd name="T4" fmla="*/ 12 w 22"/>
                <a:gd name="T5" fmla="*/ 10 h 11"/>
                <a:gd name="T6" fmla="*/ 21 w 22"/>
                <a:gd name="T7" fmla="*/ 9 h 11"/>
                <a:gd name="T8" fmla="*/ 10 w 22"/>
                <a:gd name="T9" fmla="*/ 1 h 11"/>
              </a:gdLst>
              <a:ahLst/>
              <a:cxnLst>
                <a:cxn ang="0">
                  <a:pos x="T0" y="T1"/>
                </a:cxn>
                <a:cxn ang="0">
                  <a:pos x="T2" y="T3"/>
                </a:cxn>
                <a:cxn ang="0">
                  <a:pos x="T4" y="T5"/>
                </a:cxn>
                <a:cxn ang="0">
                  <a:pos x="T6" y="T7"/>
                </a:cxn>
                <a:cxn ang="0">
                  <a:pos x="T8" y="T9"/>
                </a:cxn>
              </a:cxnLst>
              <a:rect l="0" t="0" r="r" b="b"/>
              <a:pathLst>
                <a:path w="22" h="11">
                  <a:moveTo>
                    <a:pt x="10" y="1"/>
                  </a:moveTo>
                  <a:cubicBezTo>
                    <a:pt x="5" y="0"/>
                    <a:pt x="0" y="0"/>
                    <a:pt x="0" y="2"/>
                  </a:cubicBezTo>
                  <a:cubicBezTo>
                    <a:pt x="0" y="4"/>
                    <a:pt x="6" y="8"/>
                    <a:pt x="12" y="10"/>
                  </a:cubicBezTo>
                  <a:cubicBezTo>
                    <a:pt x="17" y="11"/>
                    <a:pt x="22" y="11"/>
                    <a:pt x="21" y="9"/>
                  </a:cubicBezTo>
                  <a:cubicBezTo>
                    <a:pt x="21" y="6"/>
                    <a:pt x="16" y="3"/>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98" name="Freeform 1799"/>
            <p:cNvSpPr/>
            <p:nvPr/>
          </p:nvSpPr>
          <p:spPr bwMode="auto">
            <a:xfrm>
              <a:off x="2332341" y="11199590"/>
              <a:ext cx="60325" cy="36513"/>
            </a:xfrm>
            <a:custGeom>
              <a:avLst/>
              <a:gdLst>
                <a:gd name="T0" fmla="*/ 11 w 22"/>
                <a:gd name="T1" fmla="*/ 2 h 13"/>
                <a:gd name="T2" fmla="*/ 0 w 22"/>
                <a:gd name="T3" fmla="*/ 3 h 13"/>
                <a:gd name="T4" fmla="*/ 12 w 22"/>
                <a:gd name="T5" fmla="*/ 12 h 13"/>
                <a:gd name="T6" fmla="*/ 21 w 22"/>
                <a:gd name="T7" fmla="*/ 10 h 13"/>
                <a:gd name="T8" fmla="*/ 11 w 22"/>
                <a:gd name="T9" fmla="*/ 2 h 13"/>
              </a:gdLst>
              <a:ahLst/>
              <a:cxnLst>
                <a:cxn ang="0">
                  <a:pos x="T0" y="T1"/>
                </a:cxn>
                <a:cxn ang="0">
                  <a:pos x="T2" y="T3"/>
                </a:cxn>
                <a:cxn ang="0">
                  <a:pos x="T4" y="T5"/>
                </a:cxn>
                <a:cxn ang="0">
                  <a:pos x="T6" y="T7"/>
                </a:cxn>
                <a:cxn ang="0">
                  <a:pos x="T8" y="T9"/>
                </a:cxn>
              </a:cxnLst>
              <a:rect l="0" t="0" r="r" b="b"/>
              <a:pathLst>
                <a:path w="22" h="13">
                  <a:moveTo>
                    <a:pt x="11" y="2"/>
                  </a:moveTo>
                  <a:cubicBezTo>
                    <a:pt x="5" y="0"/>
                    <a:pt x="1" y="1"/>
                    <a:pt x="0" y="3"/>
                  </a:cubicBezTo>
                  <a:cubicBezTo>
                    <a:pt x="0" y="6"/>
                    <a:pt x="6" y="10"/>
                    <a:pt x="12" y="12"/>
                  </a:cubicBezTo>
                  <a:cubicBezTo>
                    <a:pt x="18" y="13"/>
                    <a:pt x="22" y="12"/>
                    <a:pt x="21" y="10"/>
                  </a:cubicBezTo>
                  <a:cubicBezTo>
                    <a:pt x="21" y="7"/>
                    <a:pt x="16" y="4"/>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799" name="Freeform 1800"/>
            <p:cNvSpPr/>
            <p:nvPr/>
          </p:nvSpPr>
          <p:spPr bwMode="auto">
            <a:xfrm>
              <a:off x="2118029" y="11145615"/>
              <a:ext cx="57150" cy="38100"/>
            </a:xfrm>
            <a:custGeom>
              <a:avLst/>
              <a:gdLst>
                <a:gd name="T0" fmla="*/ 10 w 21"/>
                <a:gd name="T1" fmla="*/ 2 h 14"/>
                <a:gd name="T2" fmla="*/ 0 w 21"/>
                <a:gd name="T3" fmla="*/ 5 h 14"/>
                <a:gd name="T4" fmla="*/ 12 w 21"/>
                <a:gd name="T5" fmla="*/ 13 h 14"/>
                <a:gd name="T6" fmla="*/ 21 w 21"/>
                <a:gd name="T7" fmla="*/ 10 h 14"/>
                <a:gd name="T8" fmla="*/ 10 w 21"/>
                <a:gd name="T9" fmla="*/ 2 h 14"/>
              </a:gdLst>
              <a:ahLst/>
              <a:cxnLst>
                <a:cxn ang="0">
                  <a:pos x="T0" y="T1"/>
                </a:cxn>
                <a:cxn ang="0">
                  <a:pos x="T2" y="T3"/>
                </a:cxn>
                <a:cxn ang="0">
                  <a:pos x="T4" y="T5"/>
                </a:cxn>
                <a:cxn ang="0">
                  <a:pos x="T6" y="T7"/>
                </a:cxn>
                <a:cxn ang="0">
                  <a:pos x="T8" y="T9"/>
                </a:cxn>
              </a:cxnLst>
              <a:rect l="0" t="0" r="r" b="b"/>
              <a:pathLst>
                <a:path w="21" h="14">
                  <a:moveTo>
                    <a:pt x="10" y="2"/>
                  </a:moveTo>
                  <a:cubicBezTo>
                    <a:pt x="4" y="0"/>
                    <a:pt x="0" y="2"/>
                    <a:pt x="0" y="5"/>
                  </a:cubicBezTo>
                  <a:cubicBezTo>
                    <a:pt x="0" y="8"/>
                    <a:pt x="6" y="12"/>
                    <a:pt x="12" y="13"/>
                  </a:cubicBezTo>
                  <a:cubicBezTo>
                    <a:pt x="18" y="14"/>
                    <a:pt x="21" y="13"/>
                    <a:pt x="21" y="10"/>
                  </a:cubicBezTo>
                  <a:cubicBezTo>
                    <a:pt x="20" y="6"/>
                    <a:pt x="15" y="3"/>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00" name="Freeform 1801"/>
            <p:cNvSpPr/>
            <p:nvPr/>
          </p:nvSpPr>
          <p:spPr bwMode="auto">
            <a:xfrm>
              <a:off x="1900541" y="11105928"/>
              <a:ext cx="60325" cy="36513"/>
            </a:xfrm>
            <a:custGeom>
              <a:avLst/>
              <a:gdLst>
                <a:gd name="T0" fmla="*/ 11 w 22"/>
                <a:gd name="T1" fmla="*/ 1 h 14"/>
                <a:gd name="T2" fmla="*/ 1 w 22"/>
                <a:gd name="T3" fmla="*/ 5 h 14"/>
                <a:gd name="T4" fmla="*/ 12 w 22"/>
                <a:gd name="T5" fmla="*/ 14 h 14"/>
                <a:gd name="T6" fmla="*/ 21 w 22"/>
                <a:gd name="T7" fmla="*/ 9 h 14"/>
                <a:gd name="T8" fmla="*/ 11 w 22"/>
                <a:gd name="T9" fmla="*/ 1 h 14"/>
              </a:gdLst>
              <a:ahLst/>
              <a:cxnLst>
                <a:cxn ang="0">
                  <a:pos x="T0" y="T1"/>
                </a:cxn>
                <a:cxn ang="0">
                  <a:pos x="T2" y="T3"/>
                </a:cxn>
                <a:cxn ang="0">
                  <a:pos x="T4" y="T5"/>
                </a:cxn>
                <a:cxn ang="0">
                  <a:pos x="T6" y="T7"/>
                </a:cxn>
                <a:cxn ang="0">
                  <a:pos x="T8" y="T9"/>
                </a:cxn>
              </a:cxnLst>
              <a:rect l="0" t="0" r="r" b="b"/>
              <a:pathLst>
                <a:path w="22" h="14">
                  <a:moveTo>
                    <a:pt x="11" y="1"/>
                  </a:moveTo>
                  <a:cubicBezTo>
                    <a:pt x="5" y="0"/>
                    <a:pt x="1" y="1"/>
                    <a:pt x="1" y="5"/>
                  </a:cubicBezTo>
                  <a:cubicBezTo>
                    <a:pt x="0" y="8"/>
                    <a:pt x="6" y="13"/>
                    <a:pt x="12" y="14"/>
                  </a:cubicBezTo>
                  <a:cubicBezTo>
                    <a:pt x="18" y="14"/>
                    <a:pt x="22" y="12"/>
                    <a:pt x="21" y="9"/>
                  </a:cubicBezTo>
                  <a:cubicBezTo>
                    <a:pt x="21" y="6"/>
                    <a:pt x="16" y="2"/>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01" name="Freeform 1802"/>
            <p:cNvSpPr/>
            <p:nvPr/>
          </p:nvSpPr>
          <p:spPr bwMode="auto">
            <a:xfrm>
              <a:off x="1686229" y="11077353"/>
              <a:ext cx="60325" cy="41275"/>
            </a:xfrm>
            <a:custGeom>
              <a:avLst/>
              <a:gdLst>
                <a:gd name="T0" fmla="*/ 11 w 22"/>
                <a:gd name="T1" fmla="*/ 1 h 15"/>
                <a:gd name="T2" fmla="*/ 1 w 22"/>
                <a:gd name="T3" fmla="*/ 8 h 15"/>
                <a:gd name="T4" fmla="*/ 12 w 22"/>
                <a:gd name="T5" fmla="*/ 15 h 15"/>
                <a:gd name="T6" fmla="*/ 21 w 22"/>
                <a:gd name="T7" fmla="*/ 9 h 15"/>
                <a:gd name="T8" fmla="*/ 11 w 22"/>
                <a:gd name="T9" fmla="*/ 1 h 15"/>
              </a:gdLst>
              <a:ahLst/>
              <a:cxnLst>
                <a:cxn ang="0">
                  <a:pos x="T0" y="T1"/>
                </a:cxn>
                <a:cxn ang="0">
                  <a:pos x="T2" y="T3"/>
                </a:cxn>
                <a:cxn ang="0">
                  <a:pos x="T4" y="T5"/>
                </a:cxn>
                <a:cxn ang="0">
                  <a:pos x="T6" y="T7"/>
                </a:cxn>
                <a:cxn ang="0">
                  <a:pos x="T8" y="T9"/>
                </a:cxn>
              </a:cxnLst>
              <a:rect l="0" t="0" r="r" b="b"/>
              <a:pathLst>
                <a:path w="22" h="15">
                  <a:moveTo>
                    <a:pt x="11" y="1"/>
                  </a:moveTo>
                  <a:cubicBezTo>
                    <a:pt x="4" y="0"/>
                    <a:pt x="0" y="3"/>
                    <a:pt x="1" y="8"/>
                  </a:cubicBezTo>
                  <a:cubicBezTo>
                    <a:pt x="2" y="11"/>
                    <a:pt x="7" y="15"/>
                    <a:pt x="12" y="15"/>
                  </a:cubicBezTo>
                  <a:cubicBezTo>
                    <a:pt x="18" y="15"/>
                    <a:pt x="22" y="13"/>
                    <a:pt x="21" y="9"/>
                  </a:cubicBezTo>
                  <a:cubicBezTo>
                    <a:pt x="21" y="5"/>
                    <a:pt x="16" y="2"/>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02" name="Freeform 1803"/>
            <p:cNvSpPr/>
            <p:nvPr/>
          </p:nvSpPr>
          <p:spPr bwMode="auto">
            <a:xfrm>
              <a:off x="1475091" y="11075765"/>
              <a:ext cx="57150" cy="39688"/>
            </a:xfrm>
            <a:custGeom>
              <a:avLst/>
              <a:gdLst>
                <a:gd name="T0" fmla="*/ 10 w 21"/>
                <a:gd name="T1" fmla="*/ 0 h 15"/>
                <a:gd name="T2" fmla="*/ 0 w 21"/>
                <a:gd name="T3" fmla="*/ 7 h 15"/>
                <a:gd name="T4" fmla="*/ 11 w 21"/>
                <a:gd name="T5" fmla="*/ 15 h 15"/>
                <a:gd name="T6" fmla="*/ 21 w 21"/>
                <a:gd name="T7" fmla="*/ 7 h 15"/>
                <a:gd name="T8" fmla="*/ 10 w 21"/>
                <a:gd name="T9" fmla="*/ 0 h 15"/>
              </a:gdLst>
              <a:ahLst/>
              <a:cxnLst>
                <a:cxn ang="0">
                  <a:pos x="T0" y="T1"/>
                </a:cxn>
                <a:cxn ang="0">
                  <a:pos x="T2" y="T3"/>
                </a:cxn>
                <a:cxn ang="0">
                  <a:pos x="T4" y="T5"/>
                </a:cxn>
                <a:cxn ang="0">
                  <a:pos x="T6" y="T7"/>
                </a:cxn>
                <a:cxn ang="0">
                  <a:pos x="T8" y="T9"/>
                </a:cxn>
              </a:cxnLst>
              <a:rect l="0" t="0" r="r" b="b"/>
              <a:pathLst>
                <a:path w="21" h="15">
                  <a:moveTo>
                    <a:pt x="10" y="0"/>
                  </a:moveTo>
                  <a:cubicBezTo>
                    <a:pt x="4" y="0"/>
                    <a:pt x="0" y="3"/>
                    <a:pt x="0" y="7"/>
                  </a:cubicBezTo>
                  <a:cubicBezTo>
                    <a:pt x="0" y="11"/>
                    <a:pt x="5" y="15"/>
                    <a:pt x="11" y="15"/>
                  </a:cubicBezTo>
                  <a:cubicBezTo>
                    <a:pt x="17" y="14"/>
                    <a:pt x="21" y="11"/>
                    <a:pt x="21" y="7"/>
                  </a:cubicBezTo>
                  <a:cubicBezTo>
                    <a:pt x="20" y="3"/>
                    <a:pt x="16" y="0"/>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03" name="Freeform 1804"/>
            <p:cNvSpPr/>
            <p:nvPr/>
          </p:nvSpPr>
          <p:spPr bwMode="auto">
            <a:xfrm>
              <a:off x="1260779" y="11091640"/>
              <a:ext cx="60325" cy="46038"/>
            </a:xfrm>
            <a:custGeom>
              <a:avLst/>
              <a:gdLst>
                <a:gd name="T0" fmla="*/ 10 w 22"/>
                <a:gd name="T1" fmla="*/ 1 h 17"/>
                <a:gd name="T2" fmla="*/ 1 w 22"/>
                <a:gd name="T3" fmla="*/ 10 h 17"/>
                <a:gd name="T4" fmla="*/ 13 w 22"/>
                <a:gd name="T5" fmla="*/ 16 h 17"/>
                <a:gd name="T6" fmla="*/ 21 w 22"/>
                <a:gd name="T7" fmla="*/ 7 h 17"/>
                <a:gd name="T8" fmla="*/ 10 w 22"/>
                <a:gd name="T9" fmla="*/ 1 h 17"/>
              </a:gdLst>
              <a:ahLst/>
              <a:cxnLst>
                <a:cxn ang="0">
                  <a:pos x="T0" y="T1"/>
                </a:cxn>
                <a:cxn ang="0">
                  <a:pos x="T2" y="T3"/>
                </a:cxn>
                <a:cxn ang="0">
                  <a:pos x="T4" y="T5"/>
                </a:cxn>
                <a:cxn ang="0">
                  <a:pos x="T6" y="T7"/>
                </a:cxn>
                <a:cxn ang="0">
                  <a:pos x="T8" y="T9"/>
                </a:cxn>
              </a:cxnLst>
              <a:rect l="0" t="0" r="r" b="b"/>
              <a:pathLst>
                <a:path w="22" h="17">
                  <a:moveTo>
                    <a:pt x="10" y="1"/>
                  </a:moveTo>
                  <a:cubicBezTo>
                    <a:pt x="4" y="2"/>
                    <a:pt x="0" y="6"/>
                    <a:pt x="1" y="10"/>
                  </a:cubicBezTo>
                  <a:cubicBezTo>
                    <a:pt x="1" y="14"/>
                    <a:pt x="7" y="17"/>
                    <a:pt x="13" y="16"/>
                  </a:cubicBezTo>
                  <a:cubicBezTo>
                    <a:pt x="18" y="15"/>
                    <a:pt x="22" y="11"/>
                    <a:pt x="21" y="7"/>
                  </a:cubicBezTo>
                  <a:cubicBezTo>
                    <a:pt x="20" y="3"/>
                    <a:pt x="15"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04" name="Freeform 1805"/>
            <p:cNvSpPr/>
            <p:nvPr/>
          </p:nvSpPr>
          <p:spPr bwMode="auto">
            <a:xfrm>
              <a:off x="1049641" y="11137678"/>
              <a:ext cx="58738" cy="49213"/>
            </a:xfrm>
            <a:custGeom>
              <a:avLst/>
              <a:gdLst>
                <a:gd name="T0" fmla="*/ 10 w 22"/>
                <a:gd name="T1" fmla="*/ 1 h 18"/>
                <a:gd name="T2" fmla="*/ 1 w 22"/>
                <a:gd name="T3" fmla="*/ 12 h 18"/>
                <a:gd name="T4" fmla="*/ 13 w 22"/>
                <a:gd name="T5" fmla="*/ 16 h 18"/>
                <a:gd name="T6" fmla="*/ 21 w 22"/>
                <a:gd name="T7" fmla="*/ 6 h 18"/>
                <a:gd name="T8" fmla="*/ 10 w 22"/>
                <a:gd name="T9" fmla="*/ 1 h 18"/>
              </a:gdLst>
              <a:ahLst/>
              <a:cxnLst>
                <a:cxn ang="0">
                  <a:pos x="T0" y="T1"/>
                </a:cxn>
                <a:cxn ang="0">
                  <a:pos x="T2" y="T3"/>
                </a:cxn>
                <a:cxn ang="0">
                  <a:pos x="T4" y="T5"/>
                </a:cxn>
                <a:cxn ang="0">
                  <a:pos x="T6" y="T7"/>
                </a:cxn>
                <a:cxn ang="0">
                  <a:pos x="T8" y="T9"/>
                </a:cxn>
              </a:cxnLst>
              <a:rect l="0" t="0" r="r" b="b"/>
              <a:pathLst>
                <a:path w="22" h="18">
                  <a:moveTo>
                    <a:pt x="10" y="1"/>
                  </a:moveTo>
                  <a:cubicBezTo>
                    <a:pt x="4" y="3"/>
                    <a:pt x="0" y="8"/>
                    <a:pt x="1" y="12"/>
                  </a:cubicBezTo>
                  <a:cubicBezTo>
                    <a:pt x="1" y="16"/>
                    <a:pt x="7" y="18"/>
                    <a:pt x="13" y="16"/>
                  </a:cubicBezTo>
                  <a:cubicBezTo>
                    <a:pt x="18" y="14"/>
                    <a:pt x="22" y="10"/>
                    <a:pt x="21" y="6"/>
                  </a:cubicBezTo>
                  <a:cubicBezTo>
                    <a:pt x="20" y="2"/>
                    <a:pt x="15"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05" name="Freeform 1806"/>
            <p:cNvSpPr/>
            <p:nvPr/>
          </p:nvSpPr>
          <p:spPr bwMode="auto">
            <a:xfrm>
              <a:off x="840091" y="11213878"/>
              <a:ext cx="57150" cy="50800"/>
            </a:xfrm>
            <a:custGeom>
              <a:avLst/>
              <a:gdLst>
                <a:gd name="T0" fmla="*/ 9 w 21"/>
                <a:gd name="T1" fmla="*/ 3 h 19"/>
                <a:gd name="T2" fmla="*/ 0 w 21"/>
                <a:gd name="T3" fmla="*/ 14 h 19"/>
                <a:gd name="T4" fmla="*/ 13 w 21"/>
                <a:gd name="T5" fmla="*/ 16 h 19"/>
                <a:gd name="T6" fmla="*/ 20 w 21"/>
                <a:gd name="T7" fmla="*/ 5 h 19"/>
                <a:gd name="T8" fmla="*/ 9 w 21"/>
                <a:gd name="T9" fmla="*/ 3 h 19"/>
              </a:gdLst>
              <a:ahLst/>
              <a:cxnLst>
                <a:cxn ang="0">
                  <a:pos x="T0" y="T1"/>
                </a:cxn>
                <a:cxn ang="0">
                  <a:pos x="T2" y="T3"/>
                </a:cxn>
                <a:cxn ang="0">
                  <a:pos x="T4" y="T5"/>
                </a:cxn>
                <a:cxn ang="0">
                  <a:pos x="T6" y="T7"/>
                </a:cxn>
                <a:cxn ang="0">
                  <a:pos x="T8" y="T9"/>
                </a:cxn>
              </a:cxnLst>
              <a:rect l="0" t="0" r="r" b="b"/>
              <a:pathLst>
                <a:path w="21" h="19">
                  <a:moveTo>
                    <a:pt x="9" y="3"/>
                  </a:moveTo>
                  <a:cubicBezTo>
                    <a:pt x="4" y="5"/>
                    <a:pt x="0" y="10"/>
                    <a:pt x="0" y="14"/>
                  </a:cubicBezTo>
                  <a:cubicBezTo>
                    <a:pt x="1" y="18"/>
                    <a:pt x="7" y="19"/>
                    <a:pt x="13" y="16"/>
                  </a:cubicBezTo>
                  <a:cubicBezTo>
                    <a:pt x="18" y="14"/>
                    <a:pt x="21" y="9"/>
                    <a:pt x="20" y="5"/>
                  </a:cubicBezTo>
                  <a:cubicBezTo>
                    <a:pt x="19" y="1"/>
                    <a:pt x="14" y="0"/>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06" name="Freeform 1807"/>
            <p:cNvSpPr/>
            <p:nvPr/>
          </p:nvSpPr>
          <p:spPr bwMode="auto">
            <a:xfrm>
              <a:off x="630541" y="11317065"/>
              <a:ext cx="57150" cy="49213"/>
            </a:xfrm>
            <a:custGeom>
              <a:avLst/>
              <a:gdLst>
                <a:gd name="T0" fmla="*/ 10 w 21"/>
                <a:gd name="T1" fmla="*/ 3 h 18"/>
                <a:gd name="T2" fmla="*/ 0 w 21"/>
                <a:gd name="T3" fmla="*/ 14 h 18"/>
                <a:gd name="T4" fmla="*/ 12 w 21"/>
                <a:gd name="T5" fmla="*/ 15 h 18"/>
                <a:gd name="T6" fmla="*/ 20 w 21"/>
                <a:gd name="T7" fmla="*/ 4 h 18"/>
                <a:gd name="T8" fmla="*/ 10 w 21"/>
                <a:gd name="T9" fmla="*/ 3 h 18"/>
              </a:gdLst>
              <a:ahLst/>
              <a:cxnLst>
                <a:cxn ang="0">
                  <a:pos x="T0" y="T1"/>
                </a:cxn>
                <a:cxn ang="0">
                  <a:pos x="T2" y="T3"/>
                </a:cxn>
                <a:cxn ang="0">
                  <a:pos x="T4" y="T5"/>
                </a:cxn>
                <a:cxn ang="0">
                  <a:pos x="T6" y="T7"/>
                </a:cxn>
                <a:cxn ang="0">
                  <a:pos x="T8" y="T9"/>
                </a:cxn>
              </a:cxnLst>
              <a:rect l="0" t="0" r="r" b="b"/>
              <a:pathLst>
                <a:path w="21" h="18">
                  <a:moveTo>
                    <a:pt x="10" y="3"/>
                  </a:moveTo>
                  <a:cubicBezTo>
                    <a:pt x="4" y="6"/>
                    <a:pt x="0" y="11"/>
                    <a:pt x="0" y="14"/>
                  </a:cubicBezTo>
                  <a:cubicBezTo>
                    <a:pt x="0" y="18"/>
                    <a:pt x="6" y="18"/>
                    <a:pt x="12" y="15"/>
                  </a:cubicBezTo>
                  <a:cubicBezTo>
                    <a:pt x="17" y="12"/>
                    <a:pt x="21" y="7"/>
                    <a:pt x="20" y="4"/>
                  </a:cubicBezTo>
                  <a:cubicBezTo>
                    <a:pt x="20" y="1"/>
                    <a:pt x="15" y="0"/>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07" name="Freeform 1808"/>
            <p:cNvSpPr/>
            <p:nvPr/>
          </p:nvSpPr>
          <p:spPr bwMode="auto">
            <a:xfrm>
              <a:off x="422579" y="11442478"/>
              <a:ext cx="57150" cy="46038"/>
            </a:xfrm>
            <a:custGeom>
              <a:avLst/>
              <a:gdLst>
                <a:gd name="T0" fmla="*/ 9 w 21"/>
                <a:gd name="T1" fmla="*/ 4 h 17"/>
                <a:gd name="T2" fmla="*/ 0 w 21"/>
                <a:gd name="T3" fmla="*/ 15 h 17"/>
                <a:gd name="T4" fmla="*/ 11 w 21"/>
                <a:gd name="T5" fmla="*/ 13 h 17"/>
                <a:gd name="T6" fmla="*/ 20 w 21"/>
                <a:gd name="T7" fmla="*/ 2 h 17"/>
                <a:gd name="T8" fmla="*/ 9 w 21"/>
                <a:gd name="T9" fmla="*/ 4 h 17"/>
              </a:gdLst>
              <a:ahLst/>
              <a:cxnLst>
                <a:cxn ang="0">
                  <a:pos x="T0" y="T1"/>
                </a:cxn>
                <a:cxn ang="0">
                  <a:pos x="T2" y="T3"/>
                </a:cxn>
                <a:cxn ang="0">
                  <a:pos x="T4" y="T5"/>
                </a:cxn>
                <a:cxn ang="0">
                  <a:pos x="T6" y="T7"/>
                </a:cxn>
                <a:cxn ang="0">
                  <a:pos x="T8" y="T9"/>
                </a:cxn>
              </a:cxnLst>
              <a:rect l="0" t="0" r="r" b="b"/>
              <a:pathLst>
                <a:path w="21" h="17">
                  <a:moveTo>
                    <a:pt x="9" y="4"/>
                  </a:moveTo>
                  <a:cubicBezTo>
                    <a:pt x="4" y="8"/>
                    <a:pt x="0" y="12"/>
                    <a:pt x="0" y="15"/>
                  </a:cubicBezTo>
                  <a:cubicBezTo>
                    <a:pt x="1" y="17"/>
                    <a:pt x="5" y="16"/>
                    <a:pt x="11" y="13"/>
                  </a:cubicBezTo>
                  <a:cubicBezTo>
                    <a:pt x="17" y="10"/>
                    <a:pt x="21" y="4"/>
                    <a:pt x="20" y="2"/>
                  </a:cubicBezTo>
                  <a:cubicBezTo>
                    <a:pt x="19" y="0"/>
                    <a:pt x="14" y="1"/>
                    <a:pt x="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08" name="Freeform 1809"/>
            <p:cNvSpPr/>
            <p:nvPr/>
          </p:nvSpPr>
          <p:spPr bwMode="auto">
            <a:xfrm>
              <a:off x="213029" y="11569478"/>
              <a:ext cx="57150" cy="41275"/>
            </a:xfrm>
            <a:custGeom>
              <a:avLst/>
              <a:gdLst>
                <a:gd name="T0" fmla="*/ 10 w 21"/>
                <a:gd name="T1" fmla="*/ 4 h 15"/>
                <a:gd name="T2" fmla="*/ 0 w 21"/>
                <a:gd name="T3" fmla="*/ 13 h 15"/>
                <a:gd name="T4" fmla="*/ 11 w 21"/>
                <a:gd name="T5" fmla="*/ 10 h 15"/>
                <a:gd name="T6" fmla="*/ 20 w 21"/>
                <a:gd name="T7" fmla="*/ 2 h 15"/>
                <a:gd name="T8" fmla="*/ 10 w 21"/>
                <a:gd name="T9" fmla="*/ 4 h 15"/>
              </a:gdLst>
              <a:ahLst/>
              <a:cxnLst>
                <a:cxn ang="0">
                  <a:pos x="T0" y="T1"/>
                </a:cxn>
                <a:cxn ang="0">
                  <a:pos x="T2" y="T3"/>
                </a:cxn>
                <a:cxn ang="0">
                  <a:pos x="T4" y="T5"/>
                </a:cxn>
                <a:cxn ang="0">
                  <a:pos x="T6" y="T7"/>
                </a:cxn>
                <a:cxn ang="0">
                  <a:pos x="T8" y="T9"/>
                </a:cxn>
              </a:cxnLst>
              <a:rect l="0" t="0" r="r" b="b"/>
              <a:pathLst>
                <a:path w="21" h="15">
                  <a:moveTo>
                    <a:pt x="10" y="4"/>
                  </a:moveTo>
                  <a:cubicBezTo>
                    <a:pt x="5" y="7"/>
                    <a:pt x="0" y="11"/>
                    <a:pt x="0" y="13"/>
                  </a:cubicBezTo>
                  <a:cubicBezTo>
                    <a:pt x="0" y="15"/>
                    <a:pt x="5" y="14"/>
                    <a:pt x="11" y="10"/>
                  </a:cubicBezTo>
                  <a:cubicBezTo>
                    <a:pt x="17" y="7"/>
                    <a:pt x="21" y="4"/>
                    <a:pt x="20" y="2"/>
                  </a:cubicBezTo>
                  <a:cubicBezTo>
                    <a:pt x="20" y="0"/>
                    <a:pt x="15" y="1"/>
                    <a:pt x="1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09" name="Freeform 1810"/>
            <p:cNvSpPr/>
            <p:nvPr/>
          </p:nvSpPr>
          <p:spPr bwMode="auto">
            <a:xfrm>
              <a:off x="1891" y="11686953"/>
              <a:ext cx="57150" cy="28575"/>
            </a:xfrm>
            <a:custGeom>
              <a:avLst/>
              <a:gdLst>
                <a:gd name="T0" fmla="*/ 12 w 21"/>
                <a:gd name="T1" fmla="*/ 7 h 11"/>
                <a:gd name="T2" fmla="*/ 21 w 21"/>
                <a:gd name="T3" fmla="*/ 1 h 11"/>
                <a:gd name="T4" fmla="*/ 11 w 21"/>
                <a:gd name="T5" fmla="*/ 4 h 11"/>
                <a:gd name="T6" fmla="*/ 1 w 21"/>
                <a:gd name="T7" fmla="*/ 10 h 11"/>
                <a:gd name="T8" fmla="*/ 12 w 21"/>
                <a:gd name="T9" fmla="*/ 7 h 11"/>
              </a:gdLst>
              <a:ahLst/>
              <a:cxnLst>
                <a:cxn ang="0">
                  <a:pos x="T0" y="T1"/>
                </a:cxn>
                <a:cxn ang="0">
                  <a:pos x="T2" y="T3"/>
                </a:cxn>
                <a:cxn ang="0">
                  <a:pos x="T4" y="T5"/>
                </a:cxn>
                <a:cxn ang="0">
                  <a:pos x="T6" y="T7"/>
                </a:cxn>
                <a:cxn ang="0">
                  <a:pos x="T8" y="T9"/>
                </a:cxn>
              </a:cxnLst>
              <a:rect l="0" t="0" r="r" b="b"/>
              <a:pathLst>
                <a:path w="21" h="11">
                  <a:moveTo>
                    <a:pt x="12" y="7"/>
                  </a:moveTo>
                  <a:cubicBezTo>
                    <a:pt x="17" y="5"/>
                    <a:pt x="21" y="2"/>
                    <a:pt x="21" y="1"/>
                  </a:cubicBezTo>
                  <a:cubicBezTo>
                    <a:pt x="21" y="0"/>
                    <a:pt x="16" y="1"/>
                    <a:pt x="11" y="4"/>
                  </a:cubicBezTo>
                  <a:cubicBezTo>
                    <a:pt x="5" y="6"/>
                    <a:pt x="1" y="9"/>
                    <a:pt x="1" y="10"/>
                  </a:cubicBezTo>
                  <a:cubicBezTo>
                    <a:pt x="0" y="11"/>
                    <a:pt x="6" y="10"/>
                    <a:pt x="1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10" name="Freeform 1811"/>
            <p:cNvSpPr/>
            <p:nvPr/>
          </p:nvSpPr>
          <p:spPr bwMode="auto">
            <a:xfrm>
              <a:off x="-210834" y="11772678"/>
              <a:ext cx="57150" cy="19050"/>
            </a:xfrm>
            <a:custGeom>
              <a:avLst/>
              <a:gdLst>
                <a:gd name="T0" fmla="*/ 21 w 21"/>
                <a:gd name="T1" fmla="*/ 1 h 7"/>
                <a:gd name="T2" fmla="*/ 10 w 21"/>
                <a:gd name="T3" fmla="*/ 3 h 7"/>
                <a:gd name="T4" fmla="*/ 1 w 21"/>
                <a:gd name="T5" fmla="*/ 7 h 7"/>
                <a:gd name="T6" fmla="*/ 12 w 21"/>
                <a:gd name="T7" fmla="*/ 4 h 7"/>
                <a:gd name="T8" fmla="*/ 21 w 21"/>
                <a:gd name="T9" fmla="*/ 1 h 7"/>
              </a:gdLst>
              <a:ahLst/>
              <a:cxnLst>
                <a:cxn ang="0">
                  <a:pos x="T0" y="T1"/>
                </a:cxn>
                <a:cxn ang="0">
                  <a:pos x="T2" y="T3"/>
                </a:cxn>
                <a:cxn ang="0">
                  <a:pos x="T4" y="T5"/>
                </a:cxn>
                <a:cxn ang="0">
                  <a:pos x="T6" y="T7"/>
                </a:cxn>
                <a:cxn ang="0">
                  <a:pos x="T8" y="T9"/>
                </a:cxn>
              </a:cxnLst>
              <a:rect l="0" t="0" r="r" b="b"/>
              <a:pathLst>
                <a:path w="21" h="7">
                  <a:moveTo>
                    <a:pt x="21" y="1"/>
                  </a:moveTo>
                  <a:cubicBezTo>
                    <a:pt x="21" y="0"/>
                    <a:pt x="16" y="1"/>
                    <a:pt x="10" y="3"/>
                  </a:cubicBezTo>
                  <a:cubicBezTo>
                    <a:pt x="4" y="5"/>
                    <a:pt x="0" y="6"/>
                    <a:pt x="1" y="7"/>
                  </a:cubicBezTo>
                  <a:cubicBezTo>
                    <a:pt x="1" y="7"/>
                    <a:pt x="6" y="6"/>
                    <a:pt x="12" y="4"/>
                  </a:cubicBezTo>
                  <a:cubicBezTo>
                    <a:pt x="17" y="3"/>
                    <a:pt x="21" y="1"/>
                    <a:pt x="2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11" name="Freeform 1812"/>
            <p:cNvSpPr/>
            <p:nvPr/>
          </p:nvSpPr>
          <p:spPr bwMode="auto">
            <a:xfrm>
              <a:off x="11674779" y="8859615"/>
              <a:ext cx="53975" cy="25400"/>
            </a:xfrm>
            <a:custGeom>
              <a:avLst/>
              <a:gdLst>
                <a:gd name="T0" fmla="*/ 0 w 20"/>
                <a:gd name="T1" fmla="*/ 7 h 9"/>
                <a:gd name="T2" fmla="*/ 12 w 20"/>
                <a:gd name="T3" fmla="*/ 7 h 9"/>
                <a:gd name="T4" fmla="*/ 20 w 20"/>
                <a:gd name="T5" fmla="*/ 2 h 9"/>
                <a:gd name="T6" fmla="*/ 9 w 20"/>
                <a:gd name="T7" fmla="*/ 2 h 9"/>
                <a:gd name="T8" fmla="*/ 0 w 20"/>
                <a:gd name="T9" fmla="*/ 7 h 9"/>
              </a:gdLst>
              <a:ahLst/>
              <a:cxnLst>
                <a:cxn ang="0">
                  <a:pos x="T0" y="T1"/>
                </a:cxn>
                <a:cxn ang="0">
                  <a:pos x="T2" y="T3"/>
                </a:cxn>
                <a:cxn ang="0">
                  <a:pos x="T4" y="T5"/>
                </a:cxn>
                <a:cxn ang="0">
                  <a:pos x="T6" y="T7"/>
                </a:cxn>
                <a:cxn ang="0">
                  <a:pos x="T8" y="T9"/>
                </a:cxn>
              </a:cxnLst>
              <a:rect l="0" t="0" r="r" b="b"/>
              <a:pathLst>
                <a:path w="20" h="9">
                  <a:moveTo>
                    <a:pt x="0" y="7"/>
                  </a:moveTo>
                  <a:cubicBezTo>
                    <a:pt x="0" y="9"/>
                    <a:pt x="6" y="8"/>
                    <a:pt x="12" y="7"/>
                  </a:cubicBezTo>
                  <a:cubicBezTo>
                    <a:pt x="18" y="5"/>
                    <a:pt x="20" y="3"/>
                    <a:pt x="20" y="2"/>
                  </a:cubicBezTo>
                  <a:cubicBezTo>
                    <a:pt x="19" y="0"/>
                    <a:pt x="14" y="0"/>
                    <a:pt x="9" y="2"/>
                  </a:cubicBezTo>
                  <a:cubicBezTo>
                    <a:pt x="3" y="3"/>
                    <a:pt x="0" y="5"/>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12" name="Freeform 1814"/>
            <p:cNvSpPr/>
            <p:nvPr/>
          </p:nvSpPr>
          <p:spPr bwMode="auto">
            <a:xfrm>
              <a:off x="11463642" y="8923115"/>
              <a:ext cx="58738" cy="34925"/>
            </a:xfrm>
            <a:custGeom>
              <a:avLst/>
              <a:gdLst>
                <a:gd name="T0" fmla="*/ 9 w 22"/>
                <a:gd name="T1" fmla="*/ 2 h 13"/>
                <a:gd name="T2" fmla="*/ 1 w 22"/>
                <a:gd name="T3" fmla="*/ 10 h 13"/>
                <a:gd name="T4" fmla="*/ 12 w 22"/>
                <a:gd name="T5" fmla="*/ 11 h 13"/>
                <a:gd name="T6" fmla="*/ 21 w 22"/>
                <a:gd name="T7" fmla="*/ 2 h 13"/>
                <a:gd name="T8" fmla="*/ 9 w 22"/>
                <a:gd name="T9" fmla="*/ 2 h 13"/>
              </a:gdLst>
              <a:ahLst/>
              <a:cxnLst>
                <a:cxn ang="0">
                  <a:pos x="T0" y="T1"/>
                </a:cxn>
                <a:cxn ang="0">
                  <a:pos x="T2" y="T3"/>
                </a:cxn>
                <a:cxn ang="0">
                  <a:pos x="T4" y="T5"/>
                </a:cxn>
                <a:cxn ang="0">
                  <a:pos x="T6" y="T7"/>
                </a:cxn>
                <a:cxn ang="0">
                  <a:pos x="T8" y="T9"/>
                </a:cxn>
              </a:cxnLst>
              <a:rect l="0" t="0" r="r" b="b"/>
              <a:pathLst>
                <a:path w="22" h="13">
                  <a:moveTo>
                    <a:pt x="9" y="2"/>
                  </a:moveTo>
                  <a:cubicBezTo>
                    <a:pt x="4" y="4"/>
                    <a:pt x="0" y="8"/>
                    <a:pt x="1" y="10"/>
                  </a:cubicBezTo>
                  <a:cubicBezTo>
                    <a:pt x="2" y="13"/>
                    <a:pt x="7" y="13"/>
                    <a:pt x="12" y="11"/>
                  </a:cubicBezTo>
                  <a:cubicBezTo>
                    <a:pt x="18" y="9"/>
                    <a:pt x="22" y="5"/>
                    <a:pt x="21" y="2"/>
                  </a:cubicBezTo>
                  <a:cubicBezTo>
                    <a:pt x="20" y="0"/>
                    <a:pt x="14"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13" name="Freeform 1815"/>
            <p:cNvSpPr/>
            <p:nvPr/>
          </p:nvSpPr>
          <p:spPr bwMode="auto">
            <a:xfrm>
              <a:off x="11254092" y="8989790"/>
              <a:ext cx="60325" cy="46038"/>
            </a:xfrm>
            <a:custGeom>
              <a:avLst/>
              <a:gdLst>
                <a:gd name="T0" fmla="*/ 10 w 22"/>
                <a:gd name="T1" fmla="*/ 2 h 17"/>
                <a:gd name="T2" fmla="*/ 1 w 22"/>
                <a:gd name="T3" fmla="*/ 11 h 17"/>
                <a:gd name="T4" fmla="*/ 13 w 22"/>
                <a:gd name="T5" fmla="*/ 15 h 17"/>
                <a:gd name="T6" fmla="*/ 21 w 22"/>
                <a:gd name="T7" fmla="*/ 5 h 17"/>
                <a:gd name="T8" fmla="*/ 10 w 22"/>
                <a:gd name="T9" fmla="*/ 2 h 17"/>
              </a:gdLst>
              <a:ahLst/>
              <a:cxnLst>
                <a:cxn ang="0">
                  <a:pos x="T0" y="T1"/>
                </a:cxn>
                <a:cxn ang="0">
                  <a:pos x="T2" y="T3"/>
                </a:cxn>
                <a:cxn ang="0">
                  <a:pos x="T4" y="T5"/>
                </a:cxn>
                <a:cxn ang="0">
                  <a:pos x="T6" y="T7"/>
                </a:cxn>
                <a:cxn ang="0">
                  <a:pos x="T8" y="T9"/>
                </a:cxn>
              </a:cxnLst>
              <a:rect l="0" t="0" r="r" b="b"/>
              <a:pathLst>
                <a:path w="22" h="17">
                  <a:moveTo>
                    <a:pt x="10" y="2"/>
                  </a:moveTo>
                  <a:cubicBezTo>
                    <a:pt x="5" y="3"/>
                    <a:pt x="0" y="7"/>
                    <a:pt x="1" y="11"/>
                  </a:cubicBezTo>
                  <a:cubicBezTo>
                    <a:pt x="1" y="15"/>
                    <a:pt x="7" y="17"/>
                    <a:pt x="13" y="15"/>
                  </a:cubicBezTo>
                  <a:cubicBezTo>
                    <a:pt x="18" y="13"/>
                    <a:pt x="22" y="9"/>
                    <a:pt x="21" y="5"/>
                  </a:cubicBezTo>
                  <a:cubicBezTo>
                    <a:pt x="20" y="2"/>
                    <a:pt x="15"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14" name="Freeform 1816"/>
            <p:cNvSpPr/>
            <p:nvPr/>
          </p:nvSpPr>
          <p:spPr bwMode="auto">
            <a:xfrm>
              <a:off x="11039779" y="9034240"/>
              <a:ext cx="61913" cy="46038"/>
            </a:xfrm>
            <a:custGeom>
              <a:avLst/>
              <a:gdLst>
                <a:gd name="T0" fmla="*/ 9 w 23"/>
                <a:gd name="T1" fmla="*/ 2 h 17"/>
                <a:gd name="T2" fmla="*/ 2 w 23"/>
                <a:gd name="T3" fmla="*/ 12 h 17"/>
                <a:gd name="T4" fmla="*/ 14 w 23"/>
                <a:gd name="T5" fmla="*/ 15 h 17"/>
                <a:gd name="T6" fmla="*/ 22 w 23"/>
                <a:gd name="T7" fmla="*/ 7 h 17"/>
                <a:gd name="T8" fmla="*/ 9 w 23"/>
                <a:gd name="T9" fmla="*/ 2 h 17"/>
              </a:gdLst>
              <a:ahLst/>
              <a:cxnLst>
                <a:cxn ang="0">
                  <a:pos x="T0" y="T1"/>
                </a:cxn>
                <a:cxn ang="0">
                  <a:pos x="T2" y="T3"/>
                </a:cxn>
                <a:cxn ang="0">
                  <a:pos x="T4" y="T5"/>
                </a:cxn>
                <a:cxn ang="0">
                  <a:pos x="T6" y="T7"/>
                </a:cxn>
                <a:cxn ang="0">
                  <a:pos x="T8" y="T9"/>
                </a:cxn>
              </a:cxnLst>
              <a:rect l="0" t="0" r="r" b="b"/>
              <a:pathLst>
                <a:path w="23" h="17">
                  <a:moveTo>
                    <a:pt x="9" y="2"/>
                  </a:moveTo>
                  <a:cubicBezTo>
                    <a:pt x="4" y="4"/>
                    <a:pt x="0" y="9"/>
                    <a:pt x="2" y="12"/>
                  </a:cubicBezTo>
                  <a:cubicBezTo>
                    <a:pt x="3" y="16"/>
                    <a:pt x="9" y="17"/>
                    <a:pt x="14" y="15"/>
                  </a:cubicBezTo>
                  <a:cubicBezTo>
                    <a:pt x="19" y="14"/>
                    <a:pt x="23" y="11"/>
                    <a:pt x="22" y="7"/>
                  </a:cubicBezTo>
                  <a:cubicBezTo>
                    <a:pt x="21" y="2"/>
                    <a:pt x="15"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15" name="Freeform 1817"/>
            <p:cNvSpPr/>
            <p:nvPr/>
          </p:nvSpPr>
          <p:spPr bwMode="auto">
            <a:xfrm>
              <a:off x="10830229" y="9092978"/>
              <a:ext cx="60325" cy="46038"/>
            </a:xfrm>
            <a:custGeom>
              <a:avLst/>
              <a:gdLst>
                <a:gd name="T0" fmla="*/ 9 w 22"/>
                <a:gd name="T1" fmla="*/ 2 h 17"/>
                <a:gd name="T2" fmla="*/ 1 w 22"/>
                <a:gd name="T3" fmla="*/ 12 h 17"/>
                <a:gd name="T4" fmla="*/ 13 w 22"/>
                <a:gd name="T5" fmla="*/ 15 h 17"/>
                <a:gd name="T6" fmla="*/ 21 w 22"/>
                <a:gd name="T7" fmla="*/ 5 h 17"/>
                <a:gd name="T8" fmla="*/ 9 w 22"/>
                <a:gd name="T9" fmla="*/ 2 h 17"/>
              </a:gdLst>
              <a:ahLst/>
              <a:cxnLst>
                <a:cxn ang="0">
                  <a:pos x="T0" y="T1"/>
                </a:cxn>
                <a:cxn ang="0">
                  <a:pos x="T2" y="T3"/>
                </a:cxn>
                <a:cxn ang="0">
                  <a:pos x="T4" y="T5"/>
                </a:cxn>
                <a:cxn ang="0">
                  <a:pos x="T6" y="T7"/>
                </a:cxn>
                <a:cxn ang="0">
                  <a:pos x="T8" y="T9"/>
                </a:cxn>
              </a:cxnLst>
              <a:rect l="0" t="0" r="r" b="b"/>
              <a:pathLst>
                <a:path w="22" h="17">
                  <a:moveTo>
                    <a:pt x="9" y="2"/>
                  </a:moveTo>
                  <a:cubicBezTo>
                    <a:pt x="3" y="4"/>
                    <a:pt x="0" y="9"/>
                    <a:pt x="1" y="12"/>
                  </a:cubicBezTo>
                  <a:cubicBezTo>
                    <a:pt x="2" y="15"/>
                    <a:pt x="8" y="17"/>
                    <a:pt x="13" y="15"/>
                  </a:cubicBezTo>
                  <a:cubicBezTo>
                    <a:pt x="18" y="13"/>
                    <a:pt x="22" y="9"/>
                    <a:pt x="21" y="5"/>
                  </a:cubicBezTo>
                  <a:cubicBezTo>
                    <a:pt x="20" y="1"/>
                    <a:pt x="15"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16" name="Freeform 1818"/>
            <p:cNvSpPr/>
            <p:nvPr/>
          </p:nvSpPr>
          <p:spPr bwMode="auto">
            <a:xfrm>
              <a:off x="10622267" y="9164415"/>
              <a:ext cx="57150" cy="42863"/>
            </a:xfrm>
            <a:custGeom>
              <a:avLst/>
              <a:gdLst>
                <a:gd name="T0" fmla="*/ 9 w 21"/>
                <a:gd name="T1" fmla="*/ 2 h 16"/>
                <a:gd name="T2" fmla="*/ 0 w 21"/>
                <a:gd name="T3" fmla="*/ 11 h 16"/>
                <a:gd name="T4" fmla="*/ 12 w 21"/>
                <a:gd name="T5" fmla="*/ 14 h 16"/>
                <a:gd name="T6" fmla="*/ 21 w 21"/>
                <a:gd name="T7" fmla="*/ 5 h 16"/>
                <a:gd name="T8" fmla="*/ 9 w 21"/>
                <a:gd name="T9" fmla="*/ 2 h 16"/>
              </a:gdLst>
              <a:ahLst/>
              <a:cxnLst>
                <a:cxn ang="0">
                  <a:pos x="T0" y="T1"/>
                </a:cxn>
                <a:cxn ang="0">
                  <a:pos x="T2" y="T3"/>
                </a:cxn>
                <a:cxn ang="0">
                  <a:pos x="T4" y="T5"/>
                </a:cxn>
                <a:cxn ang="0">
                  <a:pos x="T6" y="T7"/>
                </a:cxn>
                <a:cxn ang="0">
                  <a:pos x="T8" y="T9"/>
                </a:cxn>
              </a:cxnLst>
              <a:rect l="0" t="0" r="r" b="b"/>
              <a:pathLst>
                <a:path w="21" h="16">
                  <a:moveTo>
                    <a:pt x="9" y="2"/>
                  </a:moveTo>
                  <a:cubicBezTo>
                    <a:pt x="4" y="4"/>
                    <a:pt x="0" y="8"/>
                    <a:pt x="0" y="11"/>
                  </a:cubicBezTo>
                  <a:cubicBezTo>
                    <a:pt x="1" y="15"/>
                    <a:pt x="6" y="16"/>
                    <a:pt x="12" y="14"/>
                  </a:cubicBezTo>
                  <a:cubicBezTo>
                    <a:pt x="18" y="12"/>
                    <a:pt x="21" y="8"/>
                    <a:pt x="21" y="5"/>
                  </a:cubicBezTo>
                  <a:cubicBezTo>
                    <a:pt x="20" y="1"/>
                    <a:pt x="15"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17" name="Freeform 1819"/>
            <p:cNvSpPr/>
            <p:nvPr/>
          </p:nvSpPr>
          <p:spPr bwMode="auto">
            <a:xfrm>
              <a:off x="10409542" y="9242203"/>
              <a:ext cx="57150" cy="41275"/>
            </a:xfrm>
            <a:custGeom>
              <a:avLst/>
              <a:gdLst>
                <a:gd name="T0" fmla="*/ 11 w 21"/>
                <a:gd name="T1" fmla="*/ 2 h 15"/>
                <a:gd name="T2" fmla="*/ 1 w 21"/>
                <a:gd name="T3" fmla="*/ 12 h 15"/>
                <a:gd name="T4" fmla="*/ 12 w 21"/>
                <a:gd name="T5" fmla="*/ 13 h 15"/>
                <a:gd name="T6" fmla="*/ 21 w 21"/>
                <a:gd name="T7" fmla="*/ 4 h 15"/>
                <a:gd name="T8" fmla="*/ 11 w 21"/>
                <a:gd name="T9" fmla="*/ 2 h 15"/>
              </a:gdLst>
              <a:ahLst/>
              <a:cxnLst>
                <a:cxn ang="0">
                  <a:pos x="T0" y="T1"/>
                </a:cxn>
                <a:cxn ang="0">
                  <a:pos x="T2" y="T3"/>
                </a:cxn>
                <a:cxn ang="0">
                  <a:pos x="T4" y="T5"/>
                </a:cxn>
                <a:cxn ang="0">
                  <a:pos x="T6" y="T7"/>
                </a:cxn>
                <a:cxn ang="0">
                  <a:pos x="T8" y="T9"/>
                </a:cxn>
              </a:cxnLst>
              <a:rect l="0" t="0" r="r" b="b"/>
              <a:pathLst>
                <a:path w="21" h="15">
                  <a:moveTo>
                    <a:pt x="11" y="2"/>
                  </a:moveTo>
                  <a:cubicBezTo>
                    <a:pt x="4" y="4"/>
                    <a:pt x="0" y="8"/>
                    <a:pt x="1" y="12"/>
                  </a:cubicBezTo>
                  <a:cubicBezTo>
                    <a:pt x="1" y="14"/>
                    <a:pt x="7" y="15"/>
                    <a:pt x="12" y="13"/>
                  </a:cubicBezTo>
                  <a:cubicBezTo>
                    <a:pt x="17" y="11"/>
                    <a:pt x="21" y="7"/>
                    <a:pt x="21" y="4"/>
                  </a:cubicBezTo>
                  <a:cubicBezTo>
                    <a:pt x="21" y="1"/>
                    <a:pt x="16" y="0"/>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18" name="Freeform 1820"/>
            <p:cNvSpPr/>
            <p:nvPr/>
          </p:nvSpPr>
          <p:spPr bwMode="auto">
            <a:xfrm>
              <a:off x="10198404" y="9326340"/>
              <a:ext cx="60325" cy="38100"/>
            </a:xfrm>
            <a:custGeom>
              <a:avLst/>
              <a:gdLst>
                <a:gd name="T0" fmla="*/ 9 w 22"/>
                <a:gd name="T1" fmla="*/ 3 h 14"/>
                <a:gd name="T2" fmla="*/ 1 w 22"/>
                <a:gd name="T3" fmla="*/ 11 h 14"/>
                <a:gd name="T4" fmla="*/ 12 w 22"/>
                <a:gd name="T5" fmla="*/ 12 h 14"/>
                <a:gd name="T6" fmla="*/ 21 w 22"/>
                <a:gd name="T7" fmla="*/ 4 h 14"/>
                <a:gd name="T8" fmla="*/ 9 w 22"/>
                <a:gd name="T9" fmla="*/ 3 h 14"/>
              </a:gdLst>
              <a:ahLst/>
              <a:cxnLst>
                <a:cxn ang="0">
                  <a:pos x="T0" y="T1"/>
                </a:cxn>
                <a:cxn ang="0">
                  <a:pos x="T2" y="T3"/>
                </a:cxn>
                <a:cxn ang="0">
                  <a:pos x="T4" y="T5"/>
                </a:cxn>
                <a:cxn ang="0">
                  <a:pos x="T6" y="T7"/>
                </a:cxn>
                <a:cxn ang="0">
                  <a:pos x="T8" y="T9"/>
                </a:cxn>
              </a:cxnLst>
              <a:rect l="0" t="0" r="r" b="b"/>
              <a:pathLst>
                <a:path w="22" h="14">
                  <a:moveTo>
                    <a:pt x="9" y="3"/>
                  </a:moveTo>
                  <a:cubicBezTo>
                    <a:pt x="4" y="5"/>
                    <a:pt x="0" y="9"/>
                    <a:pt x="1" y="11"/>
                  </a:cubicBezTo>
                  <a:cubicBezTo>
                    <a:pt x="2" y="14"/>
                    <a:pt x="7" y="14"/>
                    <a:pt x="12" y="12"/>
                  </a:cubicBezTo>
                  <a:cubicBezTo>
                    <a:pt x="18" y="10"/>
                    <a:pt x="22" y="6"/>
                    <a:pt x="21" y="4"/>
                  </a:cubicBezTo>
                  <a:cubicBezTo>
                    <a:pt x="21" y="0"/>
                    <a:pt x="15" y="0"/>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19" name="Freeform 1821"/>
            <p:cNvSpPr/>
            <p:nvPr/>
          </p:nvSpPr>
          <p:spPr bwMode="auto">
            <a:xfrm>
              <a:off x="9988854" y="9416828"/>
              <a:ext cx="57150" cy="34925"/>
            </a:xfrm>
            <a:custGeom>
              <a:avLst/>
              <a:gdLst>
                <a:gd name="T0" fmla="*/ 10 w 21"/>
                <a:gd name="T1" fmla="*/ 2 h 13"/>
                <a:gd name="T2" fmla="*/ 0 w 21"/>
                <a:gd name="T3" fmla="*/ 10 h 13"/>
                <a:gd name="T4" fmla="*/ 12 w 21"/>
                <a:gd name="T5" fmla="*/ 11 h 13"/>
                <a:gd name="T6" fmla="*/ 21 w 21"/>
                <a:gd name="T7" fmla="*/ 2 h 13"/>
                <a:gd name="T8" fmla="*/ 10 w 21"/>
                <a:gd name="T9" fmla="*/ 2 h 13"/>
              </a:gdLst>
              <a:ahLst/>
              <a:cxnLst>
                <a:cxn ang="0">
                  <a:pos x="T0" y="T1"/>
                </a:cxn>
                <a:cxn ang="0">
                  <a:pos x="T2" y="T3"/>
                </a:cxn>
                <a:cxn ang="0">
                  <a:pos x="T4" y="T5"/>
                </a:cxn>
                <a:cxn ang="0">
                  <a:pos x="T6" y="T7"/>
                </a:cxn>
                <a:cxn ang="0">
                  <a:pos x="T8" y="T9"/>
                </a:cxn>
              </a:cxnLst>
              <a:rect l="0" t="0" r="r" b="b"/>
              <a:pathLst>
                <a:path w="21" h="13">
                  <a:moveTo>
                    <a:pt x="10" y="2"/>
                  </a:moveTo>
                  <a:cubicBezTo>
                    <a:pt x="4" y="4"/>
                    <a:pt x="0" y="8"/>
                    <a:pt x="0" y="10"/>
                  </a:cubicBezTo>
                  <a:cubicBezTo>
                    <a:pt x="0" y="13"/>
                    <a:pt x="6" y="13"/>
                    <a:pt x="12" y="11"/>
                  </a:cubicBezTo>
                  <a:cubicBezTo>
                    <a:pt x="17" y="8"/>
                    <a:pt x="21" y="5"/>
                    <a:pt x="21" y="2"/>
                  </a:cubicBezTo>
                  <a:cubicBezTo>
                    <a:pt x="20" y="0"/>
                    <a:pt x="15"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20" name="Freeform 1822"/>
            <p:cNvSpPr/>
            <p:nvPr/>
          </p:nvSpPr>
          <p:spPr bwMode="auto">
            <a:xfrm>
              <a:off x="9774542" y="9504140"/>
              <a:ext cx="63500" cy="34925"/>
            </a:xfrm>
            <a:custGeom>
              <a:avLst/>
              <a:gdLst>
                <a:gd name="T0" fmla="*/ 9 w 23"/>
                <a:gd name="T1" fmla="*/ 4 h 13"/>
                <a:gd name="T2" fmla="*/ 2 w 23"/>
                <a:gd name="T3" fmla="*/ 12 h 13"/>
                <a:gd name="T4" fmla="*/ 14 w 23"/>
                <a:gd name="T5" fmla="*/ 10 h 13"/>
                <a:gd name="T6" fmla="*/ 22 w 23"/>
                <a:gd name="T7" fmla="*/ 3 h 13"/>
                <a:gd name="T8" fmla="*/ 9 w 23"/>
                <a:gd name="T9" fmla="*/ 4 h 13"/>
              </a:gdLst>
              <a:ahLst/>
              <a:cxnLst>
                <a:cxn ang="0">
                  <a:pos x="T0" y="T1"/>
                </a:cxn>
                <a:cxn ang="0">
                  <a:pos x="T2" y="T3"/>
                </a:cxn>
                <a:cxn ang="0">
                  <a:pos x="T4" y="T5"/>
                </a:cxn>
                <a:cxn ang="0">
                  <a:pos x="T6" y="T7"/>
                </a:cxn>
                <a:cxn ang="0">
                  <a:pos x="T8" y="T9"/>
                </a:cxn>
              </a:cxnLst>
              <a:rect l="0" t="0" r="r" b="b"/>
              <a:pathLst>
                <a:path w="23" h="13">
                  <a:moveTo>
                    <a:pt x="9" y="4"/>
                  </a:moveTo>
                  <a:cubicBezTo>
                    <a:pt x="4" y="7"/>
                    <a:pt x="0" y="10"/>
                    <a:pt x="2" y="12"/>
                  </a:cubicBezTo>
                  <a:cubicBezTo>
                    <a:pt x="3" y="13"/>
                    <a:pt x="8" y="13"/>
                    <a:pt x="14" y="10"/>
                  </a:cubicBezTo>
                  <a:cubicBezTo>
                    <a:pt x="19" y="8"/>
                    <a:pt x="23" y="5"/>
                    <a:pt x="22" y="3"/>
                  </a:cubicBezTo>
                  <a:cubicBezTo>
                    <a:pt x="21" y="0"/>
                    <a:pt x="15" y="1"/>
                    <a:pt x="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21" name="Freeform 1823"/>
            <p:cNvSpPr/>
            <p:nvPr/>
          </p:nvSpPr>
          <p:spPr bwMode="auto">
            <a:xfrm>
              <a:off x="9563404" y="9596215"/>
              <a:ext cx="61913" cy="31750"/>
            </a:xfrm>
            <a:custGeom>
              <a:avLst/>
              <a:gdLst>
                <a:gd name="T0" fmla="*/ 9 w 23"/>
                <a:gd name="T1" fmla="*/ 3 h 12"/>
                <a:gd name="T2" fmla="*/ 2 w 23"/>
                <a:gd name="T3" fmla="*/ 11 h 12"/>
                <a:gd name="T4" fmla="*/ 14 w 23"/>
                <a:gd name="T5" fmla="*/ 9 h 12"/>
                <a:gd name="T6" fmla="*/ 22 w 23"/>
                <a:gd name="T7" fmla="*/ 2 h 12"/>
                <a:gd name="T8" fmla="*/ 9 w 23"/>
                <a:gd name="T9" fmla="*/ 3 h 12"/>
              </a:gdLst>
              <a:ahLst/>
              <a:cxnLst>
                <a:cxn ang="0">
                  <a:pos x="T0" y="T1"/>
                </a:cxn>
                <a:cxn ang="0">
                  <a:pos x="T2" y="T3"/>
                </a:cxn>
                <a:cxn ang="0">
                  <a:pos x="T4" y="T5"/>
                </a:cxn>
                <a:cxn ang="0">
                  <a:pos x="T6" y="T7"/>
                </a:cxn>
                <a:cxn ang="0">
                  <a:pos x="T8" y="T9"/>
                </a:cxn>
              </a:cxnLst>
              <a:rect l="0" t="0" r="r" b="b"/>
              <a:pathLst>
                <a:path w="23" h="12">
                  <a:moveTo>
                    <a:pt x="9" y="3"/>
                  </a:moveTo>
                  <a:cubicBezTo>
                    <a:pt x="4" y="6"/>
                    <a:pt x="0" y="9"/>
                    <a:pt x="2" y="11"/>
                  </a:cubicBezTo>
                  <a:cubicBezTo>
                    <a:pt x="3" y="12"/>
                    <a:pt x="8" y="11"/>
                    <a:pt x="14" y="9"/>
                  </a:cubicBezTo>
                  <a:cubicBezTo>
                    <a:pt x="19" y="6"/>
                    <a:pt x="23" y="3"/>
                    <a:pt x="22" y="2"/>
                  </a:cubicBezTo>
                  <a:cubicBezTo>
                    <a:pt x="21" y="0"/>
                    <a:pt x="15" y="0"/>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22" name="Freeform 1824"/>
            <p:cNvSpPr/>
            <p:nvPr/>
          </p:nvSpPr>
          <p:spPr bwMode="auto">
            <a:xfrm>
              <a:off x="9353854" y="9681940"/>
              <a:ext cx="57150" cy="33338"/>
            </a:xfrm>
            <a:custGeom>
              <a:avLst/>
              <a:gdLst>
                <a:gd name="T0" fmla="*/ 10 w 21"/>
                <a:gd name="T1" fmla="*/ 3 h 12"/>
                <a:gd name="T2" fmla="*/ 1 w 21"/>
                <a:gd name="T3" fmla="*/ 10 h 12"/>
                <a:gd name="T4" fmla="*/ 12 w 21"/>
                <a:gd name="T5" fmla="*/ 9 h 12"/>
                <a:gd name="T6" fmla="*/ 21 w 21"/>
                <a:gd name="T7" fmla="*/ 2 h 12"/>
                <a:gd name="T8" fmla="*/ 10 w 21"/>
                <a:gd name="T9" fmla="*/ 3 h 12"/>
              </a:gdLst>
              <a:ahLst/>
              <a:cxnLst>
                <a:cxn ang="0">
                  <a:pos x="T0" y="T1"/>
                </a:cxn>
                <a:cxn ang="0">
                  <a:pos x="T2" y="T3"/>
                </a:cxn>
                <a:cxn ang="0">
                  <a:pos x="T4" y="T5"/>
                </a:cxn>
                <a:cxn ang="0">
                  <a:pos x="T6" y="T7"/>
                </a:cxn>
                <a:cxn ang="0">
                  <a:pos x="T8" y="T9"/>
                </a:cxn>
              </a:cxnLst>
              <a:rect l="0" t="0" r="r" b="b"/>
              <a:pathLst>
                <a:path w="21" h="12">
                  <a:moveTo>
                    <a:pt x="10" y="3"/>
                  </a:moveTo>
                  <a:cubicBezTo>
                    <a:pt x="4" y="6"/>
                    <a:pt x="0" y="9"/>
                    <a:pt x="1" y="10"/>
                  </a:cubicBezTo>
                  <a:cubicBezTo>
                    <a:pt x="2" y="12"/>
                    <a:pt x="7" y="11"/>
                    <a:pt x="12" y="9"/>
                  </a:cubicBezTo>
                  <a:cubicBezTo>
                    <a:pt x="17" y="6"/>
                    <a:pt x="21" y="4"/>
                    <a:pt x="21" y="2"/>
                  </a:cubicBezTo>
                  <a:cubicBezTo>
                    <a:pt x="21" y="0"/>
                    <a:pt x="16"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23" name="Freeform 1825"/>
            <p:cNvSpPr/>
            <p:nvPr/>
          </p:nvSpPr>
          <p:spPr bwMode="auto">
            <a:xfrm>
              <a:off x="9142717" y="9769253"/>
              <a:ext cx="57150" cy="26988"/>
            </a:xfrm>
            <a:custGeom>
              <a:avLst/>
              <a:gdLst>
                <a:gd name="T0" fmla="*/ 9 w 21"/>
                <a:gd name="T1" fmla="*/ 3 h 10"/>
                <a:gd name="T2" fmla="*/ 0 w 21"/>
                <a:gd name="T3" fmla="*/ 9 h 10"/>
                <a:gd name="T4" fmla="*/ 12 w 21"/>
                <a:gd name="T5" fmla="*/ 7 h 10"/>
                <a:gd name="T6" fmla="*/ 21 w 21"/>
                <a:gd name="T7" fmla="*/ 1 h 10"/>
                <a:gd name="T8" fmla="*/ 9 w 21"/>
                <a:gd name="T9" fmla="*/ 3 h 10"/>
              </a:gdLst>
              <a:ahLst/>
              <a:cxnLst>
                <a:cxn ang="0">
                  <a:pos x="T0" y="T1"/>
                </a:cxn>
                <a:cxn ang="0">
                  <a:pos x="T2" y="T3"/>
                </a:cxn>
                <a:cxn ang="0">
                  <a:pos x="T4" y="T5"/>
                </a:cxn>
                <a:cxn ang="0">
                  <a:pos x="T6" y="T7"/>
                </a:cxn>
                <a:cxn ang="0">
                  <a:pos x="T8" y="T9"/>
                </a:cxn>
              </a:cxnLst>
              <a:rect l="0" t="0" r="r" b="b"/>
              <a:pathLst>
                <a:path w="21" h="10">
                  <a:moveTo>
                    <a:pt x="9" y="3"/>
                  </a:moveTo>
                  <a:cubicBezTo>
                    <a:pt x="4" y="5"/>
                    <a:pt x="0" y="8"/>
                    <a:pt x="0" y="9"/>
                  </a:cubicBezTo>
                  <a:cubicBezTo>
                    <a:pt x="1" y="10"/>
                    <a:pt x="6" y="9"/>
                    <a:pt x="12" y="7"/>
                  </a:cubicBezTo>
                  <a:cubicBezTo>
                    <a:pt x="17" y="5"/>
                    <a:pt x="21" y="2"/>
                    <a:pt x="21" y="1"/>
                  </a:cubicBezTo>
                  <a:cubicBezTo>
                    <a:pt x="21" y="0"/>
                    <a:pt x="15"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24" name="Freeform 1826"/>
            <p:cNvSpPr/>
            <p:nvPr/>
          </p:nvSpPr>
          <p:spPr bwMode="auto">
            <a:xfrm>
              <a:off x="8931579" y="9848628"/>
              <a:ext cx="55563" cy="23813"/>
            </a:xfrm>
            <a:custGeom>
              <a:avLst/>
              <a:gdLst>
                <a:gd name="T0" fmla="*/ 10 w 21"/>
                <a:gd name="T1" fmla="*/ 3 h 9"/>
                <a:gd name="T2" fmla="*/ 0 w 21"/>
                <a:gd name="T3" fmla="*/ 8 h 9"/>
                <a:gd name="T4" fmla="*/ 12 w 21"/>
                <a:gd name="T5" fmla="*/ 6 h 9"/>
                <a:gd name="T6" fmla="*/ 21 w 21"/>
                <a:gd name="T7" fmla="*/ 1 h 9"/>
                <a:gd name="T8" fmla="*/ 10 w 21"/>
                <a:gd name="T9" fmla="*/ 3 h 9"/>
              </a:gdLst>
              <a:ahLst/>
              <a:cxnLst>
                <a:cxn ang="0">
                  <a:pos x="T0" y="T1"/>
                </a:cxn>
                <a:cxn ang="0">
                  <a:pos x="T2" y="T3"/>
                </a:cxn>
                <a:cxn ang="0">
                  <a:pos x="T4" y="T5"/>
                </a:cxn>
                <a:cxn ang="0">
                  <a:pos x="T6" y="T7"/>
                </a:cxn>
                <a:cxn ang="0">
                  <a:pos x="T8" y="T9"/>
                </a:cxn>
              </a:cxnLst>
              <a:rect l="0" t="0" r="r" b="b"/>
              <a:pathLst>
                <a:path w="21" h="9">
                  <a:moveTo>
                    <a:pt x="10" y="3"/>
                  </a:moveTo>
                  <a:cubicBezTo>
                    <a:pt x="4" y="5"/>
                    <a:pt x="0" y="7"/>
                    <a:pt x="0" y="8"/>
                  </a:cubicBezTo>
                  <a:cubicBezTo>
                    <a:pt x="0" y="9"/>
                    <a:pt x="6" y="8"/>
                    <a:pt x="12" y="6"/>
                  </a:cubicBezTo>
                  <a:cubicBezTo>
                    <a:pt x="18" y="4"/>
                    <a:pt x="21" y="2"/>
                    <a:pt x="21" y="1"/>
                  </a:cubicBezTo>
                  <a:cubicBezTo>
                    <a:pt x="20" y="0"/>
                    <a:pt x="15"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25" name="Freeform 1827"/>
            <p:cNvSpPr/>
            <p:nvPr/>
          </p:nvSpPr>
          <p:spPr bwMode="auto">
            <a:xfrm>
              <a:off x="5747054" y="10790015"/>
              <a:ext cx="57150" cy="26988"/>
            </a:xfrm>
            <a:custGeom>
              <a:avLst/>
              <a:gdLst>
                <a:gd name="T0" fmla="*/ 0 w 21"/>
                <a:gd name="T1" fmla="*/ 10 h 10"/>
                <a:gd name="T2" fmla="*/ 11 w 21"/>
                <a:gd name="T3" fmla="*/ 5 h 10"/>
                <a:gd name="T4" fmla="*/ 21 w 21"/>
                <a:gd name="T5" fmla="*/ 0 h 10"/>
                <a:gd name="T6" fmla="*/ 9 w 21"/>
                <a:gd name="T7" fmla="*/ 5 h 10"/>
                <a:gd name="T8" fmla="*/ 0 w 21"/>
                <a:gd name="T9" fmla="*/ 10 h 10"/>
              </a:gdLst>
              <a:ahLst/>
              <a:cxnLst>
                <a:cxn ang="0">
                  <a:pos x="T0" y="T1"/>
                </a:cxn>
                <a:cxn ang="0">
                  <a:pos x="T2" y="T3"/>
                </a:cxn>
                <a:cxn ang="0">
                  <a:pos x="T4" y="T5"/>
                </a:cxn>
                <a:cxn ang="0">
                  <a:pos x="T6" y="T7"/>
                </a:cxn>
                <a:cxn ang="0">
                  <a:pos x="T8" y="T9"/>
                </a:cxn>
              </a:cxnLst>
              <a:rect l="0" t="0" r="r" b="b"/>
              <a:pathLst>
                <a:path w="21" h="10">
                  <a:moveTo>
                    <a:pt x="0" y="10"/>
                  </a:moveTo>
                  <a:cubicBezTo>
                    <a:pt x="0" y="10"/>
                    <a:pt x="5" y="8"/>
                    <a:pt x="11" y="5"/>
                  </a:cubicBezTo>
                  <a:cubicBezTo>
                    <a:pt x="16" y="3"/>
                    <a:pt x="20" y="0"/>
                    <a:pt x="21" y="0"/>
                  </a:cubicBezTo>
                  <a:cubicBezTo>
                    <a:pt x="21" y="0"/>
                    <a:pt x="15" y="2"/>
                    <a:pt x="9" y="5"/>
                  </a:cubicBezTo>
                  <a:cubicBezTo>
                    <a:pt x="4" y="7"/>
                    <a:pt x="0" y="10"/>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26" name="Freeform 1828"/>
            <p:cNvSpPr/>
            <p:nvPr/>
          </p:nvSpPr>
          <p:spPr bwMode="auto">
            <a:xfrm>
              <a:off x="5956604" y="10693178"/>
              <a:ext cx="57150" cy="23813"/>
            </a:xfrm>
            <a:custGeom>
              <a:avLst/>
              <a:gdLst>
                <a:gd name="T0" fmla="*/ 1 w 21"/>
                <a:gd name="T1" fmla="*/ 9 h 9"/>
                <a:gd name="T2" fmla="*/ 12 w 21"/>
                <a:gd name="T3" fmla="*/ 5 h 9"/>
                <a:gd name="T4" fmla="*/ 21 w 21"/>
                <a:gd name="T5" fmla="*/ 0 h 9"/>
                <a:gd name="T6" fmla="*/ 10 w 21"/>
                <a:gd name="T7" fmla="*/ 5 h 9"/>
                <a:gd name="T8" fmla="*/ 1 w 21"/>
                <a:gd name="T9" fmla="*/ 9 h 9"/>
              </a:gdLst>
              <a:ahLst/>
              <a:cxnLst>
                <a:cxn ang="0">
                  <a:pos x="T0" y="T1"/>
                </a:cxn>
                <a:cxn ang="0">
                  <a:pos x="T2" y="T3"/>
                </a:cxn>
                <a:cxn ang="0">
                  <a:pos x="T4" y="T5"/>
                </a:cxn>
                <a:cxn ang="0">
                  <a:pos x="T6" y="T7"/>
                </a:cxn>
                <a:cxn ang="0">
                  <a:pos x="T8" y="T9"/>
                </a:cxn>
              </a:cxnLst>
              <a:rect l="0" t="0" r="r" b="b"/>
              <a:pathLst>
                <a:path w="21" h="9">
                  <a:moveTo>
                    <a:pt x="1" y="9"/>
                  </a:moveTo>
                  <a:cubicBezTo>
                    <a:pt x="1" y="9"/>
                    <a:pt x="6" y="7"/>
                    <a:pt x="12" y="5"/>
                  </a:cubicBezTo>
                  <a:cubicBezTo>
                    <a:pt x="17" y="2"/>
                    <a:pt x="21" y="0"/>
                    <a:pt x="21" y="0"/>
                  </a:cubicBezTo>
                  <a:cubicBezTo>
                    <a:pt x="21" y="0"/>
                    <a:pt x="16" y="2"/>
                    <a:pt x="10" y="5"/>
                  </a:cubicBezTo>
                  <a:cubicBezTo>
                    <a:pt x="4" y="7"/>
                    <a:pt x="0" y="9"/>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27" name="Freeform 1829"/>
            <p:cNvSpPr/>
            <p:nvPr/>
          </p:nvSpPr>
          <p:spPr bwMode="auto">
            <a:xfrm>
              <a:off x="6164567" y="10594753"/>
              <a:ext cx="60325" cy="26988"/>
            </a:xfrm>
            <a:custGeom>
              <a:avLst/>
              <a:gdLst>
                <a:gd name="T0" fmla="*/ 1 w 22"/>
                <a:gd name="T1" fmla="*/ 10 h 10"/>
                <a:gd name="T2" fmla="*/ 13 w 22"/>
                <a:gd name="T3" fmla="*/ 5 h 10"/>
                <a:gd name="T4" fmla="*/ 22 w 22"/>
                <a:gd name="T5" fmla="*/ 1 h 10"/>
                <a:gd name="T6" fmla="*/ 9 w 22"/>
                <a:gd name="T7" fmla="*/ 6 h 10"/>
                <a:gd name="T8" fmla="*/ 1 w 22"/>
                <a:gd name="T9" fmla="*/ 10 h 10"/>
              </a:gdLst>
              <a:ahLst/>
              <a:cxnLst>
                <a:cxn ang="0">
                  <a:pos x="T0" y="T1"/>
                </a:cxn>
                <a:cxn ang="0">
                  <a:pos x="T2" y="T3"/>
                </a:cxn>
                <a:cxn ang="0">
                  <a:pos x="T4" y="T5"/>
                </a:cxn>
                <a:cxn ang="0">
                  <a:pos x="T6" y="T7"/>
                </a:cxn>
                <a:cxn ang="0">
                  <a:pos x="T8" y="T9"/>
                </a:cxn>
              </a:cxnLst>
              <a:rect l="0" t="0" r="r" b="b"/>
              <a:pathLst>
                <a:path w="22" h="10">
                  <a:moveTo>
                    <a:pt x="1" y="10"/>
                  </a:moveTo>
                  <a:cubicBezTo>
                    <a:pt x="3" y="9"/>
                    <a:pt x="8" y="7"/>
                    <a:pt x="13" y="5"/>
                  </a:cubicBezTo>
                  <a:cubicBezTo>
                    <a:pt x="18" y="2"/>
                    <a:pt x="22" y="0"/>
                    <a:pt x="22" y="1"/>
                  </a:cubicBezTo>
                  <a:cubicBezTo>
                    <a:pt x="21" y="1"/>
                    <a:pt x="16" y="3"/>
                    <a:pt x="9" y="6"/>
                  </a:cubicBezTo>
                  <a:cubicBezTo>
                    <a:pt x="4" y="8"/>
                    <a:pt x="0" y="10"/>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28" name="Freeform 1830"/>
            <p:cNvSpPr/>
            <p:nvPr/>
          </p:nvSpPr>
          <p:spPr bwMode="auto">
            <a:xfrm>
              <a:off x="6378879" y="10505853"/>
              <a:ext cx="57150" cy="20638"/>
            </a:xfrm>
            <a:custGeom>
              <a:avLst/>
              <a:gdLst>
                <a:gd name="T0" fmla="*/ 0 w 21"/>
                <a:gd name="T1" fmla="*/ 8 h 8"/>
                <a:gd name="T2" fmla="*/ 11 w 21"/>
                <a:gd name="T3" fmla="*/ 4 h 8"/>
                <a:gd name="T4" fmla="*/ 20 w 21"/>
                <a:gd name="T5" fmla="*/ 0 h 8"/>
                <a:gd name="T6" fmla="*/ 10 w 21"/>
                <a:gd name="T7" fmla="*/ 4 h 8"/>
                <a:gd name="T8" fmla="*/ 0 w 21"/>
                <a:gd name="T9" fmla="*/ 8 h 8"/>
              </a:gdLst>
              <a:ahLst/>
              <a:cxnLst>
                <a:cxn ang="0">
                  <a:pos x="T0" y="T1"/>
                </a:cxn>
                <a:cxn ang="0">
                  <a:pos x="T2" y="T3"/>
                </a:cxn>
                <a:cxn ang="0">
                  <a:pos x="T4" y="T5"/>
                </a:cxn>
                <a:cxn ang="0">
                  <a:pos x="T6" y="T7"/>
                </a:cxn>
                <a:cxn ang="0">
                  <a:pos x="T8" y="T9"/>
                </a:cxn>
              </a:cxnLst>
              <a:rect l="0" t="0" r="r" b="b"/>
              <a:pathLst>
                <a:path w="21" h="8">
                  <a:moveTo>
                    <a:pt x="0" y="8"/>
                  </a:moveTo>
                  <a:cubicBezTo>
                    <a:pt x="0" y="8"/>
                    <a:pt x="5" y="6"/>
                    <a:pt x="11" y="4"/>
                  </a:cubicBezTo>
                  <a:cubicBezTo>
                    <a:pt x="17" y="1"/>
                    <a:pt x="21" y="0"/>
                    <a:pt x="20" y="0"/>
                  </a:cubicBezTo>
                  <a:cubicBezTo>
                    <a:pt x="20" y="0"/>
                    <a:pt x="15" y="1"/>
                    <a:pt x="10" y="4"/>
                  </a:cubicBezTo>
                  <a:cubicBezTo>
                    <a:pt x="5" y="6"/>
                    <a:pt x="0" y="8"/>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29" name="Freeform 1831"/>
            <p:cNvSpPr/>
            <p:nvPr/>
          </p:nvSpPr>
          <p:spPr bwMode="auto">
            <a:xfrm>
              <a:off x="6588429" y="10402665"/>
              <a:ext cx="95250" cy="38100"/>
            </a:xfrm>
            <a:custGeom>
              <a:avLst/>
              <a:gdLst>
                <a:gd name="T0" fmla="*/ 11 w 35"/>
                <a:gd name="T1" fmla="*/ 9 h 14"/>
                <a:gd name="T2" fmla="*/ 1 w 35"/>
                <a:gd name="T3" fmla="*/ 14 h 14"/>
                <a:gd name="T4" fmla="*/ 12 w 35"/>
                <a:gd name="T5" fmla="*/ 10 h 14"/>
                <a:gd name="T6" fmla="*/ 17 w 35"/>
                <a:gd name="T7" fmla="*/ 7 h 14"/>
                <a:gd name="T8" fmla="*/ 24 w 35"/>
                <a:gd name="T9" fmla="*/ 5 h 14"/>
                <a:gd name="T10" fmla="*/ 34 w 35"/>
                <a:gd name="T11" fmla="*/ 1 h 14"/>
                <a:gd name="T12" fmla="*/ 21 w 35"/>
                <a:gd name="T13" fmla="*/ 6 h 14"/>
                <a:gd name="T14" fmla="*/ 21 w 35"/>
                <a:gd name="T15" fmla="*/ 6 h 14"/>
                <a:gd name="T16" fmla="*/ 21 w 35"/>
                <a:gd name="T17" fmla="*/ 6 h 14"/>
                <a:gd name="T18" fmla="*/ 11 w 35"/>
                <a:gd name="T19"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14">
                  <a:moveTo>
                    <a:pt x="11" y="9"/>
                  </a:moveTo>
                  <a:cubicBezTo>
                    <a:pt x="5" y="12"/>
                    <a:pt x="0" y="14"/>
                    <a:pt x="1" y="14"/>
                  </a:cubicBezTo>
                  <a:cubicBezTo>
                    <a:pt x="2" y="14"/>
                    <a:pt x="7" y="12"/>
                    <a:pt x="12" y="10"/>
                  </a:cubicBezTo>
                  <a:cubicBezTo>
                    <a:pt x="14" y="9"/>
                    <a:pt x="16" y="8"/>
                    <a:pt x="17" y="7"/>
                  </a:cubicBezTo>
                  <a:cubicBezTo>
                    <a:pt x="19" y="7"/>
                    <a:pt x="21" y="6"/>
                    <a:pt x="24" y="5"/>
                  </a:cubicBezTo>
                  <a:cubicBezTo>
                    <a:pt x="30" y="2"/>
                    <a:pt x="35" y="0"/>
                    <a:pt x="34" y="1"/>
                  </a:cubicBezTo>
                  <a:cubicBezTo>
                    <a:pt x="34" y="1"/>
                    <a:pt x="28" y="3"/>
                    <a:pt x="21" y="6"/>
                  </a:cubicBezTo>
                  <a:cubicBezTo>
                    <a:pt x="21" y="6"/>
                    <a:pt x="21" y="6"/>
                    <a:pt x="21" y="6"/>
                  </a:cubicBezTo>
                  <a:cubicBezTo>
                    <a:pt x="21" y="6"/>
                    <a:pt x="21" y="6"/>
                    <a:pt x="21" y="6"/>
                  </a:cubicBezTo>
                  <a:cubicBezTo>
                    <a:pt x="21" y="6"/>
                    <a:pt x="16" y="7"/>
                    <a:pt x="1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30" name="Freeform 1832"/>
            <p:cNvSpPr/>
            <p:nvPr/>
          </p:nvSpPr>
          <p:spPr bwMode="auto">
            <a:xfrm>
              <a:off x="6799567" y="10320115"/>
              <a:ext cx="112713" cy="38100"/>
            </a:xfrm>
            <a:custGeom>
              <a:avLst/>
              <a:gdLst>
                <a:gd name="T0" fmla="*/ 1 w 41"/>
                <a:gd name="T1" fmla="*/ 14 h 14"/>
                <a:gd name="T2" fmla="*/ 7 w 41"/>
                <a:gd name="T3" fmla="*/ 12 h 14"/>
                <a:gd name="T4" fmla="*/ 6 w 41"/>
                <a:gd name="T5" fmla="*/ 12 h 14"/>
                <a:gd name="T6" fmla="*/ 16 w 41"/>
                <a:gd name="T7" fmla="*/ 9 h 14"/>
                <a:gd name="T8" fmla="*/ 17 w 41"/>
                <a:gd name="T9" fmla="*/ 8 h 14"/>
                <a:gd name="T10" fmla="*/ 17 w 41"/>
                <a:gd name="T11" fmla="*/ 9 h 14"/>
                <a:gd name="T12" fmla="*/ 30 w 41"/>
                <a:gd name="T13" fmla="*/ 4 h 14"/>
                <a:gd name="T14" fmla="*/ 41 w 41"/>
                <a:gd name="T15" fmla="*/ 0 h 14"/>
                <a:gd name="T16" fmla="*/ 27 w 41"/>
                <a:gd name="T17" fmla="*/ 4 h 14"/>
                <a:gd name="T18" fmla="*/ 21 w 41"/>
                <a:gd name="T19" fmla="*/ 7 h 14"/>
                <a:gd name="T20" fmla="*/ 21 w 41"/>
                <a:gd name="T21" fmla="*/ 7 h 14"/>
                <a:gd name="T22" fmla="*/ 10 w 41"/>
                <a:gd name="T23" fmla="*/ 10 h 14"/>
                <a:gd name="T24" fmla="*/ 1 w 41"/>
                <a:gd name="T25"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14">
                  <a:moveTo>
                    <a:pt x="1" y="14"/>
                  </a:moveTo>
                  <a:cubicBezTo>
                    <a:pt x="1" y="14"/>
                    <a:pt x="3" y="13"/>
                    <a:pt x="7" y="12"/>
                  </a:cubicBezTo>
                  <a:cubicBezTo>
                    <a:pt x="6" y="12"/>
                    <a:pt x="6" y="12"/>
                    <a:pt x="6" y="12"/>
                  </a:cubicBezTo>
                  <a:cubicBezTo>
                    <a:pt x="6" y="12"/>
                    <a:pt x="10" y="11"/>
                    <a:pt x="16" y="9"/>
                  </a:cubicBezTo>
                  <a:cubicBezTo>
                    <a:pt x="16" y="9"/>
                    <a:pt x="17" y="8"/>
                    <a:pt x="17" y="8"/>
                  </a:cubicBezTo>
                  <a:cubicBezTo>
                    <a:pt x="17" y="8"/>
                    <a:pt x="16" y="9"/>
                    <a:pt x="17" y="9"/>
                  </a:cubicBezTo>
                  <a:cubicBezTo>
                    <a:pt x="18" y="9"/>
                    <a:pt x="24" y="6"/>
                    <a:pt x="30" y="4"/>
                  </a:cubicBezTo>
                  <a:cubicBezTo>
                    <a:pt x="37" y="2"/>
                    <a:pt x="41" y="0"/>
                    <a:pt x="41" y="0"/>
                  </a:cubicBezTo>
                  <a:cubicBezTo>
                    <a:pt x="40" y="0"/>
                    <a:pt x="34" y="2"/>
                    <a:pt x="27" y="4"/>
                  </a:cubicBezTo>
                  <a:cubicBezTo>
                    <a:pt x="25" y="5"/>
                    <a:pt x="23" y="6"/>
                    <a:pt x="21" y="7"/>
                  </a:cubicBezTo>
                  <a:cubicBezTo>
                    <a:pt x="21" y="7"/>
                    <a:pt x="21" y="7"/>
                    <a:pt x="21" y="7"/>
                  </a:cubicBezTo>
                  <a:cubicBezTo>
                    <a:pt x="20" y="7"/>
                    <a:pt x="15" y="8"/>
                    <a:pt x="10" y="10"/>
                  </a:cubicBezTo>
                  <a:cubicBezTo>
                    <a:pt x="4" y="12"/>
                    <a:pt x="0" y="14"/>
                    <a:pt x="1"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31" name="Freeform 1833"/>
            <p:cNvSpPr/>
            <p:nvPr/>
          </p:nvSpPr>
          <p:spPr bwMode="auto">
            <a:xfrm>
              <a:off x="7437742" y="10143903"/>
              <a:ext cx="174625" cy="30163"/>
            </a:xfrm>
            <a:custGeom>
              <a:avLst/>
              <a:gdLst>
                <a:gd name="T0" fmla="*/ 12 w 64"/>
                <a:gd name="T1" fmla="*/ 9 h 11"/>
                <a:gd name="T2" fmla="*/ 21 w 64"/>
                <a:gd name="T3" fmla="*/ 7 h 11"/>
                <a:gd name="T4" fmla="*/ 19 w 64"/>
                <a:gd name="T5" fmla="*/ 7 h 11"/>
                <a:gd name="T6" fmla="*/ 24 w 64"/>
                <a:gd name="T7" fmla="*/ 7 h 11"/>
                <a:gd name="T8" fmla="*/ 21 w 64"/>
                <a:gd name="T9" fmla="*/ 8 h 11"/>
                <a:gd name="T10" fmla="*/ 36 w 64"/>
                <a:gd name="T11" fmla="*/ 6 h 11"/>
                <a:gd name="T12" fmla="*/ 47 w 64"/>
                <a:gd name="T13" fmla="*/ 3 h 11"/>
                <a:gd name="T14" fmla="*/ 52 w 64"/>
                <a:gd name="T15" fmla="*/ 2 h 11"/>
                <a:gd name="T16" fmla="*/ 64 w 64"/>
                <a:gd name="T17" fmla="*/ 1 h 11"/>
                <a:gd name="T18" fmla="*/ 54 w 64"/>
                <a:gd name="T19" fmla="*/ 2 h 11"/>
                <a:gd name="T20" fmla="*/ 47 w 64"/>
                <a:gd name="T21" fmla="*/ 3 h 11"/>
                <a:gd name="T22" fmla="*/ 47 w 64"/>
                <a:gd name="T23" fmla="*/ 3 h 11"/>
                <a:gd name="T24" fmla="*/ 33 w 64"/>
                <a:gd name="T25" fmla="*/ 4 h 11"/>
                <a:gd name="T26" fmla="*/ 27 w 64"/>
                <a:gd name="T27" fmla="*/ 6 h 11"/>
                <a:gd name="T28" fmla="*/ 17 w 64"/>
                <a:gd name="T29" fmla="*/ 7 h 11"/>
                <a:gd name="T30" fmla="*/ 6 w 64"/>
                <a:gd name="T31" fmla="*/ 10 h 11"/>
                <a:gd name="T32" fmla="*/ 7 w 64"/>
                <a:gd name="T33" fmla="*/ 10 h 11"/>
                <a:gd name="T34" fmla="*/ 0 w 64"/>
                <a:gd name="T35" fmla="*/ 11 h 11"/>
                <a:gd name="T36" fmla="*/ 12 w 64"/>
                <a:gd name="T37"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 h="11">
                  <a:moveTo>
                    <a:pt x="12" y="9"/>
                  </a:moveTo>
                  <a:cubicBezTo>
                    <a:pt x="17" y="8"/>
                    <a:pt x="21" y="7"/>
                    <a:pt x="21" y="7"/>
                  </a:cubicBezTo>
                  <a:cubicBezTo>
                    <a:pt x="21" y="7"/>
                    <a:pt x="20" y="7"/>
                    <a:pt x="19" y="7"/>
                  </a:cubicBezTo>
                  <a:cubicBezTo>
                    <a:pt x="21" y="7"/>
                    <a:pt x="22" y="7"/>
                    <a:pt x="24" y="7"/>
                  </a:cubicBezTo>
                  <a:cubicBezTo>
                    <a:pt x="22" y="7"/>
                    <a:pt x="21" y="8"/>
                    <a:pt x="21" y="8"/>
                  </a:cubicBezTo>
                  <a:cubicBezTo>
                    <a:pt x="22" y="8"/>
                    <a:pt x="29" y="8"/>
                    <a:pt x="36" y="6"/>
                  </a:cubicBezTo>
                  <a:cubicBezTo>
                    <a:pt x="42" y="5"/>
                    <a:pt x="47" y="4"/>
                    <a:pt x="47" y="3"/>
                  </a:cubicBezTo>
                  <a:cubicBezTo>
                    <a:pt x="48" y="3"/>
                    <a:pt x="50" y="3"/>
                    <a:pt x="52" y="2"/>
                  </a:cubicBezTo>
                  <a:cubicBezTo>
                    <a:pt x="58" y="1"/>
                    <a:pt x="63" y="1"/>
                    <a:pt x="64" y="1"/>
                  </a:cubicBezTo>
                  <a:cubicBezTo>
                    <a:pt x="64" y="0"/>
                    <a:pt x="59" y="1"/>
                    <a:pt x="54" y="2"/>
                  </a:cubicBezTo>
                  <a:cubicBezTo>
                    <a:pt x="51" y="2"/>
                    <a:pt x="49" y="3"/>
                    <a:pt x="47" y="3"/>
                  </a:cubicBezTo>
                  <a:cubicBezTo>
                    <a:pt x="47" y="3"/>
                    <a:pt x="47" y="3"/>
                    <a:pt x="47" y="3"/>
                  </a:cubicBezTo>
                  <a:cubicBezTo>
                    <a:pt x="46" y="2"/>
                    <a:pt x="40" y="3"/>
                    <a:pt x="33" y="4"/>
                  </a:cubicBezTo>
                  <a:cubicBezTo>
                    <a:pt x="31" y="5"/>
                    <a:pt x="29" y="5"/>
                    <a:pt x="27" y="6"/>
                  </a:cubicBezTo>
                  <a:cubicBezTo>
                    <a:pt x="26" y="6"/>
                    <a:pt x="22" y="6"/>
                    <a:pt x="17" y="7"/>
                  </a:cubicBezTo>
                  <a:cubicBezTo>
                    <a:pt x="11" y="9"/>
                    <a:pt x="6" y="10"/>
                    <a:pt x="6" y="10"/>
                  </a:cubicBezTo>
                  <a:cubicBezTo>
                    <a:pt x="6" y="10"/>
                    <a:pt x="6" y="10"/>
                    <a:pt x="7" y="10"/>
                  </a:cubicBezTo>
                  <a:cubicBezTo>
                    <a:pt x="3" y="10"/>
                    <a:pt x="0" y="11"/>
                    <a:pt x="0" y="11"/>
                  </a:cubicBezTo>
                  <a:cubicBezTo>
                    <a:pt x="0" y="11"/>
                    <a:pt x="6" y="10"/>
                    <a:pt x="1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32" name="Freeform 1834"/>
            <p:cNvSpPr/>
            <p:nvPr/>
          </p:nvSpPr>
          <p:spPr bwMode="auto">
            <a:xfrm>
              <a:off x="7866367" y="10104215"/>
              <a:ext cx="171450" cy="15875"/>
            </a:xfrm>
            <a:custGeom>
              <a:avLst/>
              <a:gdLst>
                <a:gd name="T0" fmla="*/ 11 w 63"/>
                <a:gd name="T1" fmla="*/ 5 h 6"/>
                <a:gd name="T2" fmla="*/ 13 w 63"/>
                <a:gd name="T3" fmla="*/ 5 h 6"/>
                <a:gd name="T4" fmla="*/ 15 w 63"/>
                <a:gd name="T5" fmla="*/ 5 h 6"/>
                <a:gd name="T6" fmla="*/ 23 w 63"/>
                <a:gd name="T7" fmla="*/ 4 h 6"/>
                <a:gd name="T8" fmla="*/ 35 w 63"/>
                <a:gd name="T9" fmla="*/ 4 h 6"/>
                <a:gd name="T10" fmla="*/ 47 w 63"/>
                <a:gd name="T11" fmla="*/ 3 h 6"/>
                <a:gd name="T12" fmla="*/ 44 w 63"/>
                <a:gd name="T13" fmla="*/ 2 h 6"/>
                <a:gd name="T14" fmla="*/ 52 w 63"/>
                <a:gd name="T15" fmla="*/ 1 h 6"/>
                <a:gd name="T16" fmla="*/ 63 w 63"/>
                <a:gd name="T17" fmla="*/ 0 h 6"/>
                <a:gd name="T18" fmla="*/ 52 w 63"/>
                <a:gd name="T19" fmla="*/ 1 h 6"/>
                <a:gd name="T20" fmla="*/ 44 w 63"/>
                <a:gd name="T21" fmla="*/ 2 h 6"/>
                <a:gd name="T22" fmla="*/ 33 w 63"/>
                <a:gd name="T23" fmla="*/ 2 h 6"/>
                <a:gd name="T24" fmla="*/ 21 w 63"/>
                <a:gd name="T25" fmla="*/ 4 h 6"/>
                <a:gd name="T26" fmla="*/ 21 w 63"/>
                <a:gd name="T27" fmla="*/ 4 h 6"/>
                <a:gd name="T28" fmla="*/ 20 w 63"/>
                <a:gd name="T29" fmla="*/ 4 h 6"/>
                <a:gd name="T30" fmla="*/ 10 w 63"/>
                <a:gd name="T31" fmla="*/ 5 h 6"/>
                <a:gd name="T32" fmla="*/ 0 w 63"/>
                <a:gd name="T33" fmla="*/ 6 h 6"/>
                <a:gd name="T34" fmla="*/ 11 w 63"/>
                <a:gd name="T35" fmla="*/ 5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6">
                  <a:moveTo>
                    <a:pt x="11" y="5"/>
                  </a:moveTo>
                  <a:cubicBezTo>
                    <a:pt x="12" y="5"/>
                    <a:pt x="12" y="5"/>
                    <a:pt x="13" y="5"/>
                  </a:cubicBezTo>
                  <a:cubicBezTo>
                    <a:pt x="13" y="5"/>
                    <a:pt x="14" y="5"/>
                    <a:pt x="15" y="5"/>
                  </a:cubicBezTo>
                  <a:cubicBezTo>
                    <a:pt x="18" y="5"/>
                    <a:pt x="20" y="4"/>
                    <a:pt x="23" y="4"/>
                  </a:cubicBezTo>
                  <a:cubicBezTo>
                    <a:pt x="25" y="4"/>
                    <a:pt x="30" y="5"/>
                    <a:pt x="35" y="4"/>
                  </a:cubicBezTo>
                  <a:cubicBezTo>
                    <a:pt x="42" y="4"/>
                    <a:pt x="47" y="3"/>
                    <a:pt x="47" y="3"/>
                  </a:cubicBezTo>
                  <a:cubicBezTo>
                    <a:pt x="47" y="2"/>
                    <a:pt x="46" y="2"/>
                    <a:pt x="44" y="2"/>
                  </a:cubicBezTo>
                  <a:cubicBezTo>
                    <a:pt x="46" y="2"/>
                    <a:pt x="49" y="2"/>
                    <a:pt x="52" y="1"/>
                  </a:cubicBezTo>
                  <a:cubicBezTo>
                    <a:pt x="58" y="1"/>
                    <a:pt x="63" y="0"/>
                    <a:pt x="63" y="0"/>
                  </a:cubicBezTo>
                  <a:cubicBezTo>
                    <a:pt x="63" y="0"/>
                    <a:pt x="58" y="0"/>
                    <a:pt x="52" y="1"/>
                  </a:cubicBezTo>
                  <a:cubicBezTo>
                    <a:pt x="49" y="2"/>
                    <a:pt x="46" y="2"/>
                    <a:pt x="44" y="2"/>
                  </a:cubicBezTo>
                  <a:cubicBezTo>
                    <a:pt x="41" y="2"/>
                    <a:pt x="37" y="2"/>
                    <a:pt x="33" y="2"/>
                  </a:cubicBezTo>
                  <a:cubicBezTo>
                    <a:pt x="26" y="3"/>
                    <a:pt x="20" y="3"/>
                    <a:pt x="21" y="4"/>
                  </a:cubicBezTo>
                  <a:cubicBezTo>
                    <a:pt x="21" y="4"/>
                    <a:pt x="21" y="4"/>
                    <a:pt x="21" y="4"/>
                  </a:cubicBezTo>
                  <a:cubicBezTo>
                    <a:pt x="21" y="4"/>
                    <a:pt x="21" y="4"/>
                    <a:pt x="20" y="4"/>
                  </a:cubicBezTo>
                  <a:cubicBezTo>
                    <a:pt x="20" y="4"/>
                    <a:pt x="15" y="4"/>
                    <a:pt x="10" y="5"/>
                  </a:cubicBezTo>
                  <a:cubicBezTo>
                    <a:pt x="5" y="5"/>
                    <a:pt x="0" y="6"/>
                    <a:pt x="0" y="6"/>
                  </a:cubicBezTo>
                  <a:cubicBezTo>
                    <a:pt x="0" y="6"/>
                    <a:pt x="5" y="6"/>
                    <a:pt x="1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33" name="Freeform 1835"/>
            <p:cNvSpPr/>
            <p:nvPr/>
          </p:nvSpPr>
          <p:spPr bwMode="auto">
            <a:xfrm>
              <a:off x="8079092" y="10085165"/>
              <a:ext cx="58738" cy="9525"/>
            </a:xfrm>
            <a:custGeom>
              <a:avLst/>
              <a:gdLst>
                <a:gd name="T0" fmla="*/ 11 w 22"/>
                <a:gd name="T1" fmla="*/ 1 h 4"/>
                <a:gd name="T2" fmla="*/ 0 w 22"/>
                <a:gd name="T3" fmla="*/ 3 h 4"/>
                <a:gd name="T4" fmla="*/ 12 w 22"/>
                <a:gd name="T5" fmla="*/ 2 h 4"/>
                <a:gd name="T6" fmla="*/ 21 w 22"/>
                <a:gd name="T7" fmla="*/ 0 h 4"/>
                <a:gd name="T8" fmla="*/ 11 w 22"/>
                <a:gd name="T9" fmla="*/ 1 h 4"/>
              </a:gdLst>
              <a:ahLst/>
              <a:cxnLst>
                <a:cxn ang="0">
                  <a:pos x="T0" y="T1"/>
                </a:cxn>
                <a:cxn ang="0">
                  <a:pos x="T2" y="T3"/>
                </a:cxn>
                <a:cxn ang="0">
                  <a:pos x="T4" y="T5"/>
                </a:cxn>
                <a:cxn ang="0">
                  <a:pos x="T6" y="T7"/>
                </a:cxn>
                <a:cxn ang="0">
                  <a:pos x="T8" y="T9"/>
                </a:cxn>
              </a:cxnLst>
              <a:rect l="0" t="0" r="r" b="b"/>
              <a:pathLst>
                <a:path w="22" h="4">
                  <a:moveTo>
                    <a:pt x="11" y="1"/>
                  </a:moveTo>
                  <a:cubicBezTo>
                    <a:pt x="5" y="2"/>
                    <a:pt x="1" y="3"/>
                    <a:pt x="0" y="3"/>
                  </a:cubicBezTo>
                  <a:cubicBezTo>
                    <a:pt x="0" y="4"/>
                    <a:pt x="6" y="3"/>
                    <a:pt x="12" y="2"/>
                  </a:cubicBezTo>
                  <a:cubicBezTo>
                    <a:pt x="17" y="1"/>
                    <a:pt x="22" y="0"/>
                    <a:pt x="21" y="0"/>
                  </a:cubicBezTo>
                  <a:cubicBezTo>
                    <a:pt x="21" y="0"/>
                    <a:pt x="16"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34" name="Freeform 1836"/>
            <p:cNvSpPr/>
            <p:nvPr/>
          </p:nvSpPr>
          <p:spPr bwMode="auto">
            <a:xfrm>
              <a:off x="8293404" y="10040715"/>
              <a:ext cx="57150" cy="15875"/>
            </a:xfrm>
            <a:custGeom>
              <a:avLst/>
              <a:gdLst>
                <a:gd name="T0" fmla="*/ 10 w 21"/>
                <a:gd name="T1" fmla="*/ 2 h 6"/>
                <a:gd name="T2" fmla="*/ 0 w 21"/>
                <a:gd name="T3" fmla="*/ 5 h 6"/>
                <a:gd name="T4" fmla="*/ 12 w 21"/>
                <a:gd name="T5" fmla="*/ 3 h 6"/>
                <a:gd name="T6" fmla="*/ 21 w 21"/>
                <a:gd name="T7" fmla="*/ 1 h 6"/>
                <a:gd name="T8" fmla="*/ 10 w 21"/>
                <a:gd name="T9" fmla="*/ 2 h 6"/>
              </a:gdLst>
              <a:ahLst/>
              <a:cxnLst>
                <a:cxn ang="0">
                  <a:pos x="T0" y="T1"/>
                </a:cxn>
                <a:cxn ang="0">
                  <a:pos x="T2" y="T3"/>
                </a:cxn>
                <a:cxn ang="0">
                  <a:pos x="T4" y="T5"/>
                </a:cxn>
                <a:cxn ang="0">
                  <a:pos x="T6" y="T7"/>
                </a:cxn>
                <a:cxn ang="0">
                  <a:pos x="T8" y="T9"/>
                </a:cxn>
              </a:cxnLst>
              <a:rect l="0" t="0" r="r" b="b"/>
              <a:pathLst>
                <a:path w="21" h="6">
                  <a:moveTo>
                    <a:pt x="10" y="2"/>
                  </a:moveTo>
                  <a:cubicBezTo>
                    <a:pt x="4" y="3"/>
                    <a:pt x="0" y="5"/>
                    <a:pt x="0" y="5"/>
                  </a:cubicBezTo>
                  <a:cubicBezTo>
                    <a:pt x="0" y="6"/>
                    <a:pt x="6" y="5"/>
                    <a:pt x="12" y="3"/>
                  </a:cubicBezTo>
                  <a:cubicBezTo>
                    <a:pt x="17" y="2"/>
                    <a:pt x="21" y="1"/>
                    <a:pt x="21" y="1"/>
                  </a:cubicBezTo>
                  <a:cubicBezTo>
                    <a:pt x="20" y="0"/>
                    <a:pt x="15" y="1"/>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35" name="Freeform 1837"/>
            <p:cNvSpPr/>
            <p:nvPr/>
          </p:nvSpPr>
          <p:spPr bwMode="auto">
            <a:xfrm>
              <a:off x="8504542" y="9986740"/>
              <a:ext cx="60325" cy="19050"/>
            </a:xfrm>
            <a:custGeom>
              <a:avLst/>
              <a:gdLst>
                <a:gd name="T0" fmla="*/ 11 w 22"/>
                <a:gd name="T1" fmla="*/ 2 h 7"/>
                <a:gd name="T2" fmla="*/ 1 w 22"/>
                <a:gd name="T3" fmla="*/ 6 h 7"/>
                <a:gd name="T4" fmla="*/ 12 w 22"/>
                <a:gd name="T5" fmla="*/ 4 h 7"/>
                <a:gd name="T6" fmla="*/ 21 w 22"/>
                <a:gd name="T7" fmla="*/ 1 h 7"/>
                <a:gd name="T8" fmla="*/ 11 w 22"/>
                <a:gd name="T9" fmla="*/ 2 h 7"/>
              </a:gdLst>
              <a:ahLst/>
              <a:cxnLst>
                <a:cxn ang="0">
                  <a:pos x="T0" y="T1"/>
                </a:cxn>
                <a:cxn ang="0">
                  <a:pos x="T2" y="T3"/>
                </a:cxn>
                <a:cxn ang="0">
                  <a:pos x="T4" y="T5"/>
                </a:cxn>
                <a:cxn ang="0">
                  <a:pos x="T6" y="T7"/>
                </a:cxn>
                <a:cxn ang="0">
                  <a:pos x="T8" y="T9"/>
                </a:cxn>
              </a:cxnLst>
              <a:rect l="0" t="0" r="r" b="b"/>
              <a:pathLst>
                <a:path w="22" h="7">
                  <a:moveTo>
                    <a:pt x="11" y="2"/>
                  </a:moveTo>
                  <a:cubicBezTo>
                    <a:pt x="5" y="4"/>
                    <a:pt x="1" y="6"/>
                    <a:pt x="1" y="6"/>
                  </a:cubicBezTo>
                  <a:cubicBezTo>
                    <a:pt x="0" y="7"/>
                    <a:pt x="6" y="6"/>
                    <a:pt x="12" y="4"/>
                  </a:cubicBezTo>
                  <a:cubicBezTo>
                    <a:pt x="18" y="3"/>
                    <a:pt x="22" y="1"/>
                    <a:pt x="21" y="1"/>
                  </a:cubicBezTo>
                  <a:cubicBezTo>
                    <a:pt x="21" y="0"/>
                    <a:pt x="16" y="1"/>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36" name="Freeform 1838"/>
            <p:cNvSpPr/>
            <p:nvPr/>
          </p:nvSpPr>
          <p:spPr bwMode="auto">
            <a:xfrm>
              <a:off x="8718854" y="9921653"/>
              <a:ext cx="57150" cy="22225"/>
            </a:xfrm>
            <a:custGeom>
              <a:avLst/>
              <a:gdLst>
                <a:gd name="T0" fmla="*/ 9 w 21"/>
                <a:gd name="T1" fmla="*/ 3 h 8"/>
                <a:gd name="T2" fmla="*/ 0 w 21"/>
                <a:gd name="T3" fmla="*/ 7 h 8"/>
                <a:gd name="T4" fmla="*/ 12 w 21"/>
                <a:gd name="T5" fmla="*/ 5 h 8"/>
                <a:gd name="T6" fmla="*/ 20 w 21"/>
                <a:gd name="T7" fmla="*/ 1 h 8"/>
                <a:gd name="T8" fmla="*/ 9 w 21"/>
                <a:gd name="T9" fmla="*/ 3 h 8"/>
              </a:gdLst>
              <a:ahLst/>
              <a:cxnLst>
                <a:cxn ang="0">
                  <a:pos x="T0" y="T1"/>
                </a:cxn>
                <a:cxn ang="0">
                  <a:pos x="T2" y="T3"/>
                </a:cxn>
                <a:cxn ang="0">
                  <a:pos x="T4" y="T5"/>
                </a:cxn>
                <a:cxn ang="0">
                  <a:pos x="T6" y="T7"/>
                </a:cxn>
                <a:cxn ang="0">
                  <a:pos x="T8" y="T9"/>
                </a:cxn>
              </a:cxnLst>
              <a:rect l="0" t="0" r="r" b="b"/>
              <a:pathLst>
                <a:path w="21" h="8">
                  <a:moveTo>
                    <a:pt x="9" y="3"/>
                  </a:moveTo>
                  <a:cubicBezTo>
                    <a:pt x="4" y="5"/>
                    <a:pt x="0" y="7"/>
                    <a:pt x="0" y="7"/>
                  </a:cubicBezTo>
                  <a:cubicBezTo>
                    <a:pt x="0" y="8"/>
                    <a:pt x="6" y="7"/>
                    <a:pt x="12" y="5"/>
                  </a:cubicBezTo>
                  <a:cubicBezTo>
                    <a:pt x="17" y="4"/>
                    <a:pt x="21" y="2"/>
                    <a:pt x="20" y="1"/>
                  </a:cubicBezTo>
                  <a:cubicBezTo>
                    <a:pt x="20" y="0"/>
                    <a:pt x="15"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37" name="Freeform 1839"/>
            <p:cNvSpPr/>
            <p:nvPr/>
          </p:nvSpPr>
          <p:spPr bwMode="auto">
            <a:xfrm>
              <a:off x="2864154" y="11321828"/>
              <a:ext cx="55563" cy="26988"/>
            </a:xfrm>
            <a:custGeom>
              <a:avLst/>
              <a:gdLst>
                <a:gd name="T0" fmla="*/ 0 w 20"/>
                <a:gd name="T1" fmla="*/ 2 h 10"/>
                <a:gd name="T2" fmla="*/ 11 w 20"/>
                <a:gd name="T3" fmla="*/ 8 h 10"/>
                <a:gd name="T4" fmla="*/ 20 w 20"/>
                <a:gd name="T5" fmla="*/ 8 h 10"/>
                <a:gd name="T6" fmla="*/ 10 w 20"/>
                <a:gd name="T7" fmla="*/ 2 h 10"/>
                <a:gd name="T8" fmla="*/ 0 w 20"/>
                <a:gd name="T9" fmla="*/ 2 h 10"/>
              </a:gdLst>
              <a:ahLst/>
              <a:cxnLst>
                <a:cxn ang="0">
                  <a:pos x="T0" y="T1"/>
                </a:cxn>
                <a:cxn ang="0">
                  <a:pos x="T2" y="T3"/>
                </a:cxn>
                <a:cxn ang="0">
                  <a:pos x="T4" y="T5"/>
                </a:cxn>
                <a:cxn ang="0">
                  <a:pos x="T6" y="T7"/>
                </a:cxn>
                <a:cxn ang="0">
                  <a:pos x="T8" y="T9"/>
                </a:cxn>
              </a:cxnLst>
              <a:rect l="0" t="0" r="r" b="b"/>
              <a:pathLst>
                <a:path w="20" h="10">
                  <a:moveTo>
                    <a:pt x="0" y="2"/>
                  </a:moveTo>
                  <a:cubicBezTo>
                    <a:pt x="0" y="3"/>
                    <a:pt x="5" y="6"/>
                    <a:pt x="11" y="8"/>
                  </a:cubicBezTo>
                  <a:cubicBezTo>
                    <a:pt x="16" y="9"/>
                    <a:pt x="20" y="10"/>
                    <a:pt x="20" y="8"/>
                  </a:cubicBezTo>
                  <a:cubicBezTo>
                    <a:pt x="20" y="7"/>
                    <a:pt x="15" y="4"/>
                    <a:pt x="10" y="2"/>
                  </a:cubicBezTo>
                  <a:cubicBezTo>
                    <a:pt x="5" y="0"/>
                    <a:pt x="0" y="0"/>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38" name="Freeform 1840"/>
            <p:cNvSpPr/>
            <p:nvPr/>
          </p:nvSpPr>
          <p:spPr bwMode="auto">
            <a:xfrm>
              <a:off x="3078467" y="11386915"/>
              <a:ext cx="60325" cy="19050"/>
            </a:xfrm>
            <a:custGeom>
              <a:avLst/>
              <a:gdLst>
                <a:gd name="T0" fmla="*/ 9 w 22"/>
                <a:gd name="T1" fmla="*/ 1 h 7"/>
                <a:gd name="T2" fmla="*/ 1 w 22"/>
                <a:gd name="T3" fmla="*/ 1 h 7"/>
                <a:gd name="T4" fmla="*/ 13 w 22"/>
                <a:gd name="T5" fmla="*/ 6 h 7"/>
                <a:gd name="T6" fmla="*/ 21 w 22"/>
                <a:gd name="T7" fmla="*/ 6 h 7"/>
                <a:gd name="T8" fmla="*/ 9 w 22"/>
                <a:gd name="T9" fmla="*/ 1 h 7"/>
              </a:gdLst>
              <a:ahLst/>
              <a:cxnLst>
                <a:cxn ang="0">
                  <a:pos x="T0" y="T1"/>
                </a:cxn>
                <a:cxn ang="0">
                  <a:pos x="T2" y="T3"/>
                </a:cxn>
                <a:cxn ang="0">
                  <a:pos x="T4" y="T5"/>
                </a:cxn>
                <a:cxn ang="0">
                  <a:pos x="T6" y="T7"/>
                </a:cxn>
                <a:cxn ang="0">
                  <a:pos x="T8" y="T9"/>
                </a:cxn>
              </a:cxnLst>
              <a:rect l="0" t="0" r="r" b="b"/>
              <a:pathLst>
                <a:path w="22" h="7">
                  <a:moveTo>
                    <a:pt x="9" y="1"/>
                  </a:moveTo>
                  <a:cubicBezTo>
                    <a:pt x="4" y="0"/>
                    <a:pt x="0" y="0"/>
                    <a:pt x="1" y="1"/>
                  </a:cubicBezTo>
                  <a:cubicBezTo>
                    <a:pt x="2" y="2"/>
                    <a:pt x="8" y="5"/>
                    <a:pt x="13" y="6"/>
                  </a:cubicBezTo>
                  <a:cubicBezTo>
                    <a:pt x="18" y="7"/>
                    <a:pt x="22" y="7"/>
                    <a:pt x="21" y="6"/>
                  </a:cubicBezTo>
                  <a:cubicBezTo>
                    <a:pt x="20" y="4"/>
                    <a:pt x="14" y="2"/>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39" name="Freeform 1841"/>
            <p:cNvSpPr/>
            <p:nvPr/>
          </p:nvSpPr>
          <p:spPr bwMode="auto">
            <a:xfrm>
              <a:off x="3295954" y="11436128"/>
              <a:ext cx="57150" cy="15875"/>
            </a:xfrm>
            <a:custGeom>
              <a:avLst/>
              <a:gdLst>
                <a:gd name="T0" fmla="*/ 1 w 21"/>
                <a:gd name="T1" fmla="*/ 1 h 6"/>
                <a:gd name="T2" fmla="*/ 12 w 21"/>
                <a:gd name="T3" fmla="*/ 5 h 6"/>
                <a:gd name="T4" fmla="*/ 21 w 21"/>
                <a:gd name="T5" fmla="*/ 5 h 6"/>
                <a:gd name="T6" fmla="*/ 10 w 21"/>
                <a:gd name="T7" fmla="*/ 1 h 6"/>
                <a:gd name="T8" fmla="*/ 1 w 21"/>
                <a:gd name="T9" fmla="*/ 1 h 6"/>
              </a:gdLst>
              <a:ahLst/>
              <a:cxnLst>
                <a:cxn ang="0">
                  <a:pos x="T0" y="T1"/>
                </a:cxn>
                <a:cxn ang="0">
                  <a:pos x="T2" y="T3"/>
                </a:cxn>
                <a:cxn ang="0">
                  <a:pos x="T4" y="T5"/>
                </a:cxn>
                <a:cxn ang="0">
                  <a:pos x="T6" y="T7"/>
                </a:cxn>
                <a:cxn ang="0">
                  <a:pos x="T8" y="T9"/>
                </a:cxn>
              </a:cxnLst>
              <a:rect l="0" t="0" r="r" b="b"/>
              <a:pathLst>
                <a:path w="21" h="6">
                  <a:moveTo>
                    <a:pt x="1" y="1"/>
                  </a:moveTo>
                  <a:cubicBezTo>
                    <a:pt x="1" y="2"/>
                    <a:pt x="6" y="4"/>
                    <a:pt x="12" y="5"/>
                  </a:cubicBezTo>
                  <a:cubicBezTo>
                    <a:pt x="17" y="6"/>
                    <a:pt x="21" y="6"/>
                    <a:pt x="21" y="5"/>
                  </a:cubicBezTo>
                  <a:cubicBezTo>
                    <a:pt x="20" y="4"/>
                    <a:pt x="15" y="2"/>
                    <a:pt x="10" y="1"/>
                  </a:cubicBezTo>
                  <a:cubicBezTo>
                    <a:pt x="4" y="0"/>
                    <a:pt x="0"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40" name="Freeform 1842"/>
            <p:cNvSpPr/>
            <p:nvPr/>
          </p:nvSpPr>
          <p:spPr bwMode="auto">
            <a:xfrm>
              <a:off x="3513442" y="11469465"/>
              <a:ext cx="53975" cy="7938"/>
            </a:xfrm>
            <a:custGeom>
              <a:avLst/>
              <a:gdLst>
                <a:gd name="T0" fmla="*/ 0 w 20"/>
                <a:gd name="T1" fmla="*/ 0 h 3"/>
                <a:gd name="T2" fmla="*/ 11 w 20"/>
                <a:gd name="T3" fmla="*/ 2 h 3"/>
                <a:gd name="T4" fmla="*/ 20 w 20"/>
                <a:gd name="T5" fmla="*/ 2 h 3"/>
                <a:gd name="T6" fmla="*/ 9 w 20"/>
                <a:gd name="T7" fmla="*/ 0 h 3"/>
                <a:gd name="T8" fmla="*/ 0 w 20"/>
                <a:gd name="T9" fmla="*/ 0 h 3"/>
              </a:gdLst>
              <a:ahLst/>
              <a:cxnLst>
                <a:cxn ang="0">
                  <a:pos x="T0" y="T1"/>
                </a:cxn>
                <a:cxn ang="0">
                  <a:pos x="T2" y="T3"/>
                </a:cxn>
                <a:cxn ang="0">
                  <a:pos x="T4" y="T5"/>
                </a:cxn>
                <a:cxn ang="0">
                  <a:pos x="T6" y="T7"/>
                </a:cxn>
                <a:cxn ang="0">
                  <a:pos x="T8" y="T9"/>
                </a:cxn>
              </a:cxnLst>
              <a:rect l="0" t="0" r="r" b="b"/>
              <a:pathLst>
                <a:path w="20" h="3">
                  <a:moveTo>
                    <a:pt x="0" y="0"/>
                  </a:moveTo>
                  <a:cubicBezTo>
                    <a:pt x="0" y="1"/>
                    <a:pt x="5" y="2"/>
                    <a:pt x="11" y="2"/>
                  </a:cubicBezTo>
                  <a:cubicBezTo>
                    <a:pt x="16" y="3"/>
                    <a:pt x="20" y="2"/>
                    <a:pt x="20" y="2"/>
                  </a:cubicBezTo>
                  <a:cubicBezTo>
                    <a:pt x="20" y="1"/>
                    <a:pt x="15" y="0"/>
                    <a:pt x="9" y="0"/>
                  </a:cubicBezTo>
                  <a:cubicBezTo>
                    <a:pt x="4"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41" name="Freeform 1843"/>
            <p:cNvSpPr/>
            <p:nvPr/>
          </p:nvSpPr>
          <p:spPr bwMode="auto">
            <a:xfrm>
              <a:off x="3727754" y="11469465"/>
              <a:ext cx="53975" cy="7938"/>
            </a:xfrm>
            <a:custGeom>
              <a:avLst/>
              <a:gdLst>
                <a:gd name="T0" fmla="*/ 9 w 20"/>
                <a:gd name="T1" fmla="*/ 1 h 3"/>
                <a:gd name="T2" fmla="*/ 0 w 20"/>
                <a:gd name="T3" fmla="*/ 2 h 3"/>
                <a:gd name="T4" fmla="*/ 11 w 20"/>
                <a:gd name="T5" fmla="*/ 2 h 3"/>
                <a:gd name="T6" fmla="*/ 20 w 20"/>
                <a:gd name="T7" fmla="*/ 1 h 3"/>
                <a:gd name="T8" fmla="*/ 9 w 20"/>
                <a:gd name="T9" fmla="*/ 1 h 3"/>
              </a:gdLst>
              <a:ahLst/>
              <a:cxnLst>
                <a:cxn ang="0">
                  <a:pos x="T0" y="T1"/>
                </a:cxn>
                <a:cxn ang="0">
                  <a:pos x="T2" y="T3"/>
                </a:cxn>
                <a:cxn ang="0">
                  <a:pos x="T4" y="T5"/>
                </a:cxn>
                <a:cxn ang="0">
                  <a:pos x="T6" y="T7"/>
                </a:cxn>
                <a:cxn ang="0">
                  <a:pos x="T8" y="T9"/>
                </a:cxn>
              </a:cxnLst>
              <a:rect l="0" t="0" r="r" b="b"/>
              <a:pathLst>
                <a:path w="20" h="3">
                  <a:moveTo>
                    <a:pt x="9" y="1"/>
                  </a:moveTo>
                  <a:cubicBezTo>
                    <a:pt x="4" y="1"/>
                    <a:pt x="0" y="2"/>
                    <a:pt x="0" y="2"/>
                  </a:cubicBezTo>
                  <a:cubicBezTo>
                    <a:pt x="0" y="2"/>
                    <a:pt x="5" y="3"/>
                    <a:pt x="11" y="2"/>
                  </a:cubicBezTo>
                  <a:cubicBezTo>
                    <a:pt x="16" y="2"/>
                    <a:pt x="20" y="1"/>
                    <a:pt x="20" y="1"/>
                  </a:cubicBezTo>
                  <a:cubicBezTo>
                    <a:pt x="19" y="0"/>
                    <a:pt x="15"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42" name="Freeform 1844"/>
            <p:cNvSpPr/>
            <p:nvPr/>
          </p:nvSpPr>
          <p:spPr bwMode="auto">
            <a:xfrm>
              <a:off x="3942067" y="11444065"/>
              <a:ext cx="53975" cy="11113"/>
            </a:xfrm>
            <a:custGeom>
              <a:avLst/>
              <a:gdLst>
                <a:gd name="T0" fmla="*/ 9 w 20"/>
                <a:gd name="T1" fmla="*/ 1 h 4"/>
                <a:gd name="T2" fmla="*/ 0 w 20"/>
                <a:gd name="T3" fmla="*/ 3 h 4"/>
                <a:gd name="T4" fmla="*/ 10 w 20"/>
                <a:gd name="T5" fmla="*/ 3 h 4"/>
                <a:gd name="T6" fmla="*/ 19 w 20"/>
                <a:gd name="T7" fmla="*/ 0 h 4"/>
                <a:gd name="T8" fmla="*/ 9 w 20"/>
                <a:gd name="T9" fmla="*/ 1 h 4"/>
              </a:gdLst>
              <a:ahLst/>
              <a:cxnLst>
                <a:cxn ang="0">
                  <a:pos x="T0" y="T1"/>
                </a:cxn>
                <a:cxn ang="0">
                  <a:pos x="T2" y="T3"/>
                </a:cxn>
                <a:cxn ang="0">
                  <a:pos x="T4" y="T5"/>
                </a:cxn>
                <a:cxn ang="0">
                  <a:pos x="T6" y="T7"/>
                </a:cxn>
                <a:cxn ang="0">
                  <a:pos x="T8" y="T9"/>
                </a:cxn>
              </a:cxnLst>
              <a:rect l="0" t="0" r="r" b="b"/>
              <a:pathLst>
                <a:path w="20" h="4">
                  <a:moveTo>
                    <a:pt x="9" y="1"/>
                  </a:moveTo>
                  <a:cubicBezTo>
                    <a:pt x="4" y="2"/>
                    <a:pt x="0" y="3"/>
                    <a:pt x="0" y="3"/>
                  </a:cubicBezTo>
                  <a:cubicBezTo>
                    <a:pt x="0" y="4"/>
                    <a:pt x="4" y="3"/>
                    <a:pt x="10" y="3"/>
                  </a:cubicBezTo>
                  <a:cubicBezTo>
                    <a:pt x="15" y="2"/>
                    <a:pt x="20" y="1"/>
                    <a:pt x="19" y="0"/>
                  </a:cubicBezTo>
                  <a:cubicBezTo>
                    <a:pt x="19" y="0"/>
                    <a:pt x="15"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43" name="Freeform 1845"/>
            <p:cNvSpPr/>
            <p:nvPr/>
          </p:nvSpPr>
          <p:spPr bwMode="auto">
            <a:xfrm>
              <a:off x="4154792" y="11404378"/>
              <a:ext cx="53975" cy="12700"/>
            </a:xfrm>
            <a:custGeom>
              <a:avLst/>
              <a:gdLst>
                <a:gd name="T0" fmla="*/ 0 w 20"/>
                <a:gd name="T1" fmla="*/ 4 h 5"/>
                <a:gd name="T2" fmla="*/ 10 w 20"/>
                <a:gd name="T3" fmla="*/ 3 h 5"/>
                <a:gd name="T4" fmla="*/ 20 w 20"/>
                <a:gd name="T5" fmla="*/ 0 h 5"/>
                <a:gd name="T6" fmla="*/ 10 w 20"/>
                <a:gd name="T7" fmla="*/ 1 h 5"/>
                <a:gd name="T8" fmla="*/ 0 w 20"/>
                <a:gd name="T9" fmla="*/ 4 h 5"/>
              </a:gdLst>
              <a:ahLst/>
              <a:cxnLst>
                <a:cxn ang="0">
                  <a:pos x="T0" y="T1"/>
                </a:cxn>
                <a:cxn ang="0">
                  <a:pos x="T2" y="T3"/>
                </a:cxn>
                <a:cxn ang="0">
                  <a:pos x="T4" y="T5"/>
                </a:cxn>
                <a:cxn ang="0">
                  <a:pos x="T6" y="T7"/>
                </a:cxn>
                <a:cxn ang="0">
                  <a:pos x="T8" y="T9"/>
                </a:cxn>
              </a:cxnLst>
              <a:rect l="0" t="0" r="r" b="b"/>
              <a:pathLst>
                <a:path w="20" h="5">
                  <a:moveTo>
                    <a:pt x="0" y="4"/>
                  </a:moveTo>
                  <a:cubicBezTo>
                    <a:pt x="0" y="5"/>
                    <a:pt x="5" y="4"/>
                    <a:pt x="10" y="3"/>
                  </a:cubicBezTo>
                  <a:cubicBezTo>
                    <a:pt x="15" y="2"/>
                    <a:pt x="20" y="1"/>
                    <a:pt x="20" y="0"/>
                  </a:cubicBezTo>
                  <a:cubicBezTo>
                    <a:pt x="20" y="0"/>
                    <a:pt x="15" y="0"/>
                    <a:pt x="10" y="1"/>
                  </a:cubicBezTo>
                  <a:cubicBezTo>
                    <a:pt x="5" y="2"/>
                    <a:pt x="0" y="4"/>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44" name="Freeform 1846"/>
            <p:cNvSpPr/>
            <p:nvPr/>
          </p:nvSpPr>
          <p:spPr bwMode="auto">
            <a:xfrm>
              <a:off x="4365929" y="11348815"/>
              <a:ext cx="57150" cy="17463"/>
            </a:xfrm>
            <a:custGeom>
              <a:avLst/>
              <a:gdLst>
                <a:gd name="T0" fmla="*/ 9 w 21"/>
                <a:gd name="T1" fmla="*/ 2 h 6"/>
                <a:gd name="T2" fmla="*/ 1 w 21"/>
                <a:gd name="T3" fmla="*/ 5 h 6"/>
                <a:gd name="T4" fmla="*/ 12 w 21"/>
                <a:gd name="T5" fmla="*/ 3 h 6"/>
                <a:gd name="T6" fmla="*/ 20 w 21"/>
                <a:gd name="T7" fmla="*/ 0 h 6"/>
                <a:gd name="T8" fmla="*/ 9 w 21"/>
                <a:gd name="T9" fmla="*/ 2 h 6"/>
              </a:gdLst>
              <a:ahLst/>
              <a:cxnLst>
                <a:cxn ang="0">
                  <a:pos x="T0" y="T1"/>
                </a:cxn>
                <a:cxn ang="0">
                  <a:pos x="T2" y="T3"/>
                </a:cxn>
                <a:cxn ang="0">
                  <a:pos x="T4" y="T5"/>
                </a:cxn>
                <a:cxn ang="0">
                  <a:pos x="T6" y="T7"/>
                </a:cxn>
                <a:cxn ang="0">
                  <a:pos x="T8" y="T9"/>
                </a:cxn>
              </a:cxnLst>
              <a:rect l="0" t="0" r="r" b="b"/>
              <a:pathLst>
                <a:path w="21" h="6">
                  <a:moveTo>
                    <a:pt x="9" y="2"/>
                  </a:moveTo>
                  <a:cubicBezTo>
                    <a:pt x="4" y="4"/>
                    <a:pt x="0" y="5"/>
                    <a:pt x="1" y="5"/>
                  </a:cubicBezTo>
                  <a:cubicBezTo>
                    <a:pt x="1" y="6"/>
                    <a:pt x="6" y="5"/>
                    <a:pt x="12" y="3"/>
                  </a:cubicBezTo>
                  <a:cubicBezTo>
                    <a:pt x="17" y="2"/>
                    <a:pt x="21" y="0"/>
                    <a:pt x="20" y="0"/>
                  </a:cubicBezTo>
                  <a:cubicBezTo>
                    <a:pt x="19" y="0"/>
                    <a:pt x="14" y="1"/>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45" name="Freeform 1847"/>
            <p:cNvSpPr/>
            <p:nvPr/>
          </p:nvSpPr>
          <p:spPr bwMode="auto">
            <a:xfrm>
              <a:off x="4577067" y="11282140"/>
              <a:ext cx="57150" cy="19050"/>
            </a:xfrm>
            <a:custGeom>
              <a:avLst/>
              <a:gdLst>
                <a:gd name="T0" fmla="*/ 9 w 21"/>
                <a:gd name="T1" fmla="*/ 3 h 7"/>
                <a:gd name="T2" fmla="*/ 1 w 21"/>
                <a:gd name="T3" fmla="*/ 7 h 7"/>
                <a:gd name="T4" fmla="*/ 11 w 21"/>
                <a:gd name="T5" fmla="*/ 4 h 7"/>
                <a:gd name="T6" fmla="*/ 20 w 21"/>
                <a:gd name="T7" fmla="*/ 0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4" y="5"/>
                    <a:pt x="0" y="7"/>
                    <a:pt x="1" y="7"/>
                  </a:cubicBezTo>
                  <a:cubicBezTo>
                    <a:pt x="1" y="7"/>
                    <a:pt x="6" y="6"/>
                    <a:pt x="11" y="4"/>
                  </a:cubicBezTo>
                  <a:cubicBezTo>
                    <a:pt x="17" y="2"/>
                    <a:pt x="21" y="1"/>
                    <a:pt x="20" y="0"/>
                  </a:cubicBezTo>
                  <a:cubicBezTo>
                    <a:pt x="20" y="0"/>
                    <a:pt x="14"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46" name="Freeform 1848"/>
            <p:cNvSpPr/>
            <p:nvPr/>
          </p:nvSpPr>
          <p:spPr bwMode="auto">
            <a:xfrm>
              <a:off x="4789792" y="11205940"/>
              <a:ext cx="57150" cy="22225"/>
            </a:xfrm>
            <a:custGeom>
              <a:avLst/>
              <a:gdLst>
                <a:gd name="T0" fmla="*/ 9 w 21"/>
                <a:gd name="T1" fmla="*/ 3 h 8"/>
                <a:gd name="T2" fmla="*/ 1 w 21"/>
                <a:gd name="T3" fmla="*/ 8 h 8"/>
                <a:gd name="T4" fmla="*/ 11 w 21"/>
                <a:gd name="T5" fmla="*/ 4 h 8"/>
                <a:gd name="T6" fmla="*/ 20 w 21"/>
                <a:gd name="T7" fmla="*/ 0 h 8"/>
                <a:gd name="T8" fmla="*/ 9 w 21"/>
                <a:gd name="T9" fmla="*/ 3 h 8"/>
              </a:gdLst>
              <a:ahLst/>
              <a:cxnLst>
                <a:cxn ang="0">
                  <a:pos x="T0" y="T1"/>
                </a:cxn>
                <a:cxn ang="0">
                  <a:pos x="T2" y="T3"/>
                </a:cxn>
                <a:cxn ang="0">
                  <a:pos x="T4" y="T5"/>
                </a:cxn>
                <a:cxn ang="0">
                  <a:pos x="T6" y="T7"/>
                </a:cxn>
                <a:cxn ang="0">
                  <a:pos x="T8" y="T9"/>
                </a:cxn>
              </a:cxnLst>
              <a:rect l="0" t="0" r="r" b="b"/>
              <a:pathLst>
                <a:path w="21" h="8">
                  <a:moveTo>
                    <a:pt x="9" y="3"/>
                  </a:moveTo>
                  <a:cubicBezTo>
                    <a:pt x="4" y="5"/>
                    <a:pt x="0" y="7"/>
                    <a:pt x="1" y="8"/>
                  </a:cubicBezTo>
                  <a:cubicBezTo>
                    <a:pt x="1" y="8"/>
                    <a:pt x="6" y="6"/>
                    <a:pt x="11" y="4"/>
                  </a:cubicBezTo>
                  <a:cubicBezTo>
                    <a:pt x="17" y="2"/>
                    <a:pt x="21" y="0"/>
                    <a:pt x="20" y="0"/>
                  </a:cubicBezTo>
                  <a:cubicBezTo>
                    <a:pt x="19" y="0"/>
                    <a:pt x="14"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47" name="Freeform 1849"/>
            <p:cNvSpPr/>
            <p:nvPr/>
          </p:nvSpPr>
          <p:spPr bwMode="auto">
            <a:xfrm>
              <a:off x="5000929" y="11121803"/>
              <a:ext cx="53975" cy="20638"/>
            </a:xfrm>
            <a:custGeom>
              <a:avLst/>
              <a:gdLst>
                <a:gd name="T0" fmla="*/ 0 w 20"/>
                <a:gd name="T1" fmla="*/ 8 h 8"/>
                <a:gd name="T2" fmla="*/ 11 w 20"/>
                <a:gd name="T3" fmla="*/ 5 h 8"/>
                <a:gd name="T4" fmla="*/ 20 w 20"/>
                <a:gd name="T5" fmla="*/ 0 h 8"/>
                <a:gd name="T6" fmla="*/ 9 w 20"/>
                <a:gd name="T7" fmla="*/ 4 h 8"/>
                <a:gd name="T8" fmla="*/ 0 w 20"/>
                <a:gd name="T9" fmla="*/ 8 h 8"/>
              </a:gdLst>
              <a:ahLst/>
              <a:cxnLst>
                <a:cxn ang="0">
                  <a:pos x="T0" y="T1"/>
                </a:cxn>
                <a:cxn ang="0">
                  <a:pos x="T2" y="T3"/>
                </a:cxn>
                <a:cxn ang="0">
                  <a:pos x="T4" y="T5"/>
                </a:cxn>
                <a:cxn ang="0">
                  <a:pos x="T6" y="T7"/>
                </a:cxn>
                <a:cxn ang="0">
                  <a:pos x="T8" y="T9"/>
                </a:cxn>
              </a:cxnLst>
              <a:rect l="0" t="0" r="r" b="b"/>
              <a:pathLst>
                <a:path w="20" h="8">
                  <a:moveTo>
                    <a:pt x="0" y="8"/>
                  </a:moveTo>
                  <a:cubicBezTo>
                    <a:pt x="1" y="8"/>
                    <a:pt x="6" y="7"/>
                    <a:pt x="11" y="5"/>
                  </a:cubicBezTo>
                  <a:cubicBezTo>
                    <a:pt x="16" y="2"/>
                    <a:pt x="20" y="0"/>
                    <a:pt x="20" y="0"/>
                  </a:cubicBezTo>
                  <a:cubicBezTo>
                    <a:pt x="19" y="0"/>
                    <a:pt x="14" y="2"/>
                    <a:pt x="9" y="4"/>
                  </a:cubicBezTo>
                  <a:cubicBezTo>
                    <a:pt x="4" y="6"/>
                    <a:pt x="0" y="8"/>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48" name="Freeform 1850"/>
            <p:cNvSpPr/>
            <p:nvPr/>
          </p:nvSpPr>
          <p:spPr bwMode="auto">
            <a:xfrm>
              <a:off x="5210479" y="11031315"/>
              <a:ext cx="57150" cy="22225"/>
            </a:xfrm>
            <a:custGeom>
              <a:avLst/>
              <a:gdLst>
                <a:gd name="T0" fmla="*/ 1 w 21"/>
                <a:gd name="T1" fmla="*/ 8 h 8"/>
                <a:gd name="T2" fmla="*/ 12 w 21"/>
                <a:gd name="T3" fmla="*/ 4 h 8"/>
                <a:gd name="T4" fmla="*/ 20 w 21"/>
                <a:gd name="T5" fmla="*/ 0 h 8"/>
                <a:gd name="T6" fmla="*/ 9 w 21"/>
                <a:gd name="T7" fmla="*/ 4 h 8"/>
                <a:gd name="T8" fmla="*/ 1 w 21"/>
                <a:gd name="T9" fmla="*/ 8 h 8"/>
              </a:gdLst>
              <a:ahLst/>
              <a:cxnLst>
                <a:cxn ang="0">
                  <a:pos x="T0" y="T1"/>
                </a:cxn>
                <a:cxn ang="0">
                  <a:pos x="T2" y="T3"/>
                </a:cxn>
                <a:cxn ang="0">
                  <a:pos x="T4" y="T5"/>
                </a:cxn>
                <a:cxn ang="0">
                  <a:pos x="T6" y="T7"/>
                </a:cxn>
                <a:cxn ang="0">
                  <a:pos x="T8" y="T9"/>
                </a:cxn>
              </a:cxnLst>
              <a:rect l="0" t="0" r="r" b="b"/>
              <a:pathLst>
                <a:path w="21" h="8">
                  <a:moveTo>
                    <a:pt x="1" y="8"/>
                  </a:moveTo>
                  <a:cubicBezTo>
                    <a:pt x="2" y="8"/>
                    <a:pt x="7" y="6"/>
                    <a:pt x="12" y="4"/>
                  </a:cubicBezTo>
                  <a:cubicBezTo>
                    <a:pt x="18" y="2"/>
                    <a:pt x="21" y="0"/>
                    <a:pt x="20" y="0"/>
                  </a:cubicBezTo>
                  <a:cubicBezTo>
                    <a:pt x="20" y="0"/>
                    <a:pt x="14" y="2"/>
                    <a:pt x="9" y="4"/>
                  </a:cubicBezTo>
                  <a:cubicBezTo>
                    <a:pt x="4" y="6"/>
                    <a:pt x="0" y="8"/>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49" name="Freeform 1851"/>
            <p:cNvSpPr/>
            <p:nvPr/>
          </p:nvSpPr>
          <p:spPr bwMode="auto">
            <a:xfrm>
              <a:off x="5421617" y="10937653"/>
              <a:ext cx="57150" cy="23813"/>
            </a:xfrm>
            <a:custGeom>
              <a:avLst/>
              <a:gdLst>
                <a:gd name="T0" fmla="*/ 1 w 21"/>
                <a:gd name="T1" fmla="*/ 9 h 9"/>
                <a:gd name="T2" fmla="*/ 11 w 21"/>
                <a:gd name="T3" fmla="*/ 4 h 9"/>
                <a:gd name="T4" fmla="*/ 20 w 21"/>
                <a:gd name="T5" fmla="*/ 0 h 9"/>
                <a:gd name="T6" fmla="*/ 10 w 21"/>
                <a:gd name="T7" fmla="*/ 4 h 9"/>
                <a:gd name="T8" fmla="*/ 1 w 21"/>
                <a:gd name="T9" fmla="*/ 9 h 9"/>
              </a:gdLst>
              <a:ahLst/>
              <a:cxnLst>
                <a:cxn ang="0">
                  <a:pos x="T0" y="T1"/>
                </a:cxn>
                <a:cxn ang="0">
                  <a:pos x="T2" y="T3"/>
                </a:cxn>
                <a:cxn ang="0">
                  <a:pos x="T4" y="T5"/>
                </a:cxn>
                <a:cxn ang="0">
                  <a:pos x="T6" y="T7"/>
                </a:cxn>
                <a:cxn ang="0">
                  <a:pos x="T8" y="T9"/>
                </a:cxn>
              </a:cxnLst>
              <a:rect l="0" t="0" r="r" b="b"/>
              <a:pathLst>
                <a:path w="21" h="9">
                  <a:moveTo>
                    <a:pt x="1" y="9"/>
                  </a:moveTo>
                  <a:cubicBezTo>
                    <a:pt x="1" y="9"/>
                    <a:pt x="6" y="7"/>
                    <a:pt x="11" y="4"/>
                  </a:cubicBezTo>
                  <a:cubicBezTo>
                    <a:pt x="17" y="2"/>
                    <a:pt x="21" y="0"/>
                    <a:pt x="20" y="0"/>
                  </a:cubicBezTo>
                  <a:cubicBezTo>
                    <a:pt x="20" y="0"/>
                    <a:pt x="15" y="1"/>
                    <a:pt x="10" y="4"/>
                  </a:cubicBezTo>
                  <a:cubicBezTo>
                    <a:pt x="4" y="6"/>
                    <a:pt x="0" y="8"/>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50" name="Freeform 1852"/>
            <p:cNvSpPr/>
            <p:nvPr/>
          </p:nvSpPr>
          <p:spPr bwMode="auto">
            <a:xfrm>
              <a:off x="5632754" y="10839228"/>
              <a:ext cx="55563" cy="23813"/>
            </a:xfrm>
            <a:custGeom>
              <a:avLst/>
              <a:gdLst>
                <a:gd name="T0" fmla="*/ 0 w 20"/>
                <a:gd name="T1" fmla="*/ 9 h 9"/>
                <a:gd name="T2" fmla="*/ 11 w 20"/>
                <a:gd name="T3" fmla="*/ 5 h 9"/>
                <a:gd name="T4" fmla="*/ 20 w 20"/>
                <a:gd name="T5" fmla="*/ 0 h 9"/>
                <a:gd name="T6" fmla="*/ 9 w 20"/>
                <a:gd name="T7" fmla="*/ 4 h 9"/>
                <a:gd name="T8" fmla="*/ 0 w 20"/>
                <a:gd name="T9" fmla="*/ 9 h 9"/>
              </a:gdLst>
              <a:ahLst/>
              <a:cxnLst>
                <a:cxn ang="0">
                  <a:pos x="T0" y="T1"/>
                </a:cxn>
                <a:cxn ang="0">
                  <a:pos x="T2" y="T3"/>
                </a:cxn>
                <a:cxn ang="0">
                  <a:pos x="T4" y="T5"/>
                </a:cxn>
                <a:cxn ang="0">
                  <a:pos x="T6" y="T7"/>
                </a:cxn>
                <a:cxn ang="0">
                  <a:pos x="T8" y="T9"/>
                </a:cxn>
              </a:cxnLst>
              <a:rect l="0" t="0" r="r" b="b"/>
              <a:pathLst>
                <a:path w="20" h="9">
                  <a:moveTo>
                    <a:pt x="0" y="9"/>
                  </a:moveTo>
                  <a:cubicBezTo>
                    <a:pt x="1" y="9"/>
                    <a:pt x="5" y="7"/>
                    <a:pt x="11" y="5"/>
                  </a:cubicBezTo>
                  <a:cubicBezTo>
                    <a:pt x="16" y="2"/>
                    <a:pt x="20" y="0"/>
                    <a:pt x="20" y="0"/>
                  </a:cubicBezTo>
                  <a:cubicBezTo>
                    <a:pt x="19" y="0"/>
                    <a:pt x="15" y="1"/>
                    <a:pt x="9" y="4"/>
                  </a:cubicBezTo>
                  <a:cubicBezTo>
                    <a:pt x="4" y="6"/>
                    <a:pt x="0" y="9"/>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51" name="Freeform 1853"/>
            <p:cNvSpPr/>
            <p:nvPr/>
          </p:nvSpPr>
          <p:spPr bwMode="auto">
            <a:xfrm>
              <a:off x="2648254" y="11251978"/>
              <a:ext cx="57150" cy="30163"/>
            </a:xfrm>
            <a:custGeom>
              <a:avLst/>
              <a:gdLst>
                <a:gd name="T0" fmla="*/ 9 w 21"/>
                <a:gd name="T1" fmla="*/ 2 h 11"/>
                <a:gd name="T2" fmla="*/ 0 w 21"/>
                <a:gd name="T3" fmla="*/ 2 h 11"/>
                <a:gd name="T4" fmla="*/ 11 w 21"/>
                <a:gd name="T5" fmla="*/ 10 h 11"/>
                <a:gd name="T6" fmla="*/ 20 w 21"/>
                <a:gd name="T7" fmla="*/ 9 h 11"/>
                <a:gd name="T8" fmla="*/ 9 w 21"/>
                <a:gd name="T9" fmla="*/ 2 h 11"/>
              </a:gdLst>
              <a:ahLst/>
              <a:cxnLst>
                <a:cxn ang="0">
                  <a:pos x="T0" y="T1"/>
                </a:cxn>
                <a:cxn ang="0">
                  <a:pos x="T2" y="T3"/>
                </a:cxn>
                <a:cxn ang="0">
                  <a:pos x="T4" y="T5"/>
                </a:cxn>
                <a:cxn ang="0">
                  <a:pos x="T6" y="T7"/>
                </a:cxn>
                <a:cxn ang="0">
                  <a:pos x="T8" y="T9"/>
                </a:cxn>
              </a:cxnLst>
              <a:rect l="0" t="0" r="r" b="b"/>
              <a:pathLst>
                <a:path w="21" h="11">
                  <a:moveTo>
                    <a:pt x="9" y="2"/>
                  </a:moveTo>
                  <a:cubicBezTo>
                    <a:pt x="4" y="0"/>
                    <a:pt x="0" y="0"/>
                    <a:pt x="0" y="2"/>
                  </a:cubicBezTo>
                  <a:cubicBezTo>
                    <a:pt x="1" y="5"/>
                    <a:pt x="6" y="8"/>
                    <a:pt x="11" y="10"/>
                  </a:cubicBezTo>
                  <a:cubicBezTo>
                    <a:pt x="17" y="11"/>
                    <a:pt x="21" y="11"/>
                    <a:pt x="20" y="9"/>
                  </a:cubicBezTo>
                  <a:cubicBezTo>
                    <a:pt x="20" y="7"/>
                    <a:pt x="15" y="4"/>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52" name="Freeform 1854"/>
            <p:cNvSpPr/>
            <p:nvPr/>
          </p:nvSpPr>
          <p:spPr bwMode="auto">
            <a:xfrm>
              <a:off x="2430767" y="11180540"/>
              <a:ext cx="57150" cy="33338"/>
            </a:xfrm>
            <a:custGeom>
              <a:avLst/>
              <a:gdLst>
                <a:gd name="T0" fmla="*/ 9 w 21"/>
                <a:gd name="T1" fmla="*/ 1 h 12"/>
                <a:gd name="T2" fmla="*/ 1 w 21"/>
                <a:gd name="T3" fmla="*/ 3 h 12"/>
                <a:gd name="T4" fmla="*/ 12 w 21"/>
                <a:gd name="T5" fmla="*/ 11 h 12"/>
                <a:gd name="T6" fmla="*/ 20 w 21"/>
                <a:gd name="T7" fmla="*/ 9 h 12"/>
                <a:gd name="T8" fmla="*/ 9 w 21"/>
                <a:gd name="T9" fmla="*/ 1 h 12"/>
              </a:gdLst>
              <a:ahLst/>
              <a:cxnLst>
                <a:cxn ang="0">
                  <a:pos x="T0" y="T1"/>
                </a:cxn>
                <a:cxn ang="0">
                  <a:pos x="T2" y="T3"/>
                </a:cxn>
                <a:cxn ang="0">
                  <a:pos x="T4" y="T5"/>
                </a:cxn>
                <a:cxn ang="0">
                  <a:pos x="T6" y="T7"/>
                </a:cxn>
                <a:cxn ang="0">
                  <a:pos x="T8" y="T9"/>
                </a:cxn>
              </a:cxnLst>
              <a:rect l="0" t="0" r="r" b="b"/>
              <a:pathLst>
                <a:path w="21" h="12">
                  <a:moveTo>
                    <a:pt x="9" y="1"/>
                  </a:moveTo>
                  <a:cubicBezTo>
                    <a:pt x="4" y="0"/>
                    <a:pt x="0" y="0"/>
                    <a:pt x="1" y="3"/>
                  </a:cubicBezTo>
                  <a:cubicBezTo>
                    <a:pt x="1" y="6"/>
                    <a:pt x="7" y="9"/>
                    <a:pt x="12" y="11"/>
                  </a:cubicBezTo>
                  <a:cubicBezTo>
                    <a:pt x="17" y="12"/>
                    <a:pt x="21" y="12"/>
                    <a:pt x="20" y="9"/>
                  </a:cubicBezTo>
                  <a:cubicBezTo>
                    <a:pt x="20" y="6"/>
                    <a:pt x="14" y="3"/>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53" name="Freeform 1855"/>
            <p:cNvSpPr/>
            <p:nvPr/>
          </p:nvSpPr>
          <p:spPr bwMode="auto">
            <a:xfrm>
              <a:off x="2213279" y="11113865"/>
              <a:ext cx="57150" cy="38100"/>
            </a:xfrm>
            <a:custGeom>
              <a:avLst/>
              <a:gdLst>
                <a:gd name="T0" fmla="*/ 10 w 21"/>
                <a:gd name="T1" fmla="*/ 2 h 14"/>
                <a:gd name="T2" fmla="*/ 1 w 21"/>
                <a:gd name="T3" fmla="*/ 4 h 14"/>
                <a:gd name="T4" fmla="*/ 12 w 21"/>
                <a:gd name="T5" fmla="*/ 13 h 14"/>
                <a:gd name="T6" fmla="*/ 21 w 21"/>
                <a:gd name="T7" fmla="*/ 10 h 14"/>
                <a:gd name="T8" fmla="*/ 10 w 21"/>
                <a:gd name="T9" fmla="*/ 2 h 14"/>
              </a:gdLst>
              <a:ahLst/>
              <a:cxnLst>
                <a:cxn ang="0">
                  <a:pos x="T0" y="T1"/>
                </a:cxn>
                <a:cxn ang="0">
                  <a:pos x="T2" y="T3"/>
                </a:cxn>
                <a:cxn ang="0">
                  <a:pos x="T4" y="T5"/>
                </a:cxn>
                <a:cxn ang="0">
                  <a:pos x="T6" y="T7"/>
                </a:cxn>
                <a:cxn ang="0">
                  <a:pos x="T8" y="T9"/>
                </a:cxn>
              </a:cxnLst>
              <a:rect l="0" t="0" r="r" b="b"/>
              <a:pathLst>
                <a:path w="21" h="14">
                  <a:moveTo>
                    <a:pt x="10" y="2"/>
                  </a:moveTo>
                  <a:cubicBezTo>
                    <a:pt x="5" y="0"/>
                    <a:pt x="0" y="1"/>
                    <a:pt x="1" y="4"/>
                  </a:cubicBezTo>
                  <a:cubicBezTo>
                    <a:pt x="1" y="7"/>
                    <a:pt x="6" y="11"/>
                    <a:pt x="12" y="13"/>
                  </a:cubicBezTo>
                  <a:cubicBezTo>
                    <a:pt x="17" y="14"/>
                    <a:pt x="21" y="13"/>
                    <a:pt x="21" y="10"/>
                  </a:cubicBezTo>
                  <a:cubicBezTo>
                    <a:pt x="20" y="7"/>
                    <a:pt x="15" y="3"/>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54" name="Freeform 1856"/>
            <p:cNvSpPr/>
            <p:nvPr/>
          </p:nvSpPr>
          <p:spPr bwMode="auto">
            <a:xfrm>
              <a:off x="1998967" y="11056715"/>
              <a:ext cx="53975" cy="39688"/>
            </a:xfrm>
            <a:custGeom>
              <a:avLst/>
              <a:gdLst>
                <a:gd name="T0" fmla="*/ 10 w 20"/>
                <a:gd name="T1" fmla="*/ 2 h 15"/>
                <a:gd name="T2" fmla="*/ 0 w 20"/>
                <a:gd name="T3" fmla="*/ 5 h 15"/>
                <a:gd name="T4" fmla="*/ 11 w 20"/>
                <a:gd name="T5" fmla="*/ 14 h 15"/>
                <a:gd name="T6" fmla="*/ 20 w 20"/>
                <a:gd name="T7" fmla="*/ 10 h 15"/>
                <a:gd name="T8" fmla="*/ 10 w 20"/>
                <a:gd name="T9" fmla="*/ 2 h 15"/>
              </a:gdLst>
              <a:ahLst/>
              <a:cxnLst>
                <a:cxn ang="0">
                  <a:pos x="T0" y="T1"/>
                </a:cxn>
                <a:cxn ang="0">
                  <a:pos x="T2" y="T3"/>
                </a:cxn>
                <a:cxn ang="0">
                  <a:pos x="T4" y="T5"/>
                </a:cxn>
                <a:cxn ang="0">
                  <a:pos x="T6" y="T7"/>
                </a:cxn>
                <a:cxn ang="0">
                  <a:pos x="T8" y="T9"/>
                </a:cxn>
              </a:cxnLst>
              <a:rect l="0" t="0" r="r" b="b"/>
              <a:pathLst>
                <a:path w="20" h="15">
                  <a:moveTo>
                    <a:pt x="10" y="2"/>
                  </a:moveTo>
                  <a:cubicBezTo>
                    <a:pt x="5" y="0"/>
                    <a:pt x="0" y="2"/>
                    <a:pt x="0" y="5"/>
                  </a:cubicBezTo>
                  <a:cubicBezTo>
                    <a:pt x="0" y="8"/>
                    <a:pt x="5" y="12"/>
                    <a:pt x="11" y="14"/>
                  </a:cubicBezTo>
                  <a:cubicBezTo>
                    <a:pt x="16" y="15"/>
                    <a:pt x="20" y="14"/>
                    <a:pt x="20" y="10"/>
                  </a:cubicBezTo>
                  <a:cubicBezTo>
                    <a:pt x="20" y="7"/>
                    <a:pt x="15" y="3"/>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55" name="Freeform 1857"/>
            <p:cNvSpPr/>
            <p:nvPr/>
          </p:nvSpPr>
          <p:spPr bwMode="auto">
            <a:xfrm>
              <a:off x="1781479" y="11015440"/>
              <a:ext cx="60325" cy="41275"/>
            </a:xfrm>
            <a:custGeom>
              <a:avLst/>
              <a:gdLst>
                <a:gd name="T0" fmla="*/ 9 w 22"/>
                <a:gd name="T1" fmla="*/ 1 h 15"/>
                <a:gd name="T2" fmla="*/ 1 w 22"/>
                <a:gd name="T3" fmla="*/ 7 h 15"/>
                <a:gd name="T4" fmla="*/ 13 w 22"/>
                <a:gd name="T5" fmla="*/ 15 h 15"/>
                <a:gd name="T6" fmla="*/ 21 w 22"/>
                <a:gd name="T7" fmla="*/ 9 h 15"/>
                <a:gd name="T8" fmla="*/ 9 w 22"/>
                <a:gd name="T9" fmla="*/ 1 h 15"/>
              </a:gdLst>
              <a:ahLst/>
              <a:cxnLst>
                <a:cxn ang="0">
                  <a:pos x="T0" y="T1"/>
                </a:cxn>
                <a:cxn ang="0">
                  <a:pos x="T2" y="T3"/>
                </a:cxn>
                <a:cxn ang="0">
                  <a:pos x="T4" y="T5"/>
                </a:cxn>
                <a:cxn ang="0">
                  <a:pos x="T6" y="T7"/>
                </a:cxn>
                <a:cxn ang="0">
                  <a:pos x="T8" y="T9"/>
                </a:cxn>
              </a:cxnLst>
              <a:rect l="0" t="0" r="r" b="b"/>
              <a:pathLst>
                <a:path w="22" h="15">
                  <a:moveTo>
                    <a:pt x="9" y="1"/>
                  </a:moveTo>
                  <a:cubicBezTo>
                    <a:pt x="4" y="0"/>
                    <a:pt x="0" y="3"/>
                    <a:pt x="1" y="7"/>
                  </a:cubicBezTo>
                  <a:cubicBezTo>
                    <a:pt x="2" y="10"/>
                    <a:pt x="7" y="14"/>
                    <a:pt x="13" y="15"/>
                  </a:cubicBezTo>
                  <a:cubicBezTo>
                    <a:pt x="18" y="15"/>
                    <a:pt x="22" y="13"/>
                    <a:pt x="21" y="9"/>
                  </a:cubicBezTo>
                  <a:cubicBezTo>
                    <a:pt x="20" y="5"/>
                    <a:pt x="15" y="2"/>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56" name="Freeform 1858"/>
            <p:cNvSpPr/>
            <p:nvPr/>
          </p:nvSpPr>
          <p:spPr bwMode="auto">
            <a:xfrm>
              <a:off x="1567167" y="10996390"/>
              <a:ext cx="60325" cy="41275"/>
            </a:xfrm>
            <a:custGeom>
              <a:avLst/>
              <a:gdLst>
                <a:gd name="T0" fmla="*/ 10 w 22"/>
                <a:gd name="T1" fmla="*/ 0 h 15"/>
                <a:gd name="T2" fmla="*/ 1 w 22"/>
                <a:gd name="T3" fmla="*/ 7 h 15"/>
                <a:gd name="T4" fmla="*/ 12 w 22"/>
                <a:gd name="T5" fmla="*/ 15 h 15"/>
                <a:gd name="T6" fmla="*/ 21 w 22"/>
                <a:gd name="T7" fmla="*/ 8 h 15"/>
                <a:gd name="T8" fmla="*/ 10 w 22"/>
                <a:gd name="T9" fmla="*/ 0 h 15"/>
              </a:gdLst>
              <a:ahLst/>
              <a:cxnLst>
                <a:cxn ang="0">
                  <a:pos x="T0" y="T1"/>
                </a:cxn>
                <a:cxn ang="0">
                  <a:pos x="T2" y="T3"/>
                </a:cxn>
                <a:cxn ang="0">
                  <a:pos x="T4" y="T5"/>
                </a:cxn>
                <a:cxn ang="0">
                  <a:pos x="T6" y="T7"/>
                </a:cxn>
                <a:cxn ang="0">
                  <a:pos x="T8" y="T9"/>
                </a:cxn>
              </a:cxnLst>
              <a:rect l="0" t="0" r="r" b="b"/>
              <a:pathLst>
                <a:path w="22" h="15">
                  <a:moveTo>
                    <a:pt x="10" y="0"/>
                  </a:moveTo>
                  <a:cubicBezTo>
                    <a:pt x="4" y="0"/>
                    <a:pt x="0" y="3"/>
                    <a:pt x="1" y="7"/>
                  </a:cubicBezTo>
                  <a:cubicBezTo>
                    <a:pt x="2" y="11"/>
                    <a:pt x="7" y="15"/>
                    <a:pt x="12" y="15"/>
                  </a:cubicBezTo>
                  <a:cubicBezTo>
                    <a:pt x="18" y="15"/>
                    <a:pt x="22" y="12"/>
                    <a:pt x="21" y="8"/>
                  </a:cubicBezTo>
                  <a:cubicBezTo>
                    <a:pt x="20" y="4"/>
                    <a:pt x="15" y="0"/>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57" name="Freeform 1859"/>
            <p:cNvSpPr/>
            <p:nvPr/>
          </p:nvSpPr>
          <p:spPr bwMode="auto">
            <a:xfrm>
              <a:off x="1356029" y="10999565"/>
              <a:ext cx="57150" cy="42863"/>
            </a:xfrm>
            <a:custGeom>
              <a:avLst/>
              <a:gdLst>
                <a:gd name="T0" fmla="*/ 9 w 21"/>
                <a:gd name="T1" fmla="*/ 0 h 16"/>
                <a:gd name="T2" fmla="*/ 1 w 21"/>
                <a:gd name="T3" fmla="*/ 9 h 16"/>
                <a:gd name="T4" fmla="*/ 11 w 21"/>
                <a:gd name="T5" fmla="*/ 16 h 16"/>
                <a:gd name="T6" fmla="*/ 20 w 21"/>
                <a:gd name="T7" fmla="*/ 7 h 16"/>
                <a:gd name="T8" fmla="*/ 9 w 21"/>
                <a:gd name="T9" fmla="*/ 0 h 16"/>
              </a:gdLst>
              <a:ahLst/>
              <a:cxnLst>
                <a:cxn ang="0">
                  <a:pos x="T0" y="T1"/>
                </a:cxn>
                <a:cxn ang="0">
                  <a:pos x="T2" y="T3"/>
                </a:cxn>
                <a:cxn ang="0">
                  <a:pos x="T4" y="T5"/>
                </a:cxn>
                <a:cxn ang="0">
                  <a:pos x="T6" y="T7"/>
                </a:cxn>
                <a:cxn ang="0">
                  <a:pos x="T8" y="T9"/>
                </a:cxn>
              </a:cxnLst>
              <a:rect l="0" t="0" r="r" b="b"/>
              <a:pathLst>
                <a:path w="21" h="16">
                  <a:moveTo>
                    <a:pt x="9" y="0"/>
                  </a:moveTo>
                  <a:cubicBezTo>
                    <a:pt x="4" y="1"/>
                    <a:pt x="0" y="5"/>
                    <a:pt x="1" y="9"/>
                  </a:cubicBezTo>
                  <a:cubicBezTo>
                    <a:pt x="1" y="13"/>
                    <a:pt x="6" y="16"/>
                    <a:pt x="11" y="16"/>
                  </a:cubicBezTo>
                  <a:cubicBezTo>
                    <a:pt x="17" y="15"/>
                    <a:pt x="21" y="11"/>
                    <a:pt x="20" y="7"/>
                  </a:cubicBezTo>
                  <a:cubicBezTo>
                    <a:pt x="20" y="3"/>
                    <a:pt x="15"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58" name="Freeform 1860"/>
            <p:cNvSpPr/>
            <p:nvPr/>
          </p:nvSpPr>
          <p:spPr bwMode="auto">
            <a:xfrm>
              <a:off x="1143304" y="11029728"/>
              <a:ext cx="55563" cy="47625"/>
            </a:xfrm>
            <a:custGeom>
              <a:avLst/>
              <a:gdLst>
                <a:gd name="T0" fmla="*/ 10 w 20"/>
                <a:gd name="T1" fmla="*/ 1 h 18"/>
                <a:gd name="T2" fmla="*/ 0 w 20"/>
                <a:gd name="T3" fmla="*/ 11 h 18"/>
                <a:gd name="T4" fmla="*/ 11 w 20"/>
                <a:gd name="T5" fmla="*/ 17 h 18"/>
                <a:gd name="T6" fmla="*/ 20 w 20"/>
                <a:gd name="T7" fmla="*/ 7 h 18"/>
                <a:gd name="T8" fmla="*/ 10 w 20"/>
                <a:gd name="T9" fmla="*/ 1 h 18"/>
              </a:gdLst>
              <a:ahLst/>
              <a:cxnLst>
                <a:cxn ang="0">
                  <a:pos x="T0" y="T1"/>
                </a:cxn>
                <a:cxn ang="0">
                  <a:pos x="T2" y="T3"/>
                </a:cxn>
                <a:cxn ang="0">
                  <a:pos x="T4" y="T5"/>
                </a:cxn>
                <a:cxn ang="0">
                  <a:pos x="T6" y="T7"/>
                </a:cxn>
                <a:cxn ang="0">
                  <a:pos x="T8" y="T9"/>
                </a:cxn>
              </a:cxnLst>
              <a:rect l="0" t="0" r="r" b="b"/>
              <a:pathLst>
                <a:path w="20" h="18">
                  <a:moveTo>
                    <a:pt x="10" y="1"/>
                  </a:moveTo>
                  <a:cubicBezTo>
                    <a:pt x="5" y="2"/>
                    <a:pt x="0" y="7"/>
                    <a:pt x="0" y="11"/>
                  </a:cubicBezTo>
                  <a:cubicBezTo>
                    <a:pt x="1" y="15"/>
                    <a:pt x="5" y="18"/>
                    <a:pt x="11" y="17"/>
                  </a:cubicBezTo>
                  <a:cubicBezTo>
                    <a:pt x="16" y="16"/>
                    <a:pt x="20" y="12"/>
                    <a:pt x="20" y="7"/>
                  </a:cubicBezTo>
                  <a:cubicBezTo>
                    <a:pt x="20" y="3"/>
                    <a:pt x="15"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59" name="Freeform 1861"/>
            <p:cNvSpPr/>
            <p:nvPr/>
          </p:nvSpPr>
          <p:spPr bwMode="auto">
            <a:xfrm>
              <a:off x="935342" y="11094815"/>
              <a:ext cx="53975" cy="50800"/>
            </a:xfrm>
            <a:custGeom>
              <a:avLst/>
              <a:gdLst>
                <a:gd name="T0" fmla="*/ 9 w 20"/>
                <a:gd name="T1" fmla="*/ 2 h 19"/>
                <a:gd name="T2" fmla="*/ 0 w 20"/>
                <a:gd name="T3" fmla="*/ 13 h 19"/>
                <a:gd name="T4" fmla="*/ 10 w 20"/>
                <a:gd name="T5" fmla="*/ 17 h 19"/>
                <a:gd name="T6" fmla="*/ 19 w 20"/>
                <a:gd name="T7" fmla="*/ 6 h 19"/>
                <a:gd name="T8" fmla="*/ 9 w 20"/>
                <a:gd name="T9" fmla="*/ 2 h 19"/>
              </a:gdLst>
              <a:ahLst/>
              <a:cxnLst>
                <a:cxn ang="0">
                  <a:pos x="T0" y="T1"/>
                </a:cxn>
                <a:cxn ang="0">
                  <a:pos x="T2" y="T3"/>
                </a:cxn>
                <a:cxn ang="0">
                  <a:pos x="T4" y="T5"/>
                </a:cxn>
                <a:cxn ang="0">
                  <a:pos x="T6" y="T7"/>
                </a:cxn>
                <a:cxn ang="0">
                  <a:pos x="T8" y="T9"/>
                </a:cxn>
              </a:cxnLst>
              <a:rect l="0" t="0" r="r" b="b"/>
              <a:pathLst>
                <a:path w="20" h="19">
                  <a:moveTo>
                    <a:pt x="9" y="2"/>
                  </a:moveTo>
                  <a:cubicBezTo>
                    <a:pt x="4" y="3"/>
                    <a:pt x="0" y="9"/>
                    <a:pt x="0" y="13"/>
                  </a:cubicBezTo>
                  <a:cubicBezTo>
                    <a:pt x="0" y="17"/>
                    <a:pt x="5" y="19"/>
                    <a:pt x="10" y="17"/>
                  </a:cubicBezTo>
                  <a:cubicBezTo>
                    <a:pt x="15" y="15"/>
                    <a:pt x="20" y="10"/>
                    <a:pt x="19" y="6"/>
                  </a:cubicBezTo>
                  <a:cubicBezTo>
                    <a:pt x="19" y="2"/>
                    <a:pt x="14"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60" name="Freeform 1862"/>
            <p:cNvSpPr/>
            <p:nvPr/>
          </p:nvSpPr>
          <p:spPr bwMode="auto">
            <a:xfrm>
              <a:off x="722617" y="11194828"/>
              <a:ext cx="57150" cy="49213"/>
            </a:xfrm>
            <a:custGeom>
              <a:avLst/>
              <a:gdLst>
                <a:gd name="T0" fmla="*/ 9 w 21"/>
                <a:gd name="T1" fmla="*/ 3 h 18"/>
                <a:gd name="T2" fmla="*/ 1 w 21"/>
                <a:gd name="T3" fmla="*/ 15 h 18"/>
                <a:gd name="T4" fmla="*/ 12 w 21"/>
                <a:gd name="T5" fmla="*/ 15 h 18"/>
                <a:gd name="T6" fmla="*/ 20 w 21"/>
                <a:gd name="T7" fmla="*/ 4 h 18"/>
                <a:gd name="T8" fmla="*/ 9 w 21"/>
                <a:gd name="T9" fmla="*/ 3 h 18"/>
              </a:gdLst>
              <a:ahLst/>
              <a:cxnLst>
                <a:cxn ang="0">
                  <a:pos x="T0" y="T1"/>
                </a:cxn>
                <a:cxn ang="0">
                  <a:pos x="T2" y="T3"/>
                </a:cxn>
                <a:cxn ang="0">
                  <a:pos x="T4" y="T5"/>
                </a:cxn>
                <a:cxn ang="0">
                  <a:pos x="T6" y="T7"/>
                </a:cxn>
                <a:cxn ang="0">
                  <a:pos x="T8" y="T9"/>
                </a:cxn>
              </a:cxnLst>
              <a:rect l="0" t="0" r="r" b="b"/>
              <a:pathLst>
                <a:path w="21" h="18">
                  <a:moveTo>
                    <a:pt x="9" y="3"/>
                  </a:moveTo>
                  <a:cubicBezTo>
                    <a:pt x="4" y="6"/>
                    <a:pt x="0" y="12"/>
                    <a:pt x="1" y="15"/>
                  </a:cubicBezTo>
                  <a:cubicBezTo>
                    <a:pt x="1" y="18"/>
                    <a:pt x="7" y="18"/>
                    <a:pt x="12" y="15"/>
                  </a:cubicBezTo>
                  <a:cubicBezTo>
                    <a:pt x="17" y="13"/>
                    <a:pt x="21" y="7"/>
                    <a:pt x="20" y="4"/>
                  </a:cubicBezTo>
                  <a:cubicBezTo>
                    <a:pt x="19" y="0"/>
                    <a:pt x="14" y="0"/>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61" name="Freeform 1863"/>
            <p:cNvSpPr/>
            <p:nvPr/>
          </p:nvSpPr>
          <p:spPr bwMode="auto">
            <a:xfrm>
              <a:off x="517829" y="11325003"/>
              <a:ext cx="53975" cy="49213"/>
            </a:xfrm>
            <a:custGeom>
              <a:avLst/>
              <a:gdLst>
                <a:gd name="T0" fmla="*/ 9 w 20"/>
                <a:gd name="T1" fmla="*/ 4 h 18"/>
                <a:gd name="T2" fmla="*/ 0 w 20"/>
                <a:gd name="T3" fmla="*/ 15 h 18"/>
                <a:gd name="T4" fmla="*/ 10 w 20"/>
                <a:gd name="T5" fmla="*/ 14 h 18"/>
                <a:gd name="T6" fmla="*/ 19 w 20"/>
                <a:gd name="T7" fmla="*/ 3 h 18"/>
                <a:gd name="T8" fmla="*/ 9 w 20"/>
                <a:gd name="T9" fmla="*/ 4 h 18"/>
              </a:gdLst>
              <a:ahLst/>
              <a:cxnLst>
                <a:cxn ang="0">
                  <a:pos x="T0" y="T1"/>
                </a:cxn>
                <a:cxn ang="0">
                  <a:pos x="T2" y="T3"/>
                </a:cxn>
                <a:cxn ang="0">
                  <a:pos x="T4" y="T5"/>
                </a:cxn>
                <a:cxn ang="0">
                  <a:pos x="T6" y="T7"/>
                </a:cxn>
                <a:cxn ang="0">
                  <a:pos x="T8" y="T9"/>
                </a:cxn>
              </a:cxnLst>
              <a:rect l="0" t="0" r="r" b="b"/>
              <a:pathLst>
                <a:path w="20" h="18">
                  <a:moveTo>
                    <a:pt x="9" y="4"/>
                  </a:moveTo>
                  <a:cubicBezTo>
                    <a:pt x="4" y="7"/>
                    <a:pt x="0" y="13"/>
                    <a:pt x="0" y="15"/>
                  </a:cubicBezTo>
                  <a:cubicBezTo>
                    <a:pt x="0" y="18"/>
                    <a:pt x="5" y="17"/>
                    <a:pt x="10" y="14"/>
                  </a:cubicBezTo>
                  <a:cubicBezTo>
                    <a:pt x="15" y="11"/>
                    <a:pt x="20" y="6"/>
                    <a:pt x="19" y="3"/>
                  </a:cubicBezTo>
                  <a:cubicBezTo>
                    <a:pt x="19" y="0"/>
                    <a:pt x="14" y="0"/>
                    <a:pt x="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62" name="Freeform 1864"/>
            <p:cNvSpPr/>
            <p:nvPr/>
          </p:nvSpPr>
          <p:spPr bwMode="auto">
            <a:xfrm>
              <a:off x="308279" y="11469465"/>
              <a:ext cx="53975" cy="42863"/>
            </a:xfrm>
            <a:custGeom>
              <a:avLst/>
              <a:gdLst>
                <a:gd name="T0" fmla="*/ 9 w 20"/>
                <a:gd name="T1" fmla="*/ 5 h 16"/>
                <a:gd name="T2" fmla="*/ 1 w 20"/>
                <a:gd name="T3" fmla="*/ 15 h 16"/>
                <a:gd name="T4" fmla="*/ 12 w 20"/>
                <a:gd name="T5" fmla="*/ 11 h 16"/>
                <a:gd name="T6" fmla="*/ 20 w 20"/>
                <a:gd name="T7" fmla="*/ 1 h 16"/>
                <a:gd name="T8" fmla="*/ 9 w 20"/>
                <a:gd name="T9" fmla="*/ 5 h 16"/>
              </a:gdLst>
              <a:ahLst/>
              <a:cxnLst>
                <a:cxn ang="0">
                  <a:pos x="T0" y="T1"/>
                </a:cxn>
                <a:cxn ang="0">
                  <a:pos x="T2" y="T3"/>
                </a:cxn>
                <a:cxn ang="0">
                  <a:pos x="T4" y="T5"/>
                </a:cxn>
                <a:cxn ang="0">
                  <a:pos x="T6" y="T7"/>
                </a:cxn>
                <a:cxn ang="0">
                  <a:pos x="T8" y="T9"/>
                </a:cxn>
              </a:cxnLst>
              <a:rect l="0" t="0" r="r" b="b"/>
              <a:pathLst>
                <a:path w="20" h="16">
                  <a:moveTo>
                    <a:pt x="9" y="5"/>
                  </a:moveTo>
                  <a:cubicBezTo>
                    <a:pt x="3" y="9"/>
                    <a:pt x="0" y="13"/>
                    <a:pt x="1" y="15"/>
                  </a:cubicBezTo>
                  <a:cubicBezTo>
                    <a:pt x="1" y="16"/>
                    <a:pt x="7" y="15"/>
                    <a:pt x="12" y="11"/>
                  </a:cubicBezTo>
                  <a:cubicBezTo>
                    <a:pt x="17" y="8"/>
                    <a:pt x="20" y="3"/>
                    <a:pt x="20" y="1"/>
                  </a:cubicBezTo>
                  <a:cubicBezTo>
                    <a:pt x="19" y="0"/>
                    <a:pt x="14" y="1"/>
                    <a:pt x="9"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63" name="Freeform 1865"/>
            <p:cNvSpPr/>
            <p:nvPr/>
          </p:nvSpPr>
          <p:spPr bwMode="auto">
            <a:xfrm>
              <a:off x="98729" y="11607578"/>
              <a:ext cx="57150" cy="34925"/>
            </a:xfrm>
            <a:custGeom>
              <a:avLst/>
              <a:gdLst>
                <a:gd name="T0" fmla="*/ 9 w 21"/>
                <a:gd name="T1" fmla="*/ 5 h 13"/>
                <a:gd name="T2" fmla="*/ 1 w 21"/>
                <a:gd name="T3" fmla="*/ 13 h 13"/>
                <a:gd name="T4" fmla="*/ 12 w 21"/>
                <a:gd name="T5" fmla="*/ 8 h 13"/>
                <a:gd name="T6" fmla="*/ 20 w 21"/>
                <a:gd name="T7" fmla="*/ 1 h 13"/>
                <a:gd name="T8" fmla="*/ 9 w 21"/>
                <a:gd name="T9" fmla="*/ 5 h 13"/>
              </a:gdLst>
              <a:ahLst/>
              <a:cxnLst>
                <a:cxn ang="0">
                  <a:pos x="T0" y="T1"/>
                </a:cxn>
                <a:cxn ang="0">
                  <a:pos x="T2" y="T3"/>
                </a:cxn>
                <a:cxn ang="0">
                  <a:pos x="T4" y="T5"/>
                </a:cxn>
                <a:cxn ang="0">
                  <a:pos x="T6" y="T7"/>
                </a:cxn>
                <a:cxn ang="0">
                  <a:pos x="T8" y="T9"/>
                </a:cxn>
              </a:cxnLst>
              <a:rect l="0" t="0" r="r" b="b"/>
              <a:pathLst>
                <a:path w="21" h="13">
                  <a:moveTo>
                    <a:pt x="9" y="5"/>
                  </a:moveTo>
                  <a:cubicBezTo>
                    <a:pt x="3" y="9"/>
                    <a:pt x="0" y="12"/>
                    <a:pt x="1" y="13"/>
                  </a:cubicBezTo>
                  <a:cubicBezTo>
                    <a:pt x="1" y="13"/>
                    <a:pt x="7" y="11"/>
                    <a:pt x="12" y="8"/>
                  </a:cubicBezTo>
                  <a:cubicBezTo>
                    <a:pt x="17" y="5"/>
                    <a:pt x="21" y="2"/>
                    <a:pt x="20" y="1"/>
                  </a:cubicBezTo>
                  <a:cubicBezTo>
                    <a:pt x="19" y="0"/>
                    <a:pt x="14" y="2"/>
                    <a:pt x="9"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64" name="Freeform 1866"/>
            <p:cNvSpPr/>
            <p:nvPr/>
          </p:nvSpPr>
          <p:spPr bwMode="auto">
            <a:xfrm>
              <a:off x="-109233" y="11723465"/>
              <a:ext cx="53975" cy="25400"/>
            </a:xfrm>
            <a:custGeom>
              <a:avLst/>
              <a:gdLst>
                <a:gd name="T0" fmla="*/ 10 w 20"/>
                <a:gd name="T1" fmla="*/ 6 h 9"/>
                <a:gd name="T2" fmla="*/ 20 w 20"/>
                <a:gd name="T3" fmla="*/ 0 h 9"/>
                <a:gd name="T4" fmla="*/ 9 w 20"/>
                <a:gd name="T5" fmla="*/ 4 h 9"/>
                <a:gd name="T6" fmla="*/ 0 w 20"/>
                <a:gd name="T7" fmla="*/ 9 h 9"/>
                <a:gd name="T8" fmla="*/ 10 w 20"/>
                <a:gd name="T9" fmla="*/ 6 h 9"/>
              </a:gdLst>
              <a:ahLst/>
              <a:cxnLst>
                <a:cxn ang="0">
                  <a:pos x="T0" y="T1"/>
                </a:cxn>
                <a:cxn ang="0">
                  <a:pos x="T2" y="T3"/>
                </a:cxn>
                <a:cxn ang="0">
                  <a:pos x="T4" y="T5"/>
                </a:cxn>
                <a:cxn ang="0">
                  <a:pos x="T6" y="T7"/>
                </a:cxn>
                <a:cxn ang="0">
                  <a:pos x="T8" y="T9"/>
                </a:cxn>
              </a:cxnLst>
              <a:rect l="0" t="0" r="r" b="b"/>
              <a:pathLst>
                <a:path w="20" h="9">
                  <a:moveTo>
                    <a:pt x="10" y="6"/>
                  </a:moveTo>
                  <a:cubicBezTo>
                    <a:pt x="15" y="3"/>
                    <a:pt x="20" y="1"/>
                    <a:pt x="20" y="0"/>
                  </a:cubicBezTo>
                  <a:cubicBezTo>
                    <a:pt x="19" y="0"/>
                    <a:pt x="15" y="1"/>
                    <a:pt x="9" y="4"/>
                  </a:cubicBezTo>
                  <a:cubicBezTo>
                    <a:pt x="4" y="6"/>
                    <a:pt x="0" y="8"/>
                    <a:pt x="0" y="9"/>
                  </a:cubicBezTo>
                  <a:cubicBezTo>
                    <a:pt x="0" y="9"/>
                    <a:pt x="5" y="8"/>
                    <a:pt x="1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65" name="Freeform 1867"/>
            <p:cNvSpPr/>
            <p:nvPr/>
          </p:nvSpPr>
          <p:spPr bwMode="auto">
            <a:xfrm>
              <a:off x="11555717" y="8846915"/>
              <a:ext cx="57150" cy="30163"/>
            </a:xfrm>
            <a:custGeom>
              <a:avLst/>
              <a:gdLst>
                <a:gd name="T0" fmla="*/ 9 w 21"/>
                <a:gd name="T1" fmla="*/ 1 h 11"/>
                <a:gd name="T2" fmla="*/ 1 w 21"/>
                <a:gd name="T3" fmla="*/ 8 h 11"/>
                <a:gd name="T4" fmla="*/ 13 w 21"/>
                <a:gd name="T5" fmla="*/ 10 h 11"/>
                <a:gd name="T6" fmla="*/ 20 w 21"/>
                <a:gd name="T7" fmla="*/ 3 h 11"/>
                <a:gd name="T8" fmla="*/ 9 w 21"/>
                <a:gd name="T9" fmla="*/ 1 h 11"/>
              </a:gdLst>
              <a:ahLst/>
              <a:cxnLst>
                <a:cxn ang="0">
                  <a:pos x="T0" y="T1"/>
                </a:cxn>
                <a:cxn ang="0">
                  <a:pos x="T2" y="T3"/>
                </a:cxn>
                <a:cxn ang="0">
                  <a:pos x="T4" y="T5"/>
                </a:cxn>
                <a:cxn ang="0">
                  <a:pos x="T6" y="T7"/>
                </a:cxn>
                <a:cxn ang="0">
                  <a:pos x="T8" y="T9"/>
                </a:cxn>
              </a:cxnLst>
              <a:rect l="0" t="0" r="r" b="b"/>
              <a:pathLst>
                <a:path w="21" h="11">
                  <a:moveTo>
                    <a:pt x="9" y="1"/>
                  </a:moveTo>
                  <a:cubicBezTo>
                    <a:pt x="3" y="3"/>
                    <a:pt x="0" y="6"/>
                    <a:pt x="1" y="8"/>
                  </a:cubicBezTo>
                  <a:cubicBezTo>
                    <a:pt x="2" y="10"/>
                    <a:pt x="8" y="11"/>
                    <a:pt x="13" y="10"/>
                  </a:cubicBezTo>
                  <a:cubicBezTo>
                    <a:pt x="18" y="8"/>
                    <a:pt x="21" y="5"/>
                    <a:pt x="20" y="3"/>
                  </a:cubicBezTo>
                  <a:cubicBezTo>
                    <a:pt x="19" y="1"/>
                    <a:pt x="14"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66" name="Freeform 1868"/>
            <p:cNvSpPr/>
            <p:nvPr/>
          </p:nvSpPr>
          <p:spPr bwMode="auto">
            <a:xfrm>
              <a:off x="11346167" y="8896128"/>
              <a:ext cx="53975" cy="39688"/>
            </a:xfrm>
            <a:custGeom>
              <a:avLst/>
              <a:gdLst>
                <a:gd name="T0" fmla="*/ 9 w 20"/>
                <a:gd name="T1" fmla="*/ 1 h 15"/>
                <a:gd name="T2" fmla="*/ 0 w 20"/>
                <a:gd name="T3" fmla="*/ 10 h 15"/>
                <a:gd name="T4" fmla="*/ 11 w 20"/>
                <a:gd name="T5" fmla="*/ 14 h 15"/>
                <a:gd name="T6" fmla="*/ 20 w 20"/>
                <a:gd name="T7" fmla="*/ 5 h 15"/>
                <a:gd name="T8" fmla="*/ 9 w 20"/>
                <a:gd name="T9" fmla="*/ 1 h 15"/>
              </a:gdLst>
              <a:ahLst/>
              <a:cxnLst>
                <a:cxn ang="0">
                  <a:pos x="T0" y="T1"/>
                </a:cxn>
                <a:cxn ang="0">
                  <a:pos x="T2" y="T3"/>
                </a:cxn>
                <a:cxn ang="0">
                  <a:pos x="T4" y="T5"/>
                </a:cxn>
                <a:cxn ang="0">
                  <a:pos x="T6" y="T7"/>
                </a:cxn>
                <a:cxn ang="0">
                  <a:pos x="T8" y="T9"/>
                </a:cxn>
              </a:cxnLst>
              <a:rect l="0" t="0" r="r" b="b"/>
              <a:pathLst>
                <a:path w="20" h="15">
                  <a:moveTo>
                    <a:pt x="9" y="1"/>
                  </a:moveTo>
                  <a:cubicBezTo>
                    <a:pt x="4" y="3"/>
                    <a:pt x="0" y="7"/>
                    <a:pt x="0" y="10"/>
                  </a:cubicBezTo>
                  <a:cubicBezTo>
                    <a:pt x="1" y="13"/>
                    <a:pt x="6" y="15"/>
                    <a:pt x="11" y="14"/>
                  </a:cubicBezTo>
                  <a:cubicBezTo>
                    <a:pt x="17" y="12"/>
                    <a:pt x="20" y="8"/>
                    <a:pt x="20" y="5"/>
                  </a:cubicBezTo>
                  <a:cubicBezTo>
                    <a:pt x="19" y="2"/>
                    <a:pt x="14"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67" name="Freeform 1869"/>
            <p:cNvSpPr/>
            <p:nvPr/>
          </p:nvSpPr>
          <p:spPr bwMode="auto">
            <a:xfrm>
              <a:off x="11131854" y="8942165"/>
              <a:ext cx="60325" cy="46038"/>
            </a:xfrm>
            <a:custGeom>
              <a:avLst/>
              <a:gdLst>
                <a:gd name="T0" fmla="*/ 9 w 22"/>
                <a:gd name="T1" fmla="*/ 1 h 17"/>
                <a:gd name="T2" fmla="*/ 1 w 22"/>
                <a:gd name="T3" fmla="*/ 10 h 17"/>
                <a:gd name="T4" fmla="*/ 13 w 22"/>
                <a:gd name="T5" fmla="*/ 16 h 17"/>
                <a:gd name="T6" fmla="*/ 21 w 22"/>
                <a:gd name="T7" fmla="*/ 6 h 17"/>
                <a:gd name="T8" fmla="*/ 9 w 22"/>
                <a:gd name="T9" fmla="*/ 1 h 17"/>
              </a:gdLst>
              <a:ahLst/>
              <a:cxnLst>
                <a:cxn ang="0">
                  <a:pos x="T0" y="T1"/>
                </a:cxn>
                <a:cxn ang="0">
                  <a:pos x="T2" y="T3"/>
                </a:cxn>
                <a:cxn ang="0">
                  <a:pos x="T4" y="T5"/>
                </a:cxn>
                <a:cxn ang="0">
                  <a:pos x="T6" y="T7"/>
                </a:cxn>
                <a:cxn ang="0">
                  <a:pos x="T8" y="T9"/>
                </a:cxn>
              </a:cxnLst>
              <a:rect l="0" t="0" r="r" b="b"/>
              <a:pathLst>
                <a:path w="22" h="17">
                  <a:moveTo>
                    <a:pt x="9" y="1"/>
                  </a:moveTo>
                  <a:cubicBezTo>
                    <a:pt x="4" y="2"/>
                    <a:pt x="0" y="6"/>
                    <a:pt x="1" y="10"/>
                  </a:cubicBezTo>
                  <a:cubicBezTo>
                    <a:pt x="3" y="14"/>
                    <a:pt x="8" y="17"/>
                    <a:pt x="13" y="16"/>
                  </a:cubicBezTo>
                  <a:cubicBezTo>
                    <a:pt x="19" y="14"/>
                    <a:pt x="22" y="10"/>
                    <a:pt x="21" y="6"/>
                  </a:cubicBezTo>
                  <a:cubicBezTo>
                    <a:pt x="20" y="2"/>
                    <a:pt x="14"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68" name="Freeform 1870"/>
            <p:cNvSpPr/>
            <p:nvPr/>
          </p:nvSpPr>
          <p:spPr bwMode="auto">
            <a:xfrm>
              <a:off x="10922304" y="8989790"/>
              <a:ext cx="57150" cy="46038"/>
            </a:xfrm>
            <a:custGeom>
              <a:avLst/>
              <a:gdLst>
                <a:gd name="T0" fmla="*/ 9 w 21"/>
                <a:gd name="T1" fmla="*/ 1 h 17"/>
                <a:gd name="T2" fmla="*/ 0 w 21"/>
                <a:gd name="T3" fmla="*/ 11 h 17"/>
                <a:gd name="T4" fmla="*/ 12 w 21"/>
                <a:gd name="T5" fmla="*/ 15 h 17"/>
                <a:gd name="T6" fmla="*/ 20 w 21"/>
                <a:gd name="T7" fmla="*/ 5 h 17"/>
                <a:gd name="T8" fmla="*/ 9 w 21"/>
                <a:gd name="T9" fmla="*/ 1 h 17"/>
              </a:gdLst>
              <a:ahLst/>
              <a:cxnLst>
                <a:cxn ang="0">
                  <a:pos x="T0" y="T1"/>
                </a:cxn>
                <a:cxn ang="0">
                  <a:pos x="T2" y="T3"/>
                </a:cxn>
                <a:cxn ang="0">
                  <a:pos x="T4" y="T5"/>
                </a:cxn>
                <a:cxn ang="0">
                  <a:pos x="T6" y="T7"/>
                </a:cxn>
                <a:cxn ang="0">
                  <a:pos x="T8" y="T9"/>
                </a:cxn>
              </a:cxnLst>
              <a:rect l="0" t="0" r="r" b="b"/>
              <a:pathLst>
                <a:path w="21" h="17">
                  <a:moveTo>
                    <a:pt x="9" y="1"/>
                  </a:moveTo>
                  <a:cubicBezTo>
                    <a:pt x="3" y="3"/>
                    <a:pt x="0" y="8"/>
                    <a:pt x="0" y="11"/>
                  </a:cubicBezTo>
                  <a:cubicBezTo>
                    <a:pt x="1" y="15"/>
                    <a:pt x="7" y="17"/>
                    <a:pt x="12" y="15"/>
                  </a:cubicBezTo>
                  <a:cubicBezTo>
                    <a:pt x="17" y="13"/>
                    <a:pt x="21" y="9"/>
                    <a:pt x="20" y="5"/>
                  </a:cubicBezTo>
                  <a:cubicBezTo>
                    <a:pt x="19" y="1"/>
                    <a:pt x="14"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69" name="Freeform 1871"/>
            <p:cNvSpPr/>
            <p:nvPr/>
          </p:nvSpPr>
          <p:spPr bwMode="auto">
            <a:xfrm>
              <a:off x="10711167" y="9061228"/>
              <a:ext cx="57150" cy="42863"/>
            </a:xfrm>
            <a:custGeom>
              <a:avLst/>
              <a:gdLst>
                <a:gd name="T0" fmla="*/ 10 w 21"/>
                <a:gd name="T1" fmla="*/ 2 h 16"/>
                <a:gd name="T2" fmla="*/ 1 w 21"/>
                <a:gd name="T3" fmla="*/ 11 h 16"/>
                <a:gd name="T4" fmla="*/ 12 w 21"/>
                <a:gd name="T5" fmla="*/ 15 h 16"/>
                <a:gd name="T6" fmla="*/ 20 w 21"/>
                <a:gd name="T7" fmla="*/ 5 h 16"/>
                <a:gd name="T8" fmla="*/ 10 w 21"/>
                <a:gd name="T9" fmla="*/ 2 h 16"/>
              </a:gdLst>
              <a:ahLst/>
              <a:cxnLst>
                <a:cxn ang="0">
                  <a:pos x="T0" y="T1"/>
                </a:cxn>
                <a:cxn ang="0">
                  <a:pos x="T2" y="T3"/>
                </a:cxn>
                <a:cxn ang="0">
                  <a:pos x="T4" y="T5"/>
                </a:cxn>
                <a:cxn ang="0">
                  <a:pos x="T6" y="T7"/>
                </a:cxn>
                <a:cxn ang="0">
                  <a:pos x="T8" y="T9"/>
                </a:cxn>
              </a:cxnLst>
              <a:rect l="0" t="0" r="r" b="b"/>
              <a:pathLst>
                <a:path w="21" h="16">
                  <a:moveTo>
                    <a:pt x="10" y="2"/>
                  </a:moveTo>
                  <a:cubicBezTo>
                    <a:pt x="5" y="3"/>
                    <a:pt x="0" y="8"/>
                    <a:pt x="1" y="11"/>
                  </a:cubicBezTo>
                  <a:cubicBezTo>
                    <a:pt x="1" y="15"/>
                    <a:pt x="6" y="16"/>
                    <a:pt x="12" y="15"/>
                  </a:cubicBezTo>
                  <a:cubicBezTo>
                    <a:pt x="17" y="13"/>
                    <a:pt x="21" y="9"/>
                    <a:pt x="20" y="5"/>
                  </a:cubicBezTo>
                  <a:cubicBezTo>
                    <a:pt x="20" y="1"/>
                    <a:pt x="15"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70" name="Freeform 1872"/>
            <p:cNvSpPr/>
            <p:nvPr/>
          </p:nvSpPr>
          <p:spPr bwMode="auto">
            <a:xfrm>
              <a:off x="10501617" y="9142190"/>
              <a:ext cx="57150" cy="41275"/>
            </a:xfrm>
            <a:custGeom>
              <a:avLst/>
              <a:gdLst>
                <a:gd name="T0" fmla="*/ 9 w 21"/>
                <a:gd name="T1" fmla="*/ 2 h 15"/>
                <a:gd name="T2" fmla="*/ 0 w 21"/>
                <a:gd name="T3" fmla="*/ 11 h 15"/>
                <a:gd name="T4" fmla="*/ 11 w 21"/>
                <a:gd name="T5" fmla="*/ 14 h 15"/>
                <a:gd name="T6" fmla="*/ 20 w 21"/>
                <a:gd name="T7" fmla="*/ 4 h 15"/>
                <a:gd name="T8" fmla="*/ 9 w 21"/>
                <a:gd name="T9" fmla="*/ 2 h 15"/>
              </a:gdLst>
              <a:ahLst/>
              <a:cxnLst>
                <a:cxn ang="0">
                  <a:pos x="T0" y="T1"/>
                </a:cxn>
                <a:cxn ang="0">
                  <a:pos x="T2" y="T3"/>
                </a:cxn>
                <a:cxn ang="0">
                  <a:pos x="T4" y="T5"/>
                </a:cxn>
                <a:cxn ang="0">
                  <a:pos x="T6" y="T7"/>
                </a:cxn>
                <a:cxn ang="0">
                  <a:pos x="T8" y="T9"/>
                </a:cxn>
              </a:cxnLst>
              <a:rect l="0" t="0" r="r" b="b"/>
              <a:pathLst>
                <a:path w="21" h="15">
                  <a:moveTo>
                    <a:pt x="9" y="2"/>
                  </a:moveTo>
                  <a:cubicBezTo>
                    <a:pt x="4" y="4"/>
                    <a:pt x="0" y="8"/>
                    <a:pt x="0" y="11"/>
                  </a:cubicBezTo>
                  <a:cubicBezTo>
                    <a:pt x="1" y="15"/>
                    <a:pt x="6" y="15"/>
                    <a:pt x="11" y="14"/>
                  </a:cubicBezTo>
                  <a:cubicBezTo>
                    <a:pt x="16" y="12"/>
                    <a:pt x="21" y="7"/>
                    <a:pt x="20" y="4"/>
                  </a:cubicBezTo>
                  <a:cubicBezTo>
                    <a:pt x="19" y="1"/>
                    <a:pt x="14"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71" name="Freeform 1873"/>
            <p:cNvSpPr/>
            <p:nvPr/>
          </p:nvSpPr>
          <p:spPr bwMode="auto">
            <a:xfrm>
              <a:off x="10290479" y="9229503"/>
              <a:ext cx="57150" cy="41275"/>
            </a:xfrm>
            <a:custGeom>
              <a:avLst/>
              <a:gdLst>
                <a:gd name="T0" fmla="*/ 10 w 21"/>
                <a:gd name="T1" fmla="*/ 2 h 15"/>
                <a:gd name="T2" fmla="*/ 1 w 21"/>
                <a:gd name="T3" fmla="*/ 12 h 15"/>
                <a:gd name="T4" fmla="*/ 12 w 21"/>
                <a:gd name="T5" fmla="*/ 13 h 15"/>
                <a:gd name="T6" fmla="*/ 20 w 21"/>
                <a:gd name="T7" fmla="*/ 4 h 15"/>
                <a:gd name="T8" fmla="*/ 10 w 21"/>
                <a:gd name="T9" fmla="*/ 2 h 15"/>
              </a:gdLst>
              <a:ahLst/>
              <a:cxnLst>
                <a:cxn ang="0">
                  <a:pos x="T0" y="T1"/>
                </a:cxn>
                <a:cxn ang="0">
                  <a:pos x="T2" y="T3"/>
                </a:cxn>
                <a:cxn ang="0">
                  <a:pos x="T4" y="T5"/>
                </a:cxn>
                <a:cxn ang="0">
                  <a:pos x="T6" y="T7"/>
                </a:cxn>
                <a:cxn ang="0">
                  <a:pos x="T8" y="T9"/>
                </a:cxn>
              </a:cxnLst>
              <a:rect l="0" t="0" r="r" b="b"/>
              <a:pathLst>
                <a:path w="21" h="15">
                  <a:moveTo>
                    <a:pt x="10" y="2"/>
                  </a:moveTo>
                  <a:cubicBezTo>
                    <a:pt x="4" y="4"/>
                    <a:pt x="0" y="9"/>
                    <a:pt x="1" y="12"/>
                  </a:cubicBezTo>
                  <a:cubicBezTo>
                    <a:pt x="1" y="14"/>
                    <a:pt x="6" y="15"/>
                    <a:pt x="12" y="13"/>
                  </a:cubicBezTo>
                  <a:cubicBezTo>
                    <a:pt x="17" y="11"/>
                    <a:pt x="21" y="6"/>
                    <a:pt x="20" y="4"/>
                  </a:cubicBezTo>
                  <a:cubicBezTo>
                    <a:pt x="20" y="1"/>
                    <a:pt x="15"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72" name="Freeform 1874"/>
            <p:cNvSpPr/>
            <p:nvPr/>
          </p:nvSpPr>
          <p:spPr bwMode="auto">
            <a:xfrm>
              <a:off x="10080929" y="9321578"/>
              <a:ext cx="57150" cy="38100"/>
            </a:xfrm>
            <a:custGeom>
              <a:avLst/>
              <a:gdLst>
                <a:gd name="T0" fmla="*/ 9 w 21"/>
                <a:gd name="T1" fmla="*/ 2 h 14"/>
                <a:gd name="T2" fmla="*/ 0 w 21"/>
                <a:gd name="T3" fmla="*/ 11 h 14"/>
                <a:gd name="T4" fmla="*/ 11 w 21"/>
                <a:gd name="T5" fmla="*/ 12 h 14"/>
                <a:gd name="T6" fmla="*/ 20 w 21"/>
                <a:gd name="T7" fmla="*/ 3 h 14"/>
                <a:gd name="T8" fmla="*/ 9 w 21"/>
                <a:gd name="T9" fmla="*/ 2 h 14"/>
              </a:gdLst>
              <a:ahLst/>
              <a:cxnLst>
                <a:cxn ang="0">
                  <a:pos x="T0" y="T1"/>
                </a:cxn>
                <a:cxn ang="0">
                  <a:pos x="T2" y="T3"/>
                </a:cxn>
                <a:cxn ang="0">
                  <a:pos x="T4" y="T5"/>
                </a:cxn>
                <a:cxn ang="0">
                  <a:pos x="T6" y="T7"/>
                </a:cxn>
                <a:cxn ang="0">
                  <a:pos x="T8" y="T9"/>
                </a:cxn>
              </a:cxnLst>
              <a:rect l="0" t="0" r="r" b="b"/>
              <a:pathLst>
                <a:path w="21" h="14">
                  <a:moveTo>
                    <a:pt x="9" y="2"/>
                  </a:moveTo>
                  <a:cubicBezTo>
                    <a:pt x="4" y="5"/>
                    <a:pt x="0" y="9"/>
                    <a:pt x="0" y="11"/>
                  </a:cubicBezTo>
                  <a:cubicBezTo>
                    <a:pt x="1" y="14"/>
                    <a:pt x="6" y="14"/>
                    <a:pt x="11" y="12"/>
                  </a:cubicBezTo>
                  <a:cubicBezTo>
                    <a:pt x="16" y="10"/>
                    <a:pt x="21" y="6"/>
                    <a:pt x="20" y="3"/>
                  </a:cubicBezTo>
                  <a:cubicBezTo>
                    <a:pt x="19" y="0"/>
                    <a:pt x="14"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73" name="Freeform 1875"/>
            <p:cNvSpPr/>
            <p:nvPr/>
          </p:nvSpPr>
          <p:spPr bwMode="auto">
            <a:xfrm>
              <a:off x="9869792" y="9416828"/>
              <a:ext cx="57150" cy="34925"/>
            </a:xfrm>
            <a:custGeom>
              <a:avLst/>
              <a:gdLst>
                <a:gd name="T0" fmla="*/ 10 w 21"/>
                <a:gd name="T1" fmla="*/ 2 h 13"/>
                <a:gd name="T2" fmla="*/ 1 w 21"/>
                <a:gd name="T3" fmla="*/ 11 h 13"/>
                <a:gd name="T4" fmla="*/ 12 w 21"/>
                <a:gd name="T5" fmla="*/ 11 h 13"/>
                <a:gd name="T6" fmla="*/ 20 w 21"/>
                <a:gd name="T7" fmla="*/ 3 h 13"/>
                <a:gd name="T8" fmla="*/ 10 w 21"/>
                <a:gd name="T9" fmla="*/ 2 h 13"/>
              </a:gdLst>
              <a:ahLst/>
              <a:cxnLst>
                <a:cxn ang="0">
                  <a:pos x="T0" y="T1"/>
                </a:cxn>
                <a:cxn ang="0">
                  <a:pos x="T2" y="T3"/>
                </a:cxn>
                <a:cxn ang="0">
                  <a:pos x="T4" y="T5"/>
                </a:cxn>
                <a:cxn ang="0">
                  <a:pos x="T6" y="T7"/>
                </a:cxn>
                <a:cxn ang="0">
                  <a:pos x="T8" y="T9"/>
                </a:cxn>
              </a:cxnLst>
              <a:rect l="0" t="0" r="r" b="b"/>
              <a:pathLst>
                <a:path w="21" h="13">
                  <a:moveTo>
                    <a:pt x="10" y="2"/>
                  </a:moveTo>
                  <a:cubicBezTo>
                    <a:pt x="4" y="5"/>
                    <a:pt x="0" y="9"/>
                    <a:pt x="1" y="11"/>
                  </a:cubicBezTo>
                  <a:cubicBezTo>
                    <a:pt x="1" y="13"/>
                    <a:pt x="6" y="13"/>
                    <a:pt x="12" y="11"/>
                  </a:cubicBezTo>
                  <a:cubicBezTo>
                    <a:pt x="17" y="9"/>
                    <a:pt x="21" y="5"/>
                    <a:pt x="20" y="3"/>
                  </a:cubicBezTo>
                  <a:cubicBezTo>
                    <a:pt x="20" y="0"/>
                    <a:pt x="15"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74" name="Freeform 1876"/>
            <p:cNvSpPr/>
            <p:nvPr/>
          </p:nvSpPr>
          <p:spPr bwMode="auto">
            <a:xfrm>
              <a:off x="9660242" y="9513665"/>
              <a:ext cx="55563" cy="33338"/>
            </a:xfrm>
            <a:custGeom>
              <a:avLst/>
              <a:gdLst>
                <a:gd name="T0" fmla="*/ 10 w 20"/>
                <a:gd name="T1" fmla="*/ 2 h 12"/>
                <a:gd name="T2" fmla="*/ 0 w 20"/>
                <a:gd name="T3" fmla="*/ 10 h 12"/>
                <a:gd name="T4" fmla="*/ 11 w 20"/>
                <a:gd name="T5" fmla="*/ 10 h 12"/>
                <a:gd name="T6" fmla="*/ 20 w 20"/>
                <a:gd name="T7" fmla="*/ 2 h 12"/>
                <a:gd name="T8" fmla="*/ 10 w 20"/>
                <a:gd name="T9" fmla="*/ 2 h 12"/>
              </a:gdLst>
              <a:ahLst/>
              <a:cxnLst>
                <a:cxn ang="0">
                  <a:pos x="T0" y="T1"/>
                </a:cxn>
                <a:cxn ang="0">
                  <a:pos x="T2" y="T3"/>
                </a:cxn>
                <a:cxn ang="0">
                  <a:pos x="T4" y="T5"/>
                </a:cxn>
                <a:cxn ang="0">
                  <a:pos x="T6" y="T7"/>
                </a:cxn>
                <a:cxn ang="0">
                  <a:pos x="T8" y="T9"/>
                </a:cxn>
              </a:cxnLst>
              <a:rect l="0" t="0" r="r" b="b"/>
              <a:pathLst>
                <a:path w="20" h="12">
                  <a:moveTo>
                    <a:pt x="10" y="2"/>
                  </a:moveTo>
                  <a:cubicBezTo>
                    <a:pt x="4" y="4"/>
                    <a:pt x="0" y="8"/>
                    <a:pt x="0" y="10"/>
                  </a:cubicBezTo>
                  <a:cubicBezTo>
                    <a:pt x="0" y="12"/>
                    <a:pt x="5" y="12"/>
                    <a:pt x="11" y="10"/>
                  </a:cubicBezTo>
                  <a:cubicBezTo>
                    <a:pt x="16" y="8"/>
                    <a:pt x="20" y="4"/>
                    <a:pt x="20" y="2"/>
                  </a:cubicBezTo>
                  <a:cubicBezTo>
                    <a:pt x="19" y="0"/>
                    <a:pt x="15"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75" name="Freeform 1877"/>
            <p:cNvSpPr/>
            <p:nvPr/>
          </p:nvSpPr>
          <p:spPr bwMode="auto">
            <a:xfrm>
              <a:off x="9449104" y="9607328"/>
              <a:ext cx="57150" cy="31750"/>
            </a:xfrm>
            <a:custGeom>
              <a:avLst/>
              <a:gdLst>
                <a:gd name="T0" fmla="*/ 9 w 21"/>
                <a:gd name="T1" fmla="*/ 3 h 12"/>
                <a:gd name="T2" fmla="*/ 1 w 21"/>
                <a:gd name="T3" fmla="*/ 11 h 12"/>
                <a:gd name="T4" fmla="*/ 12 w 21"/>
                <a:gd name="T5" fmla="*/ 9 h 12"/>
                <a:gd name="T6" fmla="*/ 20 w 21"/>
                <a:gd name="T7" fmla="*/ 2 h 12"/>
                <a:gd name="T8" fmla="*/ 9 w 21"/>
                <a:gd name="T9" fmla="*/ 3 h 12"/>
              </a:gdLst>
              <a:ahLst/>
              <a:cxnLst>
                <a:cxn ang="0">
                  <a:pos x="T0" y="T1"/>
                </a:cxn>
                <a:cxn ang="0">
                  <a:pos x="T2" y="T3"/>
                </a:cxn>
                <a:cxn ang="0">
                  <a:pos x="T4" y="T5"/>
                </a:cxn>
                <a:cxn ang="0">
                  <a:pos x="T6" y="T7"/>
                </a:cxn>
                <a:cxn ang="0">
                  <a:pos x="T8" y="T9"/>
                </a:cxn>
              </a:cxnLst>
              <a:rect l="0" t="0" r="r" b="b"/>
              <a:pathLst>
                <a:path w="21" h="12">
                  <a:moveTo>
                    <a:pt x="9" y="3"/>
                  </a:moveTo>
                  <a:cubicBezTo>
                    <a:pt x="3" y="6"/>
                    <a:pt x="0" y="9"/>
                    <a:pt x="1" y="11"/>
                  </a:cubicBezTo>
                  <a:cubicBezTo>
                    <a:pt x="1" y="12"/>
                    <a:pt x="7" y="12"/>
                    <a:pt x="12" y="9"/>
                  </a:cubicBezTo>
                  <a:cubicBezTo>
                    <a:pt x="17" y="7"/>
                    <a:pt x="21" y="4"/>
                    <a:pt x="20" y="2"/>
                  </a:cubicBezTo>
                  <a:cubicBezTo>
                    <a:pt x="19" y="0"/>
                    <a:pt x="14"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76" name="Freeform 1878"/>
            <p:cNvSpPr/>
            <p:nvPr/>
          </p:nvSpPr>
          <p:spPr bwMode="auto">
            <a:xfrm>
              <a:off x="9237967" y="9699403"/>
              <a:ext cx="57150" cy="30163"/>
            </a:xfrm>
            <a:custGeom>
              <a:avLst/>
              <a:gdLst>
                <a:gd name="T0" fmla="*/ 9 w 21"/>
                <a:gd name="T1" fmla="*/ 3 h 11"/>
                <a:gd name="T2" fmla="*/ 1 w 21"/>
                <a:gd name="T3" fmla="*/ 10 h 11"/>
                <a:gd name="T4" fmla="*/ 12 w 21"/>
                <a:gd name="T5" fmla="*/ 8 h 11"/>
                <a:gd name="T6" fmla="*/ 20 w 21"/>
                <a:gd name="T7" fmla="*/ 2 h 11"/>
                <a:gd name="T8" fmla="*/ 9 w 21"/>
                <a:gd name="T9" fmla="*/ 3 h 11"/>
              </a:gdLst>
              <a:ahLst/>
              <a:cxnLst>
                <a:cxn ang="0">
                  <a:pos x="T0" y="T1"/>
                </a:cxn>
                <a:cxn ang="0">
                  <a:pos x="T2" y="T3"/>
                </a:cxn>
                <a:cxn ang="0">
                  <a:pos x="T4" y="T5"/>
                </a:cxn>
                <a:cxn ang="0">
                  <a:pos x="T6" y="T7"/>
                </a:cxn>
                <a:cxn ang="0">
                  <a:pos x="T8" y="T9"/>
                </a:cxn>
              </a:cxnLst>
              <a:rect l="0" t="0" r="r" b="b"/>
              <a:pathLst>
                <a:path w="21" h="11">
                  <a:moveTo>
                    <a:pt x="9" y="3"/>
                  </a:moveTo>
                  <a:cubicBezTo>
                    <a:pt x="4" y="6"/>
                    <a:pt x="0" y="9"/>
                    <a:pt x="1" y="10"/>
                  </a:cubicBezTo>
                  <a:cubicBezTo>
                    <a:pt x="1" y="11"/>
                    <a:pt x="7" y="11"/>
                    <a:pt x="12" y="8"/>
                  </a:cubicBezTo>
                  <a:cubicBezTo>
                    <a:pt x="17" y="6"/>
                    <a:pt x="21" y="3"/>
                    <a:pt x="20" y="2"/>
                  </a:cubicBezTo>
                  <a:cubicBezTo>
                    <a:pt x="20" y="0"/>
                    <a:pt x="14"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77" name="Freeform 1879"/>
            <p:cNvSpPr/>
            <p:nvPr/>
          </p:nvSpPr>
          <p:spPr bwMode="auto">
            <a:xfrm>
              <a:off x="9025242" y="9788303"/>
              <a:ext cx="57150" cy="26988"/>
            </a:xfrm>
            <a:custGeom>
              <a:avLst/>
              <a:gdLst>
                <a:gd name="T0" fmla="*/ 1 w 21"/>
                <a:gd name="T1" fmla="*/ 8 h 10"/>
                <a:gd name="T2" fmla="*/ 12 w 21"/>
                <a:gd name="T3" fmla="*/ 7 h 10"/>
                <a:gd name="T4" fmla="*/ 20 w 21"/>
                <a:gd name="T5" fmla="*/ 1 h 10"/>
                <a:gd name="T6" fmla="*/ 10 w 21"/>
                <a:gd name="T7" fmla="*/ 2 h 10"/>
                <a:gd name="T8" fmla="*/ 1 w 21"/>
                <a:gd name="T9" fmla="*/ 8 h 10"/>
              </a:gdLst>
              <a:ahLst/>
              <a:cxnLst>
                <a:cxn ang="0">
                  <a:pos x="T0" y="T1"/>
                </a:cxn>
                <a:cxn ang="0">
                  <a:pos x="T2" y="T3"/>
                </a:cxn>
                <a:cxn ang="0">
                  <a:pos x="T4" y="T5"/>
                </a:cxn>
                <a:cxn ang="0">
                  <a:pos x="T6" y="T7"/>
                </a:cxn>
                <a:cxn ang="0">
                  <a:pos x="T8" y="T9"/>
                </a:cxn>
              </a:cxnLst>
              <a:rect l="0" t="0" r="r" b="b"/>
              <a:pathLst>
                <a:path w="21" h="10">
                  <a:moveTo>
                    <a:pt x="1" y="8"/>
                  </a:moveTo>
                  <a:cubicBezTo>
                    <a:pt x="1" y="10"/>
                    <a:pt x="6" y="9"/>
                    <a:pt x="12" y="7"/>
                  </a:cubicBezTo>
                  <a:cubicBezTo>
                    <a:pt x="17" y="5"/>
                    <a:pt x="21" y="2"/>
                    <a:pt x="20" y="1"/>
                  </a:cubicBezTo>
                  <a:cubicBezTo>
                    <a:pt x="20" y="0"/>
                    <a:pt x="15" y="0"/>
                    <a:pt x="10" y="2"/>
                  </a:cubicBezTo>
                  <a:cubicBezTo>
                    <a:pt x="5" y="4"/>
                    <a:pt x="0" y="7"/>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78" name="Freeform 1880"/>
            <p:cNvSpPr/>
            <p:nvPr/>
          </p:nvSpPr>
          <p:spPr bwMode="auto">
            <a:xfrm>
              <a:off x="8814104" y="9867678"/>
              <a:ext cx="57150" cy="23813"/>
            </a:xfrm>
            <a:custGeom>
              <a:avLst/>
              <a:gdLst>
                <a:gd name="T0" fmla="*/ 9 w 21"/>
                <a:gd name="T1" fmla="*/ 3 h 9"/>
                <a:gd name="T2" fmla="*/ 1 w 21"/>
                <a:gd name="T3" fmla="*/ 9 h 9"/>
                <a:gd name="T4" fmla="*/ 12 w 21"/>
                <a:gd name="T5" fmla="*/ 7 h 9"/>
                <a:gd name="T6" fmla="*/ 20 w 21"/>
                <a:gd name="T7" fmla="*/ 1 h 9"/>
                <a:gd name="T8" fmla="*/ 9 w 21"/>
                <a:gd name="T9" fmla="*/ 3 h 9"/>
              </a:gdLst>
              <a:ahLst/>
              <a:cxnLst>
                <a:cxn ang="0">
                  <a:pos x="T0" y="T1"/>
                </a:cxn>
                <a:cxn ang="0">
                  <a:pos x="T2" y="T3"/>
                </a:cxn>
                <a:cxn ang="0">
                  <a:pos x="T4" y="T5"/>
                </a:cxn>
                <a:cxn ang="0">
                  <a:pos x="T6" y="T7"/>
                </a:cxn>
                <a:cxn ang="0">
                  <a:pos x="T8" y="T9"/>
                </a:cxn>
              </a:cxnLst>
              <a:rect l="0" t="0" r="r" b="b"/>
              <a:pathLst>
                <a:path w="21" h="9">
                  <a:moveTo>
                    <a:pt x="9" y="3"/>
                  </a:moveTo>
                  <a:cubicBezTo>
                    <a:pt x="4" y="5"/>
                    <a:pt x="0" y="8"/>
                    <a:pt x="1" y="9"/>
                  </a:cubicBezTo>
                  <a:cubicBezTo>
                    <a:pt x="2" y="9"/>
                    <a:pt x="7" y="8"/>
                    <a:pt x="12" y="7"/>
                  </a:cubicBezTo>
                  <a:cubicBezTo>
                    <a:pt x="17" y="5"/>
                    <a:pt x="21" y="2"/>
                    <a:pt x="20" y="1"/>
                  </a:cubicBezTo>
                  <a:cubicBezTo>
                    <a:pt x="20" y="0"/>
                    <a:pt x="14"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79" name="Freeform 1881"/>
            <p:cNvSpPr/>
            <p:nvPr/>
          </p:nvSpPr>
          <p:spPr bwMode="auto">
            <a:xfrm>
              <a:off x="5842304" y="10740803"/>
              <a:ext cx="57150" cy="25400"/>
            </a:xfrm>
            <a:custGeom>
              <a:avLst/>
              <a:gdLst>
                <a:gd name="T0" fmla="*/ 1 w 21"/>
                <a:gd name="T1" fmla="*/ 9 h 9"/>
                <a:gd name="T2" fmla="*/ 12 w 21"/>
                <a:gd name="T3" fmla="*/ 4 h 9"/>
                <a:gd name="T4" fmla="*/ 20 w 21"/>
                <a:gd name="T5" fmla="*/ 0 h 9"/>
                <a:gd name="T6" fmla="*/ 10 w 21"/>
                <a:gd name="T7" fmla="*/ 4 h 9"/>
                <a:gd name="T8" fmla="*/ 1 w 21"/>
                <a:gd name="T9" fmla="*/ 9 h 9"/>
              </a:gdLst>
              <a:ahLst/>
              <a:cxnLst>
                <a:cxn ang="0">
                  <a:pos x="T0" y="T1"/>
                </a:cxn>
                <a:cxn ang="0">
                  <a:pos x="T2" y="T3"/>
                </a:cxn>
                <a:cxn ang="0">
                  <a:pos x="T4" y="T5"/>
                </a:cxn>
                <a:cxn ang="0">
                  <a:pos x="T6" y="T7"/>
                </a:cxn>
                <a:cxn ang="0">
                  <a:pos x="T8" y="T9"/>
                </a:cxn>
              </a:cxnLst>
              <a:rect l="0" t="0" r="r" b="b"/>
              <a:pathLst>
                <a:path w="21" h="9">
                  <a:moveTo>
                    <a:pt x="1" y="9"/>
                  </a:moveTo>
                  <a:cubicBezTo>
                    <a:pt x="1" y="9"/>
                    <a:pt x="7" y="7"/>
                    <a:pt x="12" y="4"/>
                  </a:cubicBezTo>
                  <a:cubicBezTo>
                    <a:pt x="17" y="2"/>
                    <a:pt x="21" y="0"/>
                    <a:pt x="20" y="0"/>
                  </a:cubicBezTo>
                  <a:cubicBezTo>
                    <a:pt x="20" y="0"/>
                    <a:pt x="15" y="2"/>
                    <a:pt x="10" y="4"/>
                  </a:cubicBezTo>
                  <a:cubicBezTo>
                    <a:pt x="5" y="6"/>
                    <a:pt x="0" y="9"/>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80" name="Freeform 1882"/>
            <p:cNvSpPr/>
            <p:nvPr/>
          </p:nvSpPr>
          <p:spPr bwMode="auto">
            <a:xfrm>
              <a:off x="6053442" y="10643965"/>
              <a:ext cx="57150" cy="23813"/>
            </a:xfrm>
            <a:custGeom>
              <a:avLst/>
              <a:gdLst>
                <a:gd name="T0" fmla="*/ 1 w 21"/>
                <a:gd name="T1" fmla="*/ 9 h 9"/>
                <a:gd name="T2" fmla="*/ 11 w 21"/>
                <a:gd name="T3" fmla="*/ 5 h 9"/>
                <a:gd name="T4" fmla="*/ 20 w 21"/>
                <a:gd name="T5" fmla="*/ 0 h 9"/>
                <a:gd name="T6" fmla="*/ 10 w 21"/>
                <a:gd name="T7" fmla="*/ 4 h 9"/>
                <a:gd name="T8" fmla="*/ 1 w 21"/>
                <a:gd name="T9" fmla="*/ 9 h 9"/>
              </a:gdLst>
              <a:ahLst/>
              <a:cxnLst>
                <a:cxn ang="0">
                  <a:pos x="T0" y="T1"/>
                </a:cxn>
                <a:cxn ang="0">
                  <a:pos x="T2" y="T3"/>
                </a:cxn>
                <a:cxn ang="0">
                  <a:pos x="T4" y="T5"/>
                </a:cxn>
                <a:cxn ang="0">
                  <a:pos x="T6" y="T7"/>
                </a:cxn>
                <a:cxn ang="0">
                  <a:pos x="T8" y="T9"/>
                </a:cxn>
              </a:cxnLst>
              <a:rect l="0" t="0" r="r" b="b"/>
              <a:pathLst>
                <a:path w="21" h="9">
                  <a:moveTo>
                    <a:pt x="1" y="9"/>
                  </a:moveTo>
                  <a:cubicBezTo>
                    <a:pt x="1" y="9"/>
                    <a:pt x="6" y="7"/>
                    <a:pt x="11" y="5"/>
                  </a:cubicBezTo>
                  <a:cubicBezTo>
                    <a:pt x="16" y="2"/>
                    <a:pt x="21" y="0"/>
                    <a:pt x="20" y="0"/>
                  </a:cubicBezTo>
                  <a:cubicBezTo>
                    <a:pt x="20" y="0"/>
                    <a:pt x="15" y="2"/>
                    <a:pt x="10" y="4"/>
                  </a:cubicBezTo>
                  <a:cubicBezTo>
                    <a:pt x="4" y="6"/>
                    <a:pt x="0" y="9"/>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81" name="Freeform 1883"/>
            <p:cNvSpPr/>
            <p:nvPr/>
          </p:nvSpPr>
          <p:spPr bwMode="auto">
            <a:xfrm>
              <a:off x="6266167" y="10548715"/>
              <a:ext cx="53975" cy="23813"/>
            </a:xfrm>
            <a:custGeom>
              <a:avLst/>
              <a:gdLst>
                <a:gd name="T0" fmla="*/ 0 w 20"/>
                <a:gd name="T1" fmla="*/ 9 h 9"/>
                <a:gd name="T2" fmla="*/ 11 w 20"/>
                <a:gd name="T3" fmla="*/ 5 h 9"/>
                <a:gd name="T4" fmla="*/ 20 w 20"/>
                <a:gd name="T5" fmla="*/ 0 h 9"/>
                <a:gd name="T6" fmla="*/ 9 w 20"/>
                <a:gd name="T7" fmla="*/ 4 h 9"/>
                <a:gd name="T8" fmla="*/ 0 w 20"/>
                <a:gd name="T9" fmla="*/ 9 h 9"/>
              </a:gdLst>
              <a:ahLst/>
              <a:cxnLst>
                <a:cxn ang="0">
                  <a:pos x="T0" y="T1"/>
                </a:cxn>
                <a:cxn ang="0">
                  <a:pos x="T2" y="T3"/>
                </a:cxn>
                <a:cxn ang="0">
                  <a:pos x="T4" y="T5"/>
                </a:cxn>
                <a:cxn ang="0">
                  <a:pos x="T6" y="T7"/>
                </a:cxn>
                <a:cxn ang="0">
                  <a:pos x="T8" y="T9"/>
                </a:cxn>
              </a:cxnLst>
              <a:rect l="0" t="0" r="r" b="b"/>
              <a:pathLst>
                <a:path w="20" h="9">
                  <a:moveTo>
                    <a:pt x="0" y="9"/>
                  </a:moveTo>
                  <a:cubicBezTo>
                    <a:pt x="1" y="9"/>
                    <a:pt x="6" y="7"/>
                    <a:pt x="11" y="5"/>
                  </a:cubicBezTo>
                  <a:cubicBezTo>
                    <a:pt x="16" y="2"/>
                    <a:pt x="20" y="0"/>
                    <a:pt x="20" y="0"/>
                  </a:cubicBezTo>
                  <a:cubicBezTo>
                    <a:pt x="19" y="0"/>
                    <a:pt x="14" y="2"/>
                    <a:pt x="9" y="4"/>
                  </a:cubicBezTo>
                  <a:cubicBezTo>
                    <a:pt x="4" y="6"/>
                    <a:pt x="0" y="9"/>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82" name="Freeform 1884"/>
            <p:cNvSpPr/>
            <p:nvPr/>
          </p:nvSpPr>
          <p:spPr bwMode="auto">
            <a:xfrm>
              <a:off x="6477304" y="10459815"/>
              <a:ext cx="53975" cy="20638"/>
            </a:xfrm>
            <a:custGeom>
              <a:avLst/>
              <a:gdLst>
                <a:gd name="T0" fmla="*/ 0 w 20"/>
                <a:gd name="T1" fmla="*/ 8 h 8"/>
                <a:gd name="T2" fmla="*/ 11 w 20"/>
                <a:gd name="T3" fmla="*/ 4 h 8"/>
                <a:gd name="T4" fmla="*/ 20 w 20"/>
                <a:gd name="T5" fmla="*/ 0 h 8"/>
                <a:gd name="T6" fmla="*/ 9 w 20"/>
                <a:gd name="T7" fmla="*/ 4 h 8"/>
                <a:gd name="T8" fmla="*/ 0 w 20"/>
                <a:gd name="T9" fmla="*/ 8 h 8"/>
              </a:gdLst>
              <a:ahLst/>
              <a:cxnLst>
                <a:cxn ang="0">
                  <a:pos x="T0" y="T1"/>
                </a:cxn>
                <a:cxn ang="0">
                  <a:pos x="T2" y="T3"/>
                </a:cxn>
                <a:cxn ang="0">
                  <a:pos x="T4" y="T5"/>
                </a:cxn>
                <a:cxn ang="0">
                  <a:pos x="T6" y="T7"/>
                </a:cxn>
                <a:cxn ang="0">
                  <a:pos x="T8" y="T9"/>
                </a:cxn>
              </a:cxnLst>
              <a:rect l="0" t="0" r="r" b="b"/>
              <a:pathLst>
                <a:path w="20" h="8">
                  <a:moveTo>
                    <a:pt x="0" y="8"/>
                  </a:moveTo>
                  <a:cubicBezTo>
                    <a:pt x="1" y="8"/>
                    <a:pt x="6" y="6"/>
                    <a:pt x="11" y="4"/>
                  </a:cubicBezTo>
                  <a:cubicBezTo>
                    <a:pt x="16" y="2"/>
                    <a:pt x="20" y="0"/>
                    <a:pt x="20" y="0"/>
                  </a:cubicBezTo>
                  <a:cubicBezTo>
                    <a:pt x="19" y="0"/>
                    <a:pt x="14" y="2"/>
                    <a:pt x="9" y="4"/>
                  </a:cubicBezTo>
                  <a:cubicBezTo>
                    <a:pt x="3" y="6"/>
                    <a:pt x="0" y="8"/>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83" name="Freeform 1885"/>
            <p:cNvSpPr/>
            <p:nvPr/>
          </p:nvSpPr>
          <p:spPr bwMode="auto">
            <a:xfrm>
              <a:off x="6688442" y="10375678"/>
              <a:ext cx="55563" cy="20638"/>
            </a:xfrm>
            <a:custGeom>
              <a:avLst/>
              <a:gdLst>
                <a:gd name="T0" fmla="*/ 9 w 20"/>
                <a:gd name="T1" fmla="*/ 4 h 8"/>
                <a:gd name="T2" fmla="*/ 0 w 20"/>
                <a:gd name="T3" fmla="*/ 8 h 8"/>
                <a:gd name="T4" fmla="*/ 10 w 20"/>
                <a:gd name="T5" fmla="*/ 5 h 8"/>
                <a:gd name="T6" fmla="*/ 20 w 20"/>
                <a:gd name="T7" fmla="*/ 1 h 8"/>
                <a:gd name="T8" fmla="*/ 9 w 20"/>
                <a:gd name="T9" fmla="*/ 4 h 8"/>
              </a:gdLst>
              <a:ahLst/>
              <a:cxnLst>
                <a:cxn ang="0">
                  <a:pos x="T0" y="T1"/>
                </a:cxn>
                <a:cxn ang="0">
                  <a:pos x="T2" y="T3"/>
                </a:cxn>
                <a:cxn ang="0">
                  <a:pos x="T4" y="T5"/>
                </a:cxn>
                <a:cxn ang="0">
                  <a:pos x="T6" y="T7"/>
                </a:cxn>
                <a:cxn ang="0">
                  <a:pos x="T8" y="T9"/>
                </a:cxn>
              </a:cxnLst>
              <a:rect l="0" t="0" r="r" b="b"/>
              <a:pathLst>
                <a:path w="20" h="8">
                  <a:moveTo>
                    <a:pt x="9" y="4"/>
                  </a:moveTo>
                  <a:cubicBezTo>
                    <a:pt x="4" y="6"/>
                    <a:pt x="0" y="8"/>
                    <a:pt x="0" y="8"/>
                  </a:cubicBezTo>
                  <a:cubicBezTo>
                    <a:pt x="0" y="8"/>
                    <a:pt x="5" y="7"/>
                    <a:pt x="10" y="5"/>
                  </a:cubicBezTo>
                  <a:cubicBezTo>
                    <a:pt x="15" y="3"/>
                    <a:pt x="20" y="1"/>
                    <a:pt x="20" y="1"/>
                  </a:cubicBezTo>
                  <a:cubicBezTo>
                    <a:pt x="19" y="0"/>
                    <a:pt x="15" y="2"/>
                    <a:pt x="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84" name="Freeform 1886"/>
            <p:cNvSpPr/>
            <p:nvPr/>
          </p:nvSpPr>
          <p:spPr bwMode="auto">
            <a:xfrm>
              <a:off x="6901167" y="10282015"/>
              <a:ext cx="107950" cy="38100"/>
            </a:xfrm>
            <a:custGeom>
              <a:avLst/>
              <a:gdLst>
                <a:gd name="T0" fmla="*/ 20 w 40"/>
                <a:gd name="T1" fmla="*/ 7 h 14"/>
                <a:gd name="T2" fmla="*/ 9 w 40"/>
                <a:gd name="T3" fmla="*/ 10 h 14"/>
                <a:gd name="T4" fmla="*/ 0 w 40"/>
                <a:gd name="T5" fmla="*/ 13 h 14"/>
                <a:gd name="T6" fmla="*/ 11 w 40"/>
                <a:gd name="T7" fmla="*/ 10 h 14"/>
                <a:gd name="T8" fmla="*/ 18 w 40"/>
                <a:gd name="T9" fmla="*/ 8 h 14"/>
                <a:gd name="T10" fmla="*/ 29 w 40"/>
                <a:gd name="T11" fmla="*/ 4 h 14"/>
                <a:gd name="T12" fmla="*/ 39 w 40"/>
                <a:gd name="T13" fmla="*/ 0 h 14"/>
                <a:gd name="T14" fmla="*/ 26 w 40"/>
                <a:gd name="T15" fmla="*/ 5 h 14"/>
                <a:gd name="T16" fmla="*/ 19 w 40"/>
                <a:gd name="T17" fmla="*/ 7 h 14"/>
                <a:gd name="T18" fmla="*/ 20 w 40"/>
                <a:gd name="T19" fmla="*/ 7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14">
                  <a:moveTo>
                    <a:pt x="20" y="7"/>
                  </a:moveTo>
                  <a:cubicBezTo>
                    <a:pt x="19" y="7"/>
                    <a:pt x="14" y="8"/>
                    <a:pt x="9" y="10"/>
                  </a:cubicBezTo>
                  <a:cubicBezTo>
                    <a:pt x="4" y="11"/>
                    <a:pt x="0" y="13"/>
                    <a:pt x="0" y="13"/>
                  </a:cubicBezTo>
                  <a:cubicBezTo>
                    <a:pt x="0" y="14"/>
                    <a:pt x="5" y="12"/>
                    <a:pt x="11" y="10"/>
                  </a:cubicBezTo>
                  <a:cubicBezTo>
                    <a:pt x="13" y="9"/>
                    <a:pt x="16" y="9"/>
                    <a:pt x="18" y="8"/>
                  </a:cubicBezTo>
                  <a:cubicBezTo>
                    <a:pt x="20" y="7"/>
                    <a:pt x="24" y="6"/>
                    <a:pt x="29" y="4"/>
                  </a:cubicBezTo>
                  <a:cubicBezTo>
                    <a:pt x="36" y="2"/>
                    <a:pt x="40" y="0"/>
                    <a:pt x="39" y="0"/>
                  </a:cubicBezTo>
                  <a:cubicBezTo>
                    <a:pt x="38" y="1"/>
                    <a:pt x="32" y="3"/>
                    <a:pt x="26" y="5"/>
                  </a:cubicBezTo>
                  <a:cubicBezTo>
                    <a:pt x="23" y="6"/>
                    <a:pt x="21" y="7"/>
                    <a:pt x="19" y="7"/>
                  </a:cubicBezTo>
                  <a:cubicBezTo>
                    <a:pt x="20" y="7"/>
                    <a:pt x="20" y="7"/>
                    <a:pt x="2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85" name="Freeform 1887"/>
            <p:cNvSpPr/>
            <p:nvPr/>
          </p:nvSpPr>
          <p:spPr bwMode="auto">
            <a:xfrm>
              <a:off x="7323442" y="10166128"/>
              <a:ext cx="128588" cy="30163"/>
            </a:xfrm>
            <a:custGeom>
              <a:avLst/>
              <a:gdLst>
                <a:gd name="T0" fmla="*/ 10 w 47"/>
                <a:gd name="T1" fmla="*/ 8 h 11"/>
                <a:gd name="T2" fmla="*/ 0 w 47"/>
                <a:gd name="T3" fmla="*/ 11 h 11"/>
                <a:gd name="T4" fmla="*/ 10 w 47"/>
                <a:gd name="T5" fmla="*/ 9 h 11"/>
                <a:gd name="T6" fmla="*/ 16 w 47"/>
                <a:gd name="T7" fmla="*/ 8 h 11"/>
                <a:gd name="T8" fmla="*/ 20 w 47"/>
                <a:gd name="T9" fmla="*/ 7 h 11"/>
                <a:gd name="T10" fmla="*/ 26 w 47"/>
                <a:gd name="T11" fmla="*/ 6 h 11"/>
                <a:gd name="T12" fmla="*/ 35 w 47"/>
                <a:gd name="T13" fmla="*/ 4 h 11"/>
                <a:gd name="T14" fmla="*/ 46 w 47"/>
                <a:gd name="T15" fmla="*/ 0 h 11"/>
                <a:gd name="T16" fmla="*/ 32 w 47"/>
                <a:gd name="T17" fmla="*/ 3 h 11"/>
                <a:gd name="T18" fmla="*/ 22 w 47"/>
                <a:gd name="T19" fmla="*/ 6 h 11"/>
                <a:gd name="T20" fmla="*/ 20 w 47"/>
                <a:gd name="T21" fmla="*/ 6 h 11"/>
                <a:gd name="T22" fmla="*/ 10 w 47"/>
                <a:gd name="T23"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7" h="11">
                  <a:moveTo>
                    <a:pt x="10" y="8"/>
                  </a:moveTo>
                  <a:cubicBezTo>
                    <a:pt x="5" y="9"/>
                    <a:pt x="0" y="10"/>
                    <a:pt x="0" y="11"/>
                  </a:cubicBezTo>
                  <a:cubicBezTo>
                    <a:pt x="0" y="11"/>
                    <a:pt x="5" y="10"/>
                    <a:pt x="10" y="9"/>
                  </a:cubicBezTo>
                  <a:cubicBezTo>
                    <a:pt x="13" y="9"/>
                    <a:pt x="15" y="8"/>
                    <a:pt x="16" y="8"/>
                  </a:cubicBezTo>
                  <a:cubicBezTo>
                    <a:pt x="18" y="7"/>
                    <a:pt x="19" y="7"/>
                    <a:pt x="20" y="7"/>
                  </a:cubicBezTo>
                  <a:cubicBezTo>
                    <a:pt x="22" y="6"/>
                    <a:pt x="24" y="6"/>
                    <a:pt x="26" y="6"/>
                  </a:cubicBezTo>
                  <a:cubicBezTo>
                    <a:pt x="28" y="5"/>
                    <a:pt x="31" y="4"/>
                    <a:pt x="35" y="4"/>
                  </a:cubicBezTo>
                  <a:cubicBezTo>
                    <a:pt x="42" y="2"/>
                    <a:pt x="47" y="1"/>
                    <a:pt x="46" y="0"/>
                  </a:cubicBezTo>
                  <a:cubicBezTo>
                    <a:pt x="46" y="0"/>
                    <a:pt x="39" y="1"/>
                    <a:pt x="32" y="3"/>
                  </a:cubicBezTo>
                  <a:cubicBezTo>
                    <a:pt x="27" y="4"/>
                    <a:pt x="22" y="5"/>
                    <a:pt x="22" y="6"/>
                  </a:cubicBezTo>
                  <a:cubicBezTo>
                    <a:pt x="21" y="6"/>
                    <a:pt x="20" y="6"/>
                    <a:pt x="20" y="6"/>
                  </a:cubicBezTo>
                  <a:cubicBezTo>
                    <a:pt x="18" y="6"/>
                    <a:pt x="15" y="7"/>
                    <a:pt x="1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86" name="Freeform 1888"/>
            <p:cNvSpPr/>
            <p:nvPr/>
          </p:nvSpPr>
          <p:spPr bwMode="auto">
            <a:xfrm>
              <a:off x="7539342" y="10139140"/>
              <a:ext cx="88900" cy="12700"/>
            </a:xfrm>
            <a:custGeom>
              <a:avLst/>
              <a:gdLst>
                <a:gd name="T0" fmla="*/ 0 w 33"/>
                <a:gd name="T1" fmla="*/ 5 h 5"/>
                <a:gd name="T2" fmla="*/ 10 w 33"/>
                <a:gd name="T3" fmla="*/ 4 h 5"/>
                <a:gd name="T4" fmla="*/ 17 w 33"/>
                <a:gd name="T5" fmla="*/ 3 h 5"/>
                <a:gd name="T6" fmla="*/ 21 w 33"/>
                <a:gd name="T7" fmla="*/ 2 h 5"/>
                <a:gd name="T8" fmla="*/ 33 w 33"/>
                <a:gd name="T9" fmla="*/ 0 h 5"/>
                <a:gd name="T10" fmla="*/ 22 w 33"/>
                <a:gd name="T11" fmla="*/ 1 h 5"/>
                <a:gd name="T12" fmla="*/ 19 w 33"/>
                <a:gd name="T13" fmla="*/ 2 h 5"/>
                <a:gd name="T14" fmla="*/ 10 w 33"/>
                <a:gd name="T15" fmla="*/ 2 h 5"/>
                <a:gd name="T16" fmla="*/ 0 w 33"/>
                <a:gd name="T17"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5">
                  <a:moveTo>
                    <a:pt x="0" y="5"/>
                  </a:moveTo>
                  <a:cubicBezTo>
                    <a:pt x="0" y="5"/>
                    <a:pt x="5" y="5"/>
                    <a:pt x="10" y="4"/>
                  </a:cubicBezTo>
                  <a:cubicBezTo>
                    <a:pt x="13" y="3"/>
                    <a:pt x="15" y="3"/>
                    <a:pt x="17" y="3"/>
                  </a:cubicBezTo>
                  <a:cubicBezTo>
                    <a:pt x="18" y="2"/>
                    <a:pt x="19" y="2"/>
                    <a:pt x="21" y="2"/>
                  </a:cubicBezTo>
                  <a:cubicBezTo>
                    <a:pt x="27" y="1"/>
                    <a:pt x="32" y="0"/>
                    <a:pt x="33" y="0"/>
                  </a:cubicBezTo>
                  <a:cubicBezTo>
                    <a:pt x="33" y="0"/>
                    <a:pt x="28" y="0"/>
                    <a:pt x="22" y="1"/>
                  </a:cubicBezTo>
                  <a:cubicBezTo>
                    <a:pt x="21" y="1"/>
                    <a:pt x="20" y="1"/>
                    <a:pt x="19" y="2"/>
                  </a:cubicBezTo>
                  <a:cubicBezTo>
                    <a:pt x="17" y="2"/>
                    <a:pt x="14" y="2"/>
                    <a:pt x="10" y="2"/>
                  </a:cubicBezTo>
                  <a:cubicBezTo>
                    <a:pt x="5" y="3"/>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87" name="Freeform 1889"/>
            <p:cNvSpPr/>
            <p:nvPr/>
          </p:nvSpPr>
          <p:spPr bwMode="auto">
            <a:xfrm>
              <a:off x="7652054" y="10116915"/>
              <a:ext cx="190500" cy="22225"/>
            </a:xfrm>
            <a:custGeom>
              <a:avLst/>
              <a:gdLst>
                <a:gd name="T0" fmla="*/ 37 w 70"/>
                <a:gd name="T1" fmla="*/ 2 h 8"/>
                <a:gd name="T2" fmla="*/ 32 w 70"/>
                <a:gd name="T3" fmla="*/ 2 h 8"/>
                <a:gd name="T4" fmla="*/ 21 w 70"/>
                <a:gd name="T5" fmla="*/ 5 h 8"/>
                <a:gd name="T6" fmla="*/ 21 w 70"/>
                <a:gd name="T7" fmla="*/ 5 h 8"/>
                <a:gd name="T8" fmla="*/ 17 w 70"/>
                <a:gd name="T9" fmla="*/ 5 h 8"/>
                <a:gd name="T10" fmla="*/ 5 w 70"/>
                <a:gd name="T11" fmla="*/ 7 h 8"/>
                <a:gd name="T12" fmla="*/ 6 w 70"/>
                <a:gd name="T13" fmla="*/ 7 h 8"/>
                <a:gd name="T14" fmla="*/ 0 w 70"/>
                <a:gd name="T15" fmla="*/ 8 h 8"/>
                <a:gd name="T16" fmla="*/ 12 w 70"/>
                <a:gd name="T17" fmla="*/ 7 h 8"/>
                <a:gd name="T18" fmla="*/ 21 w 70"/>
                <a:gd name="T19" fmla="*/ 6 h 8"/>
                <a:gd name="T20" fmla="*/ 20 w 70"/>
                <a:gd name="T21" fmla="*/ 6 h 8"/>
                <a:gd name="T22" fmla="*/ 24 w 70"/>
                <a:gd name="T23" fmla="*/ 5 h 8"/>
                <a:gd name="T24" fmla="*/ 35 w 70"/>
                <a:gd name="T25" fmla="*/ 4 h 8"/>
                <a:gd name="T26" fmla="*/ 47 w 70"/>
                <a:gd name="T27" fmla="*/ 2 h 8"/>
                <a:gd name="T28" fmla="*/ 47 w 70"/>
                <a:gd name="T29" fmla="*/ 2 h 8"/>
                <a:gd name="T30" fmla="*/ 51 w 70"/>
                <a:gd name="T31" fmla="*/ 2 h 8"/>
                <a:gd name="T32" fmla="*/ 57 w 70"/>
                <a:gd name="T33" fmla="*/ 1 h 8"/>
                <a:gd name="T34" fmla="*/ 69 w 70"/>
                <a:gd name="T35" fmla="*/ 0 h 8"/>
                <a:gd name="T36" fmla="*/ 59 w 70"/>
                <a:gd name="T37" fmla="*/ 0 h 8"/>
                <a:gd name="T38" fmla="*/ 56 w 70"/>
                <a:gd name="T39" fmla="*/ 0 h 8"/>
                <a:gd name="T40" fmla="*/ 46 w 70"/>
                <a:gd name="T41" fmla="*/ 1 h 8"/>
                <a:gd name="T42" fmla="*/ 37 w 70"/>
                <a:gd name="T43" fmla="*/ 2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 h="8">
                  <a:moveTo>
                    <a:pt x="37" y="2"/>
                  </a:moveTo>
                  <a:cubicBezTo>
                    <a:pt x="36" y="2"/>
                    <a:pt x="34" y="2"/>
                    <a:pt x="32" y="2"/>
                  </a:cubicBezTo>
                  <a:cubicBezTo>
                    <a:pt x="25" y="3"/>
                    <a:pt x="20" y="4"/>
                    <a:pt x="21" y="5"/>
                  </a:cubicBezTo>
                  <a:cubicBezTo>
                    <a:pt x="21" y="5"/>
                    <a:pt x="21" y="5"/>
                    <a:pt x="21" y="5"/>
                  </a:cubicBezTo>
                  <a:cubicBezTo>
                    <a:pt x="20" y="5"/>
                    <a:pt x="19" y="5"/>
                    <a:pt x="17" y="5"/>
                  </a:cubicBezTo>
                  <a:cubicBezTo>
                    <a:pt x="11" y="6"/>
                    <a:pt x="6" y="7"/>
                    <a:pt x="5" y="7"/>
                  </a:cubicBezTo>
                  <a:cubicBezTo>
                    <a:pt x="5" y="7"/>
                    <a:pt x="6" y="7"/>
                    <a:pt x="6" y="7"/>
                  </a:cubicBezTo>
                  <a:cubicBezTo>
                    <a:pt x="2" y="8"/>
                    <a:pt x="0" y="8"/>
                    <a:pt x="0" y="8"/>
                  </a:cubicBezTo>
                  <a:cubicBezTo>
                    <a:pt x="0" y="8"/>
                    <a:pt x="6" y="8"/>
                    <a:pt x="12" y="7"/>
                  </a:cubicBezTo>
                  <a:cubicBezTo>
                    <a:pt x="17" y="6"/>
                    <a:pt x="21" y="6"/>
                    <a:pt x="21" y="6"/>
                  </a:cubicBezTo>
                  <a:cubicBezTo>
                    <a:pt x="21" y="6"/>
                    <a:pt x="20" y="6"/>
                    <a:pt x="20" y="6"/>
                  </a:cubicBezTo>
                  <a:cubicBezTo>
                    <a:pt x="21" y="6"/>
                    <a:pt x="23" y="5"/>
                    <a:pt x="24" y="5"/>
                  </a:cubicBezTo>
                  <a:cubicBezTo>
                    <a:pt x="27" y="5"/>
                    <a:pt x="31" y="5"/>
                    <a:pt x="35" y="4"/>
                  </a:cubicBezTo>
                  <a:cubicBezTo>
                    <a:pt x="42" y="4"/>
                    <a:pt x="47" y="3"/>
                    <a:pt x="47" y="2"/>
                  </a:cubicBezTo>
                  <a:cubicBezTo>
                    <a:pt x="47" y="2"/>
                    <a:pt x="47" y="2"/>
                    <a:pt x="47" y="2"/>
                  </a:cubicBezTo>
                  <a:cubicBezTo>
                    <a:pt x="49" y="2"/>
                    <a:pt x="50" y="2"/>
                    <a:pt x="51" y="2"/>
                  </a:cubicBezTo>
                  <a:cubicBezTo>
                    <a:pt x="52" y="2"/>
                    <a:pt x="54" y="1"/>
                    <a:pt x="57" y="1"/>
                  </a:cubicBezTo>
                  <a:cubicBezTo>
                    <a:pt x="63" y="1"/>
                    <a:pt x="69" y="0"/>
                    <a:pt x="69" y="0"/>
                  </a:cubicBezTo>
                  <a:cubicBezTo>
                    <a:pt x="70" y="0"/>
                    <a:pt x="65" y="0"/>
                    <a:pt x="59" y="0"/>
                  </a:cubicBezTo>
                  <a:cubicBezTo>
                    <a:pt x="58" y="0"/>
                    <a:pt x="57" y="0"/>
                    <a:pt x="56" y="0"/>
                  </a:cubicBezTo>
                  <a:cubicBezTo>
                    <a:pt x="55" y="0"/>
                    <a:pt x="51" y="0"/>
                    <a:pt x="46" y="1"/>
                  </a:cubicBezTo>
                  <a:cubicBezTo>
                    <a:pt x="42" y="1"/>
                    <a:pt x="38" y="2"/>
                    <a:pt x="3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88" name="Freeform 1890"/>
            <p:cNvSpPr/>
            <p:nvPr/>
          </p:nvSpPr>
          <p:spPr bwMode="auto">
            <a:xfrm>
              <a:off x="7904467" y="10094690"/>
              <a:ext cx="117475" cy="11113"/>
            </a:xfrm>
            <a:custGeom>
              <a:avLst/>
              <a:gdLst>
                <a:gd name="T0" fmla="*/ 32 w 43"/>
                <a:gd name="T1" fmla="*/ 1 h 4"/>
                <a:gd name="T2" fmla="*/ 23 w 43"/>
                <a:gd name="T3" fmla="*/ 3 h 4"/>
                <a:gd name="T4" fmla="*/ 13 w 43"/>
                <a:gd name="T5" fmla="*/ 3 h 4"/>
                <a:gd name="T6" fmla="*/ 1 w 43"/>
                <a:gd name="T7" fmla="*/ 4 h 4"/>
                <a:gd name="T8" fmla="*/ 15 w 43"/>
                <a:gd name="T9" fmla="*/ 3 h 4"/>
                <a:gd name="T10" fmla="*/ 22 w 43"/>
                <a:gd name="T11" fmla="*/ 3 h 4"/>
                <a:gd name="T12" fmla="*/ 22 w 43"/>
                <a:gd name="T13" fmla="*/ 3 h 4"/>
                <a:gd name="T14" fmla="*/ 33 w 43"/>
                <a:gd name="T15" fmla="*/ 2 h 4"/>
                <a:gd name="T16" fmla="*/ 42 w 43"/>
                <a:gd name="T17" fmla="*/ 0 h 4"/>
                <a:gd name="T18" fmla="*/ 32 w 43"/>
                <a:gd name="T19"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
                  <a:moveTo>
                    <a:pt x="32" y="1"/>
                  </a:moveTo>
                  <a:cubicBezTo>
                    <a:pt x="27" y="1"/>
                    <a:pt x="23" y="2"/>
                    <a:pt x="23" y="3"/>
                  </a:cubicBezTo>
                  <a:cubicBezTo>
                    <a:pt x="20" y="3"/>
                    <a:pt x="17" y="3"/>
                    <a:pt x="13" y="3"/>
                  </a:cubicBezTo>
                  <a:cubicBezTo>
                    <a:pt x="6" y="4"/>
                    <a:pt x="0" y="4"/>
                    <a:pt x="1" y="4"/>
                  </a:cubicBezTo>
                  <a:cubicBezTo>
                    <a:pt x="2" y="4"/>
                    <a:pt x="9" y="4"/>
                    <a:pt x="15" y="3"/>
                  </a:cubicBezTo>
                  <a:cubicBezTo>
                    <a:pt x="18" y="3"/>
                    <a:pt x="20" y="3"/>
                    <a:pt x="22" y="3"/>
                  </a:cubicBezTo>
                  <a:cubicBezTo>
                    <a:pt x="22" y="3"/>
                    <a:pt x="22" y="3"/>
                    <a:pt x="22" y="3"/>
                  </a:cubicBezTo>
                  <a:cubicBezTo>
                    <a:pt x="23" y="3"/>
                    <a:pt x="28" y="3"/>
                    <a:pt x="33" y="2"/>
                  </a:cubicBezTo>
                  <a:cubicBezTo>
                    <a:pt x="38" y="2"/>
                    <a:pt x="43" y="1"/>
                    <a:pt x="42" y="0"/>
                  </a:cubicBezTo>
                  <a:cubicBezTo>
                    <a:pt x="42" y="0"/>
                    <a:pt x="37" y="0"/>
                    <a:pt x="3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89" name="Freeform 1891"/>
            <p:cNvSpPr/>
            <p:nvPr/>
          </p:nvSpPr>
          <p:spPr bwMode="auto">
            <a:xfrm>
              <a:off x="8175929" y="10056590"/>
              <a:ext cx="57150" cy="14288"/>
            </a:xfrm>
            <a:custGeom>
              <a:avLst/>
              <a:gdLst>
                <a:gd name="T0" fmla="*/ 1 w 21"/>
                <a:gd name="T1" fmla="*/ 4 h 5"/>
                <a:gd name="T2" fmla="*/ 12 w 21"/>
                <a:gd name="T3" fmla="*/ 3 h 5"/>
                <a:gd name="T4" fmla="*/ 21 w 21"/>
                <a:gd name="T5" fmla="*/ 0 h 5"/>
                <a:gd name="T6" fmla="*/ 9 w 21"/>
                <a:gd name="T7" fmla="*/ 1 h 5"/>
                <a:gd name="T8" fmla="*/ 1 w 21"/>
                <a:gd name="T9" fmla="*/ 4 h 5"/>
              </a:gdLst>
              <a:ahLst/>
              <a:cxnLst>
                <a:cxn ang="0">
                  <a:pos x="T0" y="T1"/>
                </a:cxn>
                <a:cxn ang="0">
                  <a:pos x="T2" y="T3"/>
                </a:cxn>
                <a:cxn ang="0">
                  <a:pos x="T4" y="T5"/>
                </a:cxn>
                <a:cxn ang="0">
                  <a:pos x="T6" y="T7"/>
                </a:cxn>
                <a:cxn ang="0">
                  <a:pos x="T8" y="T9"/>
                </a:cxn>
              </a:cxnLst>
              <a:rect l="0" t="0" r="r" b="b"/>
              <a:pathLst>
                <a:path w="21" h="5">
                  <a:moveTo>
                    <a:pt x="1" y="4"/>
                  </a:moveTo>
                  <a:cubicBezTo>
                    <a:pt x="2" y="5"/>
                    <a:pt x="7" y="4"/>
                    <a:pt x="12" y="3"/>
                  </a:cubicBezTo>
                  <a:cubicBezTo>
                    <a:pt x="18" y="2"/>
                    <a:pt x="21" y="1"/>
                    <a:pt x="21" y="0"/>
                  </a:cubicBezTo>
                  <a:cubicBezTo>
                    <a:pt x="20" y="0"/>
                    <a:pt x="15" y="0"/>
                    <a:pt x="9" y="1"/>
                  </a:cubicBezTo>
                  <a:cubicBezTo>
                    <a:pt x="4" y="3"/>
                    <a:pt x="0"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90" name="Freeform 1892"/>
            <p:cNvSpPr/>
            <p:nvPr/>
          </p:nvSpPr>
          <p:spPr bwMode="auto">
            <a:xfrm>
              <a:off x="8390242" y="10005790"/>
              <a:ext cx="57150" cy="15875"/>
            </a:xfrm>
            <a:custGeom>
              <a:avLst/>
              <a:gdLst>
                <a:gd name="T0" fmla="*/ 0 w 21"/>
                <a:gd name="T1" fmla="*/ 5 h 6"/>
                <a:gd name="T2" fmla="*/ 11 w 21"/>
                <a:gd name="T3" fmla="*/ 4 h 6"/>
                <a:gd name="T4" fmla="*/ 20 w 21"/>
                <a:gd name="T5" fmla="*/ 0 h 6"/>
                <a:gd name="T6" fmla="*/ 9 w 21"/>
                <a:gd name="T7" fmla="*/ 2 h 6"/>
                <a:gd name="T8" fmla="*/ 0 w 21"/>
                <a:gd name="T9" fmla="*/ 5 h 6"/>
              </a:gdLst>
              <a:ahLst/>
              <a:cxnLst>
                <a:cxn ang="0">
                  <a:pos x="T0" y="T1"/>
                </a:cxn>
                <a:cxn ang="0">
                  <a:pos x="T2" y="T3"/>
                </a:cxn>
                <a:cxn ang="0">
                  <a:pos x="T4" y="T5"/>
                </a:cxn>
                <a:cxn ang="0">
                  <a:pos x="T6" y="T7"/>
                </a:cxn>
                <a:cxn ang="0">
                  <a:pos x="T8" y="T9"/>
                </a:cxn>
              </a:cxnLst>
              <a:rect l="0" t="0" r="r" b="b"/>
              <a:pathLst>
                <a:path w="21" h="6">
                  <a:moveTo>
                    <a:pt x="0" y="5"/>
                  </a:moveTo>
                  <a:cubicBezTo>
                    <a:pt x="1" y="6"/>
                    <a:pt x="6" y="5"/>
                    <a:pt x="11" y="4"/>
                  </a:cubicBezTo>
                  <a:cubicBezTo>
                    <a:pt x="16" y="3"/>
                    <a:pt x="21" y="1"/>
                    <a:pt x="20" y="0"/>
                  </a:cubicBezTo>
                  <a:cubicBezTo>
                    <a:pt x="20" y="0"/>
                    <a:pt x="15" y="0"/>
                    <a:pt x="9" y="2"/>
                  </a:cubicBezTo>
                  <a:cubicBezTo>
                    <a:pt x="4" y="3"/>
                    <a:pt x="0" y="5"/>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91" name="Freeform 1893"/>
            <p:cNvSpPr/>
            <p:nvPr/>
          </p:nvSpPr>
          <p:spPr bwMode="auto">
            <a:xfrm>
              <a:off x="8604554" y="9940703"/>
              <a:ext cx="52388" cy="22225"/>
            </a:xfrm>
            <a:custGeom>
              <a:avLst/>
              <a:gdLst>
                <a:gd name="T0" fmla="*/ 9 w 19"/>
                <a:gd name="T1" fmla="*/ 3 h 8"/>
                <a:gd name="T2" fmla="*/ 0 w 19"/>
                <a:gd name="T3" fmla="*/ 7 h 8"/>
                <a:gd name="T4" fmla="*/ 10 w 19"/>
                <a:gd name="T5" fmla="*/ 6 h 8"/>
                <a:gd name="T6" fmla="*/ 19 w 19"/>
                <a:gd name="T7" fmla="*/ 1 h 8"/>
                <a:gd name="T8" fmla="*/ 9 w 19"/>
                <a:gd name="T9" fmla="*/ 3 h 8"/>
              </a:gdLst>
              <a:ahLst/>
              <a:cxnLst>
                <a:cxn ang="0">
                  <a:pos x="T0" y="T1"/>
                </a:cxn>
                <a:cxn ang="0">
                  <a:pos x="T2" y="T3"/>
                </a:cxn>
                <a:cxn ang="0">
                  <a:pos x="T4" y="T5"/>
                </a:cxn>
                <a:cxn ang="0">
                  <a:pos x="T6" y="T7"/>
                </a:cxn>
                <a:cxn ang="0">
                  <a:pos x="T8" y="T9"/>
                </a:cxn>
              </a:cxnLst>
              <a:rect l="0" t="0" r="r" b="b"/>
              <a:pathLst>
                <a:path w="19" h="8">
                  <a:moveTo>
                    <a:pt x="9" y="3"/>
                  </a:moveTo>
                  <a:cubicBezTo>
                    <a:pt x="4" y="4"/>
                    <a:pt x="0" y="6"/>
                    <a:pt x="0" y="7"/>
                  </a:cubicBezTo>
                  <a:cubicBezTo>
                    <a:pt x="0" y="8"/>
                    <a:pt x="4" y="8"/>
                    <a:pt x="10" y="6"/>
                  </a:cubicBezTo>
                  <a:cubicBezTo>
                    <a:pt x="15" y="4"/>
                    <a:pt x="19" y="2"/>
                    <a:pt x="19" y="1"/>
                  </a:cubicBezTo>
                  <a:cubicBezTo>
                    <a:pt x="19" y="0"/>
                    <a:pt x="15"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92" name="Freeform 1894"/>
            <p:cNvSpPr/>
            <p:nvPr/>
          </p:nvSpPr>
          <p:spPr bwMode="auto">
            <a:xfrm>
              <a:off x="2745092" y="11248803"/>
              <a:ext cx="57150" cy="30163"/>
            </a:xfrm>
            <a:custGeom>
              <a:avLst/>
              <a:gdLst>
                <a:gd name="T0" fmla="*/ 8 w 21"/>
                <a:gd name="T1" fmla="*/ 2 h 11"/>
                <a:gd name="T2" fmla="*/ 0 w 21"/>
                <a:gd name="T3" fmla="*/ 2 h 11"/>
                <a:gd name="T4" fmla="*/ 11 w 21"/>
                <a:gd name="T5" fmla="*/ 9 h 11"/>
                <a:gd name="T6" fmla="*/ 20 w 21"/>
                <a:gd name="T7" fmla="*/ 9 h 11"/>
                <a:gd name="T8" fmla="*/ 8 w 21"/>
                <a:gd name="T9" fmla="*/ 2 h 11"/>
              </a:gdLst>
              <a:ahLst/>
              <a:cxnLst>
                <a:cxn ang="0">
                  <a:pos x="T0" y="T1"/>
                </a:cxn>
                <a:cxn ang="0">
                  <a:pos x="T2" y="T3"/>
                </a:cxn>
                <a:cxn ang="0">
                  <a:pos x="T4" y="T5"/>
                </a:cxn>
                <a:cxn ang="0">
                  <a:pos x="T6" y="T7"/>
                </a:cxn>
                <a:cxn ang="0">
                  <a:pos x="T8" y="T9"/>
                </a:cxn>
              </a:cxnLst>
              <a:rect l="0" t="0" r="r" b="b"/>
              <a:pathLst>
                <a:path w="21" h="11">
                  <a:moveTo>
                    <a:pt x="8" y="2"/>
                  </a:moveTo>
                  <a:cubicBezTo>
                    <a:pt x="4" y="0"/>
                    <a:pt x="0" y="0"/>
                    <a:pt x="0" y="2"/>
                  </a:cubicBezTo>
                  <a:cubicBezTo>
                    <a:pt x="1" y="4"/>
                    <a:pt x="6" y="7"/>
                    <a:pt x="11" y="9"/>
                  </a:cubicBezTo>
                  <a:cubicBezTo>
                    <a:pt x="17" y="11"/>
                    <a:pt x="21" y="11"/>
                    <a:pt x="20" y="9"/>
                  </a:cubicBezTo>
                  <a:cubicBezTo>
                    <a:pt x="19" y="7"/>
                    <a:pt x="14" y="4"/>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93" name="Freeform 1895"/>
            <p:cNvSpPr/>
            <p:nvPr/>
          </p:nvSpPr>
          <p:spPr bwMode="auto">
            <a:xfrm>
              <a:off x="2962579" y="11325003"/>
              <a:ext cx="57150" cy="23813"/>
            </a:xfrm>
            <a:custGeom>
              <a:avLst/>
              <a:gdLst>
                <a:gd name="T0" fmla="*/ 8 w 21"/>
                <a:gd name="T1" fmla="*/ 2 h 9"/>
                <a:gd name="T2" fmla="*/ 0 w 21"/>
                <a:gd name="T3" fmla="*/ 2 h 9"/>
                <a:gd name="T4" fmla="*/ 11 w 21"/>
                <a:gd name="T5" fmla="*/ 8 h 9"/>
                <a:gd name="T6" fmla="*/ 20 w 21"/>
                <a:gd name="T7" fmla="*/ 8 h 9"/>
                <a:gd name="T8" fmla="*/ 8 w 21"/>
                <a:gd name="T9" fmla="*/ 2 h 9"/>
              </a:gdLst>
              <a:ahLst/>
              <a:cxnLst>
                <a:cxn ang="0">
                  <a:pos x="T0" y="T1"/>
                </a:cxn>
                <a:cxn ang="0">
                  <a:pos x="T2" y="T3"/>
                </a:cxn>
                <a:cxn ang="0">
                  <a:pos x="T4" y="T5"/>
                </a:cxn>
                <a:cxn ang="0">
                  <a:pos x="T6" y="T7"/>
                </a:cxn>
                <a:cxn ang="0">
                  <a:pos x="T8" y="T9"/>
                </a:cxn>
              </a:cxnLst>
              <a:rect l="0" t="0" r="r" b="b"/>
              <a:pathLst>
                <a:path w="21" h="9">
                  <a:moveTo>
                    <a:pt x="8" y="2"/>
                  </a:moveTo>
                  <a:cubicBezTo>
                    <a:pt x="3" y="0"/>
                    <a:pt x="0" y="0"/>
                    <a:pt x="0" y="2"/>
                  </a:cubicBezTo>
                  <a:cubicBezTo>
                    <a:pt x="1" y="3"/>
                    <a:pt x="6" y="6"/>
                    <a:pt x="11" y="8"/>
                  </a:cubicBezTo>
                  <a:cubicBezTo>
                    <a:pt x="17" y="9"/>
                    <a:pt x="21" y="9"/>
                    <a:pt x="20" y="8"/>
                  </a:cubicBezTo>
                  <a:cubicBezTo>
                    <a:pt x="19" y="6"/>
                    <a:pt x="14" y="4"/>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94" name="Freeform 1896"/>
            <p:cNvSpPr/>
            <p:nvPr/>
          </p:nvSpPr>
          <p:spPr bwMode="auto">
            <a:xfrm>
              <a:off x="3176892" y="11390090"/>
              <a:ext cx="57150" cy="22225"/>
            </a:xfrm>
            <a:custGeom>
              <a:avLst/>
              <a:gdLst>
                <a:gd name="T0" fmla="*/ 1 w 21"/>
                <a:gd name="T1" fmla="*/ 2 h 8"/>
                <a:gd name="T2" fmla="*/ 12 w 21"/>
                <a:gd name="T3" fmla="*/ 6 h 8"/>
                <a:gd name="T4" fmla="*/ 21 w 21"/>
                <a:gd name="T5" fmla="*/ 7 h 8"/>
                <a:gd name="T6" fmla="*/ 10 w 21"/>
                <a:gd name="T7" fmla="*/ 2 h 8"/>
                <a:gd name="T8" fmla="*/ 1 w 21"/>
                <a:gd name="T9" fmla="*/ 2 h 8"/>
              </a:gdLst>
              <a:ahLst/>
              <a:cxnLst>
                <a:cxn ang="0">
                  <a:pos x="T0" y="T1"/>
                </a:cxn>
                <a:cxn ang="0">
                  <a:pos x="T2" y="T3"/>
                </a:cxn>
                <a:cxn ang="0">
                  <a:pos x="T4" y="T5"/>
                </a:cxn>
                <a:cxn ang="0">
                  <a:pos x="T6" y="T7"/>
                </a:cxn>
                <a:cxn ang="0">
                  <a:pos x="T8" y="T9"/>
                </a:cxn>
              </a:cxnLst>
              <a:rect l="0" t="0" r="r" b="b"/>
              <a:pathLst>
                <a:path w="21" h="8">
                  <a:moveTo>
                    <a:pt x="1" y="2"/>
                  </a:moveTo>
                  <a:cubicBezTo>
                    <a:pt x="2" y="3"/>
                    <a:pt x="7" y="5"/>
                    <a:pt x="12" y="6"/>
                  </a:cubicBezTo>
                  <a:cubicBezTo>
                    <a:pt x="17" y="7"/>
                    <a:pt x="21" y="8"/>
                    <a:pt x="21" y="7"/>
                  </a:cubicBezTo>
                  <a:cubicBezTo>
                    <a:pt x="20" y="5"/>
                    <a:pt x="15" y="3"/>
                    <a:pt x="10" y="2"/>
                  </a:cubicBezTo>
                  <a:cubicBezTo>
                    <a:pt x="4" y="1"/>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95" name="Freeform 1897"/>
            <p:cNvSpPr/>
            <p:nvPr/>
          </p:nvSpPr>
          <p:spPr bwMode="auto">
            <a:xfrm>
              <a:off x="3397554" y="11439303"/>
              <a:ext cx="53975" cy="12700"/>
            </a:xfrm>
            <a:custGeom>
              <a:avLst/>
              <a:gdLst>
                <a:gd name="T0" fmla="*/ 0 w 20"/>
                <a:gd name="T1" fmla="*/ 1 h 5"/>
                <a:gd name="T2" fmla="*/ 10 w 20"/>
                <a:gd name="T3" fmla="*/ 4 h 5"/>
                <a:gd name="T4" fmla="*/ 19 w 20"/>
                <a:gd name="T5" fmla="*/ 4 h 5"/>
                <a:gd name="T6" fmla="*/ 9 w 20"/>
                <a:gd name="T7" fmla="*/ 1 h 5"/>
                <a:gd name="T8" fmla="*/ 0 w 20"/>
                <a:gd name="T9" fmla="*/ 1 h 5"/>
              </a:gdLst>
              <a:ahLst/>
              <a:cxnLst>
                <a:cxn ang="0">
                  <a:pos x="T0" y="T1"/>
                </a:cxn>
                <a:cxn ang="0">
                  <a:pos x="T2" y="T3"/>
                </a:cxn>
                <a:cxn ang="0">
                  <a:pos x="T4" y="T5"/>
                </a:cxn>
                <a:cxn ang="0">
                  <a:pos x="T6" y="T7"/>
                </a:cxn>
                <a:cxn ang="0">
                  <a:pos x="T8" y="T9"/>
                </a:cxn>
              </a:cxnLst>
              <a:rect l="0" t="0" r="r" b="b"/>
              <a:pathLst>
                <a:path w="20" h="5">
                  <a:moveTo>
                    <a:pt x="0" y="1"/>
                  </a:moveTo>
                  <a:cubicBezTo>
                    <a:pt x="0" y="2"/>
                    <a:pt x="4" y="3"/>
                    <a:pt x="10" y="4"/>
                  </a:cubicBezTo>
                  <a:cubicBezTo>
                    <a:pt x="15" y="5"/>
                    <a:pt x="20" y="5"/>
                    <a:pt x="19" y="4"/>
                  </a:cubicBezTo>
                  <a:cubicBezTo>
                    <a:pt x="19" y="3"/>
                    <a:pt x="14" y="2"/>
                    <a:pt x="9" y="1"/>
                  </a:cubicBezTo>
                  <a:cubicBezTo>
                    <a:pt x="4"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96" name="Freeform 1898"/>
            <p:cNvSpPr/>
            <p:nvPr/>
          </p:nvSpPr>
          <p:spPr bwMode="auto">
            <a:xfrm>
              <a:off x="3611867" y="11463115"/>
              <a:ext cx="55563" cy="6350"/>
            </a:xfrm>
            <a:custGeom>
              <a:avLst/>
              <a:gdLst>
                <a:gd name="T0" fmla="*/ 0 w 21"/>
                <a:gd name="T1" fmla="*/ 1 h 2"/>
                <a:gd name="T2" fmla="*/ 11 w 21"/>
                <a:gd name="T3" fmla="*/ 2 h 2"/>
                <a:gd name="T4" fmla="*/ 20 w 21"/>
                <a:gd name="T5" fmla="*/ 1 h 2"/>
                <a:gd name="T6" fmla="*/ 8 w 21"/>
                <a:gd name="T7" fmla="*/ 0 h 2"/>
                <a:gd name="T8" fmla="*/ 0 w 21"/>
                <a:gd name="T9" fmla="*/ 1 h 2"/>
              </a:gdLst>
              <a:ahLst/>
              <a:cxnLst>
                <a:cxn ang="0">
                  <a:pos x="T0" y="T1"/>
                </a:cxn>
                <a:cxn ang="0">
                  <a:pos x="T2" y="T3"/>
                </a:cxn>
                <a:cxn ang="0">
                  <a:pos x="T4" y="T5"/>
                </a:cxn>
                <a:cxn ang="0">
                  <a:pos x="T6" y="T7"/>
                </a:cxn>
                <a:cxn ang="0">
                  <a:pos x="T8" y="T9"/>
                </a:cxn>
              </a:cxnLst>
              <a:rect l="0" t="0" r="r" b="b"/>
              <a:pathLst>
                <a:path w="21" h="2">
                  <a:moveTo>
                    <a:pt x="0" y="1"/>
                  </a:moveTo>
                  <a:cubicBezTo>
                    <a:pt x="1" y="1"/>
                    <a:pt x="6" y="2"/>
                    <a:pt x="11" y="2"/>
                  </a:cubicBezTo>
                  <a:cubicBezTo>
                    <a:pt x="16" y="2"/>
                    <a:pt x="21" y="1"/>
                    <a:pt x="20" y="1"/>
                  </a:cubicBezTo>
                  <a:cubicBezTo>
                    <a:pt x="18" y="0"/>
                    <a:pt x="13" y="0"/>
                    <a:pt x="8" y="0"/>
                  </a:cubicBezTo>
                  <a:cubicBezTo>
                    <a:pt x="3"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97" name="Freeform 1899"/>
            <p:cNvSpPr/>
            <p:nvPr/>
          </p:nvSpPr>
          <p:spPr bwMode="auto">
            <a:xfrm>
              <a:off x="3826179" y="11450415"/>
              <a:ext cx="53975" cy="7938"/>
            </a:xfrm>
            <a:custGeom>
              <a:avLst/>
              <a:gdLst>
                <a:gd name="T0" fmla="*/ 0 w 20"/>
                <a:gd name="T1" fmla="*/ 2 h 3"/>
                <a:gd name="T2" fmla="*/ 11 w 20"/>
                <a:gd name="T3" fmla="*/ 2 h 3"/>
                <a:gd name="T4" fmla="*/ 19 w 20"/>
                <a:gd name="T5" fmla="*/ 0 h 3"/>
                <a:gd name="T6" fmla="*/ 8 w 20"/>
                <a:gd name="T7" fmla="*/ 1 h 3"/>
                <a:gd name="T8" fmla="*/ 0 w 20"/>
                <a:gd name="T9" fmla="*/ 2 h 3"/>
              </a:gdLst>
              <a:ahLst/>
              <a:cxnLst>
                <a:cxn ang="0">
                  <a:pos x="T0" y="T1"/>
                </a:cxn>
                <a:cxn ang="0">
                  <a:pos x="T2" y="T3"/>
                </a:cxn>
                <a:cxn ang="0">
                  <a:pos x="T4" y="T5"/>
                </a:cxn>
                <a:cxn ang="0">
                  <a:pos x="T6" y="T7"/>
                </a:cxn>
                <a:cxn ang="0">
                  <a:pos x="T8" y="T9"/>
                </a:cxn>
              </a:cxnLst>
              <a:rect l="0" t="0" r="r" b="b"/>
              <a:pathLst>
                <a:path w="20" h="3">
                  <a:moveTo>
                    <a:pt x="0" y="2"/>
                  </a:moveTo>
                  <a:cubicBezTo>
                    <a:pt x="0" y="3"/>
                    <a:pt x="5" y="3"/>
                    <a:pt x="11" y="2"/>
                  </a:cubicBezTo>
                  <a:cubicBezTo>
                    <a:pt x="16" y="2"/>
                    <a:pt x="20" y="1"/>
                    <a:pt x="19" y="0"/>
                  </a:cubicBezTo>
                  <a:cubicBezTo>
                    <a:pt x="19" y="0"/>
                    <a:pt x="13" y="0"/>
                    <a:pt x="8" y="1"/>
                  </a:cubicBezTo>
                  <a:cubicBezTo>
                    <a:pt x="3" y="1"/>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98" name="Freeform 1900"/>
            <p:cNvSpPr/>
            <p:nvPr/>
          </p:nvSpPr>
          <p:spPr bwMode="auto">
            <a:xfrm>
              <a:off x="4037317" y="11417078"/>
              <a:ext cx="57150" cy="11113"/>
            </a:xfrm>
            <a:custGeom>
              <a:avLst/>
              <a:gdLst>
                <a:gd name="T0" fmla="*/ 9 w 21"/>
                <a:gd name="T1" fmla="*/ 1 h 4"/>
                <a:gd name="T2" fmla="*/ 1 w 21"/>
                <a:gd name="T3" fmla="*/ 4 h 4"/>
                <a:gd name="T4" fmla="*/ 11 w 21"/>
                <a:gd name="T5" fmla="*/ 3 h 4"/>
                <a:gd name="T6" fmla="*/ 20 w 21"/>
                <a:gd name="T7" fmla="*/ 0 h 4"/>
                <a:gd name="T8" fmla="*/ 9 w 21"/>
                <a:gd name="T9" fmla="*/ 1 h 4"/>
              </a:gdLst>
              <a:ahLst/>
              <a:cxnLst>
                <a:cxn ang="0">
                  <a:pos x="T0" y="T1"/>
                </a:cxn>
                <a:cxn ang="0">
                  <a:pos x="T2" y="T3"/>
                </a:cxn>
                <a:cxn ang="0">
                  <a:pos x="T4" y="T5"/>
                </a:cxn>
                <a:cxn ang="0">
                  <a:pos x="T6" y="T7"/>
                </a:cxn>
                <a:cxn ang="0">
                  <a:pos x="T8" y="T9"/>
                </a:cxn>
              </a:cxnLst>
              <a:rect l="0" t="0" r="r" b="b"/>
              <a:pathLst>
                <a:path w="21" h="4">
                  <a:moveTo>
                    <a:pt x="9" y="1"/>
                  </a:moveTo>
                  <a:cubicBezTo>
                    <a:pt x="4" y="2"/>
                    <a:pt x="0" y="3"/>
                    <a:pt x="1" y="4"/>
                  </a:cubicBezTo>
                  <a:cubicBezTo>
                    <a:pt x="1" y="4"/>
                    <a:pt x="6" y="4"/>
                    <a:pt x="11" y="3"/>
                  </a:cubicBezTo>
                  <a:cubicBezTo>
                    <a:pt x="16" y="2"/>
                    <a:pt x="21" y="1"/>
                    <a:pt x="20" y="0"/>
                  </a:cubicBezTo>
                  <a:cubicBezTo>
                    <a:pt x="19" y="0"/>
                    <a:pt x="14"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899" name="Freeform 1901"/>
            <p:cNvSpPr/>
            <p:nvPr/>
          </p:nvSpPr>
          <p:spPr bwMode="auto">
            <a:xfrm>
              <a:off x="4251629" y="11367865"/>
              <a:ext cx="53975" cy="17463"/>
            </a:xfrm>
            <a:custGeom>
              <a:avLst/>
              <a:gdLst>
                <a:gd name="T0" fmla="*/ 0 w 20"/>
                <a:gd name="T1" fmla="*/ 5 h 6"/>
                <a:gd name="T2" fmla="*/ 10 w 20"/>
                <a:gd name="T3" fmla="*/ 4 h 6"/>
                <a:gd name="T4" fmla="*/ 19 w 20"/>
                <a:gd name="T5" fmla="*/ 1 h 6"/>
                <a:gd name="T6" fmla="*/ 9 w 20"/>
                <a:gd name="T7" fmla="*/ 2 h 6"/>
                <a:gd name="T8" fmla="*/ 0 w 20"/>
                <a:gd name="T9" fmla="*/ 5 h 6"/>
              </a:gdLst>
              <a:ahLst/>
              <a:cxnLst>
                <a:cxn ang="0">
                  <a:pos x="T0" y="T1"/>
                </a:cxn>
                <a:cxn ang="0">
                  <a:pos x="T2" y="T3"/>
                </a:cxn>
                <a:cxn ang="0">
                  <a:pos x="T4" y="T5"/>
                </a:cxn>
                <a:cxn ang="0">
                  <a:pos x="T6" y="T7"/>
                </a:cxn>
                <a:cxn ang="0">
                  <a:pos x="T8" y="T9"/>
                </a:cxn>
              </a:cxnLst>
              <a:rect l="0" t="0" r="r" b="b"/>
              <a:pathLst>
                <a:path w="20" h="6">
                  <a:moveTo>
                    <a:pt x="0" y="5"/>
                  </a:moveTo>
                  <a:cubicBezTo>
                    <a:pt x="0" y="6"/>
                    <a:pt x="4" y="5"/>
                    <a:pt x="10" y="4"/>
                  </a:cubicBezTo>
                  <a:cubicBezTo>
                    <a:pt x="15" y="3"/>
                    <a:pt x="20" y="1"/>
                    <a:pt x="19" y="1"/>
                  </a:cubicBezTo>
                  <a:cubicBezTo>
                    <a:pt x="19" y="0"/>
                    <a:pt x="14" y="1"/>
                    <a:pt x="9" y="2"/>
                  </a:cubicBezTo>
                  <a:cubicBezTo>
                    <a:pt x="4" y="3"/>
                    <a:pt x="0" y="5"/>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00" name="Freeform 1902"/>
            <p:cNvSpPr/>
            <p:nvPr/>
          </p:nvSpPr>
          <p:spPr bwMode="auto">
            <a:xfrm>
              <a:off x="4462767" y="11309128"/>
              <a:ext cx="55563" cy="19050"/>
            </a:xfrm>
            <a:custGeom>
              <a:avLst/>
              <a:gdLst>
                <a:gd name="T0" fmla="*/ 0 w 20"/>
                <a:gd name="T1" fmla="*/ 6 h 7"/>
                <a:gd name="T2" fmla="*/ 10 w 20"/>
                <a:gd name="T3" fmla="*/ 4 h 7"/>
                <a:gd name="T4" fmla="*/ 19 w 20"/>
                <a:gd name="T5" fmla="*/ 1 h 7"/>
                <a:gd name="T6" fmla="*/ 9 w 20"/>
                <a:gd name="T7" fmla="*/ 3 h 7"/>
                <a:gd name="T8" fmla="*/ 0 w 20"/>
                <a:gd name="T9" fmla="*/ 6 h 7"/>
              </a:gdLst>
              <a:ahLst/>
              <a:cxnLst>
                <a:cxn ang="0">
                  <a:pos x="T0" y="T1"/>
                </a:cxn>
                <a:cxn ang="0">
                  <a:pos x="T2" y="T3"/>
                </a:cxn>
                <a:cxn ang="0">
                  <a:pos x="T4" y="T5"/>
                </a:cxn>
                <a:cxn ang="0">
                  <a:pos x="T6" y="T7"/>
                </a:cxn>
                <a:cxn ang="0">
                  <a:pos x="T8" y="T9"/>
                </a:cxn>
              </a:cxnLst>
              <a:rect l="0" t="0" r="r" b="b"/>
              <a:pathLst>
                <a:path w="20" h="7">
                  <a:moveTo>
                    <a:pt x="0" y="6"/>
                  </a:moveTo>
                  <a:cubicBezTo>
                    <a:pt x="0" y="7"/>
                    <a:pt x="5" y="6"/>
                    <a:pt x="10" y="4"/>
                  </a:cubicBezTo>
                  <a:cubicBezTo>
                    <a:pt x="15" y="3"/>
                    <a:pt x="20" y="1"/>
                    <a:pt x="19" y="1"/>
                  </a:cubicBezTo>
                  <a:cubicBezTo>
                    <a:pt x="19" y="0"/>
                    <a:pt x="14" y="1"/>
                    <a:pt x="9" y="3"/>
                  </a:cubicBezTo>
                  <a:cubicBezTo>
                    <a:pt x="4" y="4"/>
                    <a:pt x="0" y="6"/>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01" name="Freeform 1903"/>
            <p:cNvSpPr/>
            <p:nvPr/>
          </p:nvSpPr>
          <p:spPr bwMode="auto">
            <a:xfrm>
              <a:off x="4672317" y="11237690"/>
              <a:ext cx="57150" cy="19050"/>
            </a:xfrm>
            <a:custGeom>
              <a:avLst/>
              <a:gdLst>
                <a:gd name="T0" fmla="*/ 9 w 21"/>
                <a:gd name="T1" fmla="*/ 3 h 7"/>
                <a:gd name="T2" fmla="*/ 1 w 21"/>
                <a:gd name="T3" fmla="*/ 7 h 7"/>
                <a:gd name="T4" fmla="*/ 12 w 21"/>
                <a:gd name="T5" fmla="*/ 4 h 7"/>
                <a:gd name="T6" fmla="*/ 20 w 21"/>
                <a:gd name="T7" fmla="*/ 0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4" y="5"/>
                    <a:pt x="0" y="7"/>
                    <a:pt x="1" y="7"/>
                  </a:cubicBezTo>
                  <a:cubicBezTo>
                    <a:pt x="2" y="7"/>
                    <a:pt x="7" y="6"/>
                    <a:pt x="12" y="4"/>
                  </a:cubicBezTo>
                  <a:cubicBezTo>
                    <a:pt x="17" y="3"/>
                    <a:pt x="21" y="1"/>
                    <a:pt x="20" y="0"/>
                  </a:cubicBezTo>
                  <a:cubicBezTo>
                    <a:pt x="20" y="0"/>
                    <a:pt x="15"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02" name="Freeform 1904"/>
            <p:cNvSpPr/>
            <p:nvPr/>
          </p:nvSpPr>
          <p:spPr bwMode="auto">
            <a:xfrm>
              <a:off x="4886629" y="11156728"/>
              <a:ext cx="53975" cy="23813"/>
            </a:xfrm>
            <a:custGeom>
              <a:avLst/>
              <a:gdLst>
                <a:gd name="T0" fmla="*/ 8 w 20"/>
                <a:gd name="T1" fmla="*/ 4 h 9"/>
                <a:gd name="T2" fmla="*/ 0 w 20"/>
                <a:gd name="T3" fmla="*/ 8 h 9"/>
                <a:gd name="T4" fmla="*/ 11 w 20"/>
                <a:gd name="T5" fmla="*/ 5 h 9"/>
                <a:gd name="T6" fmla="*/ 19 w 20"/>
                <a:gd name="T7" fmla="*/ 1 h 9"/>
                <a:gd name="T8" fmla="*/ 8 w 20"/>
                <a:gd name="T9" fmla="*/ 4 h 9"/>
              </a:gdLst>
              <a:ahLst/>
              <a:cxnLst>
                <a:cxn ang="0">
                  <a:pos x="T0" y="T1"/>
                </a:cxn>
                <a:cxn ang="0">
                  <a:pos x="T2" y="T3"/>
                </a:cxn>
                <a:cxn ang="0">
                  <a:pos x="T4" y="T5"/>
                </a:cxn>
                <a:cxn ang="0">
                  <a:pos x="T6" y="T7"/>
                </a:cxn>
                <a:cxn ang="0">
                  <a:pos x="T8" y="T9"/>
                </a:cxn>
              </a:cxnLst>
              <a:rect l="0" t="0" r="r" b="b"/>
              <a:pathLst>
                <a:path w="20" h="9">
                  <a:moveTo>
                    <a:pt x="8" y="4"/>
                  </a:moveTo>
                  <a:cubicBezTo>
                    <a:pt x="3" y="6"/>
                    <a:pt x="0" y="8"/>
                    <a:pt x="0" y="8"/>
                  </a:cubicBezTo>
                  <a:cubicBezTo>
                    <a:pt x="1" y="9"/>
                    <a:pt x="5" y="7"/>
                    <a:pt x="11" y="5"/>
                  </a:cubicBezTo>
                  <a:cubicBezTo>
                    <a:pt x="16" y="3"/>
                    <a:pt x="20" y="1"/>
                    <a:pt x="19" y="1"/>
                  </a:cubicBezTo>
                  <a:cubicBezTo>
                    <a:pt x="19" y="0"/>
                    <a:pt x="13" y="2"/>
                    <a:pt x="8"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03" name="Freeform 1905"/>
            <p:cNvSpPr/>
            <p:nvPr/>
          </p:nvSpPr>
          <p:spPr bwMode="auto">
            <a:xfrm>
              <a:off x="5099354" y="11069415"/>
              <a:ext cx="50800" cy="25400"/>
            </a:xfrm>
            <a:custGeom>
              <a:avLst/>
              <a:gdLst>
                <a:gd name="T0" fmla="*/ 9 w 19"/>
                <a:gd name="T1" fmla="*/ 4 h 9"/>
                <a:gd name="T2" fmla="*/ 0 w 19"/>
                <a:gd name="T3" fmla="*/ 9 h 9"/>
                <a:gd name="T4" fmla="*/ 10 w 19"/>
                <a:gd name="T5" fmla="*/ 6 h 9"/>
                <a:gd name="T6" fmla="*/ 19 w 19"/>
                <a:gd name="T7" fmla="*/ 1 h 9"/>
                <a:gd name="T8" fmla="*/ 9 w 19"/>
                <a:gd name="T9" fmla="*/ 4 h 9"/>
              </a:gdLst>
              <a:ahLst/>
              <a:cxnLst>
                <a:cxn ang="0">
                  <a:pos x="T0" y="T1"/>
                </a:cxn>
                <a:cxn ang="0">
                  <a:pos x="T2" y="T3"/>
                </a:cxn>
                <a:cxn ang="0">
                  <a:pos x="T4" y="T5"/>
                </a:cxn>
                <a:cxn ang="0">
                  <a:pos x="T6" y="T7"/>
                </a:cxn>
                <a:cxn ang="0">
                  <a:pos x="T8" y="T9"/>
                </a:cxn>
              </a:cxnLst>
              <a:rect l="0" t="0" r="r" b="b"/>
              <a:pathLst>
                <a:path w="19" h="9">
                  <a:moveTo>
                    <a:pt x="9" y="4"/>
                  </a:moveTo>
                  <a:cubicBezTo>
                    <a:pt x="4" y="6"/>
                    <a:pt x="0" y="8"/>
                    <a:pt x="0" y="9"/>
                  </a:cubicBezTo>
                  <a:cubicBezTo>
                    <a:pt x="0" y="9"/>
                    <a:pt x="4" y="8"/>
                    <a:pt x="10" y="6"/>
                  </a:cubicBezTo>
                  <a:cubicBezTo>
                    <a:pt x="15" y="3"/>
                    <a:pt x="19" y="1"/>
                    <a:pt x="19" y="1"/>
                  </a:cubicBezTo>
                  <a:cubicBezTo>
                    <a:pt x="19" y="0"/>
                    <a:pt x="14" y="2"/>
                    <a:pt x="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04" name="Freeform 1906"/>
            <p:cNvSpPr/>
            <p:nvPr/>
          </p:nvSpPr>
          <p:spPr bwMode="auto">
            <a:xfrm>
              <a:off x="5307317" y="10977340"/>
              <a:ext cx="57150" cy="25400"/>
            </a:xfrm>
            <a:custGeom>
              <a:avLst/>
              <a:gdLst>
                <a:gd name="T0" fmla="*/ 8 w 21"/>
                <a:gd name="T1" fmla="*/ 5 h 9"/>
                <a:gd name="T2" fmla="*/ 1 w 21"/>
                <a:gd name="T3" fmla="*/ 9 h 9"/>
                <a:gd name="T4" fmla="*/ 12 w 21"/>
                <a:gd name="T5" fmla="*/ 5 h 9"/>
                <a:gd name="T6" fmla="*/ 20 w 21"/>
                <a:gd name="T7" fmla="*/ 0 h 9"/>
                <a:gd name="T8" fmla="*/ 8 w 21"/>
                <a:gd name="T9" fmla="*/ 5 h 9"/>
              </a:gdLst>
              <a:ahLst/>
              <a:cxnLst>
                <a:cxn ang="0">
                  <a:pos x="T0" y="T1"/>
                </a:cxn>
                <a:cxn ang="0">
                  <a:pos x="T2" y="T3"/>
                </a:cxn>
                <a:cxn ang="0">
                  <a:pos x="T4" y="T5"/>
                </a:cxn>
                <a:cxn ang="0">
                  <a:pos x="T6" y="T7"/>
                </a:cxn>
                <a:cxn ang="0">
                  <a:pos x="T8" y="T9"/>
                </a:cxn>
              </a:cxnLst>
              <a:rect l="0" t="0" r="r" b="b"/>
              <a:pathLst>
                <a:path w="21" h="9">
                  <a:moveTo>
                    <a:pt x="8" y="5"/>
                  </a:moveTo>
                  <a:cubicBezTo>
                    <a:pt x="3" y="7"/>
                    <a:pt x="0" y="9"/>
                    <a:pt x="1" y="9"/>
                  </a:cubicBezTo>
                  <a:cubicBezTo>
                    <a:pt x="1" y="9"/>
                    <a:pt x="6" y="8"/>
                    <a:pt x="12" y="5"/>
                  </a:cubicBezTo>
                  <a:cubicBezTo>
                    <a:pt x="17" y="3"/>
                    <a:pt x="21" y="0"/>
                    <a:pt x="20" y="0"/>
                  </a:cubicBezTo>
                  <a:cubicBezTo>
                    <a:pt x="19" y="0"/>
                    <a:pt x="13" y="2"/>
                    <a:pt x="8"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05" name="Freeform 1907"/>
            <p:cNvSpPr/>
            <p:nvPr/>
          </p:nvSpPr>
          <p:spPr bwMode="auto">
            <a:xfrm>
              <a:off x="5516867" y="10882090"/>
              <a:ext cx="57150" cy="25400"/>
            </a:xfrm>
            <a:custGeom>
              <a:avLst/>
              <a:gdLst>
                <a:gd name="T0" fmla="*/ 9 w 21"/>
                <a:gd name="T1" fmla="*/ 4 h 9"/>
                <a:gd name="T2" fmla="*/ 2 w 21"/>
                <a:gd name="T3" fmla="*/ 9 h 9"/>
                <a:gd name="T4" fmla="*/ 12 w 21"/>
                <a:gd name="T5" fmla="*/ 5 h 9"/>
                <a:gd name="T6" fmla="*/ 20 w 21"/>
                <a:gd name="T7" fmla="*/ 0 h 9"/>
                <a:gd name="T8" fmla="*/ 9 w 21"/>
                <a:gd name="T9" fmla="*/ 4 h 9"/>
              </a:gdLst>
              <a:ahLst/>
              <a:cxnLst>
                <a:cxn ang="0">
                  <a:pos x="T0" y="T1"/>
                </a:cxn>
                <a:cxn ang="0">
                  <a:pos x="T2" y="T3"/>
                </a:cxn>
                <a:cxn ang="0">
                  <a:pos x="T4" y="T5"/>
                </a:cxn>
                <a:cxn ang="0">
                  <a:pos x="T6" y="T7"/>
                </a:cxn>
                <a:cxn ang="0">
                  <a:pos x="T8" y="T9"/>
                </a:cxn>
              </a:cxnLst>
              <a:rect l="0" t="0" r="r" b="b"/>
              <a:pathLst>
                <a:path w="21" h="9">
                  <a:moveTo>
                    <a:pt x="9" y="4"/>
                  </a:moveTo>
                  <a:cubicBezTo>
                    <a:pt x="4" y="7"/>
                    <a:pt x="0" y="9"/>
                    <a:pt x="2" y="9"/>
                  </a:cubicBezTo>
                  <a:cubicBezTo>
                    <a:pt x="3" y="9"/>
                    <a:pt x="7" y="7"/>
                    <a:pt x="12" y="5"/>
                  </a:cubicBezTo>
                  <a:cubicBezTo>
                    <a:pt x="17" y="3"/>
                    <a:pt x="21" y="0"/>
                    <a:pt x="20" y="0"/>
                  </a:cubicBezTo>
                  <a:cubicBezTo>
                    <a:pt x="20" y="0"/>
                    <a:pt x="15" y="2"/>
                    <a:pt x="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06" name="Freeform 1908"/>
            <p:cNvSpPr/>
            <p:nvPr/>
          </p:nvSpPr>
          <p:spPr bwMode="auto">
            <a:xfrm>
              <a:off x="2527604" y="11171015"/>
              <a:ext cx="55563" cy="31750"/>
            </a:xfrm>
            <a:custGeom>
              <a:avLst/>
              <a:gdLst>
                <a:gd name="T0" fmla="*/ 9 w 20"/>
                <a:gd name="T1" fmla="*/ 2 h 12"/>
                <a:gd name="T2" fmla="*/ 0 w 20"/>
                <a:gd name="T3" fmla="*/ 2 h 12"/>
                <a:gd name="T4" fmla="*/ 10 w 20"/>
                <a:gd name="T5" fmla="*/ 10 h 12"/>
                <a:gd name="T6" fmla="*/ 20 w 20"/>
                <a:gd name="T7" fmla="*/ 10 h 12"/>
                <a:gd name="T8" fmla="*/ 9 w 20"/>
                <a:gd name="T9" fmla="*/ 2 h 12"/>
              </a:gdLst>
              <a:ahLst/>
              <a:cxnLst>
                <a:cxn ang="0">
                  <a:pos x="T0" y="T1"/>
                </a:cxn>
                <a:cxn ang="0">
                  <a:pos x="T2" y="T3"/>
                </a:cxn>
                <a:cxn ang="0">
                  <a:pos x="T4" y="T5"/>
                </a:cxn>
                <a:cxn ang="0">
                  <a:pos x="T6" y="T7"/>
                </a:cxn>
                <a:cxn ang="0">
                  <a:pos x="T8" y="T9"/>
                </a:cxn>
              </a:cxnLst>
              <a:rect l="0" t="0" r="r" b="b"/>
              <a:pathLst>
                <a:path w="20" h="12">
                  <a:moveTo>
                    <a:pt x="9" y="2"/>
                  </a:moveTo>
                  <a:cubicBezTo>
                    <a:pt x="4" y="0"/>
                    <a:pt x="0" y="0"/>
                    <a:pt x="0" y="2"/>
                  </a:cubicBezTo>
                  <a:cubicBezTo>
                    <a:pt x="0" y="4"/>
                    <a:pt x="5" y="8"/>
                    <a:pt x="10" y="10"/>
                  </a:cubicBezTo>
                  <a:cubicBezTo>
                    <a:pt x="16" y="12"/>
                    <a:pt x="20" y="12"/>
                    <a:pt x="20" y="10"/>
                  </a:cubicBezTo>
                  <a:cubicBezTo>
                    <a:pt x="20" y="8"/>
                    <a:pt x="15" y="4"/>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07" name="Freeform 1909"/>
            <p:cNvSpPr/>
            <p:nvPr/>
          </p:nvSpPr>
          <p:spPr bwMode="auto">
            <a:xfrm>
              <a:off x="2311704" y="11091640"/>
              <a:ext cx="57150" cy="34925"/>
            </a:xfrm>
            <a:custGeom>
              <a:avLst/>
              <a:gdLst>
                <a:gd name="T0" fmla="*/ 9 w 21"/>
                <a:gd name="T1" fmla="*/ 1 h 13"/>
                <a:gd name="T2" fmla="*/ 1 w 21"/>
                <a:gd name="T3" fmla="*/ 3 h 13"/>
                <a:gd name="T4" fmla="*/ 11 w 21"/>
                <a:gd name="T5" fmla="*/ 12 h 13"/>
                <a:gd name="T6" fmla="*/ 20 w 21"/>
                <a:gd name="T7" fmla="*/ 10 h 13"/>
                <a:gd name="T8" fmla="*/ 9 w 21"/>
                <a:gd name="T9" fmla="*/ 1 h 13"/>
              </a:gdLst>
              <a:ahLst/>
              <a:cxnLst>
                <a:cxn ang="0">
                  <a:pos x="T0" y="T1"/>
                </a:cxn>
                <a:cxn ang="0">
                  <a:pos x="T2" y="T3"/>
                </a:cxn>
                <a:cxn ang="0">
                  <a:pos x="T4" y="T5"/>
                </a:cxn>
                <a:cxn ang="0">
                  <a:pos x="T6" y="T7"/>
                </a:cxn>
                <a:cxn ang="0">
                  <a:pos x="T8" y="T9"/>
                </a:cxn>
              </a:cxnLst>
              <a:rect l="0" t="0" r="r" b="b"/>
              <a:pathLst>
                <a:path w="21" h="13">
                  <a:moveTo>
                    <a:pt x="9" y="1"/>
                  </a:moveTo>
                  <a:cubicBezTo>
                    <a:pt x="4" y="0"/>
                    <a:pt x="0" y="1"/>
                    <a:pt x="1" y="3"/>
                  </a:cubicBezTo>
                  <a:cubicBezTo>
                    <a:pt x="1" y="6"/>
                    <a:pt x="6" y="10"/>
                    <a:pt x="11" y="12"/>
                  </a:cubicBezTo>
                  <a:cubicBezTo>
                    <a:pt x="17" y="13"/>
                    <a:pt x="21" y="12"/>
                    <a:pt x="20" y="10"/>
                  </a:cubicBezTo>
                  <a:cubicBezTo>
                    <a:pt x="19" y="7"/>
                    <a:pt x="14" y="3"/>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08" name="Freeform 1910"/>
            <p:cNvSpPr/>
            <p:nvPr/>
          </p:nvSpPr>
          <p:spPr bwMode="auto">
            <a:xfrm>
              <a:off x="2097392" y="11021790"/>
              <a:ext cx="53975" cy="36513"/>
            </a:xfrm>
            <a:custGeom>
              <a:avLst/>
              <a:gdLst>
                <a:gd name="T0" fmla="*/ 8 w 20"/>
                <a:gd name="T1" fmla="*/ 1 h 14"/>
                <a:gd name="T2" fmla="*/ 0 w 20"/>
                <a:gd name="T3" fmla="*/ 4 h 14"/>
                <a:gd name="T4" fmla="*/ 11 w 20"/>
                <a:gd name="T5" fmla="*/ 13 h 14"/>
                <a:gd name="T6" fmla="*/ 19 w 20"/>
                <a:gd name="T7" fmla="*/ 10 h 14"/>
                <a:gd name="T8" fmla="*/ 8 w 20"/>
                <a:gd name="T9" fmla="*/ 1 h 14"/>
              </a:gdLst>
              <a:ahLst/>
              <a:cxnLst>
                <a:cxn ang="0">
                  <a:pos x="T0" y="T1"/>
                </a:cxn>
                <a:cxn ang="0">
                  <a:pos x="T2" y="T3"/>
                </a:cxn>
                <a:cxn ang="0">
                  <a:pos x="T4" y="T5"/>
                </a:cxn>
                <a:cxn ang="0">
                  <a:pos x="T6" y="T7"/>
                </a:cxn>
                <a:cxn ang="0">
                  <a:pos x="T8" y="T9"/>
                </a:cxn>
              </a:cxnLst>
              <a:rect l="0" t="0" r="r" b="b"/>
              <a:pathLst>
                <a:path w="20" h="14">
                  <a:moveTo>
                    <a:pt x="8" y="1"/>
                  </a:moveTo>
                  <a:cubicBezTo>
                    <a:pt x="3" y="0"/>
                    <a:pt x="0" y="1"/>
                    <a:pt x="0" y="4"/>
                  </a:cubicBezTo>
                  <a:cubicBezTo>
                    <a:pt x="0" y="7"/>
                    <a:pt x="5" y="11"/>
                    <a:pt x="11" y="13"/>
                  </a:cubicBezTo>
                  <a:cubicBezTo>
                    <a:pt x="16" y="14"/>
                    <a:pt x="20" y="13"/>
                    <a:pt x="19" y="10"/>
                  </a:cubicBezTo>
                  <a:cubicBezTo>
                    <a:pt x="19" y="7"/>
                    <a:pt x="13" y="3"/>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09" name="Freeform 1911"/>
            <p:cNvSpPr/>
            <p:nvPr/>
          </p:nvSpPr>
          <p:spPr bwMode="auto">
            <a:xfrm>
              <a:off x="1879904" y="10964640"/>
              <a:ext cx="57150" cy="39688"/>
            </a:xfrm>
            <a:custGeom>
              <a:avLst/>
              <a:gdLst>
                <a:gd name="T0" fmla="*/ 0 w 21"/>
                <a:gd name="T1" fmla="*/ 5 h 15"/>
                <a:gd name="T2" fmla="*/ 11 w 21"/>
                <a:gd name="T3" fmla="*/ 14 h 15"/>
                <a:gd name="T4" fmla="*/ 20 w 21"/>
                <a:gd name="T5" fmla="*/ 10 h 15"/>
                <a:gd name="T6" fmla="*/ 9 w 21"/>
                <a:gd name="T7" fmla="*/ 1 h 15"/>
                <a:gd name="T8" fmla="*/ 0 w 21"/>
                <a:gd name="T9" fmla="*/ 5 h 15"/>
              </a:gdLst>
              <a:ahLst/>
              <a:cxnLst>
                <a:cxn ang="0">
                  <a:pos x="T0" y="T1"/>
                </a:cxn>
                <a:cxn ang="0">
                  <a:pos x="T2" y="T3"/>
                </a:cxn>
                <a:cxn ang="0">
                  <a:pos x="T4" y="T5"/>
                </a:cxn>
                <a:cxn ang="0">
                  <a:pos x="T6" y="T7"/>
                </a:cxn>
                <a:cxn ang="0">
                  <a:pos x="T8" y="T9"/>
                </a:cxn>
              </a:cxnLst>
              <a:rect l="0" t="0" r="r" b="b"/>
              <a:pathLst>
                <a:path w="21" h="15">
                  <a:moveTo>
                    <a:pt x="0" y="5"/>
                  </a:moveTo>
                  <a:cubicBezTo>
                    <a:pt x="1" y="9"/>
                    <a:pt x="6" y="13"/>
                    <a:pt x="11" y="14"/>
                  </a:cubicBezTo>
                  <a:cubicBezTo>
                    <a:pt x="16" y="15"/>
                    <a:pt x="21" y="13"/>
                    <a:pt x="20" y="10"/>
                  </a:cubicBezTo>
                  <a:cubicBezTo>
                    <a:pt x="19" y="6"/>
                    <a:pt x="14" y="2"/>
                    <a:pt x="9" y="1"/>
                  </a:cubicBezTo>
                  <a:cubicBezTo>
                    <a:pt x="4" y="0"/>
                    <a:pt x="0" y="2"/>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10" name="Freeform 1912"/>
            <p:cNvSpPr/>
            <p:nvPr/>
          </p:nvSpPr>
          <p:spPr bwMode="auto">
            <a:xfrm>
              <a:off x="1665592" y="10928128"/>
              <a:ext cx="53975" cy="41275"/>
            </a:xfrm>
            <a:custGeom>
              <a:avLst/>
              <a:gdLst>
                <a:gd name="T0" fmla="*/ 9 w 20"/>
                <a:gd name="T1" fmla="*/ 1 h 15"/>
                <a:gd name="T2" fmla="*/ 0 w 20"/>
                <a:gd name="T3" fmla="*/ 5 h 15"/>
                <a:gd name="T4" fmla="*/ 10 w 20"/>
                <a:gd name="T5" fmla="*/ 14 h 15"/>
                <a:gd name="T6" fmla="*/ 20 w 20"/>
                <a:gd name="T7" fmla="*/ 9 h 15"/>
                <a:gd name="T8" fmla="*/ 9 w 20"/>
                <a:gd name="T9" fmla="*/ 1 h 15"/>
              </a:gdLst>
              <a:ahLst/>
              <a:cxnLst>
                <a:cxn ang="0">
                  <a:pos x="T0" y="T1"/>
                </a:cxn>
                <a:cxn ang="0">
                  <a:pos x="T2" y="T3"/>
                </a:cxn>
                <a:cxn ang="0">
                  <a:pos x="T4" y="T5"/>
                </a:cxn>
                <a:cxn ang="0">
                  <a:pos x="T6" y="T7"/>
                </a:cxn>
                <a:cxn ang="0">
                  <a:pos x="T8" y="T9"/>
                </a:cxn>
              </a:cxnLst>
              <a:rect l="0" t="0" r="r" b="b"/>
              <a:pathLst>
                <a:path w="20" h="15">
                  <a:moveTo>
                    <a:pt x="9" y="1"/>
                  </a:moveTo>
                  <a:cubicBezTo>
                    <a:pt x="4" y="0"/>
                    <a:pt x="0" y="2"/>
                    <a:pt x="0" y="5"/>
                  </a:cubicBezTo>
                  <a:cubicBezTo>
                    <a:pt x="0" y="9"/>
                    <a:pt x="5" y="13"/>
                    <a:pt x="10" y="14"/>
                  </a:cubicBezTo>
                  <a:cubicBezTo>
                    <a:pt x="16" y="15"/>
                    <a:pt x="20" y="12"/>
                    <a:pt x="20" y="9"/>
                  </a:cubicBezTo>
                  <a:cubicBezTo>
                    <a:pt x="19" y="5"/>
                    <a:pt x="14" y="1"/>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11" name="Freeform 1913"/>
            <p:cNvSpPr/>
            <p:nvPr/>
          </p:nvSpPr>
          <p:spPr bwMode="auto">
            <a:xfrm>
              <a:off x="1451279" y="10915428"/>
              <a:ext cx="57150" cy="39688"/>
            </a:xfrm>
            <a:custGeom>
              <a:avLst/>
              <a:gdLst>
                <a:gd name="T0" fmla="*/ 9 w 21"/>
                <a:gd name="T1" fmla="*/ 1 h 15"/>
                <a:gd name="T2" fmla="*/ 1 w 21"/>
                <a:gd name="T3" fmla="*/ 9 h 15"/>
                <a:gd name="T4" fmla="*/ 11 w 21"/>
                <a:gd name="T5" fmla="*/ 15 h 15"/>
                <a:gd name="T6" fmla="*/ 20 w 21"/>
                <a:gd name="T7" fmla="*/ 8 h 15"/>
                <a:gd name="T8" fmla="*/ 9 w 21"/>
                <a:gd name="T9" fmla="*/ 1 h 15"/>
              </a:gdLst>
              <a:ahLst/>
              <a:cxnLst>
                <a:cxn ang="0">
                  <a:pos x="T0" y="T1"/>
                </a:cxn>
                <a:cxn ang="0">
                  <a:pos x="T2" y="T3"/>
                </a:cxn>
                <a:cxn ang="0">
                  <a:pos x="T4" y="T5"/>
                </a:cxn>
                <a:cxn ang="0">
                  <a:pos x="T6" y="T7"/>
                </a:cxn>
                <a:cxn ang="0">
                  <a:pos x="T8" y="T9"/>
                </a:cxn>
              </a:cxnLst>
              <a:rect l="0" t="0" r="r" b="b"/>
              <a:pathLst>
                <a:path w="21" h="15">
                  <a:moveTo>
                    <a:pt x="9" y="1"/>
                  </a:moveTo>
                  <a:cubicBezTo>
                    <a:pt x="3" y="1"/>
                    <a:pt x="0" y="5"/>
                    <a:pt x="1" y="9"/>
                  </a:cubicBezTo>
                  <a:cubicBezTo>
                    <a:pt x="2" y="12"/>
                    <a:pt x="6" y="15"/>
                    <a:pt x="11" y="15"/>
                  </a:cubicBezTo>
                  <a:cubicBezTo>
                    <a:pt x="16" y="15"/>
                    <a:pt x="21" y="11"/>
                    <a:pt x="20" y="8"/>
                  </a:cubicBezTo>
                  <a:cubicBezTo>
                    <a:pt x="19" y="4"/>
                    <a:pt x="14"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12" name="Freeform 1914"/>
            <p:cNvSpPr/>
            <p:nvPr/>
          </p:nvSpPr>
          <p:spPr bwMode="auto">
            <a:xfrm>
              <a:off x="1238554" y="10931303"/>
              <a:ext cx="57150" cy="42863"/>
            </a:xfrm>
            <a:custGeom>
              <a:avLst/>
              <a:gdLst>
                <a:gd name="T0" fmla="*/ 8 w 21"/>
                <a:gd name="T1" fmla="*/ 1 h 16"/>
                <a:gd name="T2" fmla="*/ 0 w 21"/>
                <a:gd name="T3" fmla="*/ 10 h 16"/>
                <a:gd name="T4" fmla="*/ 11 w 21"/>
                <a:gd name="T5" fmla="*/ 15 h 16"/>
                <a:gd name="T6" fmla="*/ 19 w 21"/>
                <a:gd name="T7" fmla="*/ 6 h 16"/>
                <a:gd name="T8" fmla="*/ 8 w 21"/>
                <a:gd name="T9" fmla="*/ 1 h 16"/>
              </a:gdLst>
              <a:ahLst/>
              <a:cxnLst>
                <a:cxn ang="0">
                  <a:pos x="T0" y="T1"/>
                </a:cxn>
                <a:cxn ang="0">
                  <a:pos x="T2" y="T3"/>
                </a:cxn>
                <a:cxn ang="0">
                  <a:pos x="T4" y="T5"/>
                </a:cxn>
                <a:cxn ang="0">
                  <a:pos x="T6" y="T7"/>
                </a:cxn>
                <a:cxn ang="0">
                  <a:pos x="T8" y="T9"/>
                </a:cxn>
              </a:cxnLst>
              <a:rect l="0" t="0" r="r" b="b"/>
              <a:pathLst>
                <a:path w="21" h="16">
                  <a:moveTo>
                    <a:pt x="8" y="1"/>
                  </a:moveTo>
                  <a:cubicBezTo>
                    <a:pt x="3" y="2"/>
                    <a:pt x="0" y="6"/>
                    <a:pt x="0" y="10"/>
                  </a:cubicBezTo>
                  <a:cubicBezTo>
                    <a:pt x="1" y="14"/>
                    <a:pt x="6" y="16"/>
                    <a:pt x="11" y="15"/>
                  </a:cubicBezTo>
                  <a:cubicBezTo>
                    <a:pt x="17" y="14"/>
                    <a:pt x="21" y="10"/>
                    <a:pt x="19" y="6"/>
                  </a:cubicBezTo>
                  <a:cubicBezTo>
                    <a:pt x="18" y="2"/>
                    <a:pt x="13"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13" name="Freeform 1915"/>
            <p:cNvSpPr/>
            <p:nvPr/>
          </p:nvSpPr>
          <p:spPr bwMode="auto">
            <a:xfrm>
              <a:off x="1027417" y="10980515"/>
              <a:ext cx="53975" cy="46038"/>
            </a:xfrm>
            <a:custGeom>
              <a:avLst/>
              <a:gdLst>
                <a:gd name="T0" fmla="*/ 9 w 20"/>
                <a:gd name="T1" fmla="*/ 1 h 17"/>
                <a:gd name="T2" fmla="*/ 0 w 20"/>
                <a:gd name="T3" fmla="*/ 11 h 17"/>
                <a:gd name="T4" fmla="*/ 10 w 20"/>
                <a:gd name="T5" fmla="*/ 16 h 17"/>
                <a:gd name="T6" fmla="*/ 20 w 20"/>
                <a:gd name="T7" fmla="*/ 6 h 17"/>
                <a:gd name="T8" fmla="*/ 9 w 20"/>
                <a:gd name="T9" fmla="*/ 1 h 17"/>
              </a:gdLst>
              <a:ahLst/>
              <a:cxnLst>
                <a:cxn ang="0">
                  <a:pos x="T0" y="T1"/>
                </a:cxn>
                <a:cxn ang="0">
                  <a:pos x="T2" y="T3"/>
                </a:cxn>
                <a:cxn ang="0">
                  <a:pos x="T4" y="T5"/>
                </a:cxn>
                <a:cxn ang="0">
                  <a:pos x="T6" y="T7"/>
                </a:cxn>
                <a:cxn ang="0">
                  <a:pos x="T8" y="T9"/>
                </a:cxn>
              </a:cxnLst>
              <a:rect l="0" t="0" r="r" b="b"/>
              <a:pathLst>
                <a:path w="20" h="17">
                  <a:moveTo>
                    <a:pt x="9" y="1"/>
                  </a:moveTo>
                  <a:cubicBezTo>
                    <a:pt x="4" y="3"/>
                    <a:pt x="0" y="7"/>
                    <a:pt x="0" y="11"/>
                  </a:cubicBezTo>
                  <a:cubicBezTo>
                    <a:pt x="0" y="15"/>
                    <a:pt x="5" y="17"/>
                    <a:pt x="10" y="16"/>
                  </a:cubicBezTo>
                  <a:cubicBezTo>
                    <a:pt x="16" y="14"/>
                    <a:pt x="20" y="10"/>
                    <a:pt x="20" y="6"/>
                  </a:cubicBezTo>
                  <a:cubicBezTo>
                    <a:pt x="19" y="2"/>
                    <a:pt x="14"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14" name="Freeform 1916"/>
            <p:cNvSpPr/>
            <p:nvPr/>
          </p:nvSpPr>
          <p:spPr bwMode="auto">
            <a:xfrm>
              <a:off x="817867" y="11067828"/>
              <a:ext cx="55563" cy="50800"/>
            </a:xfrm>
            <a:custGeom>
              <a:avLst/>
              <a:gdLst>
                <a:gd name="T0" fmla="*/ 0 w 20"/>
                <a:gd name="T1" fmla="*/ 13 h 19"/>
                <a:gd name="T2" fmla="*/ 10 w 20"/>
                <a:gd name="T3" fmla="*/ 16 h 19"/>
                <a:gd name="T4" fmla="*/ 19 w 20"/>
                <a:gd name="T5" fmla="*/ 4 h 19"/>
                <a:gd name="T6" fmla="*/ 9 w 20"/>
                <a:gd name="T7" fmla="*/ 3 h 19"/>
                <a:gd name="T8" fmla="*/ 0 w 20"/>
                <a:gd name="T9" fmla="*/ 13 h 19"/>
              </a:gdLst>
              <a:ahLst/>
              <a:cxnLst>
                <a:cxn ang="0">
                  <a:pos x="T0" y="T1"/>
                </a:cxn>
                <a:cxn ang="0">
                  <a:pos x="T2" y="T3"/>
                </a:cxn>
                <a:cxn ang="0">
                  <a:pos x="T4" y="T5"/>
                </a:cxn>
                <a:cxn ang="0">
                  <a:pos x="T6" y="T7"/>
                </a:cxn>
                <a:cxn ang="0">
                  <a:pos x="T8" y="T9"/>
                </a:cxn>
              </a:cxnLst>
              <a:rect l="0" t="0" r="r" b="b"/>
              <a:pathLst>
                <a:path w="20" h="19">
                  <a:moveTo>
                    <a:pt x="0" y="13"/>
                  </a:moveTo>
                  <a:cubicBezTo>
                    <a:pt x="0" y="17"/>
                    <a:pt x="5" y="19"/>
                    <a:pt x="10" y="16"/>
                  </a:cubicBezTo>
                  <a:cubicBezTo>
                    <a:pt x="15" y="14"/>
                    <a:pt x="20" y="8"/>
                    <a:pt x="19" y="4"/>
                  </a:cubicBezTo>
                  <a:cubicBezTo>
                    <a:pt x="19" y="1"/>
                    <a:pt x="14" y="0"/>
                    <a:pt x="9" y="3"/>
                  </a:cubicBezTo>
                  <a:cubicBezTo>
                    <a:pt x="4" y="5"/>
                    <a:pt x="0" y="10"/>
                    <a:pt x="0"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15" name="Freeform 1917"/>
            <p:cNvSpPr/>
            <p:nvPr/>
          </p:nvSpPr>
          <p:spPr bwMode="auto">
            <a:xfrm>
              <a:off x="609904" y="11198003"/>
              <a:ext cx="53975" cy="47625"/>
            </a:xfrm>
            <a:custGeom>
              <a:avLst/>
              <a:gdLst>
                <a:gd name="T0" fmla="*/ 9 w 20"/>
                <a:gd name="T1" fmla="*/ 4 h 18"/>
                <a:gd name="T2" fmla="*/ 1 w 20"/>
                <a:gd name="T3" fmla="*/ 16 h 18"/>
                <a:gd name="T4" fmla="*/ 10 w 20"/>
                <a:gd name="T5" fmla="*/ 15 h 18"/>
                <a:gd name="T6" fmla="*/ 20 w 20"/>
                <a:gd name="T7" fmla="*/ 3 h 18"/>
                <a:gd name="T8" fmla="*/ 9 w 20"/>
                <a:gd name="T9" fmla="*/ 4 h 18"/>
              </a:gdLst>
              <a:ahLst/>
              <a:cxnLst>
                <a:cxn ang="0">
                  <a:pos x="T0" y="T1"/>
                </a:cxn>
                <a:cxn ang="0">
                  <a:pos x="T2" y="T3"/>
                </a:cxn>
                <a:cxn ang="0">
                  <a:pos x="T4" y="T5"/>
                </a:cxn>
                <a:cxn ang="0">
                  <a:pos x="T6" y="T7"/>
                </a:cxn>
                <a:cxn ang="0">
                  <a:pos x="T8" y="T9"/>
                </a:cxn>
              </a:cxnLst>
              <a:rect l="0" t="0" r="r" b="b"/>
              <a:pathLst>
                <a:path w="20" h="18">
                  <a:moveTo>
                    <a:pt x="9" y="4"/>
                  </a:moveTo>
                  <a:cubicBezTo>
                    <a:pt x="4" y="8"/>
                    <a:pt x="0" y="13"/>
                    <a:pt x="1" y="16"/>
                  </a:cubicBezTo>
                  <a:cubicBezTo>
                    <a:pt x="2" y="18"/>
                    <a:pt x="6" y="18"/>
                    <a:pt x="10" y="15"/>
                  </a:cubicBezTo>
                  <a:cubicBezTo>
                    <a:pt x="16" y="12"/>
                    <a:pt x="20" y="6"/>
                    <a:pt x="20" y="3"/>
                  </a:cubicBezTo>
                  <a:cubicBezTo>
                    <a:pt x="20" y="0"/>
                    <a:pt x="15" y="0"/>
                    <a:pt x="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16" name="Freeform 1918"/>
            <p:cNvSpPr/>
            <p:nvPr/>
          </p:nvSpPr>
          <p:spPr bwMode="auto">
            <a:xfrm>
              <a:off x="403529" y="11348815"/>
              <a:ext cx="53975" cy="52388"/>
            </a:xfrm>
            <a:custGeom>
              <a:avLst/>
              <a:gdLst>
                <a:gd name="T0" fmla="*/ 8 w 20"/>
                <a:gd name="T1" fmla="*/ 7 h 19"/>
                <a:gd name="T2" fmla="*/ 0 w 20"/>
                <a:gd name="T3" fmla="*/ 17 h 19"/>
                <a:gd name="T4" fmla="*/ 11 w 20"/>
                <a:gd name="T5" fmla="*/ 14 h 19"/>
                <a:gd name="T6" fmla="*/ 19 w 20"/>
                <a:gd name="T7" fmla="*/ 3 h 19"/>
                <a:gd name="T8" fmla="*/ 8 w 20"/>
                <a:gd name="T9" fmla="*/ 7 h 19"/>
              </a:gdLst>
              <a:ahLst/>
              <a:cxnLst>
                <a:cxn ang="0">
                  <a:pos x="T0" y="T1"/>
                </a:cxn>
                <a:cxn ang="0">
                  <a:pos x="T2" y="T3"/>
                </a:cxn>
                <a:cxn ang="0">
                  <a:pos x="T4" y="T5"/>
                </a:cxn>
                <a:cxn ang="0">
                  <a:pos x="T6" y="T7"/>
                </a:cxn>
                <a:cxn ang="0">
                  <a:pos x="T8" y="T9"/>
                </a:cxn>
              </a:cxnLst>
              <a:rect l="0" t="0" r="r" b="b"/>
              <a:pathLst>
                <a:path w="20" h="19">
                  <a:moveTo>
                    <a:pt x="8" y="7"/>
                  </a:moveTo>
                  <a:cubicBezTo>
                    <a:pt x="3" y="10"/>
                    <a:pt x="0" y="15"/>
                    <a:pt x="0" y="17"/>
                  </a:cubicBezTo>
                  <a:cubicBezTo>
                    <a:pt x="1" y="19"/>
                    <a:pt x="5" y="18"/>
                    <a:pt x="11" y="14"/>
                  </a:cubicBezTo>
                  <a:cubicBezTo>
                    <a:pt x="16" y="10"/>
                    <a:pt x="20" y="5"/>
                    <a:pt x="19" y="3"/>
                  </a:cubicBezTo>
                  <a:cubicBezTo>
                    <a:pt x="19" y="0"/>
                    <a:pt x="14" y="2"/>
                    <a:pt x="8"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17" name="Freeform 1919"/>
            <p:cNvSpPr/>
            <p:nvPr/>
          </p:nvSpPr>
          <p:spPr bwMode="auto">
            <a:xfrm>
              <a:off x="197154" y="11509153"/>
              <a:ext cx="50800" cy="46038"/>
            </a:xfrm>
            <a:custGeom>
              <a:avLst/>
              <a:gdLst>
                <a:gd name="T0" fmla="*/ 8 w 19"/>
                <a:gd name="T1" fmla="*/ 6 h 17"/>
                <a:gd name="T2" fmla="*/ 0 w 19"/>
                <a:gd name="T3" fmla="*/ 15 h 17"/>
                <a:gd name="T4" fmla="*/ 9 w 19"/>
                <a:gd name="T5" fmla="*/ 11 h 17"/>
                <a:gd name="T6" fmla="*/ 19 w 19"/>
                <a:gd name="T7" fmla="*/ 2 h 17"/>
                <a:gd name="T8" fmla="*/ 8 w 19"/>
                <a:gd name="T9" fmla="*/ 6 h 17"/>
              </a:gdLst>
              <a:ahLst/>
              <a:cxnLst>
                <a:cxn ang="0">
                  <a:pos x="T0" y="T1"/>
                </a:cxn>
                <a:cxn ang="0">
                  <a:pos x="T2" y="T3"/>
                </a:cxn>
                <a:cxn ang="0">
                  <a:pos x="T4" y="T5"/>
                </a:cxn>
                <a:cxn ang="0">
                  <a:pos x="T6" y="T7"/>
                </a:cxn>
                <a:cxn ang="0">
                  <a:pos x="T8" y="T9"/>
                </a:cxn>
              </a:cxnLst>
              <a:rect l="0" t="0" r="r" b="b"/>
              <a:pathLst>
                <a:path w="19" h="17">
                  <a:moveTo>
                    <a:pt x="8" y="6"/>
                  </a:moveTo>
                  <a:cubicBezTo>
                    <a:pt x="4" y="9"/>
                    <a:pt x="0" y="13"/>
                    <a:pt x="0" y="15"/>
                  </a:cubicBezTo>
                  <a:cubicBezTo>
                    <a:pt x="0" y="17"/>
                    <a:pt x="4" y="15"/>
                    <a:pt x="9" y="11"/>
                  </a:cubicBezTo>
                  <a:cubicBezTo>
                    <a:pt x="15" y="8"/>
                    <a:pt x="19" y="3"/>
                    <a:pt x="19" y="2"/>
                  </a:cubicBezTo>
                  <a:cubicBezTo>
                    <a:pt x="19" y="0"/>
                    <a:pt x="14" y="2"/>
                    <a:pt x="8"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18" name="Freeform 1920"/>
            <p:cNvSpPr/>
            <p:nvPr/>
          </p:nvSpPr>
          <p:spPr bwMode="auto">
            <a:xfrm>
              <a:off x="-15571" y="11653615"/>
              <a:ext cx="55563" cy="33338"/>
            </a:xfrm>
            <a:custGeom>
              <a:avLst/>
              <a:gdLst>
                <a:gd name="T0" fmla="*/ 20 w 20"/>
                <a:gd name="T1" fmla="*/ 1 h 12"/>
                <a:gd name="T2" fmla="*/ 9 w 20"/>
                <a:gd name="T3" fmla="*/ 6 h 12"/>
                <a:gd name="T4" fmla="*/ 1 w 20"/>
                <a:gd name="T5" fmla="*/ 12 h 12"/>
                <a:gd name="T6" fmla="*/ 11 w 20"/>
                <a:gd name="T7" fmla="*/ 8 h 12"/>
                <a:gd name="T8" fmla="*/ 20 w 20"/>
                <a:gd name="T9" fmla="*/ 1 h 12"/>
              </a:gdLst>
              <a:ahLst/>
              <a:cxnLst>
                <a:cxn ang="0">
                  <a:pos x="T0" y="T1"/>
                </a:cxn>
                <a:cxn ang="0">
                  <a:pos x="T2" y="T3"/>
                </a:cxn>
                <a:cxn ang="0">
                  <a:pos x="T4" y="T5"/>
                </a:cxn>
                <a:cxn ang="0">
                  <a:pos x="T6" y="T7"/>
                </a:cxn>
                <a:cxn ang="0">
                  <a:pos x="T8" y="T9"/>
                </a:cxn>
              </a:cxnLst>
              <a:rect l="0" t="0" r="r" b="b"/>
              <a:pathLst>
                <a:path w="20" h="12">
                  <a:moveTo>
                    <a:pt x="20" y="1"/>
                  </a:moveTo>
                  <a:cubicBezTo>
                    <a:pt x="19" y="0"/>
                    <a:pt x="14" y="2"/>
                    <a:pt x="9" y="6"/>
                  </a:cubicBezTo>
                  <a:cubicBezTo>
                    <a:pt x="4" y="9"/>
                    <a:pt x="0" y="12"/>
                    <a:pt x="1" y="12"/>
                  </a:cubicBezTo>
                  <a:cubicBezTo>
                    <a:pt x="2" y="12"/>
                    <a:pt x="6" y="10"/>
                    <a:pt x="11" y="8"/>
                  </a:cubicBezTo>
                  <a:cubicBezTo>
                    <a:pt x="16" y="5"/>
                    <a:pt x="20" y="1"/>
                    <a:pt x="2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19" name="Freeform 1921"/>
            <p:cNvSpPr/>
            <p:nvPr/>
          </p:nvSpPr>
          <p:spPr bwMode="auto">
            <a:xfrm>
              <a:off x="-223533" y="11764740"/>
              <a:ext cx="53975" cy="19050"/>
            </a:xfrm>
            <a:custGeom>
              <a:avLst/>
              <a:gdLst>
                <a:gd name="T0" fmla="*/ 20 w 20"/>
                <a:gd name="T1" fmla="*/ 0 h 7"/>
                <a:gd name="T2" fmla="*/ 8 w 20"/>
                <a:gd name="T3" fmla="*/ 3 h 7"/>
                <a:gd name="T4" fmla="*/ 0 w 20"/>
                <a:gd name="T5" fmla="*/ 7 h 7"/>
                <a:gd name="T6" fmla="*/ 11 w 20"/>
                <a:gd name="T7" fmla="*/ 4 h 7"/>
                <a:gd name="T8" fmla="*/ 20 w 20"/>
                <a:gd name="T9" fmla="*/ 0 h 7"/>
              </a:gdLst>
              <a:ahLst/>
              <a:cxnLst>
                <a:cxn ang="0">
                  <a:pos x="T0" y="T1"/>
                </a:cxn>
                <a:cxn ang="0">
                  <a:pos x="T2" y="T3"/>
                </a:cxn>
                <a:cxn ang="0">
                  <a:pos x="T4" y="T5"/>
                </a:cxn>
                <a:cxn ang="0">
                  <a:pos x="T6" y="T7"/>
                </a:cxn>
                <a:cxn ang="0">
                  <a:pos x="T8" y="T9"/>
                </a:cxn>
              </a:cxnLst>
              <a:rect l="0" t="0" r="r" b="b"/>
              <a:pathLst>
                <a:path w="20" h="7">
                  <a:moveTo>
                    <a:pt x="20" y="0"/>
                  </a:moveTo>
                  <a:cubicBezTo>
                    <a:pt x="19" y="0"/>
                    <a:pt x="14" y="1"/>
                    <a:pt x="8" y="3"/>
                  </a:cubicBezTo>
                  <a:cubicBezTo>
                    <a:pt x="4" y="5"/>
                    <a:pt x="0" y="7"/>
                    <a:pt x="0" y="7"/>
                  </a:cubicBezTo>
                  <a:cubicBezTo>
                    <a:pt x="1" y="7"/>
                    <a:pt x="5" y="6"/>
                    <a:pt x="11" y="4"/>
                  </a:cubicBezTo>
                  <a:cubicBezTo>
                    <a:pt x="16" y="2"/>
                    <a:pt x="20"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20" name="Freeform 1922"/>
            <p:cNvSpPr/>
            <p:nvPr/>
          </p:nvSpPr>
          <p:spPr bwMode="auto">
            <a:xfrm>
              <a:off x="11650967" y="8789765"/>
              <a:ext cx="53975" cy="23813"/>
            </a:xfrm>
            <a:custGeom>
              <a:avLst/>
              <a:gdLst>
                <a:gd name="T0" fmla="*/ 1 w 20"/>
                <a:gd name="T1" fmla="*/ 5 h 9"/>
                <a:gd name="T2" fmla="*/ 11 w 20"/>
                <a:gd name="T3" fmla="*/ 8 h 9"/>
                <a:gd name="T4" fmla="*/ 19 w 20"/>
                <a:gd name="T5" fmla="*/ 4 h 9"/>
                <a:gd name="T6" fmla="*/ 10 w 20"/>
                <a:gd name="T7" fmla="*/ 0 h 9"/>
                <a:gd name="T8" fmla="*/ 1 w 20"/>
                <a:gd name="T9" fmla="*/ 5 h 9"/>
              </a:gdLst>
              <a:ahLst/>
              <a:cxnLst>
                <a:cxn ang="0">
                  <a:pos x="T0" y="T1"/>
                </a:cxn>
                <a:cxn ang="0">
                  <a:pos x="T2" y="T3"/>
                </a:cxn>
                <a:cxn ang="0">
                  <a:pos x="T4" y="T5"/>
                </a:cxn>
                <a:cxn ang="0">
                  <a:pos x="T6" y="T7"/>
                </a:cxn>
                <a:cxn ang="0">
                  <a:pos x="T8" y="T9"/>
                </a:cxn>
              </a:cxnLst>
              <a:rect l="0" t="0" r="r" b="b"/>
              <a:pathLst>
                <a:path w="20" h="9">
                  <a:moveTo>
                    <a:pt x="1" y="5"/>
                  </a:moveTo>
                  <a:cubicBezTo>
                    <a:pt x="1" y="7"/>
                    <a:pt x="6" y="9"/>
                    <a:pt x="11" y="8"/>
                  </a:cubicBezTo>
                  <a:cubicBezTo>
                    <a:pt x="16" y="8"/>
                    <a:pt x="20" y="6"/>
                    <a:pt x="19" y="4"/>
                  </a:cubicBezTo>
                  <a:cubicBezTo>
                    <a:pt x="19" y="2"/>
                    <a:pt x="15" y="0"/>
                    <a:pt x="10" y="0"/>
                  </a:cubicBezTo>
                  <a:cubicBezTo>
                    <a:pt x="4" y="1"/>
                    <a:pt x="0" y="3"/>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21" name="Freeform 1923"/>
            <p:cNvSpPr/>
            <p:nvPr/>
          </p:nvSpPr>
          <p:spPr bwMode="auto">
            <a:xfrm>
              <a:off x="11438242" y="8813578"/>
              <a:ext cx="55563" cy="33338"/>
            </a:xfrm>
            <a:custGeom>
              <a:avLst/>
              <a:gdLst>
                <a:gd name="T0" fmla="*/ 8 w 20"/>
                <a:gd name="T1" fmla="*/ 1 h 12"/>
                <a:gd name="T2" fmla="*/ 0 w 20"/>
                <a:gd name="T3" fmla="*/ 7 h 12"/>
                <a:gd name="T4" fmla="*/ 11 w 20"/>
                <a:gd name="T5" fmla="*/ 11 h 12"/>
                <a:gd name="T6" fmla="*/ 19 w 20"/>
                <a:gd name="T7" fmla="*/ 4 h 12"/>
                <a:gd name="T8" fmla="*/ 8 w 20"/>
                <a:gd name="T9" fmla="*/ 1 h 12"/>
              </a:gdLst>
              <a:ahLst/>
              <a:cxnLst>
                <a:cxn ang="0">
                  <a:pos x="T0" y="T1"/>
                </a:cxn>
                <a:cxn ang="0">
                  <a:pos x="T2" y="T3"/>
                </a:cxn>
                <a:cxn ang="0">
                  <a:pos x="T4" y="T5"/>
                </a:cxn>
                <a:cxn ang="0">
                  <a:pos x="T6" y="T7"/>
                </a:cxn>
                <a:cxn ang="0">
                  <a:pos x="T8" y="T9"/>
                </a:cxn>
              </a:cxnLst>
              <a:rect l="0" t="0" r="r" b="b"/>
              <a:pathLst>
                <a:path w="20" h="12">
                  <a:moveTo>
                    <a:pt x="8" y="1"/>
                  </a:moveTo>
                  <a:cubicBezTo>
                    <a:pt x="3" y="1"/>
                    <a:pt x="0" y="4"/>
                    <a:pt x="0" y="7"/>
                  </a:cubicBezTo>
                  <a:cubicBezTo>
                    <a:pt x="1" y="10"/>
                    <a:pt x="6" y="12"/>
                    <a:pt x="11" y="11"/>
                  </a:cubicBezTo>
                  <a:cubicBezTo>
                    <a:pt x="16" y="10"/>
                    <a:pt x="20" y="7"/>
                    <a:pt x="19" y="4"/>
                  </a:cubicBezTo>
                  <a:cubicBezTo>
                    <a:pt x="19" y="1"/>
                    <a:pt x="13"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22" name="Freeform 1924"/>
            <p:cNvSpPr/>
            <p:nvPr/>
          </p:nvSpPr>
          <p:spPr bwMode="auto">
            <a:xfrm>
              <a:off x="11227104" y="8846915"/>
              <a:ext cx="53975" cy="42863"/>
            </a:xfrm>
            <a:custGeom>
              <a:avLst/>
              <a:gdLst>
                <a:gd name="T0" fmla="*/ 8 w 20"/>
                <a:gd name="T1" fmla="*/ 2 h 16"/>
                <a:gd name="T2" fmla="*/ 0 w 20"/>
                <a:gd name="T3" fmla="*/ 10 h 16"/>
                <a:gd name="T4" fmla="*/ 11 w 20"/>
                <a:gd name="T5" fmla="*/ 15 h 16"/>
                <a:gd name="T6" fmla="*/ 19 w 20"/>
                <a:gd name="T7" fmla="*/ 6 h 16"/>
                <a:gd name="T8" fmla="*/ 8 w 20"/>
                <a:gd name="T9" fmla="*/ 2 h 16"/>
              </a:gdLst>
              <a:ahLst/>
              <a:cxnLst>
                <a:cxn ang="0">
                  <a:pos x="T0" y="T1"/>
                </a:cxn>
                <a:cxn ang="0">
                  <a:pos x="T2" y="T3"/>
                </a:cxn>
                <a:cxn ang="0">
                  <a:pos x="T4" y="T5"/>
                </a:cxn>
                <a:cxn ang="0">
                  <a:pos x="T6" y="T7"/>
                </a:cxn>
                <a:cxn ang="0">
                  <a:pos x="T8" y="T9"/>
                </a:cxn>
              </a:cxnLst>
              <a:rect l="0" t="0" r="r" b="b"/>
              <a:pathLst>
                <a:path w="20" h="16">
                  <a:moveTo>
                    <a:pt x="8" y="2"/>
                  </a:moveTo>
                  <a:cubicBezTo>
                    <a:pt x="3" y="3"/>
                    <a:pt x="0" y="6"/>
                    <a:pt x="0" y="10"/>
                  </a:cubicBezTo>
                  <a:cubicBezTo>
                    <a:pt x="1" y="13"/>
                    <a:pt x="6" y="16"/>
                    <a:pt x="11" y="15"/>
                  </a:cubicBezTo>
                  <a:cubicBezTo>
                    <a:pt x="16" y="14"/>
                    <a:pt x="20" y="10"/>
                    <a:pt x="19" y="6"/>
                  </a:cubicBezTo>
                  <a:cubicBezTo>
                    <a:pt x="18" y="2"/>
                    <a:pt x="13"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23" name="Freeform 1925"/>
            <p:cNvSpPr/>
            <p:nvPr/>
          </p:nvSpPr>
          <p:spPr bwMode="auto">
            <a:xfrm>
              <a:off x="11012792" y="8881840"/>
              <a:ext cx="57150" cy="46038"/>
            </a:xfrm>
            <a:custGeom>
              <a:avLst/>
              <a:gdLst>
                <a:gd name="T0" fmla="*/ 1 w 21"/>
                <a:gd name="T1" fmla="*/ 11 h 17"/>
                <a:gd name="T2" fmla="*/ 12 w 21"/>
                <a:gd name="T3" fmla="*/ 16 h 17"/>
                <a:gd name="T4" fmla="*/ 20 w 21"/>
                <a:gd name="T5" fmla="*/ 6 h 17"/>
                <a:gd name="T6" fmla="*/ 8 w 21"/>
                <a:gd name="T7" fmla="*/ 2 h 17"/>
                <a:gd name="T8" fmla="*/ 1 w 21"/>
                <a:gd name="T9" fmla="*/ 11 h 17"/>
              </a:gdLst>
              <a:ahLst/>
              <a:cxnLst>
                <a:cxn ang="0">
                  <a:pos x="T0" y="T1"/>
                </a:cxn>
                <a:cxn ang="0">
                  <a:pos x="T2" y="T3"/>
                </a:cxn>
                <a:cxn ang="0">
                  <a:pos x="T4" y="T5"/>
                </a:cxn>
                <a:cxn ang="0">
                  <a:pos x="T6" y="T7"/>
                </a:cxn>
                <a:cxn ang="0">
                  <a:pos x="T8" y="T9"/>
                </a:cxn>
              </a:cxnLst>
              <a:rect l="0" t="0" r="r" b="b"/>
              <a:pathLst>
                <a:path w="21" h="17">
                  <a:moveTo>
                    <a:pt x="1" y="11"/>
                  </a:moveTo>
                  <a:cubicBezTo>
                    <a:pt x="2" y="15"/>
                    <a:pt x="7" y="17"/>
                    <a:pt x="12" y="16"/>
                  </a:cubicBezTo>
                  <a:cubicBezTo>
                    <a:pt x="17" y="14"/>
                    <a:pt x="21" y="9"/>
                    <a:pt x="20" y="6"/>
                  </a:cubicBezTo>
                  <a:cubicBezTo>
                    <a:pt x="19" y="2"/>
                    <a:pt x="14" y="0"/>
                    <a:pt x="8" y="2"/>
                  </a:cubicBezTo>
                  <a:cubicBezTo>
                    <a:pt x="4" y="4"/>
                    <a:pt x="0" y="8"/>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24" name="Freeform 1926"/>
            <p:cNvSpPr/>
            <p:nvPr/>
          </p:nvSpPr>
          <p:spPr bwMode="auto">
            <a:xfrm>
              <a:off x="10803242" y="8954865"/>
              <a:ext cx="53975" cy="42863"/>
            </a:xfrm>
            <a:custGeom>
              <a:avLst/>
              <a:gdLst>
                <a:gd name="T0" fmla="*/ 0 w 20"/>
                <a:gd name="T1" fmla="*/ 11 h 16"/>
                <a:gd name="T2" fmla="*/ 10 w 20"/>
                <a:gd name="T3" fmla="*/ 15 h 16"/>
                <a:gd name="T4" fmla="*/ 20 w 20"/>
                <a:gd name="T5" fmla="*/ 5 h 16"/>
                <a:gd name="T6" fmla="*/ 9 w 20"/>
                <a:gd name="T7" fmla="*/ 2 h 16"/>
                <a:gd name="T8" fmla="*/ 0 w 20"/>
                <a:gd name="T9" fmla="*/ 11 h 16"/>
              </a:gdLst>
              <a:ahLst/>
              <a:cxnLst>
                <a:cxn ang="0">
                  <a:pos x="T0" y="T1"/>
                </a:cxn>
                <a:cxn ang="0">
                  <a:pos x="T2" y="T3"/>
                </a:cxn>
                <a:cxn ang="0">
                  <a:pos x="T4" y="T5"/>
                </a:cxn>
                <a:cxn ang="0">
                  <a:pos x="T6" y="T7"/>
                </a:cxn>
                <a:cxn ang="0">
                  <a:pos x="T8" y="T9"/>
                </a:cxn>
              </a:cxnLst>
              <a:rect l="0" t="0" r="r" b="b"/>
              <a:pathLst>
                <a:path w="20" h="16">
                  <a:moveTo>
                    <a:pt x="0" y="11"/>
                  </a:moveTo>
                  <a:cubicBezTo>
                    <a:pt x="0" y="14"/>
                    <a:pt x="5" y="16"/>
                    <a:pt x="10" y="15"/>
                  </a:cubicBezTo>
                  <a:cubicBezTo>
                    <a:pt x="16" y="13"/>
                    <a:pt x="20" y="8"/>
                    <a:pt x="20" y="5"/>
                  </a:cubicBezTo>
                  <a:cubicBezTo>
                    <a:pt x="19" y="1"/>
                    <a:pt x="14" y="0"/>
                    <a:pt x="9" y="2"/>
                  </a:cubicBezTo>
                  <a:cubicBezTo>
                    <a:pt x="4" y="3"/>
                    <a:pt x="0" y="7"/>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25" name="Freeform 1927"/>
            <p:cNvSpPr/>
            <p:nvPr/>
          </p:nvSpPr>
          <p:spPr bwMode="auto">
            <a:xfrm>
              <a:off x="10592104" y="9035828"/>
              <a:ext cx="57150" cy="44450"/>
            </a:xfrm>
            <a:custGeom>
              <a:avLst/>
              <a:gdLst>
                <a:gd name="T0" fmla="*/ 1 w 21"/>
                <a:gd name="T1" fmla="*/ 12 h 16"/>
                <a:gd name="T2" fmla="*/ 11 w 21"/>
                <a:gd name="T3" fmla="*/ 14 h 16"/>
                <a:gd name="T4" fmla="*/ 20 w 21"/>
                <a:gd name="T5" fmla="*/ 4 h 16"/>
                <a:gd name="T6" fmla="*/ 9 w 21"/>
                <a:gd name="T7" fmla="*/ 2 h 16"/>
                <a:gd name="T8" fmla="*/ 1 w 21"/>
                <a:gd name="T9" fmla="*/ 12 h 16"/>
              </a:gdLst>
              <a:ahLst/>
              <a:cxnLst>
                <a:cxn ang="0">
                  <a:pos x="T0" y="T1"/>
                </a:cxn>
                <a:cxn ang="0">
                  <a:pos x="T2" y="T3"/>
                </a:cxn>
                <a:cxn ang="0">
                  <a:pos x="T4" y="T5"/>
                </a:cxn>
                <a:cxn ang="0">
                  <a:pos x="T6" y="T7"/>
                </a:cxn>
                <a:cxn ang="0">
                  <a:pos x="T8" y="T9"/>
                </a:cxn>
              </a:cxnLst>
              <a:rect l="0" t="0" r="r" b="b"/>
              <a:pathLst>
                <a:path w="21" h="16">
                  <a:moveTo>
                    <a:pt x="1" y="12"/>
                  </a:moveTo>
                  <a:cubicBezTo>
                    <a:pt x="2" y="15"/>
                    <a:pt x="6" y="16"/>
                    <a:pt x="11" y="14"/>
                  </a:cubicBezTo>
                  <a:cubicBezTo>
                    <a:pt x="16" y="12"/>
                    <a:pt x="21" y="8"/>
                    <a:pt x="20" y="4"/>
                  </a:cubicBezTo>
                  <a:cubicBezTo>
                    <a:pt x="20" y="1"/>
                    <a:pt x="15" y="0"/>
                    <a:pt x="9" y="2"/>
                  </a:cubicBezTo>
                  <a:cubicBezTo>
                    <a:pt x="4" y="4"/>
                    <a:pt x="0" y="9"/>
                    <a:pt x="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26" name="Freeform 1928"/>
            <p:cNvSpPr/>
            <p:nvPr/>
          </p:nvSpPr>
          <p:spPr bwMode="auto">
            <a:xfrm>
              <a:off x="10382554" y="9126315"/>
              <a:ext cx="53975" cy="41275"/>
            </a:xfrm>
            <a:custGeom>
              <a:avLst/>
              <a:gdLst>
                <a:gd name="T0" fmla="*/ 1 w 20"/>
                <a:gd name="T1" fmla="*/ 12 h 15"/>
                <a:gd name="T2" fmla="*/ 11 w 20"/>
                <a:gd name="T3" fmla="*/ 13 h 15"/>
                <a:gd name="T4" fmla="*/ 20 w 20"/>
                <a:gd name="T5" fmla="*/ 4 h 15"/>
                <a:gd name="T6" fmla="*/ 9 w 20"/>
                <a:gd name="T7" fmla="*/ 2 h 15"/>
                <a:gd name="T8" fmla="*/ 1 w 20"/>
                <a:gd name="T9" fmla="*/ 12 h 15"/>
              </a:gdLst>
              <a:ahLst/>
              <a:cxnLst>
                <a:cxn ang="0">
                  <a:pos x="T0" y="T1"/>
                </a:cxn>
                <a:cxn ang="0">
                  <a:pos x="T2" y="T3"/>
                </a:cxn>
                <a:cxn ang="0">
                  <a:pos x="T4" y="T5"/>
                </a:cxn>
                <a:cxn ang="0">
                  <a:pos x="T6" y="T7"/>
                </a:cxn>
                <a:cxn ang="0">
                  <a:pos x="T8" y="T9"/>
                </a:cxn>
              </a:cxnLst>
              <a:rect l="0" t="0" r="r" b="b"/>
              <a:pathLst>
                <a:path w="20" h="15">
                  <a:moveTo>
                    <a:pt x="1" y="12"/>
                  </a:moveTo>
                  <a:cubicBezTo>
                    <a:pt x="2" y="15"/>
                    <a:pt x="6" y="15"/>
                    <a:pt x="11" y="13"/>
                  </a:cubicBezTo>
                  <a:cubicBezTo>
                    <a:pt x="16" y="11"/>
                    <a:pt x="20" y="7"/>
                    <a:pt x="20" y="4"/>
                  </a:cubicBezTo>
                  <a:cubicBezTo>
                    <a:pt x="20" y="1"/>
                    <a:pt x="14" y="0"/>
                    <a:pt x="9" y="2"/>
                  </a:cubicBezTo>
                  <a:cubicBezTo>
                    <a:pt x="4" y="5"/>
                    <a:pt x="0" y="9"/>
                    <a:pt x="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27" name="Freeform 1929"/>
            <p:cNvSpPr/>
            <p:nvPr/>
          </p:nvSpPr>
          <p:spPr bwMode="auto">
            <a:xfrm>
              <a:off x="10174592" y="9221565"/>
              <a:ext cx="53975" cy="39688"/>
            </a:xfrm>
            <a:custGeom>
              <a:avLst/>
              <a:gdLst>
                <a:gd name="T0" fmla="*/ 9 w 20"/>
                <a:gd name="T1" fmla="*/ 3 h 15"/>
                <a:gd name="T2" fmla="*/ 0 w 20"/>
                <a:gd name="T3" fmla="*/ 11 h 15"/>
                <a:gd name="T4" fmla="*/ 10 w 20"/>
                <a:gd name="T5" fmla="*/ 13 h 15"/>
                <a:gd name="T6" fmla="*/ 19 w 20"/>
                <a:gd name="T7" fmla="*/ 3 h 15"/>
                <a:gd name="T8" fmla="*/ 9 w 20"/>
                <a:gd name="T9" fmla="*/ 3 h 15"/>
              </a:gdLst>
              <a:ahLst/>
              <a:cxnLst>
                <a:cxn ang="0">
                  <a:pos x="T0" y="T1"/>
                </a:cxn>
                <a:cxn ang="0">
                  <a:pos x="T2" y="T3"/>
                </a:cxn>
                <a:cxn ang="0">
                  <a:pos x="T4" y="T5"/>
                </a:cxn>
                <a:cxn ang="0">
                  <a:pos x="T6" y="T7"/>
                </a:cxn>
                <a:cxn ang="0">
                  <a:pos x="T8" y="T9"/>
                </a:cxn>
              </a:cxnLst>
              <a:rect l="0" t="0" r="r" b="b"/>
              <a:pathLst>
                <a:path w="20" h="15">
                  <a:moveTo>
                    <a:pt x="9" y="3"/>
                  </a:moveTo>
                  <a:cubicBezTo>
                    <a:pt x="4" y="5"/>
                    <a:pt x="0" y="9"/>
                    <a:pt x="0" y="11"/>
                  </a:cubicBezTo>
                  <a:cubicBezTo>
                    <a:pt x="0" y="14"/>
                    <a:pt x="5" y="15"/>
                    <a:pt x="10" y="13"/>
                  </a:cubicBezTo>
                  <a:cubicBezTo>
                    <a:pt x="16" y="10"/>
                    <a:pt x="20" y="6"/>
                    <a:pt x="19" y="3"/>
                  </a:cubicBezTo>
                  <a:cubicBezTo>
                    <a:pt x="19" y="1"/>
                    <a:pt x="14" y="0"/>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28" name="Freeform 1930"/>
            <p:cNvSpPr/>
            <p:nvPr/>
          </p:nvSpPr>
          <p:spPr bwMode="auto">
            <a:xfrm>
              <a:off x="9961867" y="9321578"/>
              <a:ext cx="53975" cy="38100"/>
            </a:xfrm>
            <a:custGeom>
              <a:avLst/>
              <a:gdLst>
                <a:gd name="T0" fmla="*/ 10 w 20"/>
                <a:gd name="T1" fmla="*/ 2 h 14"/>
                <a:gd name="T2" fmla="*/ 1 w 20"/>
                <a:gd name="T3" fmla="*/ 11 h 14"/>
                <a:gd name="T4" fmla="*/ 11 w 20"/>
                <a:gd name="T5" fmla="*/ 12 h 14"/>
                <a:gd name="T6" fmla="*/ 20 w 20"/>
                <a:gd name="T7" fmla="*/ 3 h 14"/>
                <a:gd name="T8" fmla="*/ 10 w 20"/>
                <a:gd name="T9" fmla="*/ 2 h 14"/>
              </a:gdLst>
              <a:ahLst/>
              <a:cxnLst>
                <a:cxn ang="0">
                  <a:pos x="T0" y="T1"/>
                </a:cxn>
                <a:cxn ang="0">
                  <a:pos x="T2" y="T3"/>
                </a:cxn>
                <a:cxn ang="0">
                  <a:pos x="T4" y="T5"/>
                </a:cxn>
                <a:cxn ang="0">
                  <a:pos x="T6" y="T7"/>
                </a:cxn>
                <a:cxn ang="0">
                  <a:pos x="T8" y="T9"/>
                </a:cxn>
              </a:cxnLst>
              <a:rect l="0" t="0" r="r" b="b"/>
              <a:pathLst>
                <a:path w="20" h="14">
                  <a:moveTo>
                    <a:pt x="10" y="2"/>
                  </a:moveTo>
                  <a:cubicBezTo>
                    <a:pt x="4" y="5"/>
                    <a:pt x="0" y="9"/>
                    <a:pt x="1" y="11"/>
                  </a:cubicBezTo>
                  <a:cubicBezTo>
                    <a:pt x="2" y="13"/>
                    <a:pt x="6" y="14"/>
                    <a:pt x="11" y="12"/>
                  </a:cubicBezTo>
                  <a:cubicBezTo>
                    <a:pt x="16" y="9"/>
                    <a:pt x="20" y="5"/>
                    <a:pt x="20" y="3"/>
                  </a:cubicBezTo>
                  <a:cubicBezTo>
                    <a:pt x="20" y="0"/>
                    <a:pt x="15"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29" name="Freeform 1931"/>
            <p:cNvSpPr/>
            <p:nvPr/>
          </p:nvSpPr>
          <p:spPr bwMode="auto">
            <a:xfrm>
              <a:off x="9753904" y="9421590"/>
              <a:ext cx="57150" cy="36513"/>
            </a:xfrm>
            <a:custGeom>
              <a:avLst/>
              <a:gdLst>
                <a:gd name="T0" fmla="*/ 8 w 21"/>
                <a:gd name="T1" fmla="*/ 3 h 13"/>
                <a:gd name="T2" fmla="*/ 1 w 21"/>
                <a:gd name="T3" fmla="*/ 12 h 13"/>
                <a:gd name="T4" fmla="*/ 11 w 21"/>
                <a:gd name="T5" fmla="*/ 11 h 13"/>
                <a:gd name="T6" fmla="*/ 20 w 21"/>
                <a:gd name="T7" fmla="*/ 2 h 13"/>
                <a:gd name="T8" fmla="*/ 8 w 21"/>
                <a:gd name="T9" fmla="*/ 3 h 13"/>
              </a:gdLst>
              <a:ahLst/>
              <a:cxnLst>
                <a:cxn ang="0">
                  <a:pos x="T0" y="T1"/>
                </a:cxn>
                <a:cxn ang="0">
                  <a:pos x="T2" y="T3"/>
                </a:cxn>
                <a:cxn ang="0">
                  <a:pos x="T4" y="T5"/>
                </a:cxn>
                <a:cxn ang="0">
                  <a:pos x="T6" y="T7"/>
                </a:cxn>
                <a:cxn ang="0">
                  <a:pos x="T8" y="T9"/>
                </a:cxn>
              </a:cxnLst>
              <a:rect l="0" t="0" r="r" b="b"/>
              <a:pathLst>
                <a:path w="21" h="13">
                  <a:moveTo>
                    <a:pt x="8" y="3"/>
                  </a:moveTo>
                  <a:cubicBezTo>
                    <a:pt x="3" y="6"/>
                    <a:pt x="0" y="10"/>
                    <a:pt x="1" y="12"/>
                  </a:cubicBezTo>
                  <a:cubicBezTo>
                    <a:pt x="2" y="13"/>
                    <a:pt x="7" y="13"/>
                    <a:pt x="11" y="11"/>
                  </a:cubicBezTo>
                  <a:cubicBezTo>
                    <a:pt x="16" y="8"/>
                    <a:pt x="21" y="4"/>
                    <a:pt x="20" y="2"/>
                  </a:cubicBezTo>
                  <a:cubicBezTo>
                    <a:pt x="19" y="0"/>
                    <a:pt x="14" y="0"/>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30" name="Freeform 1932"/>
            <p:cNvSpPr/>
            <p:nvPr/>
          </p:nvSpPr>
          <p:spPr bwMode="auto">
            <a:xfrm>
              <a:off x="9544354" y="9523190"/>
              <a:ext cx="53975" cy="34925"/>
            </a:xfrm>
            <a:custGeom>
              <a:avLst/>
              <a:gdLst>
                <a:gd name="T0" fmla="*/ 0 w 20"/>
                <a:gd name="T1" fmla="*/ 11 h 13"/>
                <a:gd name="T2" fmla="*/ 11 w 20"/>
                <a:gd name="T3" fmla="*/ 10 h 13"/>
                <a:gd name="T4" fmla="*/ 19 w 20"/>
                <a:gd name="T5" fmla="*/ 2 h 13"/>
                <a:gd name="T6" fmla="*/ 8 w 20"/>
                <a:gd name="T7" fmla="*/ 3 h 13"/>
                <a:gd name="T8" fmla="*/ 0 w 20"/>
                <a:gd name="T9" fmla="*/ 11 h 13"/>
              </a:gdLst>
              <a:ahLst/>
              <a:cxnLst>
                <a:cxn ang="0">
                  <a:pos x="T0" y="T1"/>
                </a:cxn>
                <a:cxn ang="0">
                  <a:pos x="T2" y="T3"/>
                </a:cxn>
                <a:cxn ang="0">
                  <a:pos x="T4" y="T5"/>
                </a:cxn>
                <a:cxn ang="0">
                  <a:pos x="T6" y="T7"/>
                </a:cxn>
                <a:cxn ang="0">
                  <a:pos x="T8" y="T9"/>
                </a:cxn>
              </a:cxnLst>
              <a:rect l="0" t="0" r="r" b="b"/>
              <a:pathLst>
                <a:path w="20" h="13">
                  <a:moveTo>
                    <a:pt x="0" y="11"/>
                  </a:moveTo>
                  <a:cubicBezTo>
                    <a:pt x="1" y="13"/>
                    <a:pt x="5" y="12"/>
                    <a:pt x="11" y="10"/>
                  </a:cubicBezTo>
                  <a:cubicBezTo>
                    <a:pt x="16" y="8"/>
                    <a:pt x="20" y="4"/>
                    <a:pt x="19" y="2"/>
                  </a:cubicBezTo>
                  <a:cubicBezTo>
                    <a:pt x="19" y="0"/>
                    <a:pt x="13" y="1"/>
                    <a:pt x="8" y="3"/>
                  </a:cubicBezTo>
                  <a:cubicBezTo>
                    <a:pt x="3" y="6"/>
                    <a:pt x="0" y="9"/>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31" name="Freeform 1933"/>
            <p:cNvSpPr/>
            <p:nvPr/>
          </p:nvSpPr>
          <p:spPr bwMode="auto">
            <a:xfrm>
              <a:off x="9334804" y="9620028"/>
              <a:ext cx="52388" cy="33338"/>
            </a:xfrm>
            <a:custGeom>
              <a:avLst/>
              <a:gdLst>
                <a:gd name="T0" fmla="*/ 0 w 19"/>
                <a:gd name="T1" fmla="*/ 10 h 12"/>
                <a:gd name="T2" fmla="*/ 9 w 19"/>
                <a:gd name="T3" fmla="*/ 10 h 12"/>
                <a:gd name="T4" fmla="*/ 19 w 19"/>
                <a:gd name="T5" fmla="*/ 2 h 12"/>
                <a:gd name="T6" fmla="*/ 8 w 19"/>
                <a:gd name="T7" fmla="*/ 3 h 12"/>
                <a:gd name="T8" fmla="*/ 0 w 19"/>
                <a:gd name="T9" fmla="*/ 10 h 12"/>
              </a:gdLst>
              <a:ahLst/>
              <a:cxnLst>
                <a:cxn ang="0">
                  <a:pos x="T0" y="T1"/>
                </a:cxn>
                <a:cxn ang="0">
                  <a:pos x="T2" y="T3"/>
                </a:cxn>
                <a:cxn ang="0">
                  <a:pos x="T4" y="T5"/>
                </a:cxn>
                <a:cxn ang="0">
                  <a:pos x="T6" y="T7"/>
                </a:cxn>
                <a:cxn ang="0">
                  <a:pos x="T8" y="T9"/>
                </a:cxn>
              </a:cxnLst>
              <a:rect l="0" t="0" r="r" b="b"/>
              <a:pathLst>
                <a:path w="19" h="12">
                  <a:moveTo>
                    <a:pt x="0" y="10"/>
                  </a:moveTo>
                  <a:cubicBezTo>
                    <a:pt x="0" y="12"/>
                    <a:pt x="4" y="12"/>
                    <a:pt x="9" y="10"/>
                  </a:cubicBezTo>
                  <a:cubicBezTo>
                    <a:pt x="15" y="8"/>
                    <a:pt x="19" y="4"/>
                    <a:pt x="19" y="2"/>
                  </a:cubicBezTo>
                  <a:cubicBezTo>
                    <a:pt x="19" y="0"/>
                    <a:pt x="14" y="1"/>
                    <a:pt x="8" y="3"/>
                  </a:cubicBezTo>
                  <a:cubicBezTo>
                    <a:pt x="3" y="5"/>
                    <a:pt x="0" y="9"/>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32" name="Freeform 1934"/>
            <p:cNvSpPr/>
            <p:nvPr/>
          </p:nvSpPr>
          <p:spPr bwMode="auto">
            <a:xfrm>
              <a:off x="9123667" y="9715278"/>
              <a:ext cx="53975" cy="30163"/>
            </a:xfrm>
            <a:custGeom>
              <a:avLst/>
              <a:gdLst>
                <a:gd name="T0" fmla="*/ 0 w 20"/>
                <a:gd name="T1" fmla="*/ 10 h 11"/>
                <a:gd name="T2" fmla="*/ 11 w 20"/>
                <a:gd name="T3" fmla="*/ 8 h 11"/>
                <a:gd name="T4" fmla="*/ 19 w 20"/>
                <a:gd name="T5" fmla="*/ 2 h 11"/>
                <a:gd name="T6" fmla="*/ 8 w 20"/>
                <a:gd name="T7" fmla="*/ 3 h 11"/>
                <a:gd name="T8" fmla="*/ 0 w 20"/>
                <a:gd name="T9" fmla="*/ 10 h 11"/>
              </a:gdLst>
              <a:ahLst/>
              <a:cxnLst>
                <a:cxn ang="0">
                  <a:pos x="T0" y="T1"/>
                </a:cxn>
                <a:cxn ang="0">
                  <a:pos x="T2" y="T3"/>
                </a:cxn>
                <a:cxn ang="0">
                  <a:pos x="T4" y="T5"/>
                </a:cxn>
                <a:cxn ang="0">
                  <a:pos x="T6" y="T7"/>
                </a:cxn>
                <a:cxn ang="0">
                  <a:pos x="T8" y="T9"/>
                </a:cxn>
              </a:cxnLst>
              <a:rect l="0" t="0" r="r" b="b"/>
              <a:pathLst>
                <a:path w="20" h="11">
                  <a:moveTo>
                    <a:pt x="0" y="10"/>
                  </a:moveTo>
                  <a:cubicBezTo>
                    <a:pt x="0" y="11"/>
                    <a:pt x="5" y="11"/>
                    <a:pt x="11" y="8"/>
                  </a:cubicBezTo>
                  <a:cubicBezTo>
                    <a:pt x="16" y="6"/>
                    <a:pt x="20" y="3"/>
                    <a:pt x="19" y="2"/>
                  </a:cubicBezTo>
                  <a:cubicBezTo>
                    <a:pt x="18" y="0"/>
                    <a:pt x="13" y="1"/>
                    <a:pt x="8" y="3"/>
                  </a:cubicBezTo>
                  <a:cubicBezTo>
                    <a:pt x="3" y="6"/>
                    <a:pt x="0" y="8"/>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33" name="Freeform 1935"/>
            <p:cNvSpPr/>
            <p:nvPr/>
          </p:nvSpPr>
          <p:spPr bwMode="auto">
            <a:xfrm>
              <a:off x="8912529" y="9804178"/>
              <a:ext cx="53975" cy="28575"/>
            </a:xfrm>
            <a:custGeom>
              <a:avLst/>
              <a:gdLst>
                <a:gd name="T0" fmla="*/ 9 w 20"/>
                <a:gd name="T1" fmla="*/ 3 h 10"/>
                <a:gd name="T2" fmla="*/ 0 w 20"/>
                <a:gd name="T3" fmla="*/ 8 h 10"/>
                <a:gd name="T4" fmla="*/ 10 w 20"/>
                <a:gd name="T5" fmla="*/ 8 h 10"/>
                <a:gd name="T6" fmla="*/ 20 w 20"/>
                <a:gd name="T7" fmla="*/ 1 h 10"/>
                <a:gd name="T8" fmla="*/ 9 w 20"/>
                <a:gd name="T9" fmla="*/ 3 h 10"/>
              </a:gdLst>
              <a:ahLst/>
              <a:cxnLst>
                <a:cxn ang="0">
                  <a:pos x="T0" y="T1"/>
                </a:cxn>
                <a:cxn ang="0">
                  <a:pos x="T2" y="T3"/>
                </a:cxn>
                <a:cxn ang="0">
                  <a:pos x="T4" y="T5"/>
                </a:cxn>
                <a:cxn ang="0">
                  <a:pos x="T6" y="T7"/>
                </a:cxn>
                <a:cxn ang="0">
                  <a:pos x="T8" y="T9"/>
                </a:cxn>
              </a:cxnLst>
              <a:rect l="0" t="0" r="r" b="b"/>
              <a:pathLst>
                <a:path w="20" h="10">
                  <a:moveTo>
                    <a:pt x="9" y="3"/>
                  </a:moveTo>
                  <a:cubicBezTo>
                    <a:pt x="4" y="5"/>
                    <a:pt x="0" y="7"/>
                    <a:pt x="0" y="8"/>
                  </a:cubicBezTo>
                  <a:cubicBezTo>
                    <a:pt x="0" y="10"/>
                    <a:pt x="5" y="10"/>
                    <a:pt x="10" y="8"/>
                  </a:cubicBezTo>
                  <a:cubicBezTo>
                    <a:pt x="15" y="6"/>
                    <a:pt x="20" y="3"/>
                    <a:pt x="20" y="1"/>
                  </a:cubicBezTo>
                  <a:cubicBezTo>
                    <a:pt x="19" y="0"/>
                    <a:pt x="14"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34" name="Freeform 1936"/>
            <p:cNvSpPr/>
            <p:nvPr/>
          </p:nvSpPr>
          <p:spPr bwMode="auto">
            <a:xfrm>
              <a:off x="5728004" y="10785253"/>
              <a:ext cx="57150" cy="23813"/>
            </a:xfrm>
            <a:custGeom>
              <a:avLst/>
              <a:gdLst>
                <a:gd name="T0" fmla="*/ 9 w 21"/>
                <a:gd name="T1" fmla="*/ 4 h 9"/>
                <a:gd name="T2" fmla="*/ 1 w 21"/>
                <a:gd name="T3" fmla="*/ 9 h 9"/>
                <a:gd name="T4" fmla="*/ 11 w 21"/>
                <a:gd name="T5" fmla="*/ 5 h 9"/>
                <a:gd name="T6" fmla="*/ 20 w 21"/>
                <a:gd name="T7" fmla="*/ 0 h 9"/>
                <a:gd name="T8" fmla="*/ 9 w 21"/>
                <a:gd name="T9" fmla="*/ 4 h 9"/>
              </a:gdLst>
              <a:ahLst/>
              <a:cxnLst>
                <a:cxn ang="0">
                  <a:pos x="T0" y="T1"/>
                </a:cxn>
                <a:cxn ang="0">
                  <a:pos x="T2" y="T3"/>
                </a:cxn>
                <a:cxn ang="0">
                  <a:pos x="T4" y="T5"/>
                </a:cxn>
                <a:cxn ang="0">
                  <a:pos x="T6" y="T7"/>
                </a:cxn>
                <a:cxn ang="0">
                  <a:pos x="T8" y="T9"/>
                </a:cxn>
              </a:cxnLst>
              <a:rect l="0" t="0" r="r" b="b"/>
              <a:pathLst>
                <a:path w="21" h="9">
                  <a:moveTo>
                    <a:pt x="9" y="4"/>
                  </a:moveTo>
                  <a:cubicBezTo>
                    <a:pt x="4" y="7"/>
                    <a:pt x="0" y="9"/>
                    <a:pt x="1" y="9"/>
                  </a:cubicBezTo>
                  <a:cubicBezTo>
                    <a:pt x="2" y="9"/>
                    <a:pt x="7" y="7"/>
                    <a:pt x="11" y="5"/>
                  </a:cubicBezTo>
                  <a:cubicBezTo>
                    <a:pt x="16" y="3"/>
                    <a:pt x="21" y="0"/>
                    <a:pt x="20" y="0"/>
                  </a:cubicBezTo>
                  <a:cubicBezTo>
                    <a:pt x="20" y="0"/>
                    <a:pt x="15" y="2"/>
                    <a:pt x="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35" name="Freeform 1937"/>
            <p:cNvSpPr/>
            <p:nvPr/>
          </p:nvSpPr>
          <p:spPr bwMode="auto">
            <a:xfrm>
              <a:off x="5942317" y="10686828"/>
              <a:ext cx="52388" cy="25400"/>
            </a:xfrm>
            <a:custGeom>
              <a:avLst/>
              <a:gdLst>
                <a:gd name="T0" fmla="*/ 8 w 19"/>
                <a:gd name="T1" fmla="*/ 4 h 9"/>
                <a:gd name="T2" fmla="*/ 0 w 19"/>
                <a:gd name="T3" fmla="*/ 9 h 9"/>
                <a:gd name="T4" fmla="*/ 9 w 19"/>
                <a:gd name="T5" fmla="*/ 5 h 9"/>
                <a:gd name="T6" fmla="*/ 19 w 19"/>
                <a:gd name="T7" fmla="*/ 0 h 9"/>
                <a:gd name="T8" fmla="*/ 8 w 19"/>
                <a:gd name="T9" fmla="*/ 4 h 9"/>
              </a:gdLst>
              <a:ahLst/>
              <a:cxnLst>
                <a:cxn ang="0">
                  <a:pos x="T0" y="T1"/>
                </a:cxn>
                <a:cxn ang="0">
                  <a:pos x="T2" y="T3"/>
                </a:cxn>
                <a:cxn ang="0">
                  <a:pos x="T4" y="T5"/>
                </a:cxn>
                <a:cxn ang="0">
                  <a:pos x="T6" y="T7"/>
                </a:cxn>
                <a:cxn ang="0">
                  <a:pos x="T8" y="T9"/>
                </a:cxn>
              </a:cxnLst>
              <a:rect l="0" t="0" r="r" b="b"/>
              <a:pathLst>
                <a:path w="19" h="9">
                  <a:moveTo>
                    <a:pt x="8" y="4"/>
                  </a:moveTo>
                  <a:cubicBezTo>
                    <a:pt x="4" y="6"/>
                    <a:pt x="0" y="8"/>
                    <a:pt x="0" y="9"/>
                  </a:cubicBezTo>
                  <a:cubicBezTo>
                    <a:pt x="0" y="9"/>
                    <a:pt x="4" y="8"/>
                    <a:pt x="9" y="5"/>
                  </a:cubicBezTo>
                  <a:cubicBezTo>
                    <a:pt x="15" y="3"/>
                    <a:pt x="19" y="0"/>
                    <a:pt x="19" y="0"/>
                  </a:cubicBezTo>
                  <a:cubicBezTo>
                    <a:pt x="19" y="0"/>
                    <a:pt x="14" y="1"/>
                    <a:pt x="8"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36" name="Freeform 1938"/>
            <p:cNvSpPr/>
            <p:nvPr/>
          </p:nvSpPr>
          <p:spPr bwMode="auto">
            <a:xfrm>
              <a:off x="6151867" y="10589990"/>
              <a:ext cx="53975" cy="26988"/>
            </a:xfrm>
            <a:custGeom>
              <a:avLst/>
              <a:gdLst>
                <a:gd name="T0" fmla="*/ 9 w 20"/>
                <a:gd name="T1" fmla="*/ 4 h 10"/>
                <a:gd name="T2" fmla="*/ 1 w 20"/>
                <a:gd name="T3" fmla="*/ 9 h 10"/>
                <a:gd name="T4" fmla="*/ 10 w 20"/>
                <a:gd name="T5" fmla="*/ 6 h 10"/>
                <a:gd name="T6" fmla="*/ 20 w 20"/>
                <a:gd name="T7" fmla="*/ 1 h 10"/>
                <a:gd name="T8" fmla="*/ 9 w 20"/>
                <a:gd name="T9" fmla="*/ 4 h 10"/>
              </a:gdLst>
              <a:ahLst/>
              <a:cxnLst>
                <a:cxn ang="0">
                  <a:pos x="T0" y="T1"/>
                </a:cxn>
                <a:cxn ang="0">
                  <a:pos x="T2" y="T3"/>
                </a:cxn>
                <a:cxn ang="0">
                  <a:pos x="T4" y="T5"/>
                </a:cxn>
                <a:cxn ang="0">
                  <a:pos x="T6" y="T7"/>
                </a:cxn>
                <a:cxn ang="0">
                  <a:pos x="T8" y="T9"/>
                </a:cxn>
              </a:cxnLst>
              <a:rect l="0" t="0" r="r" b="b"/>
              <a:pathLst>
                <a:path w="20" h="10">
                  <a:moveTo>
                    <a:pt x="9" y="4"/>
                  </a:moveTo>
                  <a:cubicBezTo>
                    <a:pt x="4" y="7"/>
                    <a:pt x="0" y="9"/>
                    <a:pt x="1" y="9"/>
                  </a:cubicBezTo>
                  <a:cubicBezTo>
                    <a:pt x="1" y="10"/>
                    <a:pt x="5" y="8"/>
                    <a:pt x="10" y="6"/>
                  </a:cubicBezTo>
                  <a:cubicBezTo>
                    <a:pt x="15" y="4"/>
                    <a:pt x="20" y="1"/>
                    <a:pt x="20" y="1"/>
                  </a:cubicBezTo>
                  <a:cubicBezTo>
                    <a:pt x="20" y="0"/>
                    <a:pt x="15" y="2"/>
                    <a:pt x="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37" name="Freeform 1939"/>
            <p:cNvSpPr/>
            <p:nvPr/>
          </p:nvSpPr>
          <p:spPr bwMode="auto">
            <a:xfrm>
              <a:off x="6363004" y="10496328"/>
              <a:ext cx="53975" cy="25400"/>
            </a:xfrm>
            <a:custGeom>
              <a:avLst/>
              <a:gdLst>
                <a:gd name="T0" fmla="*/ 8 w 20"/>
                <a:gd name="T1" fmla="*/ 4 h 9"/>
                <a:gd name="T2" fmla="*/ 0 w 20"/>
                <a:gd name="T3" fmla="*/ 9 h 9"/>
                <a:gd name="T4" fmla="*/ 11 w 20"/>
                <a:gd name="T5" fmla="*/ 5 h 9"/>
                <a:gd name="T6" fmla="*/ 19 w 20"/>
                <a:gd name="T7" fmla="*/ 1 h 9"/>
                <a:gd name="T8" fmla="*/ 8 w 20"/>
                <a:gd name="T9" fmla="*/ 4 h 9"/>
              </a:gdLst>
              <a:ahLst/>
              <a:cxnLst>
                <a:cxn ang="0">
                  <a:pos x="T0" y="T1"/>
                </a:cxn>
                <a:cxn ang="0">
                  <a:pos x="T2" y="T3"/>
                </a:cxn>
                <a:cxn ang="0">
                  <a:pos x="T4" y="T5"/>
                </a:cxn>
                <a:cxn ang="0">
                  <a:pos x="T6" y="T7"/>
                </a:cxn>
                <a:cxn ang="0">
                  <a:pos x="T8" y="T9"/>
                </a:cxn>
              </a:cxnLst>
              <a:rect l="0" t="0" r="r" b="b"/>
              <a:pathLst>
                <a:path w="20" h="9">
                  <a:moveTo>
                    <a:pt x="8" y="4"/>
                  </a:moveTo>
                  <a:cubicBezTo>
                    <a:pt x="3" y="7"/>
                    <a:pt x="0" y="8"/>
                    <a:pt x="0" y="9"/>
                  </a:cubicBezTo>
                  <a:cubicBezTo>
                    <a:pt x="1" y="9"/>
                    <a:pt x="5" y="8"/>
                    <a:pt x="11" y="5"/>
                  </a:cubicBezTo>
                  <a:cubicBezTo>
                    <a:pt x="16" y="3"/>
                    <a:pt x="20" y="1"/>
                    <a:pt x="19" y="1"/>
                  </a:cubicBezTo>
                  <a:cubicBezTo>
                    <a:pt x="19" y="0"/>
                    <a:pt x="14" y="2"/>
                    <a:pt x="8"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38" name="Freeform 1940"/>
            <p:cNvSpPr/>
            <p:nvPr/>
          </p:nvSpPr>
          <p:spPr bwMode="auto">
            <a:xfrm>
              <a:off x="6575729" y="10410603"/>
              <a:ext cx="50800" cy="23813"/>
            </a:xfrm>
            <a:custGeom>
              <a:avLst/>
              <a:gdLst>
                <a:gd name="T0" fmla="*/ 0 w 19"/>
                <a:gd name="T1" fmla="*/ 8 h 9"/>
                <a:gd name="T2" fmla="*/ 9 w 19"/>
                <a:gd name="T3" fmla="*/ 6 h 9"/>
                <a:gd name="T4" fmla="*/ 19 w 19"/>
                <a:gd name="T5" fmla="*/ 1 h 9"/>
                <a:gd name="T6" fmla="*/ 9 w 19"/>
                <a:gd name="T7" fmla="*/ 4 h 9"/>
                <a:gd name="T8" fmla="*/ 0 w 19"/>
                <a:gd name="T9" fmla="*/ 8 h 9"/>
              </a:gdLst>
              <a:ahLst/>
              <a:cxnLst>
                <a:cxn ang="0">
                  <a:pos x="T0" y="T1"/>
                </a:cxn>
                <a:cxn ang="0">
                  <a:pos x="T2" y="T3"/>
                </a:cxn>
                <a:cxn ang="0">
                  <a:pos x="T4" y="T5"/>
                </a:cxn>
                <a:cxn ang="0">
                  <a:pos x="T6" y="T7"/>
                </a:cxn>
                <a:cxn ang="0">
                  <a:pos x="T8" y="T9"/>
                </a:cxn>
              </a:cxnLst>
              <a:rect l="0" t="0" r="r" b="b"/>
              <a:pathLst>
                <a:path w="19" h="9">
                  <a:moveTo>
                    <a:pt x="0" y="8"/>
                  </a:moveTo>
                  <a:cubicBezTo>
                    <a:pt x="1" y="9"/>
                    <a:pt x="5" y="7"/>
                    <a:pt x="9" y="6"/>
                  </a:cubicBezTo>
                  <a:cubicBezTo>
                    <a:pt x="15" y="3"/>
                    <a:pt x="19" y="1"/>
                    <a:pt x="19" y="1"/>
                  </a:cubicBezTo>
                  <a:cubicBezTo>
                    <a:pt x="19" y="0"/>
                    <a:pt x="14" y="2"/>
                    <a:pt x="9" y="4"/>
                  </a:cubicBezTo>
                  <a:cubicBezTo>
                    <a:pt x="4" y="6"/>
                    <a:pt x="0" y="8"/>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39" name="Freeform 1941"/>
            <p:cNvSpPr/>
            <p:nvPr/>
          </p:nvSpPr>
          <p:spPr bwMode="auto">
            <a:xfrm>
              <a:off x="6783692" y="10331228"/>
              <a:ext cx="57150" cy="19050"/>
            </a:xfrm>
            <a:custGeom>
              <a:avLst/>
              <a:gdLst>
                <a:gd name="T0" fmla="*/ 1 w 21"/>
                <a:gd name="T1" fmla="*/ 7 h 7"/>
                <a:gd name="T2" fmla="*/ 11 w 21"/>
                <a:gd name="T3" fmla="*/ 4 h 7"/>
                <a:gd name="T4" fmla="*/ 20 w 21"/>
                <a:gd name="T5" fmla="*/ 0 h 7"/>
                <a:gd name="T6" fmla="*/ 9 w 21"/>
                <a:gd name="T7" fmla="*/ 3 h 7"/>
                <a:gd name="T8" fmla="*/ 1 w 21"/>
                <a:gd name="T9" fmla="*/ 7 h 7"/>
              </a:gdLst>
              <a:ahLst/>
              <a:cxnLst>
                <a:cxn ang="0">
                  <a:pos x="T0" y="T1"/>
                </a:cxn>
                <a:cxn ang="0">
                  <a:pos x="T2" y="T3"/>
                </a:cxn>
                <a:cxn ang="0">
                  <a:pos x="T4" y="T5"/>
                </a:cxn>
                <a:cxn ang="0">
                  <a:pos x="T6" y="T7"/>
                </a:cxn>
                <a:cxn ang="0">
                  <a:pos x="T8" y="T9"/>
                </a:cxn>
              </a:cxnLst>
              <a:rect l="0" t="0" r="r" b="b"/>
              <a:pathLst>
                <a:path w="21" h="7">
                  <a:moveTo>
                    <a:pt x="1" y="7"/>
                  </a:moveTo>
                  <a:cubicBezTo>
                    <a:pt x="2" y="7"/>
                    <a:pt x="7" y="6"/>
                    <a:pt x="11" y="4"/>
                  </a:cubicBezTo>
                  <a:cubicBezTo>
                    <a:pt x="17" y="3"/>
                    <a:pt x="21" y="1"/>
                    <a:pt x="20" y="0"/>
                  </a:cubicBezTo>
                  <a:cubicBezTo>
                    <a:pt x="20" y="0"/>
                    <a:pt x="15" y="1"/>
                    <a:pt x="9" y="3"/>
                  </a:cubicBezTo>
                  <a:cubicBezTo>
                    <a:pt x="4" y="5"/>
                    <a:pt x="0" y="7"/>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40" name="Freeform 1942"/>
            <p:cNvSpPr/>
            <p:nvPr/>
          </p:nvSpPr>
          <p:spPr bwMode="auto">
            <a:xfrm>
              <a:off x="6998004" y="10261378"/>
              <a:ext cx="53975" cy="19050"/>
            </a:xfrm>
            <a:custGeom>
              <a:avLst/>
              <a:gdLst>
                <a:gd name="T0" fmla="*/ 8 w 20"/>
                <a:gd name="T1" fmla="*/ 3 h 7"/>
                <a:gd name="T2" fmla="*/ 0 w 20"/>
                <a:gd name="T3" fmla="*/ 6 h 7"/>
                <a:gd name="T4" fmla="*/ 11 w 20"/>
                <a:gd name="T5" fmla="*/ 4 h 7"/>
                <a:gd name="T6" fmla="*/ 19 w 20"/>
                <a:gd name="T7" fmla="*/ 0 h 7"/>
                <a:gd name="T8" fmla="*/ 8 w 20"/>
                <a:gd name="T9" fmla="*/ 3 h 7"/>
              </a:gdLst>
              <a:ahLst/>
              <a:cxnLst>
                <a:cxn ang="0">
                  <a:pos x="T0" y="T1"/>
                </a:cxn>
                <a:cxn ang="0">
                  <a:pos x="T2" y="T3"/>
                </a:cxn>
                <a:cxn ang="0">
                  <a:pos x="T4" y="T5"/>
                </a:cxn>
                <a:cxn ang="0">
                  <a:pos x="T6" y="T7"/>
                </a:cxn>
                <a:cxn ang="0">
                  <a:pos x="T8" y="T9"/>
                </a:cxn>
              </a:cxnLst>
              <a:rect l="0" t="0" r="r" b="b"/>
              <a:pathLst>
                <a:path w="20" h="7">
                  <a:moveTo>
                    <a:pt x="8" y="3"/>
                  </a:moveTo>
                  <a:cubicBezTo>
                    <a:pt x="3" y="4"/>
                    <a:pt x="0" y="6"/>
                    <a:pt x="0" y="6"/>
                  </a:cubicBezTo>
                  <a:cubicBezTo>
                    <a:pt x="0" y="7"/>
                    <a:pt x="5" y="6"/>
                    <a:pt x="11" y="4"/>
                  </a:cubicBezTo>
                  <a:cubicBezTo>
                    <a:pt x="16" y="2"/>
                    <a:pt x="20" y="1"/>
                    <a:pt x="19" y="0"/>
                  </a:cubicBezTo>
                  <a:cubicBezTo>
                    <a:pt x="19" y="0"/>
                    <a:pt x="14" y="1"/>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41" name="Freeform 1943"/>
            <p:cNvSpPr/>
            <p:nvPr/>
          </p:nvSpPr>
          <p:spPr bwMode="auto">
            <a:xfrm>
              <a:off x="7210729" y="10201053"/>
              <a:ext cx="53975" cy="15875"/>
            </a:xfrm>
            <a:custGeom>
              <a:avLst/>
              <a:gdLst>
                <a:gd name="T0" fmla="*/ 9 w 20"/>
                <a:gd name="T1" fmla="*/ 2 h 6"/>
                <a:gd name="T2" fmla="*/ 0 w 20"/>
                <a:gd name="T3" fmla="*/ 5 h 6"/>
                <a:gd name="T4" fmla="*/ 11 w 20"/>
                <a:gd name="T5" fmla="*/ 3 h 6"/>
                <a:gd name="T6" fmla="*/ 20 w 20"/>
                <a:gd name="T7" fmla="*/ 0 h 6"/>
                <a:gd name="T8" fmla="*/ 9 w 20"/>
                <a:gd name="T9" fmla="*/ 2 h 6"/>
              </a:gdLst>
              <a:ahLst/>
              <a:cxnLst>
                <a:cxn ang="0">
                  <a:pos x="T0" y="T1"/>
                </a:cxn>
                <a:cxn ang="0">
                  <a:pos x="T2" y="T3"/>
                </a:cxn>
                <a:cxn ang="0">
                  <a:pos x="T4" y="T5"/>
                </a:cxn>
                <a:cxn ang="0">
                  <a:pos x="T6" y="T7"/>
                </a:cxn>
                <a:cxn ang="0">
                  <a:pos x="T8" y="T9"/>
                </a:cxn>
              </a:cxnLst>
              <a:rect l="0" t="0" r="r" b="b"/>
              <a:pathLst>
                <a:path w="20" h="6">
                  <a:moveTo>
                    <a:pt x="9" y="2"/>
                  </a:moveTo>
                  <a:cubicBezTo>
                    <a:pt x="4" y="3"/>
                    <a:pt x="0" y="5"/>
                    <a:pt x="0" y="5"/>
                  </a:cubicBezTo>
                  <a:cubicBezTo>
                    <a:pt x="1" y="6"/>
                    <a:pt x="5" y="5"/>
                    <a:pt x="11" y="3"/>
                  </a:cubicBezTo>
                  <a:cubicBezTo>
                    <a:pt x="16" y="2"/>
                    <a:pt x="20" y="0"/>
                    <a:pt x="20" y="0"/>
                  </a:cubicBezTo>
                  <a:cubicBezTo>
                    <a:pt x="19" y="0"/>
                    <a:pt x="14"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42" name="Freeform 1944"/>
            <p:cNvSpPr/>
            <p:nvPr/>
          </p:nvSpPr>
          <p:spPr bwMode="auto">
            <a:xfrm>
              <a:off x="7425042" y="10151840"/>
              <a:ext cx="50800" cy="14288"/>
            </a:xfrm>
            <a:custGeom>
              <a:avLst/>
              <a:gdLst>
                <a:gd name="T0" fmla="*/ 0 w 19"/>
                <a:gd name="T1" fmla="*/ 4 h 5"/>
                <a:gd name="T2" fmla="*/ 9 w 19"/>
                <a:gd name="T3" fmla="*/ 3 h 5"/>
                <a:gd name="T4" fmla="*/ 19 w 19"/>
                <a:gd name="T5" fmla="*/ 1 h 5"/>
                <a:gd name="T6" fmla="*/ 9 w 19"/>
                <a:gd name="T7" fmla="*/ 1 h 5"/>
                <a:gd name="T8" fmla="*/ 0 w 19"/>
                <a:gd name="T9" fmla="*/ 4 h 5"/>
              </a:gdLst>
              <a:ahLst/>
              <a:cxnLst>
                <a:cxn ang="0">
                  <a:pos x="T0" y="T1"/>
                </a:cxn>
                <a:cxn ang="0">
                  <a:pos x="T2" y="T3"/>
                </a:cxn>
                <a:cxn ang="0">
                  <a:pos x="T4" y="T5"/>
                </a:cxn>
                <a:cxn ang="0">
                  <a:pos x="T6" y="T7"/>
                </a:cxn>
                <a:cxn ang="0">
                  <a:pos x="T8" y="T9"/>
                </a:cxn>
              </a:cxnLst>
              <a:rect l="0" t="0" r="r" b="b"/>
              <a:pathLst>
                <a:path w="19" h="5">
                  <a:moveTo>
                    <a:pt x="0" y="4"/>
                  </a:moveTo>
                  <a:cubicBezTo>
                    <a:pt x="0" y="5"/>
                    <a:pt x="4" y="4"/>
                    <a:pt x="9" y="3"/>
                  </a:cubicBezTo>
                  <a:cubicBezTo>
                    <a:pt x="15" y="2"/>
                    <a:pt x="19" y="1"/>
                    <a:pt x="19" y="1"/>
                  </a:cubicBezTo>
                  <a:cubicBezTo>
                    <a:pt x="19" y="0"/>
                    <a:pt x="14" y="0"/>
                    <a:pt x="9" y="1"/>
                  </a:cubicBezTo>
                  <a:cubicBezTo>
                    <a:pt x="4" y="2"/>
                    <a:pt x="0" y="4"/>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43" name="Freeform 1945"/>
            <p:cNvSpPr/>
            <p:nvPr/>
          </p:nvSpPr>
          <p:spPr bwMode="auto">
            <a:xfrm>
              <a:off x="7636179" y="10120090"/>
              <a:ext cx="57150" cy="7938"/>
            </a:xfrm>
            <a:custGeom>
              <a:avLst/>
              <a:gdLst>
                <a:gd name="T0" fmla="*/ 8 w 21"/>
                <a:gd name="T1" fmla="*/ 0 h 3"/>
                <a:gd name="T2" fmla="*/ 1 w 21"/>
                <a:gd name="T3" fmla="*/ 3 h 3"/>
                <a:gd name="T4" fmla="*/ 11 w 21"/>
                <a:gd name="T5" fmla="*/ 2 h 3"/>
                <a:gd name="T6" fmla="*/ 20 w 21"/>
                <a:gd name="T7" fmla="*/ 0 h 3"/>
                <a:gd name="T8" fmla="*/ 8 w 21"/>
                <a:gd name="T9" fmla="*/ 0 h 3"/>
              </a:gdLst>
              <a:ahLst/>
              <a:cxnLst>
                <a:cxn ang="0">
                  <a:pos x="T0" y="T1"/>
                </a:cxn>
                <a:cxn ang="0">
                  <a:pos x="T2" y="T3"/>
                </a:cxn>
                <a:cxn ang="0">
                  <a:pos x="T4" y="T5"/>
                </a:cxn>
                <a:cxn ang="0">
                  <a:pos x="T6" y="T7"/>
                </a:cxn>
                <a:cxn ang="0">
                  <a:pos x="T8" y="T9"/>
                </a:cxn>
              </a:cxnLst>
              <a:rect l="0" t="0" r="r" b="b"/>
              <a:pathLst>
                <a:path w="21" h="3">
                  <a:moveTo>
                    <a:pt x="8" y="0"/>
                  </a:moveTo>
                  <a:cubicBezTo>
                    <a:pt x="3" y="1"/>
                    <a:pt x="0" y="2"/>
                    <a:pt x="1" y="3"/>
                  </a:cubicBezTo>
                  <a:cubicBezTo>
                    <a:pt x="1" y="3"/>
                    <a:pt x="6" y="3"/>
                    <a:pt x="11" y="2"/>
                  </a:cubicBezTo>
                  <a:cubicBezTo>
                    <a:pt x="17" y="2"/>
                    <a:pt x="21" y="1"/>
                    <a:pt x="20" y="0"/>
                  </a:cubicBezTo>
                  <a:cubicBezTo>
                    <a:pt x="19" y="0"/>
                    <a:pt x="13"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44" name="Freeform 1946"/>
            <p:cNvSpPr/>
            <p:nvPr/>
          </p:nvSpPr>
          <p:spPr bwMode="auto">
            <a:xfrm>
              <a:off x="7850492" y="10097865"/>
              <a:ext cx="53975" cy="7938"/>
            </a:xfrm>
            <a:custGeom>
              <a:avLst/>
              <a:gdLst>
                <a:gd name="T0" fmla="*/ 0 w 20"/>
                <a:gd name="T1" fmla="*/ 3 h 3"/>
                <a:gd name="T2" fmla="*/ 10 w 20"/>
                <a:gd name="T3" fmla="*/ 3 h 3"/>
                <a:gd name="T4" fmla="*/ 20 w 20"/>
                <a:gd name="T5" fmla="*/ 1 h 3"/>
                <a:gd name="T6" fmla="*/ 9 w 20"/>
                <a:gd name="T7" fmla="*/ 1 h 3"/>
                <a:gd name="T8" fmla="*/ 0 w 20"/>
                <a:gd name="T9" fmla="*/ 3 h 3"/>
              </a:gdLst>
              <a:ahLst/>
              <a:cxnLst>
                <a:cxn ang="0">
                  <a:pos x="T0" y="T1"/>
                </a:cxn>
                <a:cxn ang="0">
                  <a:pos x="T2" y="T3"/>
                </a:cxn>
                <a:cxn ang="0">
                  <a:pos x="T4" y="T5"/>
                </a:cxn>
                <a:cxn ang="0">
                  <a:pos x="T6" y="T7"/>
                </a:cxn>
                <a:cxn ang="0">
                  <a:pos x="T8" y="T9"/>
                </a:cxn>
              </a:cxnLst>
              <a:rect l="0" t="0" r="r" b="b"/>
              <a:pathLst>
                <a:path w="20" h="3">
                  <a:moveTo>
                    <a:pt x="0" y="3"/>
                  </a:moveTo>
                  <a:cubicBezTo>
                    <a:pt x="1" y="3"/>
                    <a:pt x="5" y="3"/>
                    <a:pt x="10" y="3"/>
                  </a:cubicBezTo>
                  <a:cubicBezTo>
                    <a:pt x="15" y="2"/>
                    <a:pt x="20" y="1"/>
                    <a:pt x="20" y="1"/>
                  </a:cubicBezTo>
                  <a:cubicBezTo>
                    <a:pt x="20" y="0"/>
                    <a:pt x="15" y="0"/>
                    <a:pt x="9" y="1"/>
                  </a:cubicBezTo>
                  <a:cubicBezTo>
                    <a:pt x="4"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45" name="Freeform 1947"/>
            <p:cNvSpPr/>
            <p:nvPr/>
          </p:nvSpPr>
          <p:spPr bwMode="auto">
            <a:xfrm>
              <a:off x="8061629" y="10066115"/>
              <a:ext cx="55563" cy="12700"/>
            </a:xfrm>
            <a:custGeom>
              <a:avLst/>
              <a:gdLst>
                <a:gd name="T0" fmla="*/ 10 w 20"/>
                <a:gd name="T1" fmla="*/ 1 h 5"/>
                <a:gd name="T2" fmla="*/ 1 w 20"/>
                <a:gd name="T3" fmla="*/ 4 h 5"/>
                <a:gd name="T4" fmla="*/ 10 w 20"/>
                <a:gd name="T5" fmla="*/ 4 h 5"/>
                <a:gd name="T6" fmla="*/ 20 w 20"/>
                <a:gd name="T7" fmla="*/ 1 h 5"/>
                <a:gd name="T8" fmla="*/ 10 w 20"/>
                <a:gd name="T9" fmla="*/ 1 h 5"/>
              </a:gdLst>
              <a:ahLst/>
              <a:cxnLst>
                <a:cxn ang="0">
                  <a:pos x="T0" y="T1"/>
                </a:cxn>
                <a:cxn ang="0">
                  <a:pos x="T2" y="T3"/>
                </a:cxn>
                <a:cxn ang="0">
                  <a:pos x="T4" y="T5"/>
                </a:cxn>
                <a:cxn ang="0">
                  <a:pos x="T6" y="T7"/>
                </a:cxn>
                <a:cxn ang="0">
                  <a:pos x="T8" y="T9"/>
                </a:cxn>
              </a:cxnLst>
              <a:rect l="0" t="0" r="r" b="b"/>
              <a:pathLst>
                <a:path w="20" h="5">
                  <a:moveTo>
                    <a:pt x="10" y="1"/>
                  </a:moveTo>
                  <a:cubicBezTo>
                    <a:pt x="4" y="2"/>
                    <a:pt x="0" y="4"/>
                    <a:pt x="1" y="4"/>
                  </a:cubicBezTo>
                  <a:cubicBezTo>
                    <a:pt x="1" y="5"/>
                    <a:pt x="5" y="5"/>
                    <a:pt x="10" y="4"/>
                  </a:cubicBezTo>
                  <a:cubicBezTo>
                    <a:pt x="16" y="3"/>
                    <a:pt x="20" y="2"/>
                    <a:pt x="20" y="1"/>
                  </a:cubicBezTo>
                  <a:cubicBezTo>
                    <a:pt x="20" y="0"/>
                    <a:pt x="15"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46" name="Freeform 1948"/>
            <p:cNvSpPr/>
            <p:nvPr/>
          </p:nvSpPr>
          <p:spPr bwMode="auto">
            <a:xfrm>
              <a:off x="8277529" y="10020078"/>
              <a:ext cx="53975" cy="15875"/>
            </a:xfrm>
            <a:custGeom>
              <a:avLst/>
              <a:gdLst>
                <a:gd name="T0" fmla="*/ 8 w 20"/>
                <a:gd name="T1" fmla="*/ 1 h 6"/>
                <a:gd name="T2" fmla="*/ 0 w 20"/>
                <a:gd name="T3" fmla="*/ 5 h 6"/>
                <a:gd name="T4" fmla="*/ 11 w 20"/>
                <a:gd name="T5" fmla="*/ 4 h 6"/>
                <a:gd name="T6" fmla="*/ 19 w 20"/>
                <a:gd name="T7" fmla="*/ 0 h 6"/>
                <a:gd name="T8" fmla="*/ 8 w 20"/>
                <a:gd name="T9" fmla="*/ 1 h 6"/>
              </a:gdLst>
              <a:ahLst/>
              <a:cxnLst>
                <a:cxn ang="0">
                  <a:pos x="T0" y="T1"/>
                </a:cxn>
                <a:cxn ang="0">
                  <a:pos x="T2" y="T3"/>
                </a:cxn>
                <a:cxn ang="0">
                  <a:pos x="T4" y="T5"/>
                </a:cxn>
                <a:cxn ang="0">
                  <a:pos x="T6" y="T7"/>
                </a:cxn>
                <a:cxn ang="0">
                  <a:pos x="T8" y="T9"/>
                </a:cxn>
              </a:cxnLst>
              <a:rect l="0" t="0" r="r" b="b"/>
              <a:pathLst>
                <a:path w="20" h="6">
                  <a:moveTo>
                    <a:pt x="8" y="1"/>
                  </a:moveTo>
                  <a:cubicBezTo>
                    <a:pt x="3" y="3"/>
                    <a:pt x="0" y="4"/>
                    <a:pt x="0" y="5"/>
                  </a:cubicBezTo>
                  <a:cubicBezTo>
                    <a:pt x="0" y="6"/>
                    <a:pt x="5" y="5"/>
                    <a:pt x="11" y="4"/>
                  </a:cubicBezTo>
                  <a:cubicBezTo>
                    <a:pt x="16" y="3"/>
                    <a:pt x="20" y="1"/>
                    <a:pt x="19" y="0"/>
                  </a:cubicBezTo>
                  <a:cubicBezTo>
                    <a:pt x="19" y="0"/>
                    <a:pt x="14"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47" name="Freeform 1949"/>
            <p:cNvSpPr/>
            <p:nvPr/>
          </p:nvSpPr>
          <p:spPr bwMode="auto">
            <a:xfrm>
              <a:off x="8488667" y="9956578"/>
              <a:ext cx="53975" cy="22225"/>
            </a:xfrm>
            <a:custGeom>
              <a:avLst/>
              <a:gdLst>
                <a:gd name="T0" fmla="*/ 9 w 20"/>
                <a:gd name="T1" fmla="*/ 2 h 8"/>
                <a:gd name="T2" fmla="*/ 0 w 20"/>
                <a:gd name="T3" fmla="*/ 7 h 8"/>
                <a:gd name="T4" fmla="*/ 10 w 20"/>
                <a:gd name="T5" fmla="*/ 6 h 8"/>
                <a:gd name="T6" fmla="*/ 20 w 20"/>
                <a:gd name="T7" fmla="*/ 1 h 8"/>
                <a:gd name="T8" fmla="*/ 9 w 20"/>
                <a:gd name="T9" fmla="*/ 2 h 8"/>
              </a:gdLst>
              <a:ahLst/>
              <a:cxnLst>
                <a:cxn ang="0">
                  <a:pos x="T0" y="T1"/>
                </a:cxn>
                <a:cxn ang="0">
                  <a:pos x="T2" y="T3"/>
                </a:cxn>
                <a:cxn ang="0">
                  <a:pos x="T4" y="T5"/>
                </a:cxn>
                <a:cxn ang="0">
                  <a:pos x="T6" y="T7"/>
                </a:cxn>
                <a:cxn ang="0">
                  <a:pos x="T8" y="T9"/>
                </a:cxn>
              </a:cxnLst>
              <a:rect l="0" t="0" r="r" b="b"/>
              <a:pathLst>
                <a:path w="20" h="8">
                  <a:moveTo>
                    <a:pt x="9" y="2"/>
                  </a:moveTo>
                  <a:cubicBezTo>
                    <a:pt x="4" y="4"/>
                    <a:pt x="0" y="6"/>
                    <a:pt x="0" y="7"/>
                  </a:cubicBezTo>
                  <a:cubicBezTo>
                    <a:pt x="1" y="8"/>
                    <a:pt x="5" y="7"/>
                    <a:pt x="10" y="6"/>
                  </a:cubicBezTo>
                  <a:cubicBezTo>
                    <a:pt x="15" y="5"/>
                    <a:pt x="20" y="2"/>
                    <a:pt x="20" y="1"/>
                  </a:cubicBezTo>
                  <a:cubicBezTo>
                    <a:pt x="20" y="0"/>
                    <a:pt x="15" y="1"/>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48" name="Freeform 1950"/>
            <p:cNvSpPr/>
            <p:nvPr/>
          </p:nvSpPr>
          <p:spPr bwMode="auto">
            <a:xfrm>
              <a:off x="8699804" y="9886728"/>
              <a:ext cx="53975" cy="23813"/>
            </a:xfrm>
            <a:custGeom>
              <a:avLst/>
              <a:gdLst>
                <a:gd name="T0" fmla="*/ 0 w 20"/>
                <a:gd name="T1" fmla="*/ 8 h 9"/>
                <a:gd name="T2" fmla="*/ 10 w 20"/>
                <a:gd name="T3" fmla="*/ 7 h 9"/>
                <a:gd name="T4" fmla="*/ 20 w 20"/>
                <a:gd name="T5" fmla="*/ 1 h 9"/>
                <a:gd name="T6" fmla="*/ 9 w 20"/>
                <a:gd name="T7" fmla="*/ 2 h 9"/>
                <a:gd name="T8" fmla="*/ 0 w 20"/>
                <a:gd name="T9" fmla="*/ 8 h 9"/>
              </a:gdLst>
              <a:ahLst/>
              <a:cxnLst>
                <a:cxn ang="0">
                  <a:pos x="T0" y="T1"/>
                </a:cxn>
                <a:cxn ang="0">
                  <a:pos x="T2" y="T3"/>
                </a:cxn>
                <a:cxn ang="0">
                  <a:pos x="T4" y="T5"/>
                </a:cxn>
                <a:cxn ang="0">
                  <a:pos x="T6" y="T7"/>
                </a:cxn>
                <a:cxn ang="0">
                  <a:pos x="T8" y="T9"/>
                </a:cxn>
              </a:cxnLst>
              <a:rect l="0" t="0" r="r" b="b"/>
              <a:pathLst>
                <a:path w="20" h="9">
                  <a:moveTo>
                    <a:pt x="0" y="8"/>
                  </a:moveTo>
                  <a:cubicBezTo>
                    <a:pt x="1" y="9"/>
                    <a:pt x="5" y="8"/>
                    <a:pt x="10" y="7"/>
                  </a:cubicBezTo>
                  <a:cubicBezTo>
                    <a:pt x="15" y="5"/>
                    <a:pt x="20" y="2"/>
                    <a:pt x="20" y="1"/>
                  </a:cubicBezTo>
                  <a:cubicBezTo>
                    <a:pt x="20" y="0"/>
                    <a:pt x="15" y="0"/>
                    <a:pt x="9" y="2"/>
                  </a:cubicBezTo>
                  <a:cubicBezTo>
                    <a:pt x="4" y="4"/>
                    <a:pt x="0" y="7"/>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49" name="Freeform 1951"/>
            <p:cNvSpPr/>
            <p:nvPr/>
          </p:nvSpPr>
          <p:spPr bwMode="auto">
            <a:xfrm>
              <a:off x="8472792" y="9907365"/>
              <a:ext cx="47625" cy="22225"/>
            </a:xfrm>
            <a:custGeom>
              <a:avLst/>
              <a:gdLst>
                <a:gd name="T0" fmla="*/ 0 w 18"/>
                <a:gd name="T1" fmla="*/ 7 h 8"/>
                <a:gd name="T2" fmla="*/ 9 w 18"/>
                <a:gd name="T3" fmla="*/ 7 h 8"/>
                <a:gd name="T4" fmla="*/ 17 w 18"/>
                <a:gd name="T5" fmla="*/ 1 h 8"/>
                <a:gd name="T6" fmla="*/ 8 w 18"/>
                <a:gd name="T7" fmla="*/ 2 h 8"/>
                <a:gd name="T8" fmla="*/ 0 w 18"/>
                <a:gd name="T9" fmla="*/ 7 h 8"/>
              </a:gdLst>
              <a:ahLst/>
              <a:cxnLst>
                <a:cxn ang="0">
                  <a:pos x="T0" y="T1"/>
                </a:cxn>
                <a:cxn ang="0">
                  <a:pos x="T2" y="T3"/>
                </a:cxn>
                <a:cxn ang="0">
                  <a:pos x="T4" y="T5"/>
                </a:cxn>
                <a:cxn ang="0">
                  <a:pos x="T6" y="T7"/>
                </a:cxn>
                <a:cxn ang="0">
                  <a:pos x="T8" y="T9"/>
                </a:cxn>
              </a:cxnLst>
              <a:rect l="0" t="0" r="r" b="b"/>
              <a:pathLst>
                <a:path w="18" h="8">
                  <a:moveTo>
                    <a:pt x="0" y="7"/>
                  </a:moveTo>
                  <a:cubicBezTo>
                    <a:pt x="0" y="8"/>
                    <a:pt x="4" y="8"/>
                    <a:pt x="9" y="7"/>
                  </a:cubicBezTo>
                  <a:cubicBezTo>
                    <a:pt x="14" y="5"/>
                    <a:pt x="18" y="2"/>
                    <a:pt x="17" y="1"/>
                  </a:cubicBezTo>
                  <a:cubicBezTo>
                    <a:pt x="17" y="0"/>
                    <a:pt x="12" y="0"/>
                    <a:pt x="8" y="2"/>
                  </a:cubicBezTo>
                  <a:cubicBezTo>
                    <a:pt x="3" y="3"/>
                    <a:pt x="0" y="5"/>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50" name="Freeform 1952"/>
            <p:cNvSpPr/>
            <p:nvPr/>
          </p:nvSpPr>
          <p:spPr bwMode="auto">
            <a:xfrm>
              <a:off x="8260067" y="9972453"/>
              <a:ext cx="49213" cy="19050"/>
            </a:xfrm>
            <a:custGeom>
              <a:avLst/>
              <a:gdLst>
                <a:gd name="T0" fmla="*/ 8 w 18"/>
                <a:gd name="T1" fmla="*/ 1 h 7"/>
                <a:gd name="T2" fmla="*/ 0 w 18"/>
                <a:gd name="T3" fmla="*/ 6 h 7"/>
                <a:gd name="T4" fmla="*/ 9 w 18"/>
                <a:gd name="T5" fmla="*/ 6 h 7"/>
                <a:gd name="T6" fmla="*/ 18 w 18"/>
                <a:gd name="T7" fmla="*/ 1 h 7"/>
                <a:gd name="T8" fmla="*/ 8 w 18"/>
                <a:gd name="T9" fmla="*/ 1 h 7"/>
              </a:gdLst>
              <a:ahLst/>
              <a:cxnLst>
                <a:cxn ang="0">
                  <a:pos x="T0" y="T1"/>
                </a:cxn>
                <a:cxn ang="0">
                  <a:pos x="T2" y="T3"/>
                </a:cxn>
                <a:cxn ang="0">
                  <a:pos x="T4" y="T5"/>
                </a:cxn>
                <a:cxn ang="0">
                  <a:pos x="T6" y="T7"/>
                </a:cxn>
                <a:cxn ang="0">
                  <a:pos x="T8" y="T9"/>
                </a:cxn>
              </a:cxnLst>
              <a:rect l="0" t="0" r="r" b="b"/>
              <a:pathLst>
                <a:path w="18" h="7">
                  <a:moveTo>
                    <a:pt x="8" y="1"/>
                  </a:moveTo>
                  <a:cubicBezTo>
                    <a:pt x="3" y="2"/>
                    <a:pt x="0" y="4"/>
                    <a:pt x="0" y="6"/>
                  </a:cubicBezTo>
                  <a:cubicBezTo>
                    <a:pt x="0" y="7"/>
                    <a:pt x="4" y="7"/>
                    <a:pt x="9" y="6"/>
                  </a:cubicBezTo>
                  <a:cubicBezTo>
                    <a:pt x="14" y="5"/>
                    <a:pt x="18" y="2"/>
                    <a:pt x="18" y="1"/>
                  </a:cubicBezTo>
                  <a:cubicBezTo>
                    <a:pt x="17" y="0"/>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51" name="Freeform 1953"/>
            <p:cNvSpPr/>
            <p:nvPr/>
          </p:nvSpPr>
          <p:spPr bwMode="auto">
            <a:xfrm>
              <a:off x="8045754" y="10021665"/>
              <a:ext cx="52388" cy="19050"/>
            </a:xfrm>
            <a:custGeom>
              <a:avLst/>
              <a:gdLst>
                <a:gd name="T0" fmla="*/ 1 w 19"/>
                <a:gd name="T1" fmla="*/ 5 h 7"/>
                <a:gd name="T2" fmla="*/ 11 w 19"/>
                <a:gd name="T3" fmla="*/ 6 h 7"/>
                <a:gd name="T4" fmla="*/ 18 w 19"/>
                <a:gd name="T5" fmla="*/ 2 h 7"/>
                <a:gd name="T6" fmla="*/ 9 w 19"/>
                <a:gd name="T7" fmla="*/ 1 h 7"/>
                <a:gd name="T8" fmla="*/ 1 w 19"/>
                <a:gd name="T9" fmla="*/ 5 h 7"/>
              </a:gdLst>
              <a:ahLst/>
              <a:cxnLst>
                <a:cxn ang="0">
                  <a:pos x="T0" y="T1"/>
                </a:cxn>
                <a:cxn ang="0">
                  <a:pos x="T2" y="T3"/>
                </a:cxn>
                <a:cxn ang="0">
                  <a:pos x="T4" y="T5"/>
                </a:cxn>
                <a:cxn ang="0">
                  <a:pos x="T6" y="T7"/>
                </a:cxn>
                <a:cxn ang="0">
                  <a:pos x="T8" y="T9"/>
                </a:cxn>
              </a:cxnLst>
              <a:rect l="0" t="0" r="r" b="b"/>
              <a:pathLst>
                <a:path w="19" h="7">
                  <a:moveTo>
                    <a:pt x="1" y="5"/>
                  </a:moveTo>
                  <a:cubicBezTo>
                    <a:pt x="2" y="7"/>
                    <a:pt x="6" y="7"/>
                    <a:pt x="11" y="6"/>
                  </a:cubicBezTo>
                  <a:cubicBezTo>
                    <a:pt x="15" y="5"/>
                    <a:pt x="19" y="3"/>
                    <a:pt x="18" y="2"/>
                  </a:cubicBezTo>
                  <a:cubicBezTo>
                    <a:pt x="18" y="0"/>
                    <a:pt x="13" y="0"/>
                    <a:pt x="9" y="1"/>
                  </a:cubicBezTo>
                  <a:cubicBezTo>
                    <a:pt x="3" y="2"/>
                    <a:pt x="0" y="4"/>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52" name="Freeform 1954"/>
            <p:cNvSpPr/>
            <p:nvPr/>
          </p:nvSpPr>
          <p:spPr bwMode="auto">
            <a:xfrm>
              <a:off x="7831442" y="10056590"/>
              <a:ext cx="53975" cy="14288"/>
            </a:xfrm>
            <a:custGeom>
              <a:avLst/>
              <a:gdLst>
                <a:gd name="T0" fmla="*/ 8 w 20"/>
                <a:gd name="T1" fmla="*/ 0 h 5"/>
                <a:gd name="T2" fmla="*/ 1 w 20"/>
                <a:gd name="T3" fmla="*/ 3 h 5"/>
                <a:gd name="T4" fmla="*/ 12 w 20"/>
                <a:gd name="T5" fmla="*/ 5 h 5"/>
                <a:gd name="T6" fmla="*/ 19 w 20"/>
                <a:gd name="T7" fmla="*/ 1 h 5"/>
                <a:gd name="T8" fmla="*/ 8 w 20"/>
                <a:gd name="T9" fmla="*/ 0 h 5"/>
              </a:gdLst>
              <a:ahLst/>
              <a:cxnLst>
                <a:cxn ang="0">
                  <a:pos x="T0" y="T1"/>
                </a:cxn>
                <a:cxn ang="0">
                  <a:pos x="T2" y="T3"/>
                </a:cxn>
                <a:cxn ang="0">
                  <a:pos x="T4" y="T5"/>
                </a:cxn>
                <a:cxn ang="0">
                  <a:pos x="T6" y="T7"/>
                </a:cxn>
                <a:cxn ang="0">
                  <a:pos x="T8" y="T9"/>
                </a:cxn>
              </a:cxnLst>
              <a:rect l="0" t="0" r="r" b="b"/>
              <a:pathLst>
                <a:path w="20" h="5">
                  <a:moveTo>
                    <a:pt x="8" y="0"/>
                  </a:moveTo>
                  <a:cubicBezTo>
                    <a:pt x="3" y="1"/>
                    <a:pt x="0" y="2"/>
                    <a:pt x="1" y="3"/>
                  </a:cubicBezTo>
                  <a:cubicBezTo>
                    <a:pt x="2" y="5"/>
                    <a:pt x="7" y="5"/>
                    <a:pt x="12" y="5"/>
                  </a:cubicBezTo>
                  <a:cubicBezTo>
                    <a:pt x="16" y="4"/>
                    <a:pt x="20" y="3"/>
                    <a:pt x="19" y="1"/>
                  </a:cubicBezTo>
                  <a:cubicBezTo>
                    <a:pt x="18" y="0"/>
                    <a:pt x="13"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53" name="Freeform 1955"/>
            <p:cNvSpPr/>
            <p:nvPr/>
          </p:nvSpPr>
          <p:spPr bwMode="auto">
            <a:xfrm>
              <a:off x="7620304" y="10078815"/>
              <a:ext cx="49213" cy="15875"/>
            </a:xfrm>
            <a:custGeom>
              <a:avLst/>
              <a:gdLst>
                <a:gd name="T0" fmla="*/ 9 w 18"/>
                <a:gd name="T1" fmla="*/ 1 h 6"/>
                <a:gd name="T2" fmla="*/ 0 w 18"/>
                <a:gd name="T3" fmla="*/ 4 h 6"/>
                <a:gd name="T4" fmla="*/ 10 w 18"/>
                <a:gd name="T5" fmla="*/ 5 h 6"/>
                <a:gd name="T6" fmla="*/ 18 w 18"/>
                <a:gd name="T7" fmla="*/ 2 h 6"/>
                <a:gd name="T8" fmla="*/ 9 w 18"/>
                <a:gd name="T9" fmla="*/ 1 h 6"/>
              </a:gdLst>
              <a:ahLst/>
              <a:cxnLst>
                <a:cxn ang="0">
                  <a:pos x="T0" y="T1"/>
                </a:cxn>
                <a:cxn ang="0">
                  <a:pos x="T2" y="T3"/>
                </a:cxn>
                <a:cxn ang="0">
                  <a:pos x="T4" y="T5"/>
                </a:cxn>
                <a:cxn ang="0">
                  <a:pos x="T6" y="T7"/>
                </a:cxn>
                <a:cxn ang="0">
                  <a:pos x="T8" y="T9"/>
                </a:cxn>
              </a:cxnLst>
              <a:rect l="0" t="0" r="r" b="b"/>
              <a:pathLst>
                <a:path w="18" h="6">
                  <a:moveTo>
                    <a:pt x="9" y="1"/>
                  </a:moveTo>
                  <a:cubicBezTo>
                    <a:pt x="4" y="1"/>
                    <a:pt x="0" y="3"/>
                    <a:pt x="0" y="4"/>
                  </a:cubicBezTo>
                  <a:cubicBezTo>
                    <a:pt x="0" y="5"/>
                    <a:pt x="5" y="6"/>
                    <a:pt x="10" y="5"/>
                  </a:cubicBezTo>
                  <a:cubicBezTo>
                    <a:pt x="15" y="5"/>
                    <a:pt x="18" y="3"/>
                    <a:pt x="18" y="2"/>
                  </a:cubicBezTo>
                  <a:cubicBezTo>
                    <a:pt x="18" y="1"/>
                    <a:pt x="14"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54" name="Freeform 1956"/>
            <p:cNvSpPr/>
            <p:nvPr/>
          </p:nvSpPr>
          <p:spPr bwMode="auto">
            <a:xfrm>
              <a:off x="7405992" y="10116915"/>
              <a:ext cx="50800" cy="15875"/>
            </a:xfrm>
            <a:custGeom>
              <a:avLst/>
              <a:gdLst>
                <a:gd name="T0" fmla="*/ 9 w 19"/>
                <a:gd name="T1" fmla="*/ 1 h 6"/>
                <a:gd name="T2" fmla="*/ 1 w 19"/>
                <a:gd name="T3" fmla="*/ 5 h 6"/>
                <a:gd name="T4" fmla="*/ 11 w 19"/>
                <a:gd name="T5" fmla="*/ 5 h 6"/>
                <a:gd name="T6" fmla="*/ 19 w 19"/>
                <a:gd name="T7" fmla="*/ 1 h 6"/>
                <a:gd name="T8" fmla="*/ 9 w 19"/>
                <a:gd name="T9" fmla="*/ 1 h 6"/>
              </a:gdLst>
              <a:ahLst/>
              <a:cxnLst>
                <a:cxn ang="0">
                  <a:pos x="T0" y="T1"/>
                </a:cxn>
                <a:cxn ang="0">
                  <a:pos x="T2" y="T3"/>
                </a:cxn>
                <a:cxn ang="0">
                  <a:pos x="T4" y="T5"/>
                </a:cxn>
                <a:cxn ang="0">
                  <a:pos x="T6" y="T7"/>
                </a:cxn>
                <a:cxn ang="0">
                  <a:pos x="T8" y="T9"/>
                </a:cxn>
              </a:cxnLst>
              <a:rect l="0" t="0" r="r" b="b"/>
              <a:pathLst>
                <a:path w="19" h="6">
                  <a:moveTo>
                    <a:pt x="9" y="1"/>
                  </a:moveTo>
                  <a:cubicBezTo>
                    <a:pt x="3" y="2"/>
                    <a:pt x="0" y="4"/>
                    <a:pt x="1" y="5"/>
                  </a:cubicBezTo>
                  <a:cubicBezTo>
                    <a:pt x="2" y="6"/>
                    <a:pt x="7" y="6"/>
                    <a:pt x="11" y="5"/>
                  </a:cubicBezTo>
                  <a:cubicBezTo>
                    <a:pt x="16" y="4"/>
                    <a:pt x="19" y="2"/>
                    <a:pt x="19" y="1"/>
                  </a:cubicBezTo>
                  <a:cubicBezTo>
                    <a:pt x="18" y="0"/>
                    <a:pt x="13"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55" name="Freeform 1957"/>
            <p:cNvSpPr/>
            <p:nvPr/>
          </p:nvSpPr>
          <p:spPr bwMode="auto">
            <a:xfrm>
              <a:off x="7193267" y="10169303"/>
              <a:ext cx="52388" cy="19050"/>
            </a:xfrm>
            <a:custGeom>
              <a:avLst/>
              <a:gdLst>
                <a:gd name="T0" fmla="*/ 0 w 19"/>
                <a:gd name="T1" fmla="*/ 6 h 7"/>
                <a:gd name="T2" fmla="*/ 11 w 19"/>
                <a:gd name="T3" fmla="*/ 5 h 7"/>
                <a:gd name="T4" fmla="*/ 18 w 19"/>
                <a:gd name="T5" fmla="*/ 1 h 7"/>
                <a:gd name="T6" fmla="*/ 7 w 19"/>
                <a:gd name="T7" fmla="*/ 2 h 7"/>
                <a:gd name="T8" fmla="*/ 0 w 19"/>
                <a:gd name="T9" fmla="*/ 6 h 7"/>
              </a:gdLst>
              <a:ahLst/>
              <a:cxnLst>
                <a:cxn ang="0">
                  <a:pos x="T0" y="T1"/>
                </a:cxn>
                <a:cxn ang="0">
                  <a:pos x="T2" y="T3"/>
                </a:cxn>
                <a:cxn ang="0">
                  <a:pos x="T4" y="T5"/>
                </a:cxn>
                <a:cxn ang="0">
                  <a:pos x="T6" y="T7"/>
                </a:cxn>
                <a:cxn ang="0">
                  <a:pos x="T8" y="T9"/>
                </a:cxn>
              </a:cxnLst>
              <a:rect l="0" t="0" r="r" b="b"/>
              <a:pathLst>
                <a:path w="19" h="7">
                  <a:moveTo>
                    <a:pt x="0" y="6"/>
                  </a:moveTo>
                  <a:cubicBezTo>
                    <a:pt x="1" y="7"/>
                    <a:pt x="6" y="6"/>
                    <a:pt x="11" y="5"/>
                  </a:cubicBezTo>
                  <a:cubicBezTo>
                    <a:pt x="15" y="4"/>
                    <a:pt x="19" y="2"/>
                    <a:pt x="18" y="1"/>
                  </a:cubicBezTo>
                  <a:cubicBezTo>
                    <a:pt x="17" y="0"/>
                    <a:pt x="12" y="0"/>
                    <a:pt x="7" y="2"/>
                  </a:cubicBezTo>
                  <a:cubicBezTo>
                    <a:pt x="2" y="3"/>
                    <a:pt x="0"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56" name="Freeform 1958"/>
            <p:cNvSpPr/>
            <p:nvPr/>
          </p:nvSpPr>
          <p:spPr bwMode="auto">
            <a:xfrm>
              <a:off x="6982129" y="10231215"/>
              <a:ext cx="49213" cy="22225"/>
            </a:xfrm>
            <a:custGeom>
              <a:avLst/>
              <a:gdLst>
                <a:gd name="T0" fmla="*/ 9 w 18"/>
                <a:gd name="T1" fmla="*/ 2 h 8"/>
                <a:gd name="T2" fmla="*/ 0 w 18"/>
                <a:gd name="T3" fmla="*/ 6 h 8"/>
                <a:gd name="T4" fmla="*/ 10 w 18"/>
                <a:gd name="T5" fmla="*/ 5 h 8"/>
                <a:gd name="T6" fmla="*/ 18 w 18"/>
                <a:gd name="T7" fmla="*/ 1 h 8"/>
                <a:gd name="T8" fmla="*/ 9 w 18"/>
                <a:gd name="T9" fmla="*/ 2 h 8"/>
              </a:gdLst>
              <a:ahLst/>
              <a:cxnLst>
                <a:cxn ang="0">
                  <a:pos x="T0" y="T1"/>
                </a:cxn>
                <a:cxn ang="0">
                  <a:pos x="T2" y="T3"/>
                </a:cxn>
                <a:cxn ang="0">
                  <a:pos x="T4" y="T5"/>
                </a:cxn>
                <a:cxn ang="0">
                  <a:pos x="T6" y="T7"/>
                </a:cxn>
                <a:cxn ang="0">
                  <a:pos x="T8" y="T9"/>
                </a:cxn>
              </a:cxnLst>
              <a:rect l="0" t="0" r="r" b="b"/>
              <a:pathLst>
                <a:path w="18" h="8">
                  <a:moveTo>
                    <a:pt x="9" y="2"/>
                  </a:moveTo>
                  <a:cubicBezTo>
                    <a:pt x="4" y="3"/>
                    <a:pt x="0" y="5"/>
                    <a:pt x="0" y="6"/>
                  </a:cubicBezTo>
                  <a:cubicBezTo>
                    <a:pt x="0" y="8"/>
                    <a:pt x="4" y="7"/>
                    <a:pt x="10" y="5"/>
                  </a:cubicBezTo>
                  <a:cubicBezTo>
                    <a:pt x="14" y="4"/>
                    <a:pt x="18" y="2"/>
                    <a:pt x="18" y="1"/>
                  </a:cubicBezTo>
                  <a:cubicBezTo>
                    <a:pt x="18" y="0"/>
                    <a:pt x="14"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57" name="Freeform 1959"/>
            <p:cNvSpPr/>
            <p:nvPr/>
          </p:nvSpPr>
          <p:spPr bwMode="auto">
            <a:xfrm>
              <a:off x="6770992" y="10304240"/>
              <a:ext cx="47625" cy="22225"/>
            </a:xfrm>
            <a:custGeom>
              <a:avLst/>
              <a:gdLst>
                <a:gd name="T0" fmla="*/ 8 w 18"/>
                <a:gd name="T1" fmla="*/ 2 h 8"/>
                <a:gd name="T2" fmla="*/ 0 w 18"/>
                <a:gd name="T3" fmla="*/ 7 h 8"/>
                <a:gd name="T4" fmla="*/ 8 w 18"/>
                <a:gd name="T5" fmla="*/ 6 h 8"/>
                <a:gd name="T6" fmla="*/ 18 w 18"/>
                <a:gd name="T7" fmla="*/ 1 h 8"/>
                <a:gd name="T8" fmla="*/ 8 w 18"/>
                <a:gd name="T9" fmla="*/ 2 h 8"/>
              </a:gdLst>
              <a:ahLst/>
              <a:cxnLst>
                <a:cxn ang="0">
                  <a:pos x="T0" y="T1"/>
                </a:cxn>
                <a:cxn ang="0">
                  <a:pos x="T2" y="T3"/>
                </a:cxn>
                <a:cxn ang="0">
                  <a:pos x="T4" y="T5"/>
                </a:cxn>
                <a:cxn ang="0">
                  <a:pos x="T6" y="T7"/>
                </a:cxn>
                <a:cxn ang="0">
                  <a:pos x="T8" y="T9"/>
                </a:cxn>
              </a:cxnLst>
              <a:rect l="0" t="0" r="r" b="b"/>
              <a:pathLst>
                <a:path w="18" h="8">
                  <a:moveTo>
                    <a:pt x="8" y="2"/>
                  </a:moveTo>
                  <a:cubicBezTo>
                    <a:pt x="4" y="4"/>
                    <a:pt x="0" y="6"/>
                    <a:pt x="0" y="7"/>
                  </a:cubicBezTo>
                  <a:cubicBezTo>
                    <a:pt x="0" y="8"/>
                    <a:pt x="4" y="8"/>
                    <a:pt x="8" y="6"/>
                  </a:cubicBezTo>
                  <a:cubicBezTo>
                    <a:pt x="13" y="4"/>
                    <a:pt x="18" y="2"/>
                    <a:pt x="18" y="1"/>
                  </a:cubicBezTo>
                  <a:cubicBezTo>
                    <a:pt x="17" y="0"/>
                    <a:pt x="13"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58" name="Freeform 1960"/>
            <p:cNvSpPr/>
            <p:nvPr/>
          </p:nvSpPr>
          <p:spPr bwMode="auto">
            <a:xfrm>
              <a:off x="6556679" y="10385203"/>
              <a:ext cx="50800" cy="22225"/>
            </a:xfrm>
            <a:custGeom>
              <a:avLst/>
              <a:gdLst>
                <a:gd name="T0" fmla="*/ 9 w 19"/>
                <a:gd name="T1" fmla="*/ 2 h 8"/>
                <a:gd name="T2" fmla="*/ 1 w 19"/>
                <a:gd name="T3" fmla="*/ 8 h 8"/>
                <a:gd name="T4" fmla="*/ 11 w 19"/>
                <a:gd name="T5" fmla="*/ 5 h 8"/>
                <a:gd name="T6" fmla="*/ 19 w 19"/>
                <a:gd name="T7" fmla="*/ 0 h 8"/>
                <a:gd name="T8" fmla="*/ 9 w 19"/>
                <a:gd name="T9" fmla="*/ 2 h 8"/>
              </a:gdLst>
              <a:ahLst/>
              <a:cxnLst>
                <a:cxn ang="0">
                  <a:pos x="T0" y="T1"/>
                </a:cxn>
                <a:cxn ang="0">
                  <a:pos x="T2" y="T3"/>
                </a:cxn>
                <a:cxn ang="0">
                  <a:pos x="T4" y="T5"/>
                </a:cxn>
                <a:cxn ang="0">
                  <a:pos x="T6" y="T7"/>
                </a:cxn>
                <a:cxn ang="0">
                  <a:pos x="T8" y="T9"/>
                </a:cxn>
              </a:cxnLst>
              <a:rect l="0" t="0" r="r" b="b"/>
              <a:pathLst>
                <a:path w="19" h="8">
                  <a:moveTo>
                    <a:pt x="9" y="2"/>
                  </a:moveTo>
                  <a:cubicBezTo>
                    <a:pt x="4" y="5"/>
                    <a:pt x="0" y="7"/>
                    <a:pt x="1" y="8"/>
                  </a:cubicBezTo>
                  <a:cubicBezTo>
                    <a:pt x="2" y="8"/>
                    <a:pt x="7" y="7"/>
                    <a:pt x="11" y="5"/>
                  </a:cubicBezTo>
                  <a:cubicBezTo>
                    <a:pt x="16" y="3"/>
                    <a:pt x="19" y="1"/>
                    <a:pt x="19" y="0"/>
                  </a:cubicBezTo>
                  <a:cubicBezTo>
                    <a:pt x="18" y="0"/>
                    <a:pt x="14" y="1"/>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59" name="Freeform 1961"/>
            <p:cNvSpPr/>
            <p:nvPr/>
          </p:nvSpPr>
          <p:spPr bwMode="auto">
            <a:xfrm>
              <a:off x="6347129" y="10472515"/>
              <a:ext cx="49213" cy="23813"/>
            </a:xfrm>
            <a:custGeom>
              <a:avLst/>
              <a:gdLst>
                <a:gd name="T0" fmla="*/ 9 w 18"/>
                <a:gd name="T1" fmla="*/ 3 h 9"/>
                <a:gd name="T2" fmla="*/ 0 w 18"/>
                <a:gd name="T3" fmla="*/ 8 h 9"/>
                <a:gd name="T4" fmla="*/ 8 w 18"/>
                <a:gd name="T5" fmla="*/ 7 h 9"/>
                <a:gd name="T6" fmla="*/ 18 w 18"/>
                <a:gd name="T7" fmla="*/ 1 h 9"/>
                <a:gd name="T8" fmla="*/ 9 w 18"/>
                <a:gd name="T9" fmla="*/ 3 h 9"/>
              </a:gdLst>
              <a:ahLst/>
              <a:cxnLst>
                <a:cxn ang="0">
                  <a:pos x="T0" y="T1"/>
                </a:cxn>
                <a:cxn ang="0">
                  <a:pos x="T2" y="T3"/>
                </a:cxn>
                <a:cxn ang="0">
                  <a:pos x="T4" y="T5"/>
                </a:cxn>
                <a:cxn ang="0">
                  <a:pos x="T6" y="T7"/>
                </a:cxn>
                <a:cxn ang="0">
                  <a:pos x="T8" y="T9"/>
                </a:cxn>
              </a:cxnLst>
              <a:rect l="0" t="0" r="r" b="b"/>
              <a:pathLst>
                <a:path w="18" h="9">
                  <a:moveTo>
                    <a:pt x="9" y="3"/>
                  </a:moveTo>
                  <a:cubicBezTo>
                    <a:pt x="4" y="5"/>
                    <a:pt x="0" y="7"/>
                    <a:pt x="0" y="8"/>
                  </a:cubicBezTo>
                  <a:cubicBezTo>
                    <a:pt x="0" y="9"/>
                    <a:pt x="4" y="9"/>
                    <a:pt x="8" y="7"/>
                  </a:cubicBezTo>
                  <a:cubicBezTo>
                    <a:pt x="13" y="5"/>
                    <a:pt x="18" y="2"/>
                    <a:pt x="18" y="1"/>
                  </a:cubicBezTo>
                  <a:cubicBezTo>
                    <a:pt x="17" y="0"/>
                    <a:pt x="13"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60" name="Freeform 1962"/>
            <p:cNvSpPr/>
            <p:nvPr/>
          </p:nvSpPr>
          <p:spPr bwMode="auto">
            <a:xfrm>
              <a:off x="6135992" y="10564590"/>
              <a:ext cx="47625" cy="26988"/>
            </a:xfrm>
            <a:custGeom>
              <a:avLst/>
              <a:gdLst>
                <a:gd name="T0" fmla="*/ 0 w 18"/>
                <a:gd name="T1" fmla="*/ 9 h 10"/>
                <a:gd name="T2" fmla="*/ 10 w 18"/>
                <a:gd name="T3" fmla="*/ 7 h 10"/>
                <a:gd name="T4" fmla="*/ 18 w 18"/>
                <a:gd name="T5" fmla="*/ 1 h 10"/>
                <a:gd name="T6" fmla="*/ 9 w 18"/>
                <a:gd name="T7" fmla="*/ 3 h 10"/>
                <a:gd name="T8" fmla="*/ 0 w 18"/>
                <a:gd name="T9" fmla="*/ 9 h 10"/>
              </a:gdLst>
              <a:ahLst/>
              <a:cxnLst>
                <a:cxn ang="0">
                  <a:pos x="T0" y="T1"/>
                </a:cxn>
                <a:cxn ang="0">
                  <a:pos x="T2" y="T3"/>
                </a:cxn>
                <a:cxn ang="0">
                  <a:pos x="T4" y="T5"/>
                </a:cxn>
                <a:cxn ang="0">
                  <a:pos x="T6" y="T7"/>
                </a:cxn>
                <a:cxn ang="0">
                  <a:pos x="T8" y="T9"/>
                </a:cxn>
              </a:cxnLst>
              <a:rect l="0" t="0" r="r" b="b"/>
              <a:pathLst>
                <a:path w="18" h="10">
                  <a:moveTo>
                    <a:pt x="0" y="9"/>
                  </a:moveTo>
                  <a:cubicBezTo>
                    <a:pt x="0" y="10"/>
                    <a:pt x="5" y="9"/>
                    <a:pt x="10" y="7"/>
                  </a:cubicBezTo>
                  <a:cubicBezTo>
                    <a:pt x="14" y="5"/>
                    <a:pt x="18" y="2"/>
                    <a:pt x="18" y="1"/>
                  </a:cubicBezTo>
                  <a:cubicBezTo>
                    <a:pt x="18" y="0"/>
                    <a:pt x="14" y="1"/>
                    <a:pt x="9" y="3"/>
                  </a:cubicBezTo>
                  <a:cubicBezTo>
                    <a:pt x="4" y="5"/>
                    <a:pt x="0" y="8"/>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61" name="Freeform 1963"/>
            <p:cNvSpPr/>
            <p:nvPr/>
          </p:nvSpPr>
          <p:spPr bwMode="auto">
            <a:xfrm>
              <a:off x="5921679" y="10663015"/>
              <a:ext cx="53975" cy="26988"/>
            </a:xfrm>
            <a:custGeom>
              <a:avLst/>
              <a:gdLst>
                <a:gd name="T0" fmla="*/ 9 w 20"/>
                <a:gd name="T1" fmla="*/ 3 h 10"/>
                <a:gd name="T2" fmla="*/ 2 w 20"/>
                <a:gd name="T3" fmla="*/ 9 h 10"/>
                <a:gd name="T4" fmla="*/ 12 w 20"/>
                <a:gd name="T5" fmla="*/ 6 h 10"/>
                <a:gd name="T6" fmla="*/ 19 w 20"/>
                <a:gd name="T7" fmla="*/ 1 h 10"/>
                <a:gd name="T8" fmla="*/ 9 w 20"/>
                <a:gd name="T9" fmla="*/ 3 h 10"/>
              </a:gdLst>
              <a:ahLst/>
              <a:cxnLst>
                <a:cxn ang="0">
                  <a:pos x="T0" y="T1"/>
                </a:cxn>
                <a:cxn ang="0">
                  <a:pos x="T2" y="T3"/>
                </a:cxn>
                <a:cxn ang="0">
                  <a:pos x="T4" y="T5"/>
                </a:cxn>
                <a:cxn ang="0">
                  <a:pos x="T6" y="T7"/>
                </a:cxn>
                <a:cxn ang="0">
                  <a:pos x="T8" y="T9"/>
                </a:cxn>
              </a:cxnLst>
              <a:rect l="0" t="0" r="r" b="b"/>
              <a:pathLst>
                <a:path w="20" h="10">
                  <a:moveTo>
                    <a:pt x="9" y="3"/>
                  </a:moveTo>
                  <a:cubicBezTo>
                    <a:pt x="4" y="6"/>
                    <a:pt x="0" y="9"/>
                    <a:pt x="2" y="9"/>
                  </a:cubicBezTo>
                  <a:cubicBezTo>
                    <a:pt x="3" y="10"/>
                    <a:pt x="7" y="8"/>
                    <a:pt x="12" y="6"/>
                  </a:cubicBezTo>
                  <a:cubicBezTo>
                    <a:pt x="16" y="4"/>
                    <a:pt x="20" y="1"/>
                    <a:pt x="19" y="1"/>
                  </a:cubicBezTo>
                  <a:cubicBezTo>
                    <a:pt x="18" y="0"/>
                    <a:pt x="14"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62" name="Freeform 1964"/>
            <p:cNvSpPr/>
            <p:nvPr/>
          </p:nvSpPr>
          <p:spPr bwMode="auto">
            <a:xfrm>
              <a:off x="5712129" y="10759853"/>
              <a:ext cx="49213" cy="26988"/>
            </a:xfrm>
            <a:custGeom>
              <a:avLst/>
              <a:gdLst>
                <a:gd name="T0" fmla="*/ 1 w 18"/>
                <a:gd name="T1" fmla="*/ 9 h 10"/>
                <a:gd name="T2" fmla="*/ 10 w 18"/>
                <a:gd name="T3" fmla="*/ 6 h 10"/>
                <a:gd name="T4" fmla="*/ 18 w 18"/>
                <a:gd name="T5" fmla="*/ 1 h 10"/>
                <a:gd name="T6" fmla="*/ 8 w 18"/>
                <a:gd name="T7" fmla="*/ 4 h 10"/>
                <a:gd name="T8" fmla="*/ 1 w 18"/>
                <a:gd name="T9" fmla="*/ 9 h 10"/>
              </a:gdLst>
              <a:ahLst/>
              <a:cxnLst>
                <a:cxn ang="0">
                  <a:pos x="T0" y="T1"/>
                </a:cxn>
                <a:cxn ang="0">
                  <a:pos x="T2" y="T3"/>
                </a:cxn>
                <a:cxn ang="0">
                  <a:pos x="T4" y="T5"/>
                </a:cxn>
                <a:cxn ang="0">
                  <a:pos x="T6" y="T7"/>
                </a:cxn>
                <a:cxn ang="0">
                  <a:pos x="T8" y="T9"/>
                </a:cxn>
              </a:cxnLst>
              <a:rect l="0" t="0" r="r" b="b"/>
              <a:pathLst>
                <a:path w="18" h="10">
                  <a:moveTo>
                    <a:pt x="1" y="9"/>
                  </a:moveTo>
                  <a:cubicBezTo>
                    <a:pt x="1" y="10"/>
                    <a:pt x="5" y="9"/>
                    <a:pt x="10" y="6"/>
                  </a:cubicBezTo>
                  <a:cubicBezTo>
                    <a:pt x="15" y="4"/>
                    <a:pt x="18" y="2"/>
                    <a:pt x="18" y="1"/>
                  </a:cubicBezTo>
                  <a:cubicBezTo>
                    <a:pt x="18" y="0"/>
                    <a:pt x="13" y="1"/>
                    <a:pt x="8" y="4"/>
                  </a:cubicBezTo>
                  <a:cubicBezTo>
                    <a:pt x="3" y="6"/>
                    <a:pt x="0" y="8"/>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63" name="Freeform 1965"/>
            <p:cNvSpPr/>
            <p:nvPr/>
          </p:nvSpPr>
          <p:spPr bwMode="auto">
            <a:xfrm>
              <a:off x="8680754" y="9829578"/>
              <a:ext cx="52388" cy="26988"/>
            </a:xfrm>
            <a:custGeom>
              <a:avLst/>
              <a:gdLst>
                <a:gd name="T0" fmla="*/ 8 w 19"/>
                <a:gd name="T1" fmla="*/ 3 h 10"/>
                <a:gd name="T2" fmla="*/ 1 w 19"/>
                <a:gd name="T3" fmla="*/ 9 h 10"/>
                <a:gd name="T4" fmla="*/ 10 w 19"/>
                <a:gd name="T5" fmla="*/ 8 h 10"/>
                <a:gd name="T6" fmla="*/ 18 w 19"/>
                <a:gd name="T7" fmla="*/ 2 h 10"/>
                <a:gd name="T8" fmla="*/ 8 w 19"/>
                <a:gd name="T9" fmla="*/ 3 h 10"/>
              </a:gdLst>
              <a:ahLst/>
              <a:cxnLst>
                <a:cxn ang="0">
                  <a:pos x="T0" y="T1"/>
                </a:cxn>
                <a:cxn ang="0">
                  <a:pos x="T2" y="T3"/>
                </a:cxn>
                <a:cxn ang="0">
                  <a:pos x="T4" y="T5"/>
                </a:cxn>
                <a:cxn ang="0">
                  <a:pos x="T6" y="T7"/>
                </a:cxn>
                <a:cxn ang="0">
                  <a:pos x="T8" y="T9"/>
                </a:cxn>
              </a:cxnLst>
              <a:rect l="0" t="0" r="r" b="b"/>
              <a:pathLst>
                <a:path w="19" h="10">
                  <a:moveTo>
                    <a:pt x="8" y="3"/>
                  </a:moveTo>
                  <a:cubicBezTo>
                    <a:pt x="4" y="4"/>
                    <a:pt x="0" y="7"/>
                    <a:pt x="1" y="9"/>
                  </a:cubicBezTo>
                  <a:cubicBezTo>
                    <a:pt x="1" y="10"/>
                    <a:pt x="5" y="10"/>
                    <a:pt x="10" y="8"/>
                  </a:cubicBezTo>
                  <a:cubicBezTo>
                    <a:pt x="15" y="7"/>
                    <a:pt x="19" y="3"/>
                    <a:pt x="18" y="2"/>
                  </a:cubicBezTo>
                  <a:cubicBezTo>
                    <a:pt x="17" y="0"/>
                    <a:pt x="13" y="1"/>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64" name="Freeform 1966"/>
            <p:cNvSpPr/>
            <p:nvPr/>
          </p:nvSpPr>
          <p:spPr bwMode="auto">
            <a:xfrm>
              <a:off x="8890304" y="9742265"/>
              <a:ext cx="50800" cy="30163"/>
            </a:xfrm>
            <a:custGeom>
              <a:avLst/>
              <a:gdLst>
                <a:gd name="T0" fmla="*/ 9 w 19"/>
                <a:gd name="T1" fmla="*/ 2 h 11"/>
                <a:gd name="T2" fmla="*/ 1 w 19"/>
                <a:gd name="T3" fmla="*/ 10 h 11"/>
                <a:gd name="T4" fmla="*/ 12 w 19"/>
                <a:gd name="T5" fmla="*/ 8 h 11"/>
                <a:gd name="T6" fmla="*/ 19 w 19"/>
                <a:gd name="T7" fmla="*/ 2 h 11"/>
                <a:gd name="T8" fmla="*/ 9 w 19"/>
                <a:gd name="T9" fmla="*/ 2 h 11"/>
              </a:gdLst>
              <a:ahLst/>
              <a:cxnLst>
                <a:cxn ang="0">
                  <a:pos x="T0" y="T1"/>
                </a:cxn>
                <a:cxn ang="0">
                  <a:pos x="T2" y="T3"/>
                </a:cxn>
                <a:cxn ang="0">
                  <a:pos x="T4" y="T5"/>
                </a:cxn>
                <a:cxn ang="0">
                  <a:pos x="T6" y="T7"/>
                </a:cxn>
                <a:cxn ang="0">
                  <a:pos x="T8" y="T9"/>
                </a:cxn>
              </a:cxnLst>
              <a:rect l="0" t="0" r="r" b="b"/>
              <a:pathLst>
                <a:path w="19" h="11">
                  <a:moveTo>
                    <a:pt x="9" y="2"/>
                  </a:moveTo>
                  <a:cubicBezTo>
                    <a:pt x="4" y="5"/>
                    <a:pt x="0" y="8"/>
                    <a:pt x="1" y="10"/>
                  </a:cubicBezTo>
                  <a:cubicBezTo>
                    <a:pt x="2" y="11"/>
                    <a:pt x="7" y="10"/>
                    <a:pt x="12" y="8"/>
                  </a:cubicBezTo>
                  <a:cubicBezTo>
                    <a:pt x="16" y="6"/>
                    <a:pt x="19" y="3"/>
                    <a:pt x="19" y="2"/>
                  </a:cubicBezTo>
                  <a:cubicBezTo>
                    <a:pt x="18" y="0"/>
                    <a:pt x="14" y="1"/>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65" name="Freeform 1967"/>
            <p:cNvSpPr/>
            <p:nvPr/>
          </p:nvSpPr>
          <p:spPr bwMode="auto">
            <a:xfrm>
              <a:off x="9101442" y="9647015"/>
              <a:ext cx="52388" cy="33338"/>
            </a:xfrm>
            <a:custGeom>
              <a:avLst/>
              <a:gdLst>
                <a:gd name="T0" fmla="*/ 7 w 19"/>
                <a:gd name="T1" fmla="*/ 3 h 12"/>
                <a:gd name="T2" fmla="*/ 1 w 19"/>
                <a:gd name="T3" fmla="*/ 10 h 12"/>
                <a:gd name="T4" fmla="*/ 11 w 19"/>
                <a:gd name="T5" fmla="*/ 9 h 12"/>
                <a:gd name="T6" fmla="*/ 18 w 19"/>
                <a:gd name="T7" fmla="*/ 1 h 12"/>
                <a:gd name="T8" fmla="*/ 7 w 19"/>
                <a:gd name="T9" fmla="*/ 3 h 12"/>
              </a:gdLst>
              <a:ahLst/>
              <a:cxnLst>
                <a:cxn ang="0">
                  <a:pos x="T0" y="T1"/>
                </a:cxn>
                <a:cxn ang="0">
                  <a:pos x="T2" y="T3"/>
                </a:cxn>
                <a:cxn ang="0">
                  <a:pos x="T4" y="T5"/>
                </a:cxn>
                <a:cxn ang="0">
                  <a:pos x="T6" y="T7"/>
                </a:cxn>
                <a:cxn ang="0">
                  <a:pos x="T8" y="T9"/>
                </a:cxn>
              </a:cxnLst>
              <a:rect l="0" t="0" r="r" b="b"/>
              <a:pathLst>
                <a:path w="19" h="12">
                  <a:moveTo>
                    <a:pt x="7" y="3"/>
                  </a:moveTo>
                  <a:cubicBezTo>
                    <a:pt x="2" y="6"/>
                    <a:pt x="0" y="9"/>
                    <a:pt x="1" y="10"/>
                  </a:cubicBezTo>
                  <a:cubicBezTo>
                    <a:pt x="2" y="12"/>
                    <a:pt x="6" y="11"/>
                    <a:pt x="11" y="9"/>
                  </a:cubicBezTo>
                  <a:cubicBezTo>
                    <a:pt x="15" y="6"/>
                    <a:pt x="19" y="3"/>
                    <a:pt x="18" y="1"/>
                  </a:cubicBezTo>
                  <a:cubicBezTo>
                    <a:pt x="17" y="0"/>
                    <a:pt x="12" y="0"/>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66" name="Freeform 1968"/>
            <p:cNvSpPr/>
            <p:nvPr/>
          </p:nvSpPr>
          <p:spPr bwMode="auto">
            <a:xfrm>
              <a:off x="9310992" y="9543828"/>
              <a:ext cx="50800" cy="34925"/>
            </a:xfrm>
            <a:custGeom>
              <a:avLst/>
              <a:gdLst>
                <a:gd name="T0" fmla="*/ 9 w 19"/>
                <a:gd name="T1" fmla="*/ 3 h 13"/>
                <a:gd name="T2" fmla="*/ 1 w 19"/>
                <a:gd name="T3" fmla="*/ 11 h 13"/>
                <a:gd name="T4" fmla="*/ 11 w 19"/>
                <a:gd name="T5" fmla="*/ 10 h 13"/>
                <a:gd name="T6" fmla="*/ 18 w 19"/>
                <a:gd name="T7" fmla="*/ 2 h 13"/>
                <a:gd name="T8" fmla="*/ 9 w 19"/>
                <a:gd name="T9" fmla="*/ 3 h 13"/>
              </a:gdLst>
              <a:ahLst/>
              <a:cxnLst>
                <a:cxn ang="0">
                  <a:pos x="T0" y="T1"/>
                </a:cxn>
                <a:cxn ang="0">
                  <a:pos x="T2" y="T3"/>
                </a:cxn>
                <a:cxn ang="0">
                  <a:pos x="T4" y="T5"/>
                </a:cxn>
                <a:cxn ang="0">
                  <a:pos x="T6" y="T7"/>
                </a:cxn>
                <a:cxn ang="0">
                  <a:pos x="T8" y="T9"/>
                </a:cxn>
              </a:cxnLst>
              <a:rect l="0" t="0" r="r" b="b"/>
              <a:pathLst>
                <a:path w="19" h="13">
                  <a:moveTo>
                    <a:pt x="9" y="3"/>
                  </a:moveTo>
                  <a:cubicBezTo>
                    <a:pt x="3" y="5"/>
                    <a:pt x="0" y="9"/>
                    <a:pt x="1" y="11"/>
                  </a:cubicBezTo>
                  <a:cubicBezTo>
                    <a:pt x="2" y="13"/>
                    <a:pt x="7" y="12"/>
                    <a:pt x="11" y="10"/>
                  </a:cubicBezTo>
                  <a:cubicBezTo>
                    <a:pt x="16" y="7"/>
                    <a:pt x="19" y="4"/>
                    <a:pt x="18" y="2"/>
                  </a:cubicBezTo>
                  <a:cubicBezTo>
                    <a:pt x="18" y="0"/>
                    <a:pt x="13" y="0"/>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67" name="Freeform 1969"/>
            <p:cNvSpPr/>
            <p:nvPr/>
          </p:nvSpPr>
          <p:spPr bwMode="auto">
            <a:xfrm>
              <a:off x="9522129" y="9439053"/>
              <a:ext cx="49213" cy="34925"/>
            </a:xfrm>
            <a:custGeom>
              <a:avLst/>
              <a:gdLst>
                <a:gd name="T0" fmla="*/ 8 w 18"/>
                <a:gd name="T1" fmla="*/ 2 h 13"/>
                <a:gd name="T2" fmla="*/ 0 w 18"/>
                <a:gd name="T3" fmla="*/ 11 h 13"/>
                <a:gd name="T4" fmla="*/ 9 w 18"/>
                <a:gd name="T5" fmla="*/ 11 h 13"/>
                <a:gd name="T6" fmla="*/ 18 w 18"/>
                <a:gd name="T7" fmla="*/ 1 h 13"/>
                <a:gd name="T8" fmla="*/ 8 w 18"/>
                <a:gd name="T9" fmla="*/ 2 h 13"/>
              </a:gdLst>
              <a:ahLst/>
              <a:cxnLst>
                <a:cxn ang="0">
                  <a:pos x="T0" y="T1"/>
                </a:cxn>
                <a:cxn ang="0">
                  <a:pos x="T2" y="T3"/>
                </a:cxn>
                <a:cxn ang="0">
                  <a:pos x="T4" y="T5"/>
                </a:cxn>
                <a:cxn ang="0">
                  <a:pos x="T6" y="T7"/>
                </a:cxn>
                <a:cxn ang="0">
                  <a:pos x="T8" y="T9"/>
                </a:cxn>
              </a:cxnLst>
              <a:rect l="0" t="0" r="r" b="b"/>
              <a:pathLst>
                <a:path w="18" h="13">
                  <a:moveTo>
                    <a:pt x="8" y="2"/>
                  </a:moveTo>
                  <a:cubicBezTo>
                    <a:pt x="3" y="5"/>
                    <a:pt x="0" y="8"/>
                    <a:pt x="0" y="11"/>
                  </a:cubicBezTo>
                  <a:cubicBezTo>
                    <a:pt x="1" y="13"/>
                    <a:pt x="5" y="13"/>
                    <a:pt x="9" y="11"/>
                  </a:cubicBezTo>
                  <a:cubicBezTo>
                    <a:pt x="14" y="8"/>
                    <a:pt x="18" y="4"/>
                    <a:pt x="18" y="1"/>
                  </a:cubicBezTo>
                  <a:cubicBezTo>
                    <a:pt x="17"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68" name="Freeform 1970"/>
            <p:cNvSpPr/>
            <p:nvPr/>
          </p:nvSpPr>
          <p:spPr bwMode="auto">
            <a:xfrm>
              <a:off x="9728504" y="9326340"/>
              <a:ext cx="52388" cy="38100"/>
            </a:xfrm>
            <a:custGeom>
              <a:avLst/>
              <a:gdLst>
                <a:gd name="T0" fmla="*/ 7 w 19"/>
                <a:gd name="T1" fmla="*/ 4 h 14"/>
                <a:gd name="T2" fmla="*/ 1 w 19"/>
                <a:gd name="T3" fmla="*/ 12 h 14"/>
                <a:gd name="T4" fmla="*/ 12 w 19"/>
                <a:gd name="T5" fmla="*/ 11 h 14"/>
                <a:gd name="T6" fmla="*/ 19 w 19"/>
                <a:gd name="T7" fmla="*/ 2 h 14"/>
                <a:gd name="T8" fmla="*/ 7 w 19"/>
                <a:gd name="T9" fmla="*/ 4 h 14"/>
              </a:gdLst>
              <a:ahLst/>
              <a:cxnLst>
                <a:cxn ang="0">
                  <a:pos x="T0" y="T1"/>
                </a:cxn>
                <a:cxn ang="0">
                  <a:pos x="T2" y="T3"/>
                </a:cxn>
                <a:cxn ang="0">
                  <a:pos x="T4" y="T5"/>
                </a:cxn>
                <a:cxn ang="0">
                  <a:pos x="T6" y="T7"/>
                </a:cxn>
                <a:cxn ang="0">
                  <a:pos x="T8" y="T9"/>
                </a:cxn>
              </a:cxnLst>
              <a:rect l="0" t="0" r="r" b="b"/>
              <a:pathLst>
                <a:path w="19" h="14">
                  <a:moveTo>
                    <a:pt x="7" y="4"/>
                  </a:moveTo>
                  <a:cubicBezTo>
                    <a:pt x="3" y="6"/>
                    <a:pt x="0" y="10"/>
                    <a:pt x="1" y="12"/>
                  </a:cubicBezTo>
                  <a:cubicBezTo>
                    <a:pt x="2" y="14"/>
                    <a:pt x="7" y="14"/>
                    <a:pt x="12" y="11"/>
                  </a:cubicBezTo>
                  <a:cubicBezTo>
                    <a:pt x="16" y="9"/>
                    <a:pt x="19" y="4"/>
                    <a:pt x="19" y="2"/>
                  </a:cubicBezTo>
                  <a:cubicBezTo>
                    <a:pt x="18" y="0"/>
                    <a:pt x="12" y="1"/>
                    <a:pt x="7"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69" name="Freeform 1971"/>
            <p:cNvSpPr/>
            <p:nvPr/>
          </p:nvSpPr>
          <p:spPr bwMode="auto">
            <a:xfrm>
              <a:off x="9941229" y="9218390"/>
              <a:ext cx="47625" cy="38100"/>
            </a:xfrm>
            <a:custGeom>
              <a:avLst/>
              <a:gdLst>
                <a:gd name="T0" fmla="*/ 0 w 18"/>
                <a:gd name="T1" fmla="*/ 11 h 14"/>
                <a:gd name="T2" fmla="*/ 10 w 18"/>
                <a:gd name="T3" fmla="*/ 12 h 14"/>
                <a:gd name="T4" fmla="*/ 18 w 18"/>
                <a:gd name="T5" fmla="*/ 3 h 14"/>
                <a:gd name="T6" fmla="*/ 9 w 18"/>
                <a:gd name="T7" fmla="*/ 2 h 14"/>
                <a:gd name="T8" fmla="*/ 0 w 18"/>
                <a:gd name="T9" fmla="*/ 11 h 14"/>
              </a:gdLst>
              <a:ahLst/>
              <a:cxnLst>
                <a:cxn ang="0">
                  <a:pos x="T0" y="T1"/>
                </a:cxn>
                <a:cxn ang="0">
                  <a:pos x="T2" y="T3"/>
                </a:cxn>
                <a:cxn ang="0">
                  <a:pos x="T4" y="T5"/>
                </a:cxn>
                <a:cxn ang="0">
                  <a:pos x="T6" y="T7"/>
                </a:cxn>
                <a:cxn ang="0">
                  <a:pos x="T8" y="T9"/>
                </a:cxn>
              </a:cxnLst>
              <a:rect l="0" t="0" r="r" b="b"/>
              <a:pathLst>
                <a:path w="18" h="14">
                  <a:moveTo>
                    <a:pt x="0" y="11"/>
                  </a:moveTo>
                  <a:cubicBezTo>
                    <a:pt x="0" y="14"/>
                    <a:pt x="5" y="14"/>
                    <a:pt x="10" y="12"/>
                  </a:cubicBezTo>
                  <a:cubicBezTo>
                    <a:pt x="14" y="9"/>
                    <a:pt x="18" y="5"/>
                    <a:pt x="18" y="3"/>
                  </a:cubicBezTo>
                  <a:cubicBezTo>
                    <a:pt x="18" y="0"/>
                    <a:pt x="13" y="0"/>
                    <a:pt x="9" y="2"/>
                  </a:cubicBezTo>
                  <a:cubicBezTo>
                    <a:pt x="4" y="4"/>
                    <a:pt x="0" y="8"/>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70" name="Freeform 1972"/>
            <p:cNvSpPr/>
            <p:nvPr/>
          </p:nvSpPr>
          <p:spPr bwMode="auto">
            <a:xfrm>
              <a:off x="10149192" y="9110440"/>
              <a:ext cx="52388" cy="39688"/>
            </a:xfrm>
            <a:custGeom>
              <a:avLst/>
              <a:gdLst>
                <a:gd name="T0" fmla="*/ 0 w 19"/>
                <a:gd name="T1" fmla="*/ 12 h 15"/>
                <a:gd name="T2" fmla="*/ 10 w 19"/>
                <a:gd name="T3" fmla="*/ 12 h 15"/>
                <a:gd name="T4" fmla="*/ 18 w 19"/>
                <a:gd name="T5" fmla="*/ 2 h 15"/>
                <a:gd name="T6" fmla="*/ 7 w 19"/>
                <a:gd name="T7" fmla="*/ 2 h 15"/>
                <a:gd name="T8" fmla="*/ 0 w 19"/>
                <a:gd name="T9" fmla="*/ 12 h 15"/>
              </a:gdLst>
              <a:ahLst/>
              <a:cxnLst>
                <a:cxn ang="0">
                  <a:pos x="T0" y="T1"/>
                </a:cxn>
                <a:cxn ang="0">
                  <a:pos x="T2" y="T3"/>
                </a:cxn>
                <a:cxn ang="0">
                  <a:pos x="T4" y="T5"/>
                </a:cxn>
                <a:cxn ang="0">
                  <a:pos x="T6" y="T7"/>
                </a:cxn>
                <a:cxn ang="0">
                  <a:pos x="T8" y="T9"/>
                </a:cxn>
              </a:cxnLst>
              <a:rect l="0" t="0" r="r" b="b"/>
              <a:pathLst>
                <a:path w="19" h="15">
                  <a:moveTo>
                    <a:pt x="0" y="12"/>
                  </a:moveTo>
                  <a:cubicBezTo>
                    <a:pt x="1" y="14"/>
                    <a:pt x="5" y="15"/>
                    <a:pt x="10" y="12"/>
                  </a:cubicBezTo>
                  <a:cubicBezTo>
                    <a:pt x="15" y="10"/>
                    <a:pt x="19" y="5"/>
                    <a:pt x="18" y="2"/>
                  </a:cubicBezTo>
                  <a:cubicBezTo>
                    <a:pt x="17" y="0"/>
                    <a:pt x="12" y="0"/>
                    <a:pt x="7" y="2"/>
                  </a:cubicBezTo>
                  <a:cubicBezTo>
                    <a:pt x="3" y="5"/>
                    <a:pt x="0" y="9"/>
                    <a:pt x="0"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71" name="Freeform 1973"/>
            <p:cNvSpPr/>
            <p:nvPr/>
          </p:nvSpPr>
          <p:spPr bwMode="auto">
            <a:xfrm>
              <a:off x="10358742" y="9004078"/>
              <a:ext cx="49213" cy="42863"/>
            </a:xfrm>
            <a:custGeom>
              <a:avLst/>
              <a:gdLst>
                <a:gd name="T0" fmla="*/ 9 w 18"/>
                <a:gd name="T1" fmla="*/ 2 h 16"/>
                <a:gd name="T2" fmla="*/ 0 w 18"/>
                <a:gd name="T3" fmla="*/ 11 h 16"/>
                <a:gd name="T4" fmla="*/ 10 w 18"/>
                <a:gd name="T5" fmla="*/ 13 h 16"/>
                <a:gd name="T6" fmla="*/ 18 w 18"/>
                <a:gd name="T7" fmla="*/ 4 h 16"/>
                <a:gd name="T8" fmla="*/ 9 w 18"/>
                <a:gd name="T9" fmla="*/ 2 h 16"/>
              </a:gdLst>
              <a:ahLst/>
              <a:cxnLst>
                <a:cxn ang="0">
                  <a:pos x="T0" y="T1"/>
                </a:cxn>
                <a:cxn ang="0">
                  <a:pos x="T2" y="T3"/>
                </a:cxn>
                <a:cxn ang="0">
                  <a:pos x="T4" y="T5"/>
                </a:cxn>
                <a:cxn ang="0">
                  <a:pos x="T6" y="T7"/>
                </a:cxn>
                <a:cxn ang="0">
                  <a:pos x="T8" y="T9"/>
                </a:cxn>
              </a:cxnLst>
              <a:rect l="0" t="0" r="r" b="b"/>
              <a:pathLst>
                <a:path w="18" h="16">
                  <a:moveTo>
                    <a:pt x="9" y="2"/>
                  </a:moveTo>
                  <a:cubicBezTo>
                    <a:pt x="4" y="4"/>
                    <a:pt x="0" y="8"/>
                    <a:pt x="0" y="11"/>
                  </a:cubicBezTo>
                  <a:cubicBezTo>
                    <a:pt x="0" y="15"/>
                    <a:pt x="5" y="16"/>
                    <a:pt x="10" y="13"/>
                  </a:cubicBezTo>
                  <a:cubicBezTo>
                    <a:pt x="14" y="11"/>
                    <a:pt x="18" y="7"/>
                    <a:pt x="18" y="4"/>
                  </a:cubicBezTo>
                  <a:cubicBezTo>
                    <a:pt x="18" y="1"/>
                    <a:pt x="13"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72" name="Freeform 1974"/>
            <p:cNvSpPr/>
            <p:nvPr/>
          </p:nvSpPr>
          <p:spPr bwMode="auto">
            <a:xfrm>
              <a:off x="10565117" y="8905653"/>
              <a:ext cx="53975" cy="41275"/>
            </a:xfrm>
            <a:custGeom>
              <a:avLst/>
              <a:gdLst>
                <a:gd name="T0" fmla="*/ 9 w 20"/>
                <a:gd name="T1" fmla="*/ 2 h 15"/>
                <a:gd name="T2" fmla="*/ 2 w 20"/>
                <a:gd name="T3" fmla="*/ 12 h 15"/>
                <a:gd name="T4" fmla="*/ 12 w 20"/>
                <a:gd name="T5" fmla="*/ 13 h 15"/>
                <a:gd name="T6" fmla="*/ 19 w 20"/>
                <a:gd name="T7" fmla="*/ 3 h 15"/>
                <a:gd name="T8" fmla="*/ 9 w 20"/>
                <a:gd name="T9" fmla="*/ 2 h 15"/>
              </a:gdLst>
              <a:ahLst/>
              <a:cxnLst>
                <a:cxn ang="0">
                  <a:pos x="T0" y="T1"/>
                </a:cxn>
                <a:cxn ang="0">
                  <a:pos x="T2" y="T3"/>
                </a:cxn>
                <a:cxn ang="0">
                  <a:pos x="T4" y="T5"/>
                </a:cxn>
                <a:cxn ang="0">
                  <a:pos x="T6" y="T7"/>
                </a:cxn>
                <a:cxn ang="0">
                  <a:pos x="T8" y="T9"/>
                </a:cxn>
              </a:cxnLst>
              <a:rect l="0" t="0" r="r" b="b"/>
              <a:pathLst>
                <a:path w="20" h="15">
                  <a:moveTo>
                    <a:pt x="9" y="2"/>
                  </a:moveTo>
                  <a:cubicBezTo>
                    <a:pt x="4" y="4"/>
                    <a:pt x="0" y="9"/>
                    <a:pt x="2" y="12"/>
                  </a:cubicBezTo>
                  <a:cubicBezTo>
                    <a:pt x="3" y="15"/>
                    <a:pt x="7" y="15"/>
                    <a:pt x="12" y="13"/>
                  </a:cubicBezTo>
                  <a:cubicBezTo>
                    <a:pt x="16" y="11"/>
                    <a:pt x="20" y="6"/>
                    <a:pt x="19" y="3"/>
                  </a:cubicBezTo>
                  <a:cubicBezTo>
                    <a:pt x="18" y="1"/>
                    <a:pt x="14"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73" name="Freeform 1975"/>
            <p:cNvSpPr/>
            <p:nvPr/>
          </p:nvSpPr>
          <p:spPr bwMode="auto">
            <a:xfrm>
              <a:off x="10776254" y="8813578"/>
              <a:ext cx="49213" cy="44450"/>
            </a:xfrm>
            <a:custGeom>
              <a:avLst/>
              <a:gdLst>
                <a:gd name="T0" fmla="*/ 7 w 18"/>
                <a:gd name="T1" fmla="*/ 3 h 16"/>
                <a:gd name="T2" fmla="*/ 1 w 18"/>
                <a:gd name="T3" fmla="*/ 12 h 16"/>
                <a:gd name="T4" fmla="*/ 10 w 18"/>
                <a:gd name="T5" fmla="*/ 14 h 16"/>
                <a:gd name="T6" fmla="*/ 18 w 18"/>
                <a:gd name="T7" fmla="*/ 5 h 16"/>
                <a:gd name="T8" fmla="*/ 7 w 18"/>
                <a:gd name="T9" fmla="*/ 3 h 16"/>
              </a:gdLst>
              <a:ahLst/>
              <a:cxnLst>
                <a:cxn ang="0">
                  <a:pos x="T0" y="T1"/>
                </a:cxn>
                <a:cxn ang="0">
                  <a:pos x="T2" y="T3"/>
                </a:cxn>
                <a:cxn ang="0">
                  <a:pos x="T4" y="T5"/>
                </a:cxn>
                <a:cxn ang="0">
                  <a:pos x="T6" y="T7"/>
                </a:cxn>
                <a:cxn ang="0">
                  <a:pos x="T8" y="T9"/>
                </a:cxn>
              </a:cxnLst>
              <a:rect l="0" t="0" r="r" b="b"/>
              <a:pathLst>
                <a:path w="18" h="16">
                  <a:moveTo>
                    <a:pt x="7" y="3"/>
                  </a:moveTo>
                  <a:cubicBezTo>
                    <a:pt x="3" y="5"/>
                    <a:pt x="0" y="9"/>
                    <a:pt x="1" y="12"/>
                  </a:cubicBezTo>
                  <a:cubicBezTo>
                    <a:pt x="1" y="15"/>
                    <a:pt x="6" y="16"/>
                    <a:pt x="10" y="14"/>
                  </a:cubicBezTo>
                  <a:cubicBezTo>
                    <a:pt x="15" y="12"/>
                    <a:pt x="18" y="8"/>
                    <a:pt x="18" y="5"/>
                  </a:cubicBezTo>
                  <a:cubicBezTo>
                    <a:pt x="18" y="1"/>
                    <a:pt x="13" y="0"/>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74" name="Freeform 1976"/>
            <p:cNvSpPr/>
            <p:nvPr/>
          </p:nvSpPr>
          <p:spPr bwMode="auto">
            <a:xfrm>
              <a:off x="10985804" y="8735790"/>
              <a:ext cx="50800" cy="42863"/>
            </a:xfrm>
            <a:custGeom>
              <a:avLst/>
              <a:gdLst>
                <a:gd name="T0" fmla="*/ 9 w 19"/>
                <a:gd name="T1" fmla="*/ 1 h 16"/>
                <a:gd name="T2" fmla="*/ 1 w 19"/>
                <a:gd name="T3" fmla="*/ 11 h 16"/>
                <a:gd name="T4" fmla="*/ 11 w 19"/>
                <a:gd name="T5" fmla="*/ 14 h 16"/>
                <a:gd name="T6" fmla="*/ 19 w 19"/>
                <a:gd name="T7" fmla="*/ 5 h 16"/>
                <a:gd name="T8" fmla="*/ 9 w 19"/>
                <a:gd name="T9" fmla="*/ 1 h 16"/>
              </a:gdLst>
              <a:ahLst/>
              <a:cxnLst>
                <a:cxn ang="0">
                  <a:pos x="T0" y="T1"/>
                </a:cxn>
                <a:cxn ang="0">
                  <a:pos x="T2" y="T3"/>
                </a:cxn>
                <a:cxn ang="0">
                  <a:pos x="T4" y="T5"/>
                </a:cxn>
                <a:cxn ang="0">
                  <a:pos x="T6" y="T7"/>
                </a:cxn>
                <a:cxn ang="0">
                  <a:pos x="T8" y="T9"/>
                </a:cxn>
              </a:cxnLst>
              <a:rect l="0" t="0" r="r" b="b"/>
              <a:pathLst>
                <a:path w="19" h="16">
                  <a:moveTo>
                    <a:pt x="9" y="1"/>
                  </a:moveTo>
                  <a:cubicBezTo>
                    <a:pt x="4" y="3"/>
                    <a:pt x="0" y="8"/>
                    <a:pt x="1" y="11"/>
                  </a:cubicBezTo>
                  <a:cubicBezTo>
                    <a:pt x="2" y="15"/>
                    <a:pt x="7" y="16"/>
                    <a:pt x="11" y="14"/>
                  </a:cubicBezTo>
                  <a:cubicBezTo>
                    <a:pt x="16" y="12"/>
                    <a:pt x="19" y="8"/>
                    <a:pt x="19" y="5"/>
                  </a:cubicBezTo>
                  <a:cubicBezTo>
                    <a:pt x="18" y="1"/>
                    <a:pt x="14"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75" name="Freeform 1977"/>
            <p:cNvSpPr/>
            <p:nvPr/>
          </p:nvSpPr>
          <p:spPr bwMode="auto">
            <a:xfrm>
              <a:off x="11200117" y="8694515"/>
              <a:ext cx="49213" cy="38100"/>
            </a:xfrm>
            <a:custGeom>
              <a:avLst/>
              <a:gdLst>
                <a:gd name="T0" fmla="*/ 0 w 18"/>
                <a:gd name="T1" fmla="*/ 7 h 14"/>
                <a:gd name="T2" fmla="*/ 10 w 18"/>
                <a:gd name="T3" fmla="*/ 14 h 14"/>
                <a:gd name="T4" fmla="*/ 18 w 18"/>
                <a:gd name="T5" fmla="*/ 6 h 14"/>
                <a:gd name="T6" fmla="*/ 9 w 18"/>
                <a:gd name="T7" fmla="*/ 0 h 14"/>
                <a:gd name="T8" fmla="*/ 0 w 18"/>
                <a:gd name="T9" fmla="*/ 7 h 14"/>
              </a:gdLst>
              <a:ahLst/>
              <a:cxnLst>
                <a:cxn ang="0">
                  <a:pos x="T0" y="T1"/>
                </a:cxn>
                <a:cxn ang="0">
                  <a:pos x="T2" y="T3"/>
                </a:cxn>
                <a:cxn ang="0">
                  <a:pos x="T4" y="T5"/>
                </a:cxn>
                <a:cxn ang="0">
                  <a:pos x="T6" y="T7"/>
                </a:cxn>
                <a:cxn ang="0">
                  <a:pos x="T8" y="T9"/>
                </a:cxn>
              </a:cxnLst>
              <a:rect l="0" t="0" r="r" b="b"/>
              <a:pathLst>
                <a:path w="18" h="14">
                  <a:moveTo>
                    <a:pt x="0" y="7"/>
                  </a:moveTo>
                  <a:cubicBezTo>
                    <a:pt x="0" y="11"/>
                    <a:pt x="5" y="14"/>
                    <a:pt x="10" y="14"/>
                  </a:cubicBezTo>
                  <a:cubicBezTo>
                    <a:pt x="14" y="13"/>
                    <a:pt x="18" y="10"/>
                    <a:pt x="18" y="6"/>
                  </a:cubicBezTo>
                  <a:cubicBezTo>
                    <a:pt x="18" y="3"/>
                    <a:pt x="14" y="0"/>
                    <a:pt x="9" y="0"/>
                  </a:cubicBezTo>
                  <a:cubicBezTo>
                    <a:pt x="4" y="0"/>
                    <a:pt x="0" y="3"/>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76" name="Freeform 1978"/>
            <p:cNvSpPr/>
            <p:nvPr/>
          </p:nvSpPr>
          <p:spPr bwMode="auto">
            <a:xfrm>
              <a:off x="11411254" y="8678640"/>
              <a:ext cx="52388" cy="34925"/>
            </a:xfrm>
            <a:custGeom>
              <a:avLst/>
              <a:gdLst>
                <a:gd name="T0" fmla="*/ 8 w 19"/>
                <a:gd name="T1" fmla="*/ 1 h 13"/>
                <a:gd name="T2" fmla="*/ 1 w 19"/>
                <a:gd name="T3" fmla="*/ 7 h 13"/>
                <a:gd name="T4" fmla="*/ 11 w 19"/>
                <a:gd name="T5" fmla="*/ 13 h 13"/>
                <a:gd name="T6" fmla="*/ 19 w 19"/>
                <a:gd name="T7" fmla="*/ 7 h 13"/>
                <a:gd name="T8" fmla="*/ 8 w 19"/>
                <a:gd name="T9" fmla="*/ 1 h 13"/>
              </a:gdLst>
              <a:ahLst/>
              <a:cxnLst>
                <a:cxn ang="0">
                  <a:pos x="T0" y="T1"/>
                </a:cxn>
                <a:cxn ang="0">
                  <a:pos x="T2" y="T3"/>
                </a:cxn>
                <a:cxn ang="0">
                  <a:pos x="T4" y="T5"/>
                </a:cxn>
                <a:cxn ang="0">
                  <a:pos x="T6" y="T7"/>
                </a:cxn>
                <a:cxn ang="0">
                  <a:pos x="T8" y="T9"/>
                </a:cxn>
              </a:cxnLst>
              <a:rect l="0" t="0" r="r" b="b"/>
              <a:pathLst>
                <a:path w="19" h="13">
                  <a:moveTo>
                    <a:pt x="8" y="1"/>
                  </a:moveTo>
                  <a:cubicBezTo>
                    <a:pt x="3" y="1"/>
                    <a:pt x="0" y="4"/>
                    <a:pt x="1" y="7"/>
                  </a:cubicBezTo>
                  <a:cubicBezTo>
                    <a:pt x="2" y="11"/>
                    <a:pt x="6" y="13"/>
                    <a:pt x="11" y="13"/>
                  </a:cubicBezTo>
                  <a:cubicBezTo>
                    <a:pt x="15" y="13"/>
                    <a:pt x="19" y="10"/>
                    <a:pt x="19" y="7"/>
                  </a:cubicBezTo>
                  <a:cubicBezTo>
                    <a:pt x="19" y="4"/>
                    <a:pt x="13"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77" name="Freeform 1979"/>
            <p:cNvSpPr/>
            <p:nvPr/>
          </p:nvSpPr>
          <p:spPr bwMode="auto">
            <a:xfrm>
              <a:off x="-237821" y="11756803"/>
              <a:ext cx="49213" cy="23813"/>
            </a:xfrm>
            <a:custGeom>
              <a:avLst/>
              <a:gdLst>
                <a:gd name="T0" fmla="*/ 18 w 18"/>
                <a:gd name="T1" fmla="*/ 1 h 9"/>
                <a:gd name="T2" fmla="*/ 8 w 18"/>
                <a:gd name="T3" fmla="*/ 4 h 9"/>
                <a:gd name="T4" fmla="*/ 0 w 18"/>
                <a:gd name="T5" fmla="*/ 8 h 9"/>
                <a:gd name="T6" fmla="*/ 9 w 18"/>
                <a:gd name="T7" fmla="*/ 5 h 9"/>
                <a:gd name="T8" fmla="*/ 18 w 18"/>
                <a:gd name="T9" fmla="*/ 1 h 9"/>
              </a:gdLst>
              <a:ahLst/>
              <a:cxnLst>
                <a:cxn ang="0">
                  <a:pos x="T0" y="T1"/>
                </a:cxn>
                <a:cxn ang="0">
                  <a:pos x="T2" y="T3"/>
                </a:cxn>
                <a:cxn ang="0">
                  <a:pos x="T4" y="T5"/>
                </a:cxn>
                <a:cxn ang="0">
                  <a:pos x="T6" y="T7"/>
                </a:cxn>
                <a:cxn ang="0">
                  <a:pos x="T8" y="T9"/>
                </a:cxn>
              </a:cxnLst>
              <a:rect l="0" t="0" r="r" b="b"/>
              <a:pathLst>
                <a:path w="18" h="9">
                  <a:moveTo>
                    <a:pt x="18" y="1"/>
                  </a:moveTo>
                  <a:cubicBezTo>
                    <a:pt x="17" y="0"/>
                    <a:pt x="13" y="2"/>
                    <a:pt x="8" y="4"/>
                  </a:cubicBezTo>
                  <a:cubicBezTo>
                    <a:pt x="3" y="7"/>
                    <a:pt x="0" y="8"/>
                    <a:pt x="0" y="8"/>
                  </a:cubicBezTo>
                  <a:cubicBezTo>
                    <a:pt x="0" y="9"/>
                    <a:pt x="4" y="7"/>
                    <a:pt x="9" y="5"/>
                  </a:cubicBezTo>
                  <a:cubicBezTo>
                    <a:pt x="14" y="3"/>
                    <a:pt x="18" y="1"/>
                    <a:pt x="1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78" name="Freeform 1980"/>
            <p:cNvSpPr/>
            <p:nvPr/>
          </p:nvSpPr>
          <p:spPr bwMode="auto">
            <a:xfrm>
              <a:off x="-31446" y="11626628"/>
              <a:ext cx="52388" cy="38100"/>
            </a:xfrm>
            <a:custGeom>
              <a:avLst/>
              <a:gdLst>
                <a:gd name="T0" fmla="*/ 1 w 19"/>
                <a:gd name="T1" fmla="*/ 13 h 14"/>
                <a:gd name="T2" fmla="*/ 11 w 19"/>
                <a:gd name="T3" fmla="*/ 8 h 14"/>
                <a:gd name="T4" fmla="*/ 19 w 19"/>
                <a:gd name="T5" fmla="*/ 1 h 14"/>
                <a:gd name="T6" fmla="*/ 8 w 19"/>
                <a:gd name="T7" fmla="*/ 7 h 14"/>
                <a:gd name="T8" fmla="*/ 1 w 19"/>
                <a:gd name="T9" fmla="*/ 13 h 14"/>
              </a:gdLst>
              <a:ahLst/>
              <a:cxnLst>
                <a:cxn ang="0">
                  <a:pos x="T0" y="T1"/>
                </a:cxn>
                <a:cxn ang="0">
                  <a:pos x="T2" y="T3"/>
                </a:cxn>
                <a:cxn ang="0">
                  <a:pos x="T4" y="T5"/>
                </a:cxn>
                <a:cxn ang="0">
                  <a:pos x="T6" y="T7"/>
                </a:cxn>
                <a:cxn ang="0">
                  <a:pos x="T8" y="T9"/>
                </a:cxn>
              </a:cxnLst>
              <a:rect l="0" t="0" r="r" b="b"/>
              <a:pathLst>
                <a:path w="19" h="14">
                  <a:moveTo>
                    <a:pt x="1" y="13"/>
                  </a:moveTo>
                  <a:cubicBezTo>
                    <a:pt x="2" y="14"/>
                    <a:pt x="7" y="11"/>
                    <a:pt x="11" y="8"/>
                  </a:cubicBezTo>
                  <a:cubicBezTo>
                    <a:pt x="16" y="5"/>
                    <a:pt x="19" y="1"/>
                    <a:pt x="19" y="1"/>
                  </a:cubicBezTo>
                  <a:cubicBezTo>
                    <a:pt x="18" y="0"/>
                    <a:pt x="13" y="4"/>
                    <a:pt x="8" y="7"/>
                  </a:cubicBezTo>
                  <a:cubicBezTo>
                    <a:pt x="3" y="11"/>
                    <a:pt x="0" y="13"/>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79" name="Freeform 1981"/>
            <p:cNvSpPr/>
            <p:nvPr/>
          </p:nvSpPr>
          <p:spPr bwMode="auto">
            <a:xfrm>
              <a:off x="181279" y="11455178"/>
              <a:ext cx="46038" cy="49213"/>
            </a:xfrm>
            <a:custGeom>
              <a:avLst/>
              <a:gdLst>
                <a:gd name="T0" fmla="*/ 8 w 17"/>
                <a:gd name="T1" fmla="*/ 6 h 18"/>
                <a:gd name="T2" fmla="*/ 0 w 17"/>
                <a:gd name="T3" fmla="*/ 16 h 18"/>
                <a:gd name="T4" fmla="*/ 9 w 17"/>
                <a:gd name="T5" fmla="*/ 11 h 18"/>
                <a:gd name="T6" fmla="*/ 17 w 17"/>
                <a:gd name="T7" fmla="*/ 2 h 18"/>
                <a:gd name="T8" fmla="*/ 8 w 17"/>
                <a:gd name="T9" fmla="*/ 6 h 18"/>
              </a:gdLst>
              <a:ahLst/>
              <a:cxnLst>
                <a:cxn ang="0">
                  <a:pos x="T0" y="T1"/>
                </a:cxn>
                <a:cxn ang="0">
                  <a:pos x="T2" y="T3"/>
                </a:cxn>
                <a:cxn ang="0">
                  <a:pos x="T4" y="T5"/>
                </a:cxn>
                <a:cxn ang="0">
                  <a:pos x="T6" y="T7"/>
                </a:cxn>
                <a:cxn ang="0">
                  <a:pos x="T8" y="T9"/>
                </a:cxn>
              </a:cxnLst>
              <a:rect l="0" t="0" r="r" b="b"/>
              <a:pathLst>
                <a:path w="17" h="18">
                  <a:moveTo>
                    <a:pt x="8" y="6"/>
                  </a:moveTo>
                  <a:cubicBezTo>
                    <a:pt x="4" y="10"/>
                    <a:pt x="0" y="15"/>
                    <a:pt x="0" y="16"/>
                  </a:cubicBezTo>
                  <a:cubicBezTo>
                    <a:pt x="0" y="18"/>
                    <a:pt x="4" y="16"/>
                    <a:pt x="9" y="11"/>
                  </a:cubicBezTo>
                  <a:cubicBezTo>
                    <a:pt x="14" y="7"/>
                    <a:pt x="17" y="3"/>
                    <a:pt x="17" y="2"/>
                  </a:cubicBezTo>
                  <a:cubicBezTo>
                    <a:pt x="17" y="0"/>
                    <a:pt x="13" y="2"/>
                    <a:pt x="8"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80" name="Freeform 1982"/>
            <p:cNvSpPr/>
            <p:nvPr/>
          </p:nvSpPr>
          <p:spPr bwMode="auto">
            <a:xfrm>
              <a:off x="384479" y="11264678"/>
              <a:ext cx="49213" cy="55563"/>
            </a:xfrm>
            <a:custGeom>
              <a:avLst/>
              <a:gdLst>
                <a:gd name="T0" fmla="*/ 1 w 18"/>
                <a:gd name="T1" fmla="*/ 18 h 20"/>
                <a:gd name="T2" fmla="*/ 10 w 18"/>
                <a:gd name="T3" fmla="*/ 14 h 20"/>
                <a:gd name="T4" fmla="*/ 18 w 18"/>
                <a:gd name="T5" fmla="*/ 2 h 20"/>
                <a:gd name="T6" fmla="*/ 8 w 18"/>
                <a:gd name="T7" fmla="*/ 7 h 20"/>
                <a:gd name="T8" fmla="*/ 1 w 18"/>
                <a:gd name="T9" fmla="*/ 18 h 20"/>
              </a:gdLst>
              <a:ahLst/>
              <a:cxnLst>
                <a:cxn ang="0">
                  <a:pos x="T0" y="T1"/>
                </a:cxn>
                <a:cxn ang="0">
                  <a:pos x="T2" y="T3"/>
                </a:cxn>
                <a:cxn ang="0">
                  <a:pos x="T4" y="T5"/>
                </a:cxn>
                <a:cxn ang="0">
                  <a:pos x="T6" y="T7"/>
                </a:cxn>
                <a:cxn ang="0">
                  <a:pos x="T8" y="T9"/>
                </a:cxn>
              </a:cxnLst>
              <a:rect l="0" t="0" r="r" b="b"/>
              <a:pathLst>
                <a:path w="18" h="20">
                  <a:moveTo>
                    <a:pt x="1" y="18"/>
                  </a:moveTo>
                  <a:cubicBezTo>
                    <a:pt x="1" y="20"/>
                    <a:pt x="5" y="18"/>
                    <a:pt x="10" y="14"/>
                  </a:cubicBezTo>
                  <a:cubicBezTo>
                    <a:pt x="14" y="10"/>
                    <a:pt x="18" y="4"/>
                    <a:pt x="18" y="2"/>
                  </a:cubicBezTo>
                  <a:cubicBezTo>
                    <a:pt x="18" y="0"/>
                    <a:pt x="13" y="2"/>
                    <a:pt x="8" y="7"/>
                  </a:cubicBezTo>
                  <a:cubicBezTo>
                    <a:pt x="3" y="12"/>
                    <a:pt x="0" y="16"/>
                    <a:pt x="1"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81" name="Freeform 1983"/>
            <p:cNvSpPr/>
            <p:nvPr/>
          </p:nvSpPr>
          <p:spPr bwMode="auto">
            <a:xfrm>
              <a:off x="590854" y="11080528"/>
              <a:ext cx="50800" cy="53975"/>
            </a:xfrm>
            <a:custGeom>
              <a:avLst/>
              <a:gdLst>
                <a:gd name="T0" fmla="*/ 1 w 19"/>
                <a:gd name="T1" fmla="*/ 18 h 20"/>
                <a:gd name="T2" fmla="*/ 11 w 19"/>
                <a:gd name="T3" fmla="*/ 14 h 20"/>
                <a:gd name="T4" fmla="*/ 18 w 19"/>
                <a:gd name="T5" fmla="*/ 2 h 20"/>
                <a:gd name="T6" fmla="*/ 8 w 19"/>
                <a:gd name="T7" fmla="*/ 5 h 20"/>
                <a:gd name="T8" fmla="*/ 1 w 19"/>
                <a:gd name="T9" fmla="*/ 18 h 20"/>
              </a:gdLst>
              <a:ahLst/>
              <a:cxnLst>
                <a:cxn ang="0">
                  <a:pos x="T0" y="T1"/>
                </a:cxn>
                <a:cxn ang="0">
                  <a:pos x="T2" y="T3"/>
                </a:cxn>
                <a:cxn ang="0">
                  <a:pos x="T4" y="T5"/>
                </a:cxn>
                <a:cxn ang="0">
                  <a:pos x="T6" y="T7"/>
                </a:cxn>
                <a:cxn ang="0">
                  <a:pos x="T8" y="T9"/>
                </a:cxn>
              </a:cxnLst>
              <a:rect l="0" t="0" r="r" b="b"/>
              <a:pathLst>
                <a:path w="19" h="20">
                  <a:moveTo>
                    <a:pt x="1" y="18"/>
                  </a:moveTo>
                  <a:cubicBezTo>
                    <a:pt x="2" y="20"/>
                    <a:pt x="7" y="18"/>
                    <a:pt x="11" y="14"/>
                  </a:cubicBezTo>
                  <a:cubicBezTo>
                    <a:pt x="15" y="10"/>
                    <a:pt x="19" y="4"/>
                    <a:pt x="18" y="2"/>
                  </a:cubicBezTo>
                  <a:cubicBezTo>
                    <a:pt x="17" y="0"/>
                    <a:pt x="13" y="1"/>
                    <a:pt x="8" y="5"/>
                  </a:cubicBezTo>
                  <a:cubicBezTo>
                    <a:pt x="3" y="10"/>
                    <a:pt x="0" y="16"/>
                    <a:pt x="1"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82" name="Freeform 1984"/>
            <p:cNvSpPr/>
            <p:nvPr/>
          </p:nvSpPr>
          <p:spPr bwMode="auto">
            <a:xfrm>
              <a:off x="797229" y="10923365"/>
              <a:ext cx="47625" cy="49213"/>
            </a:xfrm>
            <a:custGeom>
              <a:avLst/>
              <a:gdLst>
                <a:gd name="T0" fmla="*/ 8 w 18"/>
                <a:gd name="T1" fmla="*/ 4 h 18"/>
                <a:gd name="T2" fmla="*/ 1 w 18"/>
                <a:gd name="T3" fmla="*/ 15 h 18"/>
                <a:gd name="T4" fmla="*/ 10 w 18"/>
                <a:gd name="T5" fmla="*/ 15 h 18"/>
                <a:gd name="T6" fmla="*/ 18 w 18"/>
                <a:gd name="T7" fmla="*/ 4 h 18"/>
                <a:gd name="T8" fmla="*/ 8 w 18"/>
                <a:gd name="T9" fmla="*/ 4 h 18"/>
              </a:gdLst>
              <a:ahLst/>
              <a:cxnLst>
                <a:cxn ang="0">
                  <a:pos x="T0" y="T1"/>
                </a:cxn>
                <a:cxn ang="0">
                  <a:pos x="T2" y="T3"/>
                </a:cxn>
                <a:cxn ang="0">
                  <a:pos x="T4" y="T5"/>
                </a:cxn>
                <a:cxn ang="0">
                  <a:pos x="T6" y="T7"/>
                </a:cxn>
                <a:cxn ang="0">
                  <a:pos x="T8" y="T9"/>
                </a:cxn>
              </a:cxnLst>
              <a:rect l="0" t="0" r="r" b="b"/>
              <a:pathLst>
                <a:path w="18" h="18">
                  <a:moveTo>
                    <a:pt x="8" y="4"/>
                  </a:moveTo>
                  <a:cubicBezTo>
                    <a:pt x="3" y="7"/>
                    <a:pt x="0" y="12"/>
                    <a:pt x="1" y="15"/>
                  </a:cubicBezTo>
                  <a:cubicBezTo>
                    <a:pt x="1" y="18"/>
                    <a:pt x="5" y="18"/>
                    <a:pt x="10" y="15"/>
                  </a:cubicBezTo>
                  <a:cubicBezTo>
                    <a:pt x="15" y="12"/>
                    <a:pt x="18" y="7"/>
                    <a:pt x="18" y="4"/>
                  </a:cubicBezTo>
                  <a:cubicBezTo>
                    <a:pt x="18" y="0"/>
                    <a:pt x="13" y="0"/>
                    <a:pt x="8"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83" name="Freeform 1985"/>
            <p:cNvSpPr/>
            <p:nvPr/>
          </p:nvSpPr>
          <p:spPr bwMode="auto">
            <a:xfrm>
              <a:off x="1005192" y="10823353"/>
              <a:ext cx="52388" cy="46038"/>
            </a:xfrm>
            <a:custGeom>
              <a:avLst/>
              <a:gdLst>
                <a:gd name="T0" fmla="*/ 8 w 19"/>
                <a:gd name="T1" fmla="*/ 1 h 17"/>
                <a:gd name="T2" fmla="*/ 0 w 19"/>
                <a:gd name="T3" fmla="*/ 11 h 17"/>
                <a:gd name="T4" fmla="*/ 9 w 19"/>
                <a:gd name="T5" fmla="*/ 15 h 17"/>
                <a:gd name="T6" fmla="*/ 18 w 19"/>
                <a:gd name="T7" fmla="*/ 5 h 17"/>
                <a:gd name="T8" fmla="*/ 8 w 19"/>
                <a:gd name="T9" fmla="*/ 1 h 17"/>
              </a:gdLst>
              <a:ahLst/>
              <a:cxnLst>
                <a:cxn ang="0">
                  <a:pos x="T0" y="T1"/>
                </a:cxn>
                <a:cxn ang="0">
                  <a:pos x="T2" y="T3"/>
                </a:cxn>
                <a:cxn ang="0">
                  <a:pos x="T4" y="T5"/>
                </a:cxn>
                <a:cxn ang="0">
                  <a:pos x="T6" y="T7"/>
                </a:cxn>
                <a:cxn ang="0">
                  <a:pos x="T8" y="T9"/>
                </a:cxn>
              </a:cxnLst>
              <a:rect l="0" t="0" r="r" b="b"/>
              <a:pathLst>
                <a:path w="19" h="17">
                  <a:moveTo>
                    <a:pt x="8" y="1"/>
                  </a:moveTo>
                  <a:cubicBezTo>
                    <a:pt x="4" y="3"/>
                    <a:pt x="0" y="7"/>
                    <a:pt x="0" y="11"/>
                  </a:cubicBezTo>
                  <a:cubicBezTo>
                    <a:pt x="1" y="15"/>
                    <a:pt x="4" y="17"/>
                    <a:pt x="9" y="15"/>
                  </a:cubicBezTo>
                  <a:cubicBezTo>
                    <a:pt x="14" y="14"/>
                    <a:pt x="19" y="9"/>
                    <a:pt x="18" y="5"/>
                  </a:cubicBezTo>
                  <a:cubicBezTo>
                    <a:pt x="17" y="2"/>
                    <a:pt x="13"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84" name="Freeform 1986"/>
            <p:cNvSpPr/>
            <p:nvPr/>
          </p:nvSpPr>
          <p:spPr bwMode="auto">
            <a:xfrm>
              <a:off x="1217917" y="10770965"/>
              <a:ext cx="47625" cy="41275"/>
            </a:xfrm>
            <a:custGeom>
              <a:avLst/>
              <a:gdLst>
                <a:gd name="T0" fmla="*/ 0 w 18"/>
                <a:gd name="T1" fmla="*/ 8 h 15"/>
                <a:gd name="T2" fmla="*/ 10 w 18"/>
                <a:gd name="T3" fmla="*/ 14 h 15"/>
                <a:gd name="T4" fmla="*/ 18 w 18"/>
                <a:gd name="T5" fmla="*/ 6 h 15"/>
                <a:gd name="T6" fmla="*/ 9 w 18"/>
                <a:gd name="T7" fmla="*/ 0 h 15"/>
                <a:gd name="T8" fmla="*/ 0 w 18"/>
                <a:gd name="T9" fmla="*/ 8 h 15"/>
              </a:gdLst>
              <a:ahLst/>
              <a:cxnLst>
                <a:cxn ang="0">
                  <a:pos x="T0" y="T1"/>
                </a:cxn>
                <a:cxn ang="0">
                  <a:pos x="T2" y="T3"/>
                </a:cxn>
                <a:cxn ang="0">
                  <a:pos x="T4" y="T5"/>
                </a:cxn>
                <a:cxn ang="0">
                  <a:pos x="T6" y="T7"/>
                </a:cxn>
                <a:cxn ang="0">
                  <a:pos x="T8" y="T9"/>
                </a:cxn>
              </a:cxnLst>
              <a:rect l="0" t="0" r="r" b="b"/>
              <a:pathLst>
                <a:path w="18" h="15">
                  <a:moveTo>
                    <a:pt x="0" y="8"/>
                  </a:moveTo>
                  <a:cubicBezTo>
                    <a:pt x="0" y="12"/>
                    <a:pt x="4" y="15"/>
                    <a:pt x="10" y="14"/>
                  </a:cubicBezTo>
                  <a:cubicBezTo>
                    <a:pt x="14" y="14"/>
                    <a:pt x="18" y="10"/>
                    <a:pt x="18" y="6"/>
                  </a:cubicBezTo>
                  <a:cubicBezTo>
                    <a:pt x="18" y="3"/>
                    <a:pt x="13" y="0"/>
                    <a:pt x="9" y="0"/>
                  </a:cubicBezTo>
                  <a:cubicBezTo>
                    <a:pt x="4" y="1"/>
                    <a:pt x="0" y="4"/>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85" name="Freeform 1987"/>
            <p:cNvSpPr/>
            <p:nvPr/>
          </p:nvSpPr>
          <p:spPr bwMode="auto">
            <a:xfrm>
              <a:off x="1429054" y="10758265"/>
              <a:ext cx="49213" cy="38100"/>
            </a:xfrm>
            <a:custGeom>
              <a:avLst/>
              <a:gdLst>
                <a:gd name="T0" fmla="*/ 0 w 18"/>
                <a:gd name="T1" fmla="*/ 7 h 14"/>
                <a:gd name="T2" fmla="*/ 10 w 18"/>
                <a:gd name="T3" fmla="*/ 14 h 14"/>
                <a:gd name="T4" fmla="*/ 18 w 18"/>
                <a:gd name="T5" fmla="*/ 7 h 14"/>
                <a:gd name="T6" fmla="*/ 7 w 18"/>
                <a:gd name="T7" fmla="*/ 0 h 14"/>
                <a:gd name="T8" fmla="*/ 0 w 18"/>
                <a:gd name="T9" fmla="*/ 7 h 14"/>
              </a:gdLst>
              <a:ahLst/>
              <a:cxnLst>
                <a:cxn ang="0">
                  <a:pos x="T0" y="T1"/>
                </a:cxn>
                <a:cxn ang="0">
                  <a:pos x="T2" y="T3"/>
                </a:cxn>
                <a:cxn ang="0">
                  <a:pos x="T4" y="T5"/>
                </a:cxn>
                <a:cxn ang="0">
                  <a:pos x="T6" y="T7"/>
                </a:cxn>
                <a:cxn ang="0">
                  <a:pos x="T8" y="T9"/>
                </a:cxn>
              </a:cxnLst>
              <a:rect l="0" t="0" r="r" b="b"/>
              <a:pathLst>
                <a:path w="18" h="14">
                  <a:moveTo>
                    <a:pt x="0" y="7"/>
                  </a:moveTo>
                  <a:cubicBezTo>
                    <a:pt x="1" y="11"/>
                    <a:pt x="5" y="14"/>
                    <a:pt x="10" y="14"/>
                  </a:cubicBezTo>
                  <a:cubicBezTo>
                    <a:pt x="15" y="14"/>
                    <a:pt x="18" y="11"/>
                    <a:pt x="18" y="7"/>
                  </a:cubicBezTo>
                  <a:cubicBezTo>
                    <a:pt x="18" y="3"/>
                    <a:pt x="13" y="0"/>
                    <a:pt x="7" y="0"/>
                  </a:cubicBezTo>
                  <a:cubicBezTo>
                    <a:pt x="3" y="0"/>
                    <a:pt x="0" y="3"/>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86" name="Freeform 1988"/>
            <p:cNvSpPr/>
            <p:nvPr/>
          </p:nvSpPr>
          <p:spPr bwMode="auto">
            <a:xfrm>
              <a:off x="1643367" y="10774140"/>
              <a:ext cx="49213" cy="41275"/>
            </a:xfrm>
            <a:custGeom>
              <a:avLst/>
              <a:gdLst>
                <a:gd name="T0" fmla="*/ 0 w 18"/>
                <a:gd name="T1" fmla="*/ 5 h 15"/>
                <a:gd name="T2" fmla="*/ 10 w 18"/>
                <a:gd name="T3" fmla="*/ 14 h 15"/>
                <a:gd name="T4" fmla="*/ 18 w 18"/>
                <a:gd name="T5" fmla="*/ 10 h 15"/>
                <a:gd name="T6" fmla="*/ 9 w 18"/>
                <a:gd name="T7" fmla="*/ 1 h 15"/>
                <a:gd name="T8" fmla="*/ 0 w 18"/>
                <a:gd name="T9" fmla="*/ 5 h 15"/>
              </a:gdLst>
              <a:ahLst/>
              <a:cxnLst>
                <a:cxn ang="0">
                  <a:pos x="T0" y="T1"/>
                </a:cxn>
                <a:cxn ang="0">
                  <a:pos x="T2" y="T3"/>
                </a:cxn>
                <a:cxn ang="0">
                  <a:pos x="T4" y="T5"/>
                </a:cxn>
                <a:cxn ang="0">
                  <a:pos x="T6" y="T7"/>
                </a:cxn>
                <a:cxn ang="0">
                  <a:pos x="T8" y="T9"/>
                </a:cxn>
              </a:cxnLst>
              <a:rect l="0" t="0" r="r" b="b"/>
              <a:pathLst>
                <a:path w="18" h="15">
                  <a:moveTo>
                    <a:pt x="0" y="5"/>
                  </a:moveTo>
                  <a:cubicBezTo>
                    <a:pt x="0" y="9"/>
                    <a:pt x="5" y="14"/>
                    <a:pt x="10" y="14"/>
                  </a:cubicBezTo>
                  <a:cubicBezTo>
                    <a:pt x="14" y="15"/>
                    <a:pt x="18" y="13"/>
                    <a:pt x="18" y="10"/>
                  </a:cubicBezTo>
                  <a:cubicBezTo>
                    <a:pt x="18" y="6"/>
                    <a:pt x="13" y="2"/>
                    <a:pt x="9" y="1"/>
                  </a:cubicBezTo>
                  <a:cubicBezTo>
                    <a:pt x="4" y="0"/>
                    <a:pt x="0" y="2"/>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87" name="Freeform 1989"/>
            <p:cNvSpPr/>
            <p:nvPr/>
          </p:nvSpPr>
          <p:spPr bwMode="auto">
            <a:xfrm>
              <a:off x="1857679" y="10820178"/>
              <a:ext cx="52388" cy="42863"/>
            </a:xfrm>
            <a:custGeom>
              <a:avLst/>
              <a:gdLst>
                <a:gd name="T0" fmla="*/ 9 w 19"/>
                <a:gd name="T1" fmla="*/ 2 h 16"/>
                <a:gd name="T2" fmla="*/ 0 w 19"/>
                <a:gd name="T3" fmla="*/ 5 h 16"/>
                <a:gd name="T4" fmla="*/ 9 w 19"/>
                <a:gd name="T5" fmla="*/ 14 h 16"/>
                <a:gd name="T6" fmla="*/ 18 w 19"/>
                <a:gd name="T7" fmla="*/ 11 h 16"/>
                <a:gd name="T8" fmla="*/ 9 w 19"/>
                <a:gd name="T9" fmla="*/ 2 h 16"/>
              </a:gdLst>
              <a:ahLst/>
              <a:cxnLst>
                <a:cxn ang="0">
                  <a:pos x="T0" y="T1"/>
                </a:cxn>
                <a:cxn ang="0">
                  <a:pos x="T2" y="T3"/>
                </a:cxn>
                <a:cxn ang="0">
                  <a:pos x="T4" y="T5"/>
                </a:cxn>
                <a:cxn ang="0">
                  <a:pos x="T6" y="T7"/>
                </a:cxn>
                <a:cxn ang="0">
                  <a:pos x="T8" y="T9"/>
                </a:cxn>
              </a:cxnLst>
              <a:rect l="0" t="0" r="r" b="b"/>
              <a:pathLst>
                <a:path w="19" h="16">
                  <a:moveTo>
                    <a:pt x="9" y="2"/>
                  </a:moveTo>
                  <a:cubicBezTo>
                    <a:pt x="4" y="0"/>
                    <a:pt x="0" y="2"/>
                    <a:pt x="0" y="5"/>
                  </a:cubicBezTo>
                  <a:cubicBezTo>
                    <a:pt x="0" y="8"/>
                    <a:pt x="4" y="12"/>
                    <a:pt x="9" y="14"/>
                  </a:cubicBezTo>
                  <a:cubicBezTo>
                    <a:pt x="14" y="16"/>
                    <a:pt x="19" y="14"/>
                    <a:pt x="18" y="11"/>
                  </a:cubicBezTo>
                  <a:cubicBezTo>
                    <a:pt x="18" y="8"/>
                    <a:pt x="13" y="4"/>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88" name="Freeform 1990"/>
            <p:cNvSpPr/>
            <p:nvPr/>
          </p:nvSpPr>
          <p:spPr bwMode="auto">
            <a:xfrm>
              <a:off x="2075167" y="10890028"/>
              <a:ext cx="49213" cy="41275"/>
            </a:xfrm>
            <a:custGeom>
              <a:avLst/>
              <a:gdLst>
                <a:gd name="T0" fmla="*/ 0 w 18"/>
                <a:gd name="T1" fmla="*/ 3 h 15"/>
                <a:gd name="T2" fmla="*/ 10 w 18"/>
                <a:gd name="T3" fmla="*/ 13 h 15"/>
                <a:gd name="T4" fmla="*/ 18 w 18"/>
                <a:gd name="T5" fmla="*/ 11 h 15"/>
                <a:gd name="T6" fmla="*/ 8 w 18"/>
                <a:gd name="T7" fmla="*/ 2 h 15"/>
                <a:gd name="T8" fmla="*/ 0 w 18"/>
                <a:gd name="T9" fmla="*/ 3 h 15"/>
              </a:gdLst>
              <a:ahLst/>
              <a:cxnLst>
                <a:cxn ang="0">
                  <a:pos x="T0" y="T1"/>
                </a:cxn>
                <a:cxn ang="0">
                  <a:pos x="T2" y="T3"/>
                </a:cxn>
                <a:cxn ang="0">
                  <a:pos x="T4" y="T5"/>
                </a:cxn>
                <a:cxn ang="0">
                  <a:pos x="T6" y="T7"/>
                </a:cxn>
                <a:cxn ang="0">
                  <a:pos x="T8" y="T9"/>
                </a:cxn>
              </a:cxnLst>
              <a:rect l="0" t="0" r="r" b="b"/>
              <a:pathLst>
                <a:path w="18" h="15">
                  <a:moveTo>
                    <a:pt x="0" y="3"/>
                  </a:moveTo>
                  <a:cubicBezTo>
                    <a:pt x="0" y="7"/>
                    <a:pt x="4" y="11"/>
                    <a:pt x="10" y="13"/>
                  </a:cubicBezTo>
                  <a:cubicBezTo>
                    <a:pt x="14" y="15"/>
                    <a:pt x="18" y="14"/>
                    <a:pt x="18" y="11"/>
                  </a:cubicBezTo>
                  <a:cubicBezTo>
                    <a:pt x="18" y="8"/>
                    <a:pt x="13" y="4"/>
                    <a:pt x="8" y="2"/>
                  </a:cubicBezTo>
                  <a:cubicBezTo>
                    <a:pt x="4"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89" name="Freeform 1991"/>
            <p:cNvSpPr/>
            <p:nvPr/>
          </p:nvSpPr>
          <p:spPr bwMode="auto">
            <a:xfrm>
              <a:off x="2289479" y="10974165"/>
              <a:ext cx="53975" cy="38100"/>
            </a:xfrm>
            <a:custGeom>
              <a:avLst/>
              <a:gdLst>
                <a:gd name="T0" fmla="*/ 1 w 20"/>
                <a:gd name="T1" fmla="*/ 4 h 14"/>
                <a:gd name="T2" fmla="*/ 11 w 20"/>
                <a:gd name="T3" fmla="*/ 13 h 14"/>
                <a:gd name="T4" fmla="*/ 19 w 20"/>
                <a:gd name="T5" fmla="*/ 11 h 14"/>
                <a:gd name="T6" fmla="*/ 7 w 20"/>
                <a:gd name="T7" fmla="*/ 2 h 14"/>
                <a:gd name="T8" fmla="*/ 1 w 20"/>
                <a:gd name="T9" fmla="*/ 4 h 14"/>
              </a:gdLst>
              <a:ahLst/>
              <a:cxnLst>
                <a:cxn ang="0">
                  <a:pos x="T0" y="T1"/>
                </a:cxn>
                <a:cxn ang="0">
                  <a:pos x="T2" y="T3"/>
                </a:cxn>
                <a:cxn ang="0">
                  <a:pos x="T4" y="T5"/>
                </a:cxn>
                <a:cxn ang="0">
                  <a:pos x="T6" y="T7"/>
                </a:cxn>
                <a:cxn ang="0">
                  <a:pos x="T8" y="T9"/>
                </a:cxn>
              </a:cxnLst>
              <a:rect l="0" t="0" r="r" b="b"/>
              <a:pathLst>
                <a:path w="20" h="14">
                  <a:moveTo>
                    <a:pt x="1" y="4"/>
                  </a:moveTo>
                  <a:cubicBezTo>
                    <a:pt x="2" y="7"/>
                    <a:pt x="7" y="11"/>
                    <a:pt x="11" y="13"/>
                  </a:cubicBezTo>
                  <a:cubicBezTo>
                    <a:pt x="16" y="14"/>
                    <a:pt x="20" y="14"/>
                    <a:pt x="19" y="11"/>
                  </a:cubicBezTo>
                  <a:cubicBezTo>
                    <a:pt x="18" y="8"/>
                    <a:pt x="12" y="4"/>
                    <a:pt x="7" y="2"/>
                  </a:cubicBezTo>
                  <a:cubicBezTo>
                    <a:pt x="3" y="0"/>
                    <a:pt x="0" y="1"/>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90" name="Freeform 1992"/>
            <p:cNvSpPr/>
            <p:nvPr/>
          </p:nvSpPr>
          <p:spPr bwMode="auto">
            <a:xfrm>
              <a:off x="2508554" y="11069415"/>
              <a:ext cx="49213" cy="36513"/>
            </a:xfrm>
            <a:custGeom>
              <a:avLst/>
              <a:gdLst>
                <a:gd name="T0" fmla="*/ 0 w 18"/>
                <a:gd name="T1" fmla="*/ 2 h 13"/>
                <a:gd name="T2" fmla="*/ 10 w 18"/>
                <a:gd name="T3" fmla="*/ 11 h 13"/>
                <a:gd name="T4" fmla="*/ 18 w 18"/>
                <a:gd name="T5" fmla="*/ 11 h 13"/>
                <a:gd name="T6" fmla="*/ 9 w 18"/>
                <a:gd name="T7" fmla="*/ 3 h 13"/>
                <a:gd name="T8" fmla="*/ 0 w 18"/>
                <a:gd name="T9" fmla="*/ 2 h 13"/>
              </a:gdLst>
              <a:ahLst/>
              <a:cxnLst>
                <a:cxn ang="0">
                  <a:pos x="T0" y="T1"/>
                </a:cxn>
                <a:cxn ang="0">
                  <a:pos x="T2" y="T3"/>
                </a:cxn>
                <a:cxn ang="0">
                  <a:pos x="T4" y="T5"/>
                </a:cxn>
                <a:cxn ang="0">
                  <a:pos x="T6" y="T7"/>
                </a:cxn>
                <a:cxn ang="0">
                  <a:pos x="T8" y="T9"/>
                </a:cxn>
              </a:cxnLst>
              <a:rect l="0" t="0" r="r" b="b"/>
              <a:pathLst>
                <a:path w="18" h="13">
                  <a:moveTo>
                    <a:pt x="0" y="2"/>
                  </a:moveTo>
                  <a:cubicBezTo>
                    <a:pt x="0" y="5"/>
                    <a:pt x="4" y="9"/>
                    <a:pt x="10" y="11"/>
                  </a:cubicBezTo>
                  <a:cubicBezTo>
                    <a:pt x="14" y="13"/>
                    <a:pt x="18" y="13"/>
                    <a:pt x="18" y="11"/>
                  </a:cubicBezTo>
                  <a:cubicBezTo>
                    <a:pt x="18" y="9"/>
                    <a:pt x="13" y="5"/>
                    <a:pt x="9" y="3"/>
                  </a:cubicBezTo>
                  <a:cubicBezTo>
                    <a:pt x="4" y="0"/>
                    <a:pt x="0" y="0"/>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91" name="Freeform 1993"/>
            <p:cNvSpPr/>
            <p:nvPr/>
          </p:nvSpPr>
          <p:spPr bwMode="auto">
            <a:xfrm>
              <a:off x="2724454" y="11167840"/>
              <a:ext cx="53975" cy="31750"/>
            </a:xfrm>
            <a:custGeom>
              <a:avLst/>
              <a:gdLst>
                <a:gd name="T0" fmla="*/ 7 w 20"/>
                <a:gd name="T1" fmla="*/ 2 h 12"/>
                <a:gd name="T2" fmla="*/ 1 w 20"/>
                <a:gd name="T3" fmla="*/ 2 h 12"/>
                <a:gd name="T4" fmla="*/ 12 w 20"/>
                <a:gd name="T5" fmla="*/ 10 h 12"/>
                <a:gd name="T6" fmla="*/ 19 w 20"/>
                <a:gd name="T7" fmla="*/ 10 h 12"/>
                <a:gd name="T8" fmla="*/ 7 w 20"/>
                <a:gd name="T9" fmla="*/ 2 h 12"/>
              </a:gdLst>
              <a:ahLst/>
              <a:cxnLst>
                <a:cxn ang="0">
                  <a:pos x="T0" y="T1"/>
                </a:cxn>
                <a:cxn ang="0">
                  <a:pos x="T2" y="T3"/>
                </a:cxn>
                <a:cxn ang="0">
                  <a:pos x="T4" y="T5"/>
                </a:cxn>
                <a:cxn ang="0">
                  <a:pos x="T6" y="T7"/>
                </a:cxn>
                <a:cxn ang="0">
                  <a:pos x="T8" y="T9"/>
                </a:cxn>
              </a:cxnLst>
              <a:rect l="0" t="0" r="r" b="b"/>
              <a:pathLst>
                <a:path w="20" h="12">
                  <a:moveTo>
                    <a:pt x="7" y="2"/>
                  </a:moveTo>
                  <a:cubicBezTo>
                    <a:pt x="3" y="0"/>
                    <a:pt x="0" y="0"/>
                    <a:pt x="1" y="2"/>
                  </a:cubicBezTo>
                  <a:cubicBezTo>
                    <a:pt x="2" y="5"/>
                    <a:pt x="7" y="8"/>
                    <a:pt x="12" y="10"/>
                  </a:cubicBezTo>
                  <a:cubicBezTo>
                    <a:pt x="16" y="12"/>
                    <a:pt x="20" y="12"/>
                    <a:pt x="19" y="10"/>
                  </a:cubicBezTo>
                  <a:cubicBezTo>
                    <a:pt x="18" y="8"/>
                    <a:pt x="13" y="4"/>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92" name="Freeform 1994"/>
            <p:cNvSpPr/>
            <p:nvPr/>
          </p:nvSpPr>
          <p:spPr bwMode="auto">
            <a:xfrm>
              <a:off x="2940354" y="11259915"/>
              <a:ext cx="53975" cy="26988"/>
            </a:xfrm>
            <a:custGeom>
              <a:avLst/>
              <a:gdLst>
                <a:gd name="T0" fmla="*/ 1 w 20"/>
                <a:gd name="T1" fmla="*/ 2 h 10"/>
                <a:gd name="T2" fmla="*/ 12 w 20"/>
                <a:gd name="T3" fmla="*/ 8 h 10"/>
                <a:gd name="T4" fmla="*/ 19 w 20"/>
                <a:gd name="T5" fmla="*/ 9 h 10"/>
                <a:gd name="T6" fmla="*/ 8 w 20"/>
                <a:gd name="T7" fmla="*/ 1 h 10"/>
                <a:gd name="T8" fmla="*/ 1 w 20"/>
                <a:gd name="T9" fmla="*/ 2 h 10"/>
              </a:gdLst>
              <a:ahLst/>
              <a:cxnLst>
                <a:cxn ang="0">
                  <a:pos x="T0" y="T1"/>
                </a:cxn>
                <a:cxn ang="0">
                  <a:pos x="T2" y="T3"/>
                </a:cxn>
                <a:cxn ang="0">
                  <a:pos x="T4" y="T5"/>
                </a:cxn>
                <a:cxn ang="0">
                  <a:pos x="T6" y="T7"/>
                </a:cxn>
                <a:cxn ang="0">
                  <a:pos x="T8" y="T9"/>
                </a:cxn>
              </a:cxnLst>
              <a:rect l="0" t="0" r="r" b="b"/>
              <a:pathLst>
                <a:path w="20" h="10">
                  <a:moveTo>
                    <a:pt x="1" y="2"/>
                  </a:moveTo>
                  <a:cubicBezTo>
                    <a:pt x="2" y="4"/>
                    <a:pt x="7" y="7"/>
                    <a:pt x="12" y="8"/>
                  </a:cubicBezTo>
                  <a:cubicBezTo>
                    <a:pt x="16" y="10"/>
                    <a:pt x="20" y="10"/>
                    <a:pt x="19" y="9"/>
                  </a:cubicBezTo>
                  <a:cubicBezTo>
                    <a:pt x="18" y="7"/>
                    <a:pt x="13" y="3"/>
                    <a:pt x="8" y="1"/>
                  </a:cubicBezTo>
                  <a:cubicBezTo>
                    <a:pt x="3" y="0"/>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93" name="Freeform 1995"/>
            <p:cNvSpPr/>
            <p:nvPr/>
          </p:nvSpPr>
          <p:spPr bwMode="auto">
            <a:xfrm>
              <a:off x="3157842" y="11339290"/>
              <a:ext cx="53975" cy="23813"/>
            </a:xfrm>
            <a:custGeom>
              <a:avLst/>
              <a:gdLst>
                <a:gd name="T0" fmla="*/ 9 w 20"/>
                <a:gd name="T1" fmla="*/ 2 h 9"/>
                <a:gd name="T2" fmla="*/ 1 w 20"/>
                <a:gd name="T3" fmla="*/ 2 h 9"/>
                <a:gd name="T4" fmla="*/ 12 w 20"/>
                <a:gd name="T5" fmla="*/ 7 h 9"/>
                <a:gd name="T6" fmla="*/ 19 w 20"/>
                <a:gd name="T7" fmla="*/ 7 h 9"/>
                <a:gd name="T8" fmla="*/ 9 w 20"/>
                <a:gd name="T9" fmla="*/ 2 h 9"/>
              </a:gdLst>
              <a:ahLst/>
              <a:cxnLst>
                <a:cxn ang="0">
                  <a:pos x="T0" y="T1"/>
                </a:cxn>
                <a:cxn ang="0">
                  <a:pos x="T2" y="T3"/>
                </a:cxn>
                <a:cxn ang="0">
                  <a:pos x="T4" y="T5"/>
                </a:cxn>
                <a:cxn ang="0">
                  <a:pos x="T6" y="T7"/>
                </a:cxn>
                <a:cxn ang="0">
                  <a:pos x="T8" y="T9"/>
                </a:cxn>
              </a:cxnLst>
              <a:rect l="0" t="0" r="r" b="b"/>
              <a:pathLst>
                <a:path w="20" h="9">
                  <a:moveTo>
                    <a:pt x="9" y="2"/>
                  </a:moveTo>
                  <a:cubicBezTo>
                    <a:pt x="3" y="0"/>
                    <a:pt x="0" y="0"/>
                    <a:pt x="1" y="2"/>
                  </a:cubicBezTo>
                  <a:cubicBezTo>
                    <a:pt x="2" y="4"/>
                    <a:pt x="7" y="6"/>
                    <a:pt x="12" y="7"/>
                  </a:cubicBezTo>
                  <a:cubicBezTo>
                    <a:pt x="16" y="9"/>
                    <a:pt x="20" y="9"/>
                    <a:pt x="19" y="7"/>
                  </a:cubicBezTo>
                  <a:cubicBezTo>
                    <a:pt x="18" y="6"/>
                    <a:pt x="14" y="4"/>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94" name="Freeform 1996"/>
            <p:cNvSpPr/>
            <p:nvPr/>
          </p:nvSpPr>
          <p:spPr bwMode="auto">
            <a:xfrm>
              <a:off x="3375329" y="11398028"/>
              <a:ext cx="53975" cy="17463"/>
            </a:xfrm>
            <a:custGeom>
              <a:avLst/>
              <a:gdLst>
                <a:gd name="T0" fmla="*/ 9 w 20"/>
                <a:gd name="T1" fmla="*/ 2 h 6"/>
                <a:gd name="T2" fmla="*/ 1 w 20"/>
                <a:gd name="T3" fmla="*/ 2 h 6"/>
                <a:gd name="T4" fmla="*/ 11 w 20"/>
                <a:gd name="T5" fmla="*/ 6 h 6"/>
                <a:gd name="T6" fmla="*/ 19 w 20"/>
                <a:gd name="T7" fmla="*/ 5 h 6"/>
                <a:gd name="T8" fmla="*/ 9 w 20"/>
                <a:gd name="T9" fmla="*/ 2 h 6"/>
              </a:gdLst>
              <a:ahLst/>
              <a:cxnLst>
                <a:cxn ang="0">
                  <a:pos x="T0" y="T1"/>
                </a:cxn>
                <a:cxn ang="0">
                  <a:pos x="T2" y="T3"/>
                </a:cxn>
                <a:cxn ang="0">
                  <a:pos x="T4" y="T5"/>
                </a:cxn>
                <a:cxn ang="0">
                  <a:pos x="T6" y="T7"/>
                </a:cxn>
                <a:cxn ang="0">
                  <a:pos x="T8" y="T9"/>
                </a:cxn>
              </a:cxnLst>
              <a:rect l="0" t="0" r="r" b="b"/>
              <a:pathLst>
                <a:path w="20" h="6">
                  <a:moveTo>
                    <a:pt x="9" y="2"/>
                  </a:moveTo>
                  <a:cubicBezTo>
                    <a:pt x="3" y="0"/>
                    <a:pt x="0" y="1"/>
                    <a:pt x="1" y="2"/>
                  </a:cubicBezTo>
                  <a:cubicBezTo>
                    <a:pt x="2" y="3"/>
                    <a:pt x="7" y="5"/>
                    <a:pt x="11" y="6"/>
                  </a:cubicBezTo>
                  <a:cubicBezTo>
                    <a:pt x="16" y="6"/>
                    <a:pt x="20" y="6"/>
                    <a:pt x="19" y="5"/>
                  </a:cubicBezTo>
                  <a:cubicBezTo>
                    <a:pt x="18" y="4"/>
                    <a:pt x="13" y="2"/>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95" name="Freeform 1997"/>
            <p:cNvSpPr/>
            <p:nvPr/>
          </p:nvSpPr>
          <p:spPr bwMode="auto">
            <a:xfrm>
              <a:off x="3592817" y="11431365"/>
              <a:ext cx="47625" cy="11113"/>
            </a:xfrm>
            <a:custGeom>
              <a:avLst/>
              <a:gdLst>
                <a:gd name="T0" fmla="*/ 9 w 18"/>
                <a:gd name="T1" fmla="*/ 0 h 4"/>
                <a:gd name="T2" fmla="*/ 0 w 18"/>
                <a:gd name="T3" fmla="*/ 1 h 4"/>
                <a:gd name="T4" fmla="*/ 10 w 18"/>
                <a:gd name="T5" fmla="*/ 3 h 4"/>
                <a:gd name="T6" fmla="*/ 18 w 18"/>
                <a:gd name="T7" fmla="*/ 2 h 4"/>
                <a:gd name="T8" fmla="*/ 9 w 18"/>
                <a:gd name="T9" fmla="*/ 0 h 4"/>
              </a:gdLst>
              <a:ahLst/>
              <a:cxnLst>
                <a:cxn ang="0">
                  <a:pos x="T0" y="T1"/>
                </a:cxn>
                <a:cxn ang="0">
                  <a:pos x="T2" y="T3"/>
                </a:cxn>
                <a:cxn ang="0">
                  <a:pos x="T4" y="T5"/>
                </a:cxn>
                <a:cxn ang="0">
                  <a:pos x="T6" y="T7"/>
                </a:cxn>
                <a:cxn ang="0">
                  <a:pos x="T8" y="T9"/>
                </a:cxn>
              </a:cxnLst>
              <a:rect l="0" t="0" r="r" b="b"/>
              <a:pathLst>
                <a:path w="18" h="4">
                  <a:moveTo>
                    <a:pt x="9" y="0"/>
                  </a:moveTo>
                  <a:cubicBezTo>
                    <a:pt x="4" y="0"/>
                    <a:pt x="0" y="0"/>
                    <a:pt x="0" y="1"/>
                  </a:cubicBezTo>
                  <a:cubicBezTo>
                    <a:pt x="0" y="2"/>
                    <a:pt x="4" y="3"/>
                    <a:pt x="10" y="3"/>
                  </a:cubicBezTo>
                  <a:cubicBezTo>
                    <a:pt x="14" y="4"/>
                    <a:pt x="18" y="3"/>
                    <a:pt x="18" y="2"/>
                  </a:cubicBezTo>
                  <a:cubicBezTo>
                    <a:pt x="18" y="2"/>
                    <a:pt x="14" y="1"/>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96" name="Freeform 1998"/>
            <p:cNvSpPr/>
            <p:nvPr/>
          </p:nvSpPr>
          <p:spPr bwMode="auto">
            <a:xfrm>
              <a:off x="3807129" y="11423428"/>
              <a:ext cx="47625" cy="9525"/>
            </a:xfrm>
            <a:custGeom>
              <a:avLst/>
              <a:gdLst>
                <a:gd name="T0" fmla="*/ 9 w 18"/>
                <a:gd name="T1" fmla="*/ 0 h 4"/>
                <a:gd name="T2" fmla="*/ 0 w 18"/>
                <a:gd name="T3" fmla="*/ 2 h 4"/>
                <a:gd name="T4" fmla="*/ 10 w 18"/>
                <a:gd name="T5" fmla="*/ 3 h 4"/>
                <a:gd name="T6" fmla="*/ 18 w 18"/>
                <a:gd name="T7" fmla="*/ 1 h 4"/>
                <a:gd name="T8" fmla="*/ 9 w 18"/>
                <a:gd name="T9" fmla="*/ 0 h 4"/>
              </a:gdLst>
              <a:ahLst/>
              <a:cxnLst>
                <a:cxn ang="0">
                  <a:pos x="T0" y="T1"/>
                </a:cxn>
                <a:cxn ang="0">
                  <a:pos x="T2" y="T3"/>
                </a:cxn>
                <a:cxn ang="0">
                  <a:pos x="T4" y="T5"/>
                </a:cxn>
                <a:cxn ang="0">
                  <a:pos x="T6" y="T7"/>
                </a:cxn>
                <a:cxn ang="0">
                  <a:pos x="T8" y="T9"/>
                </a:cxn>
              </a:cxnLst>
              <a:rect l="0" t="0" r="r" b="b"/>
              <a:pathLst>
                <a:path w="18" h="4">
                  <a:moveTo>
                    <a:pt x="9" y="0"/>
                  </a:moveTo>
                  <a:cubicBezTo>
                    <a:pt x="4" y="1"/>
                    <a:pt x="0" y="2"/>
                    <a:pt x="0" y="2"/>
                  </a:cubicBezTo>
                  <a:cubicBezTo>
                    <a:pt x="0" y="3"/>
                    <a:pt x="4" y="4"/>
                    <a:pt x="10" y="3"/>
                  </a:cubicBezTo>
                  <a:cubicBezTo>
                    <a:pt x="14" y="3"/>
                    <a:pt x="18" y="2"/>
                    <a:pt x="18" y="1"/>
                  </a:cubicBezTo>
                  <a:cubicBezTo>
                    <a:pt x="18" y="0"/>
                    <a:pt x="14"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97" name="Freeform 1999"/>
            <p:cNvSpPr/>
            <p:nvPr/>
          </p:nvSpPr>
          <p:spPr bwMode="auto">
            <a:xfrm>
              <a:off x="4018267" y="11390090"/>
              <a:ext cx="52388" cy="14288"/>
            </a:xfrm>
            <a:custGeom>
              <a:avLst/>
              <a:gdLst>
                <a:gd name="T0" fmla="*/ 1 w 19"/>
                <a:gd name="T1" fmla="*/ 4 h 5"/>
                <a:gd name="T2" fmla="*/ 10 w 19"/>
                <a:gd name="T3" fmla="*/ 4 h 5"/>
                <a:gd name="T4" fmla="*/ 19 w 19"/>
                <a:gd name="T5" fmla="*/ 1 h 5"/>
                <a:gd name="T6" fmla="*/ 9 w 19"/>
                <a:gd name="T7" fmla="*/ 1 h 5"/>
                <a:gd name="T8" fmla="*/ 1 w 19"/>
                <a:gd name="T9" fmla="*/ 4 h 5"/>
              </a:gdLst>
              <a:ahLst/>
              <a:cxnLst>
                <a:cxn ang="0">
                  <a:pos x="T0" y="T1"/>
                </a:cxn>
                <a:cxn ang="0">
                  <a:pos x="T2" y="T3"/>
                </a:cxn>
                <a:cxn ang="0">
                  <a:pos x="T4" y="T5"/>
                </a:cxn>
                <a:cxn ang="0">
                  <a:pos x="T6" y="T7"/>
                </a:cxn>
                <a:cxn ang="0">
                  <a:pos x="T8" y="T9"/>
                </a:cxn>
              </a:cxnLst>
              <a:rect l="0" t="0" r="r" b="b"/>
              <a:pathLst>
                <a:path w="19" h="5">
                  <a:moveTo>
                    <a:pt x="1" y="4"/>
                  </a:moveTo>
                  <a:cubicBezTo>
                    <a:pt x="1" y="5"/>
                    <a:pt x="5" y="5"/>
                    <a:pt x="10" y="4"/>
                  </a:cubicBezTo>
                  <a:cubicBezTo>
                    <a:pt x="15" y="3"/>
                    <a:pt x="19" y="2"/>
                    <a:pt x="19" y="1"/>
                  </a:cubicBezTo>
                  <a:cubicBezTo>
                    <a:pt x="18" y="0"/>
                    <a:pt x="13" y="0"/>
                    <a:pt x="9" y="1"/>
                  </a:cubicBezTo>
                  <a:cubicBezTo>
                    <a:pt x="4" y="2"/>
                    <a:pt x="0"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98" name="Freeform 2000"/>
            <p:cNvSpPr/>
            <p:nvPr/>
          </p:nvSpPr>
          <p:spPr bwMode="auto">
            <a:xfrm>
              <a:off x="4232579" y="11344053"/>
              <a:ext cx="49213" cy="15875"/>
            </a:xfrm>
            <a:custGeom>
              <a:avLst/>
              <a:gdLst>
                <a:gd name="T0" fmla="*/ 8 w 18"/>
                <a:gd name="T1" fmla="*/ 1 h 6"/>
                <a:gd name="T2" fmla="*/ 0 w 18"/>
                <a:gd name="T3" fmla="*/ 5 h 6"/>
                <a:gd name="T4" fmla="*/ 9 w 18"/>
                <a:gd name="T5" fmla="*/ 4 h 6"/>
                <a:gd name="T6" fmla="*/ 18 w 18"/>
                <a:gd name="T7" fmla="*/ 1 h 6"/>
                <a:gd name="T8" fmla="*/ 8 w 18"/>
                <a:gd name="T9" fmla="*/ 1 h 6"/>
              </a:gdLst>
              <a:ahLst/>
              <a:cxnLst>
                <a:cxn ang="0">
                  <a:pos x="T0" y="T1"/>
                </a:cxn>
                <a:cxn ang="0">
                  <a:pos x="T2" y="T3"/>
                </a:cxn>
                <a:cxn ang="0">
                  <a:pos x="T4" y="T5"/>
                </a:cxn>
                <a:cxn ang="0">
                  <a:pos x="T6" y="T7"/>
                </a:cxn>
                <a:cxn ang="0">
                  <a:pos x="T8" y="T9"/>
                </a:cxn>
              </a:cxnLst>
              <a:rect l="0" t="0" r="r" b="b"/>
              <a:pathLst>
                <a:path w="18" h="6">
                  <a:moveTo>
                    <a:pt x="8" y="1"/>
                  </a:moveTo>
                  <a:cubicBezTo>
                    <a:pt x="4" y="2"/>
                    <a:pt x="0" y="4"/>
                    <a:pt x="0" y="5"/>
                  </a:cubicBezTo>
                  <a:cubicBezTo>
                    <a:pt x="0" y="6"/>
                    <a:pt x="4" y="6"/>
                    <a:pt x="9" y="4"/>
                  </a:cubicBezTo>
                  <a:cubicBezTo>
                    <a:pt x="14" y="3"/>
                    <a:pt x="18" y="1"/>
                    <a:pt x="18" y="1"/>
                  </a:cubicBezTo>
                  <a:cubicBezTo>
                    <a:pt x="17" y="0"/>
                    <a:pt x="13"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1999" name="Freeform 2001"/>
            <p:cNvSpPr/>
            <p:nvPr/>
          </p:nvSpPr>
          <p:spPr bwMode="auto">
            <a:xfrm>
              <a:off x="4443717" y="11283728"/>
              <a:ext cx="49213" cy="19050"/>
            </a:xfrm>
            <a:custGeom>
              <a:avLst/>
              <a:gdLst>
                <a:gd name="T0" fmla="*/ 8 w 18"/>
                <a:gd name="T1" fmla="*/ 2 h 7"/>
                <a:gd name="T2" fmla="*/ 0 w 18"/>
                <a:gd name="T3" fmla="*/ 6 h 7"/>
                <a:gd name="T4" fmla="*/ 10 w 18"/>
                <a:gd name="T5" fmla="*/ 5 h 7"/>
                <a:gd name="T6" fmla="*/ 18 w 18"/>
                <a:gd name="T7" fmla="*/ 1 h 7"/>
                <a:gd name="T8" fmla="*/ 8 w 18"/>
                <a:gd name="T9" fmla="*/ 2 h 7"/>
              </a:gdLst>
              <a:ahLst/>
              <a:cxnLst>
                <a:cxn ang="0">
                  <a:pos x="T0" y="T1"/>
                </a:cxn>
                <a:cxn ang="0">
                  <a:pos x="T2" y="T3"/>
                </a:cxn>
                <a:cxn ang="0">
                  <a:pos x="T4" y="T5"/>
                </a:cxn>
                <a:cxn ang="0">
                  <a:pos x="T6" y="T7"/>
                </a:cxn>
                <a:cxn ang="0">
                  <a:pos x="T8" y="T9"/>
                </a:cxn>
              </a:cxnLst>
              <a:rect l="0" t="0" r="r" b="b"/>
              <a:pathLst>
                <a:path w="18" h="7">
                  <a:moveTo>
                    <a:pt x="8" y="2"/>
                  </a:moveTo>
                  <a:cubicBezTo>
                    <a:pt x="3" y="4"/>
                    <a:pt x="0" y="5"/>
                    <a:pt x="0" y="6"/>
                  </a:cubicBezTo>
                  <a:cubicBezTo>
                    <a:pt x="1" y="7"/>
                    <a:pt x="5" y="6"/>
                    <a:pt x="10" y="5"/>
                  </a:cubicBezTo>
                  <a:cubicBezTo>
                    <a:pt x="15" y="3"/>
                    <a:pt x="18" y="2"/>
                    <a:pt x="18" y="1"/>
                  </a:cubicBezTo>
                  <a:cubicBezTo>
                    <a:pt x="18" y="0"/>
                    <a:pt x="13"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00" name="Freeform 2002"/>
            <p:cNvSpPr/>
            <p:nvPr/>
          </p:nvSpPr>
          <p:spPr bwMode="auto">
            <a:xfrm>
              <a:off x="4656442" y="11213878"/>
              <a:ext cx="50800" cy="22225"/>
            </a:xfrm>
            <a:custGeom>
              <a:avLst/>
              <a:gdLst>
                <a:gd name="T0" fmla="*/ 1 w 19"/>
                <a:gd name="T1" fmla="*/ 7 h 8"/>
                <a:gd name="T2" fmla="*/ 9 w 19"/>
                <a:gd name="T3" fmla="*/ 6 h 8"/>
                <a:gd name="T4" fmla="*/ 18 w 19"/>
                <a:gd name="T5" fmla="*/ 1 h 8"/>
                <a:gd name="T6" fmla="*/ 9 w 19"/>
                <a:gd name="T7" fmla="*/ 2 h 8"/>
                <a:gd name="T8" fmla="*/ 1 w 19"/>
                <a:gd name="T9" fmla="*/ 7 h 8"/>
              </a:gdLst>
              <a:ahLst/>
              <a:cxnLst>
                <a:cxn ang="0">
                  <a:pos x="T0" y="T1"/>
                </a:cxn>
                <a:cxn ang="0">
                  <a:pos x="T2" y="T3"/>
                </a:cxn>
                <a:cxn ang="0">
                  <a:pos x="T4" y="T5"/>
                </a:cxn>
                <a:cxn ang="0">
                  <a:pos x="T6" y="T7"/>
                </a:cxn>
                <a:cxn ang="0">
                  <a:pos x="T8" y="T9"/>
                </a:cxn>
              </a:cxnLst>
              <a:rect l="0" t="0" r="r" b="b"/>
              <a:pathLst>
                <a:path w="19" h="8">
                  <a:moveTo>
                    <a:pt x="1" y="7"/>
                  </a:moveTo>
                  <a:cubicBezTo>
                    <a:pt x="1" y="8"/>
                    <a:pt x="5" y="7"/>
                    <a:pt x="9" y="6"/>
                  </a:cubicBezTo>
                  <a:cubicBezTo>
                    <a:pt x="14" y="4"/>
                    <a:pt x="19" y="1"/>
                    <a:pt x="18" y="1"/>
                  </a:cubicBezTo>
                  <a:cubicBezTo>
                    <a:pt x="18" y="0"/>
                    <a:pt x="13" y="1"/>
                    <a:pt x="9" y="2"/>
                  </a:cubicBezTo>
                  <a:cubicBezTo>
                    <a:pt x="4" y="4"/>
                    <a:pt x="0" y="6"/>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01" name="Freeform 2003"/>
            <p:cNvSpPr/>
            <p:nvPr/>
          </p:nvSpPr>
          <p:spPr bwMode="auto">
            <a:xfrm>
              <a:off x="4867579" y="11132915"/>
              <a:ext cx="49213" cy="23813"/>
            </a:xfrm>
            <a:custGeom>
              <a:avLst/>
              <a:gdLst>
                <a:gd name="T0" fmla="*/ 1 w 18"/>
                <a:gd name="T1" fmla="*/ 8 h 9"/>
                <a:gd name="T2" fmla="*/ 10 w 18"/>
                <a:gd name="T3" fmla="*/ 6 h 9"/>
                <a:gd name="T4" fmla="*/ 18 w 18"/>
                <a:gd name="T5" fmla="*/ 1 h 9"/>
                <a:gd name="T6" fmla="*/ 8 w 18"/>
                <a:gd name="T7" fmla="*/ 4 h 9"/>
                <a:gd name="T8" fmla="*/ 1 w 18"/>
                <a:gd name="T9" fmla="*/ 8 h 9"/>
              </a:gdLst>
              <a:ahLst/>
              <a:cxnLst>
                <a:cxn ang="0">
                  <a:pos x="T0" y="T1"/>
                </a:cxn>
                <a:cxn ang="0">
                  <a:pos x="T2" y="T3"/>
                </a:cxn>
                <a:cxn ang="0">
                  <a:pos x="T4" y="T5"/>
                </a:cxn>
                <a:cxn ang="0">
                  <a:pos x="T6" y="T7"/>
                </a:cxn>
                <a:cxn ang="0">
                  <a:pos x="T8" y="T9"/>
                </a:cxn>
              </a:cxnLst>
              <a:rect l="0" t="0" r="r" b="b"/>
              <a:pathLst>
                <a:path w="18" h="9">
                  <a:moveTo>
                    <a:pt x="1" y="8"/>
                  </a:moveTo>
                  <a:cubicBezTo>
                    <a:pt x="1" y="9"/>
                    <a:pt x="5" y="8"/>
                    <a:pt x="10" y="6"/>
                  </a:cubicBezTo>
                  <a:cubicBezTo>
                    <a:pt x="15" y="4"/>
                    <a:pt x="18" y="2"/>
                    <a:pt x="18" y="1"/>
                  </a:cubicBezTo>
                  <a:cubicBezTo>
                    <a:pt x="18" y="0"/>
                    <a:pt x="13" y="2"/>
                    <a:pt x="8" y="4"/>
                  </a:cubicBezTo>
                  <a:cubicBezTo>
                    <a:pt x="3" y="6"/>
                    <a:pt x="0" y="8"/>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02" name="Freeform 2004"/>
            <p:cNvSpPr/>
            <p:nvPr/>
          </p:nvSpPr>
          <p:spPr bwMode="auto">
            <a:xfrm>
              <a:off x="5080304" y="11048778"/>
              <a:ext cx="50800" cy="20638"/>
            </a:xfrm>
            <a:custGeom>
              <a:avLst/>
              <a:gdLst>
                <a:gd name="T0" fmla="*/ 1 w 19"/>
                <a:gd name="T1" fmla="*/ 8 h 8"/>
                <a:gd name="T2" fmla="*/ 11 w 19"/>
                <a:gd name="T3" fmla="*/ 5 h 8"/>
                <a:gd name="T4" fmla="*/ 18 w 19"/>
                <a:gd name="T5" fmla="*/ 0 h 8"/>
                <a:gd name="T6" fmla="*/ 7 w 19"/>
                <a:gd name="T7" fmla="*/ 3 h 8"/>
                <a:gd name="T8" fmla="*/ 1 w 19"/>
                <a:gd name="T9" fmla="*/ 8 h 8"/>
              </a:gdLst>
              <a:ahLst/>
              <a:cxnLst>
                <a:cxn ang="0">
                  <a:pos x="T0" y="T1"/>
                </a:cxn>
                <a:cxn ang="0">
                  <a:pos x="T2" y="T3"/>
                </a:cxn>
                <a:cxn ang="0">
                  <a:pos x="T4" y="T5"/>
                </a:cxn>
                <a:cxn ang="0">
                  <a:pos x="T6" y="T7"/>
                </a:cxn>
                <a:cxn ang="0">
                  <a:pos x="T8" y="T9"/>
                </a:cxn>
              </a:cxnLst>
              <a:rect l="0" t="0" r="r" b="b"/>
              <a:pathLst>
                <a:path w="19" h="8">
                  <a:moveTo>
                    <a:pt x="1" y="8"/>
                  </a:moveTo>
                  <a:cubicBezTo>
                    <a:pt x="1" y="8"/>
                    <a:pt x="6" y="7"/>
                    <a:pt x="11" y="5"/>
                  </a:cubicBezTo>
                  <a:cubicBezTo>
                    <a:pt x="15" y="3"/>
                    <a:pt x="19" y="1"/>
                    <a:pt x="18" y="0"/>
                  </a:cubicBezTo>
                  <a:cubicBezTo>
                    <a:pt x="17" y="0"/>
                    <a:pt x="12" y="1"/>
                    <a:pt x="7" y="3"/>
                  </a:cubicBezTo>
                  <a:cubicBezTo>
                    <a:pt x="2" y="5"/>
                    <a:pt x="0" y="7"/>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03" name="Freeform 2005"/>
            <p:cNvSpPr/>
            <p:nvPr/>
          </p:nvSpPr>
          <p:spPr bwMode="auto">
            <a:xfrm>
              <a:off x="5291442" y="10953528"/>
              <a:ext cx="49213" cy="26988"/>
            </a:xfrm>
            <a:custGeom>
              <a:avLst/>
              <a:gdLst>
                <a:gd name="T0" fmla="*/ 0 w 18"/>
                <a:gd name="T1" fmla="*/ 9 h 10"/>
                <a:gd name="T2" fmla="*/ 10 w 18"/>
                <a:gd name="T3" fmla="*/ 7 h 10"/>
                <a:gd name="T4" fmla="*/ 18 w 18"/>
                <a:gd name="T5" fmla="*/ 1 h 10"/>
                <a:gd name="T6" fmla="*/ 9 w 18"/>
                <a:gd name="T7" fmla="*/ 3 h 10"/>
                <a:gd name="T8" fmla="*/ 0 w 18"/>
                <a:gd name="T9" fmla="*/ 9 h 10"/>
              </a:gdLst>
              <a:ahLst/>
              <a:cxnLst>
                <a:cxn ang="0">
                  <a:pos x="T0" y="T1"/>
                </a:cxn>
                <a:cxn ang="0">
                  <a:pos x="T2" y="T3"/>
                </a:cxn>
                <a:cxn ang="0">
                  <a:pos x="T4" y="T5"/>
                </a:cxn>
                <a:cxn ang="0">
                  <a:pos x="T6" y="T7"/>
                </a:cxn>
                <a:cxn ang="0">
                  <a:pos x="T8" y="T9"/>
                </a:cxn>
              </a:cxnLst>
              <a:rect l="0" t="0" r="r" b="b"/>
              <a:pathLst>
                <a:path w="18" h="10">
                  <a:moveTo>
                    <a:pt x="0" y="9"/>
                  </a:moveTo>
                  <a:cubicBezTo>
                    <a:pt x="0" y="10"/>
                    <a:pt x="4" y="9"/>
                    <a:pt x="10" y="7"/>
                  </a:cubicBezTo>
                  <a:cubicBezTo>
                    <a:pt x="14" y="5"/>
                    <a:pt x="18" y="2"/>
                    <a:pt x="18" y="1"/>
                  </a:cubicBezTo>
                  <a:cubicBezTo>
                    <a:pt x="18" y="0"/>
                    <a:pt x="14" y="1"/>
                    <a:pt x="9" y="3"/>
                  </a:cubicBezTo>
                  <a:cubicBezTo>
                    <a:pt x="4" y="5"/>
                    <a:pt x="0" y="8"/>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04" name="Freeform 2006"/>
            <p:cNvSpPr/>
            <p:nvPr/>
          </p:nvSpPr>
          <p:spPr bwMode="auto">
            <a:xfrm>
              <a:off x="5502579" y="10858278"/>
              <a:ext cx="49213" cy="26988"/>
            </a:xfrm>
            <a:custGeom>
              <a:avLst/>
              <a:gdLst>
                <a:gd name="T0" fmla="*/ 0 w 18"/>
                <a:gd name="T1" fmla="*/ 9 h 10"/>
                <a:gd name="T2" fmla="*/ 8 w 18"/>
                <a:gd name="T3" fmla="*/ 7 h 10"/>
                <a:gd name="T4" fmla="*/ 18 w 18"/>
                <a:gd name="T5" fmla="*/ 1 h 10"/>
                <a:gd name="T6" fmla="*/ 8 w 18"/>
                <a:gd name="T7" fmla="*/ 3 h 10"/>
                <a:gd name="T8" fmla="*/ 0 w 18"/>
                <a:gd name="T9" fmla="*/ 9 h 10"/>
              </a:gdLst>
              <a:ahLst/>
              <a:cxnLst>
                <a:cxn ang="0">
                  <a:pos x="T0" y="T1"/>
                </a:cxn>
                <a:cxn ang="0">
                  <a:pos x="T2" y="T3"/>
                </a:cxn>
                <a:cxn ang="0">
                  <a:pos x="T4" y="T5"/>
                </a:cxn>
                <a:cxn ang="0">
                  <a:pos x="T6" y="T7"/>
                </a:cxn>
                <a:cxn ang="0">
                  <a:pos x="T8" y="T9"/>
                </a:cxn>
              </a:cxnLst>
              <a:rect l="0" t="0" r="r" b="b"/>
              <a:pathLst>
                <a:path w="18" h="10">
                  <a:moveTo>
                    <a:pt x="0" y="9"/>
                  </a:moveTo>
                  <a:cubicBezTo>
                    <a:pt x="0" y="10"/>
                    <a:pt x="4" y="9"/>
                    <a:pt x="8" y="7"/>
                  </a:cubicBezTo>
                  <a:cubicBezTo>
                    <a:pt x="13" y="5"/>
                    <a:pt x="18" y="2"/>
                    <a:pt x="18" y="1"/>
                  </a:cubicBezTo>
                  <a:cubicBezTo>
                    <a:pt x="17" y="0"/>
                    <a:pt x="13" y="1"/>
                    <a:pt x="8" y="3"/>
                  </a:cubicBezTo>
                  <a:cubicBezTo>
                    <a:pt x="4" y="5"/>
                    <a:pt x="0" y="8"/>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05" name="Freeform 2007"/>
            <p:cNvSpPr/>
            <p:nvPr/>
          </p:nvSpPr>
          <p:spPr bwMode="auto">
            <a:xfrm>
              <a:off x="5826429" y="10724928"/>
              <a:ext cx="50800" cy="26988"/>
            </a:xfrm>
            <a:custGeom>
              <a:avLst/>
              <a:gdLst>
                <a:gd name="T0" fmla="*/ 1 w 19"/>
                <a:gd name="T1" fmla="*/ 9 h 10"/>
                <a:gd name="T2" fmla="*/ 9 w 19"/>
                <a:gd name="T3" fmla="*/ 7 h 10"/>
                <a:gd name="T4" fmla="*/ 19 w 19"/>
                <a:gd name="T5" fmla="*/ 1 h 10"/>
                <a:gd name="T6" fmla="*/ 10 w 19"/>
                <a:gd name="T7" fmla="*/ 4 h 10"/>
                <a:gd name="T8" fmla="*/ 1 w 19"/>
                <a:gd name="T9" fmla="*/ 9 h 10"/>
              </a:gdLst>
              <a:ahLst/>
              <a:cxnLst>
                <a:cxn ang="0">
                  <a:pos x="T0" y="T1"/>
                </a:cxn>
                <a:cxn ang="0">
                  <a:pos x="T2" y="T3"/>
                </a:cxn>
                <a:cxn ang="0">
                  <a:pos x="T4" y="T5"/>
                </a:cxn>
                <a:cxn ang="0">
                  <a:pos x="T6" y="T7"/>
                </a:cxn>
                <a:cxn ang="0">
                  <a:pos x="T8" y="T9"/>
                </a:cxn>
              </a:cxnLst>
              <a:rect l="0" t="0" r="r" b="b"/>
              <a:pathLst>
                <a:path w="19" h="10">
                  <a:moveTo>
                    <a:pt x="1" y="9"/>
                  </a:moveTo>
                  <a:cubicBezTo>
                    <a:pt x="0" y="10"/>
                    <a:pt x="4" y="9"/>
                    <a:pt x="9" y="7"/>
                  </a:cubicBezTo>
                  <a:cubicBezTo>
                    <a:pt x="15" y="4"/>
                    <a:pt x="19" y="2"/>
                    <a:pt x="19" y="1"/>
                  </a:cubicBezTo>
                  <a:cubicBezTo>
                    <a:pt x="19" y="0"/>
                    <a:pt x="14" y="2"/>
                    <a:pt x="10" y="4"/>
                  </a:cubicBezTo>
                  <a:cubicBezTo>
                    <a:pt x="5" y="6"/>
                    <a:pt x="1" y="8"/>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06" name="Freeform 2008"/>
            <p:cNvSpPr/>
            <p:nvPr/>
          </p:nvSpPr>
          <p:spPr bwMode="auto">
            <a:xfrm>
              <a:off x="6037567" y="10629678"/>
              <a:ext cx="52388" cy="25400"/>
            </a:xfrm>
            <a:custGeom>
              <a:avLst/>
              <a:gdLst>
                <a:gd name="T0" fmla="*/ 0 w 19"/>
                <a:gd name="T1" fmla="*/ 8 h 9"/>
                <a:gd name="T2" fmla="*/ 9 w 19"/>
                <a:gd name="T3" fmla="*/ 6 h 9"/>
                <a:gd name="T4" fmla="*/ 19 w 19"/>
                <a:gd name="T5" fmla="*/ 0 h 9"/>
                <a:gd name="T6" fmla="*/ 10 w 19"/>
                <a:gd name="T7" fmla="*/ 3 h 9"/>
                <a:gd name="T8" fmla="*/ 0 w 19"/>
                <a:gd name="T9" fmla="*/ 8 h 9"/>
              </a:gdLst>
              <a:ahLst/>
              <a:cxnLst>
                <a:cxn ang="0">
                  <a:pos x="T0" y="T1"/>
                </a:cxn>
                <a:cxn ang="0">
                  <a:pos x="T2" y="T3"/>
                </a:cxn>
                <a:cxn ang="0">
                  <a:pos x="T4" y="T5"/>
                </a:cxn>
                <a:cxn ang="0">
                  <a:pos x="T6" y="T7"/>
                </a:cxn>
                <a:cxn ang="0">
                  <a:pos x="T8" y="T9"/>
                </a:cxn>
              </a:cxnLst>
              <a:rect l="0" t="0" r="r" b="b"/>
              <a:pathLst>
                <a:path w="19" h="9">
                  <a:moveTo>
                    <a:pt x="0" y="8"/>
                  </a:moveTo>
                  <a:cubicBezTo>
                    <a:pt x="0" y="9"/>
                    <a:pt x="4" y="8"/>
                    <a:pt x="9" y="6"/>
                  </a:cubicBezTo>
                  <a:cubicBezTo>
                    <a:pt x="15" y="3"/>
                    <a:pt x="19" y="1"/>
                    <a:pt x="19" y="0"/>
                  </a:cubicBezTo>
                  <a:cubicBezTo>
                    <a:pt x="18" y="0"/>
                    <a:pt x="14" y="1"/>
                    <a:pt x="10" y="3"/>
                  </a:cubicBezTo>
                  <a:cubicBezTo>
                    <a:pt x="5" y="5"/>
                    <a:pt x="1" y="8"/>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07" name="Freeform 2009"/>
            <p:cNvSpPr/>
            <p:nvPr/>
          </p:nvSpPr>
          <p:spPr bwMode="auto">
            <a:xfrm>
              <a:off x="6247117" y="10534428"/>
              <a:ext cx="53975" cy="25400"/>
            </a:xfrm>
            <a:custGeom>
              <a:avLst/>
              <a:gdLst>
                <a:gd name="T0" fmla="*/ 10 w 20"/>
                <a:gd name="T1" fmla="*/ 3 h 9"/>
                <a:gd name="T2" fmla="*/ 1 w 20"/>
                <a:gd name="T3" fmla="*/ 9 h 9"/>
                <a:gd name="T4" fmla="*/ 11 w 20"/>
                <a:gd name="T5" fmla="*/ 5 h 9"/>
                <a:gd name="T6" fmla="*/ 19 w 20"/>
                <a:gd name="T7" fmla="*/ 0 h 9"/>
                <a:gd name="T8" fmla="*/ 10 w 20"/>
                <a:gd name="T9" fmla="*/ 3 h 9"/>
              </a:gdLst>
              <a:ahLst/>
              <a:cxnLst>
                <a:cxn ang="0">
                  <a:pos x="T0" y="T1"/>
                </a:cxn>
                <a:cxn ang="0">
                  <a:pos x="T2" y="T3"/>
                </a:cxn>
                <a:cxn ang="0">
                  <a:pos x="T4" y="T5"/>
                </a:cxn>
                <a:cxn ang="0">
                  <a:pos x="T6" y="T7"/>
                </a:cxn>
                <a:cxn ang="0">
                  <a:pos x="T8" y="T9"/>
                </a:cxn>
              </a:cxnLst>
              <a:rect l="0" t="0" r="r" b="b"/>
              <a:pathLst>
                <a:path w="20" h="9">
                  <a:moveTo>
                    <a:pt x="10" y="3"/>
                  </a:moveTo>
                  <a:cubicBezTo>
                    <a:pt x="5" y="5"/>
                    <a:pt x="0" y="8"/>
                    <a:pt x="1" y="9"/>
                  </a:cubicBezTo>
                  <a:cubicBezTo>
                    <a:pt x="2" y="9"/>
                    <a:pt x="7" y="7"/>
                    <a:pt x="11" y="5"/>
                  </a:cubicBezTo>
                  <a:cubicBezTo>
                    <a:pt x="16" y="3"/>
                    <a:pt x="20" y="1"/>
                    <a:pt x="19" y="0"/>
                  </a:cubicBezTo>
                  <a:cubicBezTo>
                    <a:pt x="19" y="0"/>
                    <a:pt x="15"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08" name="Freeform 2010"/>
            <p:cNvSpPr/>
            <p:nvPr/>
          </p:nvSpPr>
          <p:spPr bwMode="auto">
            <a:xfrm>
              <a:off x="6458254" y="10445528"/>
              <a:ext cx="53975" cy="22225"/>
            </a:xfrm>
            <a:custGeom>
              <a:avLst/>
              <a:gdLst>
                <a:gd name="T0" fmla="*/ 9 w 20"/>
                <a:gd name="T1" fmla="*/ 3 h 8"/>
                <a:gd name="T2" fmla="*/ 1 w 20"/>
                <a:gd name="T3" fmla="*/ 8 h 8"/>
                <a:gd name="T4" fmla="*/ 12 w 20"/>
                <a:gd name="T5" fmla="*/ 5 h 8"/>
                <a:gd name="T6" fmla="*/ 19 w 20"/>
                <a:gd name="T7" fmla="*/ 0 h 8"/>
                <a:gd name="T8" fmla="*/ 9 w 20"/>
                <a:gd name="T9" fmla="*/ 3 h 8"/>
              </a:gdLst>
              <a:ahLst/>
              <a:cxnLst>
                <a:cxn ang="0">
                  <a:pos x="T0" y="T1"/>
                </a:cxn>
                <a:cxn ang="0">
                  <a:pos x="T2" y="T3"/>
                </a:cxn>
                <a:cxn ang="0">
                  <a:pos x="T4" y="T5"/>
                </a:cxn>
                <a:cxn ang="0">
                  <a:pos x="T6" y="T7"/>
                </a:cxn>
                <a:cxn ang="0">
                  <a:pos x="T8" y="T9"/>
                </a:cxn>
              </a:cxnLst>
              <a:rect l="0" t="0" r="r" b="b"/>
              <a:pathLst>
                <a:path w="20" h="8">
                  <a:moveTo>
                    <a:pt x="9" y="3"/>
                  </a:moveTo>
                  <a:cubicBezTo>
                    <a:pt x="4" y="5"/>
                    <a:pt x="0" y="8"/>
                    <a:pt x="1" y="8"/>
                  </a:cubicBezTo>
                  <a:cubicBezTo>
                    <a:pt x="2" y="8"/>
                    <a:pt x="7" y="7"/>
                    <a:pt x="12" y="5"/>
                  </a:cubicBezTo>
                  <a:cubicBezTo>
                    <a:pt x="17" y="2"/>
                    <a:pt x="20" y="1"/>
                    <a:pt x="19" y="0"/>
                  </a:cubicBezTo>
                  <a:cubicBezTo>
                    <a:pt x="18" y="0"/>
                    <a:pt x="14"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09" name="Freeform 2011"/>
            <p:cNvSpPr/>
            <p:nvPr/>
          </p:nvSpPr>
          <p:spPr bwMode="auto">
            <a:xfrm>
              <a:off x="6672567" y="10361390"/>
              <a:ext cx="52388" cy="22225"/>
            </a:xfrm>
            <a:custGeom>
              <a:avLst/>
              <a:gdLst>
                <a:gd name="T0" fmla="*/ 0 w 19"/>
                <a:gd name="T1" fmla="*/ 7 h 8"/>
                <a:gd name="T2" fmla="*/ 11 w 19"/>
                <a:gd name="T3" fmla="*/ 4 h 8"/>
                <a:gd name="T4" fmla="*/ 18 w 19"/>
                <a:gd name="T5" fmla="*/ 0 h 8"/>
                <a:gd name="T6" fmla="*/ 8 w 19"/>
                <a:gd name="T7" fmla="*/ 2 h 8"/>
                <a:gd name="T8" fmla="*/ 0 w 19"/>
                <a:gd name="T9" fmla="*/ 7 h 8"/>
              </a:gdLst>
              <a:ahLst/>
              <a:cxnLst>
                <a:cxn ang="0">
                  <a:pos x="T0" y="T1"/>
                </a:cxn>
                <a:cxn ang="0">
                  <a:pos x="T2" y="T3"/>
                </a:cxn>
                <a:cxn ang="0">
                  <a:pos x="T4" y="T5"/>
                </a:cxn>
                <a:cxn ang="0">
                  <a:pos x="T6" y="T7"/>
                </a:cxn>
                <a:cxn ang="0">
                  <a:pos x="T8" y="T9"/>
                </a:cxn>
              </a:cxnLst>
              <a:rect l="0" t="0" r="r" b="b"/>
              <a:pathLst>
                <a:path w="19" h="8">
                  <a:moveTo>
                    <a:pt x="0" y="7"/>
                  </a:moveTo>
                  <a:cubicBezTo>
                    <a:pt x="0" y="8"/>
                    <a:pt x="5" y="7"/>
                    <a:pt x="11" y="4"/>
                  </a:cubicBezTo>
                  <a:cubicBezTo>
                    <a:pt x="16" y="2"/>
                    <a:pt x="19" y="1"/>
                    <a:pt x="18" y="0"/>
                  </a:cubicBezTo>
                  <a:cubicBezTo>
                    <a:pt x="18" y="0"/>
                    <a:pt x="13" y="1"/>
                    <a:pt x="8" y="2"/>
                  </a:cubicBezTo>
                  <a:cubicBezTo>
                    <a:pt x="4" y="4"/>
                    <a:pt x="0" y="6"/>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10" name="Freeform 2012"/>
            <p:cNvSpPr/>
            <p:nvPr/>
          </p:nvSpPr>
          <p:spPr bwMode="auto">
            <a:xfrm>
              <a:off x="6883704" y="10282015"/>
              <a:ext cx="49213" cy="22225"/>
            </a:xfrm>
            <a:custGeom>
              <a:avLst/>
              <a:gdLst>
                <a:gd name="T0" fmla="*/ 0 w 18"/>
                <a:gd name="T1" fmla="*/ 7 h 8"/>
                <a:gd name="T2" fmla="*/ 10 w 18"/>
                <a:gd name="T3" fmla="*/ 5 h 8"/>
                <a:gd name="T4" fmla="*/ 18 w 18"/>
                <a:gd name="T5" fmla="*/ 1 h 8"/>
                <a:gd name="T6" fmla="*/ 10 w 18"/>
                <a:gd name="T7" fmla="*/ 3 h 8"/>
                <a:gd name="T8" fmla="*/ 0 w 18"/>
                <a:gd name="T9" fmla="*/ 7 h 8"/>
              </a:gdLst>
              <a:ahLst/>
              <a:cxnLst>
                <a:cxn ang="0">
                  <a:pos x="T0" y="T1"/>
                </a:cxn>
                <a:cxn ang="0">
                  <a:pos x="T2" y="T3"/>
                </a:cxn>
                <a:cxn ang="0">
                  <a:pos x="T4" y="T5"/>
                </a:cxn>
                <a:cxn ang="0">
                  <a:pos x="T6" y="T7"/>
                </a:cxn>
                <a:cxn ang="0">
                  <a:pos x="T8" y="T9"/>
                </a:cxn>
              </a:cxnLst>
              <a:rect l="0" t="0" r="r" b="b"/>
              <a:pathLst>
                <a:path w="18" h="8">
                  <a:moveTo>
                    <a:pt x="0" y="7"/>
                  </a:moveTo>
                  <a:cubicBezTo>
                    <a:pt x="0" y="8"/>
                    <a:pt x="5" y="7"/>
                    <a:pt x="10" y="5"/>
                  </a:cubicBezTo>
                  <a:cubicBezTo>
                    <a:pt x="15" y="4"/>
                    <a:pt x="18" y="2"/>
                    <a:pt x="18" y="1"/>
                  </a:cubicBezTo>
                  <a:cubicBezTo>
                    <a:pt x="18" y="0"/>
                    <a:pt x="14" y="1"/>
                    <a:pt x="10" y="3"/>
                  </a:cubicBezTo>
                  <a:cubicBezTo>
                    <a:pt x="4" y="4"/>
                    <a:pt x="0" y="7"/>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11" name="Freeform 2013"/>
            <p:cNvSpPr/>
            <p:nvPr/>
          </p:nvSpPr>
          <p:spPr bwMode="auto">
            <a:xfrm>
              <a:off x="7096429" y="10216928"/>
              <a:ext cx="50800" cy="19050"/>
            </a:xfrm>
            <a:custGeom>
              <a:avLst/>
              <a:gdLst>
                <a:gd name="T0" fmla="*/ 0 w 19"/>
                <a:gd name="T1" fmla="*/ 6 h 7"/>
                <a:gd name="T2" fmla="*/ 11 w 19"/>
                <a:gd name="T3" fmla="*/ 4 h 7"/>
                <a:gd name="T4" fmla="*/ 18 w 19"/>
                <a:gd name="T5" fmla="*/ 1 h 7"/>
                <a:gd name="T6" fmla="*/ 9 w 19"/>
                <a:gd name="T7" fmla="*/ 2 h 7"/>
                <a:gd name="T8" fmla="*/ 0 w 19"/>
                <a:gd name="T9" fmla="*/ 6 h 7"/>
              </a:gdLst>
              <a:ahLst/>
              <a:cxnLst>
                <a:cxn ang="0">
                  <a:pos x="T0" y="T1"/>
                </a:cxn>
                <a:cxn ang="0">
                  <a:pos x="T2" y="T3"/>
                </a:cxn>
                <a:cxn ang="0">
                  <a:pos x="T4" y="T5"/>
                </a:cxn>
                <a:cxn ang="0">
                  <a:pos x="T6" y="T7"/>
                </a:cxn>
                <a:cxn ang="0">
                  <a:pos x="T8" y="T9"/>
                </a:cxn>
              </a:cxnLst>
              <a:rect l="0" t="0" r="r" b="b"/>
              <a:pathLst>
                <a:path w="19" h="7">
                  <a:moveTo>
                    <a:pt x="0" y="6"/>
                  </a:moveTo>
                  <a:cubicBezTo>
                    <a:pt x="0" y="7"/>
                    <a:pt x="5" y="6"/>
                    <a:pt x="11" y="4"/>
                  </a:cubicBezTo>
                  <a:cubicBezTo>
                    <a:pt x="16" y="3"/>
                    <a:pt x="19" y="1"/>
                    <a:pt x="18" y="1"/>
                  </a:cubicBezTo>
                  <a:cubicBezTo>
                    <a:pt x="18" y="0"/>
                    <a:pt x="13" y="0"/>
                    <a:pt x="9" y="2"/>
                  </a:cubicBezTo>
                  <a:cubicBezTo>
                    <a:pt x="4" y="3"/>
                    <a:pt x="0"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12" name="Freeform 2015"/>
            <p:cNvSpPr/>
            <p:nvPr/>
          </p:nvSpPr>
          <p:spPr bwMode="auto">
            <a:xfrm>
              <a:off x="7307567" y="10159778"/>
              <a:ext cx="52388" cy="17463"/>
            </a:xfrm>
            <a:custGeom>
              <a:avLst/>
              <a:gdLst>
                <a:gd name="T0" fmla="*/ 1 w 19"/>
                <a:gd name="T1" fmla="*/ 6 h 6"/>
                <a:gd name="T2" fmla="*/ 11 w 19"/>
                <a:gd name="T3" fmla="*/ 4 h 6"/>
                <a:gd name="T4" fmla="*/ 19 w 19"/>
                <a:gd name="T5" fmla="*/ 1 h 6"/>
                <a:gd name="T6" fmla="*/ 9 w 19"/>
                <a:gd name="T7" fmla="*/ 2 h 6"/>
                <a:gd name="T8" fmla="*/ 1 w 19"/>
                <a:gd name="T9" fmla="*/ 6 h 6"/>
              </a:gdLst>
              <a:ahLst/>
              <a:cxnLst>
                <a:cxn ang="0">
                  <a:pos x="T0" y="T1"/>
                </a:cxn>
                <a:cxn ang="0">
                  <a:pos x="T2" y="T3"/>
                </a:cxn>
                <a:cxn ang="0">
                  <a:pos x="T4" y="T5"/>
                </a:cxn>
                <a:cxn ang="0">
                  <a:pos x="T6" y="T7"/>
                </a:cxn>
                <a:cxn ang="0">
                  <a:pos x="T8" y="T9"/>
                </a:cxn>
              </a:cxnLst>
              <a:rect l="0" t="0" r="r" b="b"/>
              <a:pathLst>
                <a:path w="19" h="6">
                  <a:moveTo>
                    <a:pt x="1" y="6"/>
                  </a:moveTo>
                  <a:cubicBezTo>
                    <a:pt x="1" y="6"/>
                    <a:pt x="6" y="6"/>
                    <a:pt x="11" y="4"/>
                  </a:cubicBezTo>
                  <a:cubicBezTo>
                    <a:pt x="16" y="3"/>
                    <a:pt x="19" y="2"/>
                    <a:pt x="19" y="1"/>
                  </a:cubicBezTo>
                  <a:cubicBezTo>
                    <a:pt x="18" y="0"/>
                    <a:pt x="14" y="1"/>
                    <a:pt x="9" y="2"/>
                  </a:cubicBezTo>
                  <a:cubicBezTo>
                    <a:pt x="4" y="3"/>
                    <a:pt x="0"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13" name="Freeform 2016"/>
            <p:cNvSpPr/>
            <p:nvPr/>
          </p:nvSpPr>
          <p:spPr bwMode="auto">
            <a:xfrm>
              <a:off x="7521879" y="10120091"/>
              <a:ext cx="52388" cy="12700"/>
            </a:xfrm>
            <a:custGeom>
              <a:avLst/>
              <a:gdLst>
                <a:gd name="T0" fmla="*/ 8 w 19"/>
                <a:gd name="T1" fmla="*/ 1 h 5"/>
                <a:gd name="T2" fmla="*/ 0 w 19"/>
                <a:gd name="T3" fmla="*/ 4 h 5"/>
                <a:gd name="T4" fmla="*/ 10 w 19"/>
                <a:gd name="T5" fmla="*/ 4 h 5"/>
                <a:gd name="T6" fmla="*/ 19 w 19"/>
                <a:gd name="T7" fmla="*/ 1 h 5"/>
                <a:gd name="T8" fmla="*/ 8 w 19"/>
                <a:gd name="T9" fmla="*/ 1 h 5"/>
              </a:gdLst>
              <a:ahLst/>
              <a:cxnLst>
                <a:cxn ang="0">
                  <a:pos x="T0" y="T1"/>
                </a:cxn>
                <a:cxn ang="0">
                  <a:pos x="T2" y="T3"/>
                </a:cxn>
                <a:cxn ang="0">
                  <a:pos x="T4" y="T5"/>
                </a:cxn>
                <a:cxn ang="0">
                  <a:pos x="T6" y="T7"/>
                </a:cxn>
                <a:cxn ang="0">
                  <a:pos x="T8" y="T9"/>
                </a:cxn>
              </a:cxnLst>
              <a:rect l="0" t="0" r="r" b="b"/>
              <a:pathLst>
                <a:path w="19" h="5">
                  <a:moveTo>
                    <a:pt x="8" y="1"/>
                  </a:moveTo>
                  <a:cubicBezTo>
                    <a:pt x="3" y="2"/>
                    <a:pt x="0" y="3"/>
                    <a:pt x="0" y="4"/>
                  </a:cubicBezTo>
                  <a:cubicBezTo>
                    <a:pt x="0" y="5"/>
                    <a:pt x="5" y="4"/>
                    <a:pt x="10" y="4"/>
                  </a:cubicBezTo>
                  <a:cubicBezTo>
                    <a:pt x="15" y="3"/>
                    <a:pt x="19" y="2"/>
                    <a:pt x="19" y="1"/>
                  </a:cubicBezTo>
                  <a:cubicBezTo>
                    <a:pt x="18" y="0"/>
                    <a:pt x="13"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14" name="Freeform 2017"/>
            <p:cNvSpPr/>
            <p:nvPr/>
          </p:nvSpPr>
          <p:spPr bwMode="auto">
            <a:xfrm>
              <a:off x="7734604" y="10089928"/>
              <a:ext cx="53975" cy="11113"/>
            </a:xfrm>
            <a:custGeom>
              <a:avLst/>
              <a:gdLst>
                <a:gd name="T0" fmla="*/ 10 w 20"/>
                <a:gd name="T1" fmla="*/ 1 h 4"/>
                <a:gd name="T2" fmla="*/ 1 w 20"/>
                <a:gd name="T3" fmla="*/ 3 h 4"/>
                <a:gd name="T4" fmla="*/ 9 w 20"/>
                <a:gd name="T5" fmla="*/ 4 h 4"/>
                <a:gd name="T6" fmla="*/ 19 w 20"/>
                <a:gd name="T7" fmla="*/ 2 h 4"/>
                <a:gd name="T8" fmla="*/ 10 w 20"/>
                <a:gd name="T9" fmla="*/ 1 h 4"/>
              </a:gdLst>
              <a:ahLst/>
              <a:cxnLst>
                <a:cxn ang="0">
                  <a:pos x="T0" y="T1"/>
                </a:cxn>
                <a:cxn ang="0">
                  <a:pos x="T2" y="T3"/>
                </a:cxn>
                <a:cxn ang="0">
                  <a:pos x="T4" y="T5"/>
                </a:cxn>
                <a:cxn ang="0">
                  <a:pos x="T6" y="T7"/>
                </a:cxn>
                <a:cxn ang="0">
                  <a:pos x="T8" y="T9"/>
                </a:cxn>
              </a:cxnLst>
              <a:rect l="0" t="0" r="r" b="b"/>
              <a:pathLst>
                <a:path w="20" h="4">
                  <a:moveTo>
                    <a:pt x="10" y="1"/>
                  </a:moveTo>
                  <a:cubicBezTo>
                    <a:pt x="5" y="1"/>
                    <a:pt x="1" y="2"/>
                    <a:pt x="1" y="3"/>
                  </a:cubicBezTo>
                  <a:cubicBezTo>
                    <a:pt x="0" y="4"/>
                    <a:pt x="4" y="4"/>
                    <a:pt x="9" y="4"/>
                  </a:cubicBezTo>
                  <a:cubicBezTo>
                    <a:pt x="15" y="4"/>
                    <a:pt x="20" y="3"/>
                    <a:pt x="19" y="2"/>
                  </a:cubicBezTo>
                  <a:cubicBezTo>
                    <a:pt x="19" y="1"/>
                    <a:pt x="15"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15" name="Freeform 2018"/>
            <p:cNvSpPr/>
            <p:nvPr/>
          </p:nvSpPr>
          <p:spPr bwMode="auto">
            <a:xfrm>
              <a:off x="7948917" y="10066116"/>
              <a:ext cx="50800" cy="12700"/>
            </a:xfrm>
            <a:custGeom>
              <a:avLst/>
              <a:gdLst>
                <a:gd name="T0" fmla="*/ 0 w 19"/>
                <a:gd name="T1" fmla="*/ 4 h 5"/>
                <a:gd name="T2" fmla="*/ 11 w 19"/>
                <a:gd name="T3" fmla="*/ 4 h 5"/>
                <a:gd name="T4" fmla="*/ 19 w 19"/>
                <a:gd name="T5" fmla="*/ 1 h 5"/>
                <a:gd name="T6" fmla="*/ 9 w 19"/>
                <a:gd name="T7" fmla="*/ 1 h 5"/>
                <a:gd name="T8" fmla="*/ 0 w 19"/>
                <a:gd name="T9" fmla="*/ 4 h 5"/>
              </a:gdLst>
              <a:ahLst/>
              <a:cxnLst>
                <a:cxn ang="0">
                  <a:pos x="T0" y="T1"/>
                </a:cxn>
                <a:cxn ang="0">
                  <a:pos x="T2" y="T3"/>
                </a:cxn>
                <a:cxn ang="0">
                  <a:pos x="T4" y="T5"/>
                </a:cxn>
                <a:cxn ang="0">
                  <a:pos x="T6" y="T7"/>
                </a:cxn>
                <a:cxn ang="0">
                  <a:pos x="T8" y="T9"/>
                </a:cxn>
              </a:cxnLst>
              <a:rect l="0" t="0" r="r" b="b"/>
              <a:pathLst>
                <a:path w="19" h="5">
                  <a:moveTo>
                    <a:pt x="0" y="4"/>
                  </a:moveTo>
                  <a:cubicBezTo>
                    <a:pt x="1" y="5"/>
                    <a:pt x="6" y="5"/>
                    <a:pt x="11" y="4"/>
                  </a:cubicBezTo>
                  <a:cubicBezTo>
                    <a:pt x="16" y="4"/>
                    <a:pt x="19" y="2"/>
                    <a:pt x="19" y="1"/>
                  </a:cubicBezTo>
                  <a:cubicBezTo>
                    <a:pt x="18" y="1"/>
                    <a:pt x="14" y="0"/>
                    <a:pt x="9" y="1"/>
                  </a:cubicBezTo>
                  <a:cubicBezTo>
                    <a:pt x="4" y="2"/>
                    <a:pt x="0" y="3"/>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16" name="Freeform 2019"/>
            <p:cNvSpPr/>
            <p:nvPr/>
          </p:nvSpPr>
          <p:spPr bwMode="auto">
            <a:xfrm>
              <a:off x="8160054" y="10024841"/>
              <a:ext cx="53975" cy="15875"/>
            </a:xfrm>
            <a:custGeom>
              <a:avLst/>
              <a:gdLst>
                <a:gd name="T0" fmla="*/ 10 w 20"/>
                <a:gd name="T1" fmla="*/ 1 h 6"/>
                <a:gd name="T2" fmla="*/ 1 w 20"/>
                <a:gd name="T3" fmla="*/ 5 h 6"/>
                <a:gd name="T4" fmla="*/ 9 w 20"/>
                <a:gd name="T5" fmla="*/ 5 h 6"/>
                <a:gd name="T6" fmla="*/ 19 w 20"/>
                <a:gd name="T7" fmla="*/ 1 h 6"/>
                <a:gd name="T8" fmla="*/ 10 w 20"/>
                <a:gd name="T9" fmla="*/ 1 h 6"/>
              </a:gdLst>
              <a:ahLst/>
              <a:cxnLst>
                <a:cxn ang="0">
                  <a:pos x="T0" y="T1"/>
                </a:cxn>
                <a:cxn ang="0">
                  <a:pos x="T2" y="T3"/>
                </a:cxn>
                <a:cxn ang="0">
                  <a:pos x="T4" y="T5"/>
                </a:cxn>
                <a:cxn ang="0">
                  <a:pos x="T6" y="T7"/>
                </a:cxn>
                <a:cxn ang="0">
                  <a:pos x="T8" y="T9"/>
                </a:cxn>
              </a:cxnLst>
              <a:rect l="0" t="0" r="r" b="b"/>
              <a:pathLst>
                <a:path w="20" h="6">
                  <a:moveTo>
                    <a:pt x="10" y="1"/>
                  </a:moveTo>
                  <a:cubicBezTo>
                    <a:pt x="5" y="2"/>
                    <a:pt x="1" y="4"/>
                    <a:pt x="1" y="5"/>
                  </a:cubicBezTo>
                  <a:cubicBezTo>
                    <a:pt x="0" y="6"/>
                    <a:pt x="4" y="6"/>
                    <a:pt x="9" y="5"/>
                  </a:cubicBezTo>
                  <a:cubicBezTo>
                    <a:pt x="15" y="4"/>
                    <a:pt x="20" y="2"/>
                    <a:pt x="19" y="1"/>
                  </a:cubicBezTo>
                  <a:cubicBezTo>
                    <a:pt x="19" y="0"/>
                    <a:pt x="15"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17" name="Freeform 2020"/>
            <p:cNvSpPr/>
            <p:nvPr/>
          </p:nvSpPr>
          <p:spPr bwMode="auto">
            <a:xfrm>
              <a:off x="8371192" y="9967691"/>
              <a:ext cx="55563" cy="22225"/>
            </a:xfrm>
            <a:custGeom>
              <a:avLst/>
              <a:gdLst>
                <a:gd name="T0" fmla="*/ 10 w 20"/>
                <a:gd name="T1" fmla="*/ 2 h 8"/>
                <a:gd name="T2" fmla="*/ 1 w 20"/>
                <a:gd name="T3" fmla="*/ 7 h 8"/>
                <a:gd name="T4" fmla="*/ 12 w 20"/>
                <a:gd name="T5" fmla="*/ 6 h 8"/>
                <a:gd name="T6" fmla="*/ 19 w 20"/>
                <a:gd name="T7" fmla="*/ 1 h 8"/>
                <a:gd name="T8" fmla="*/ 10 w 20"/>
                <a:gd name="T9" fmla="*/ 2 h 8"/>
              </a:gdLst>
              <a:ahLst/>
              <a:cxnLst>
                <a:cxn ang="0">
                  <a:pos x="T0" y="T1"/>
                </a:cxn>
                <a:cxn ang="0">
                  <a:pos x="T2" y="T3"/>
                </a:cxn>
                <a:cxn ang="0">
                  <a:pos x="T4" y="T5"/>
                </a:cxn>
                <a:cxn ang="0">
                  <a:pos x="T6" y="T7"/>
                </a:cxn>
                <a:cxn ang="0">
                  <a:pos x="T8" y="T9"/>
                </a:cxn>
              </a:cxnLst>
              <a:rect l="0" t="0" r="r" b="b"/>
              <a:pathLst>
                <a:path w="20" h="8">
                  <a:moveTo>
                    <a:pt x="10" y="2"/>
                  </a:moveTo>
                  <a:cubicBezTo>
                    <a:pt x="4" y="4"/>
                    <a:pt x="0" y="6"/>
                    <a:pt x="1" y="7"/>
                  </a:cubicBezTo>
                  <a:cubicBezTo>
                    <a:pt x="2" y="8"/>
                    <a:pt x="7" y="7"/>
                    <a:pt x="12" y="6"/>
                  </a:cubicBezTo>
                  <a:cubicBezTo>
                    <a:pt x="17" y="4"/>
                    <a:pt x="20" y="3"/>
                    <a:pt x="19" y="1"/>
                  </a:cubicBezTo>
                  <a:cubicBezTo>
                    <a:pt x="19" y="0"/>
                    <a:pt x="14" y="1"/>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18" name="Freeform 2021"/>
            <p:cNvSpPr/>
            <p:nvPr/>
          </p:nvSpPr>
          <p:spPr bwMode="auto">
            <a:xfrm>
              <a:off x="8583917" y="9899428"/>
              <a:ext cx="53975" cy="25400"/>
            </a:xfrm>
            <a:custGeom>
              <a:avLst/>
              <a:gdLst>
                <a:gd name="T0" fmla="*/ 1 w 20"/>
                <a:gd name="T1" fmla="*/ 8 h 9"/>
                <a:gd name="T2" fmla="*/ 11 w 20"/>
                <a:gd name="T3" fmla="*/ 6 h 9"/>
                <a:gd name="T4" fmla="*/ 19 w 20"/>
                <a:gd name="T5" fmla="*/ 1 h 9"/>
                <a:gd name="T6" fmla="*/ 10 w 20"/>
                <a:gd name="T7" fmla="*/ 2 h 9"/>
                <a:gd name="T8" fmla="*/ 1 w 20"/>
                <a:gd name="T9" fmla="*/ 8 h 9"/>
              </a:gdLst>
              <a:ahLst/>
              <a:cxnLst>
                <a:cxn ang="0">
                  <a:pos x="T0" y="T1"/>
                </a:cxn>
                <a:cxn ang="0">
                  <a:pos x="T2" y="T3"/>
                </a:cxn>
                <a:cxn ang="0">
                  <a:pos x="T4" y="T5"/>
                </a:cxn>
                <a:cxn ang="0">
                  <a:pos x="T6" y="T7"/>
                </a:cxn>
                <a:cxn ang="0">
                  <a:pos x="T8" y="T9"/>
                </a:cxn>
              </a:cxnLst>
              <a:rect l="0" t="0" r="r" b="b"/>
              <a:pathLst>
                <a:path w="20" h="9">
                  <a:moveTo>
                    <a:pt x="1" y="8"/>
                  </a:moveTo>
                  <a:cubicBezTo>
                    <a:pt x="2" y="9"/>
                    <a:pt x="7" y="8"/>
                    <a:pt x="11" y="6"/>
                  </a:cubicBezTo>
                  <a:cubicBezTo>
                    <a:pt x="16" y="5"/>
                    <a:pt x="20" y="2"/>
                    <a:pt x="19" y="1"/>
                  </a:cubicBezTo>
                  <a:cubicBezTo>
                    <a:pt x="19" y="0"/>
                    <a:pt x="14" y="0"/>
                    <a:pt x="10" y="2"/>
                  </a:cubicBezTo>
                  <a:cubicBezTo>
                    <a:pt x="4" y="4"/>
                    <a:pt x="0" y="7"/>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19" name="Freeform 2022"/>
            <p:cNvSpPr/>
            <p:nvPr/>
          </p:nvSpPr>
          <p:spPr bwMode="auto">
            <a:xfrm>
              <a:off x="8795054" y="9821641"/>
              <a:ext cx="53975" cy="26988"/>
            </a:xfrm>
            <a:custGeom>
              <a:avLst/>
              <a:gdLst>
                <a:gd name="T0" fmla="*/ 1 w 20"/>
                <a:gd name="T1" fmla="*/ 8 h 10"/>
                <a:gd name="T2" fmla="*/ 12 w 20"/>
                <a:gd name="T3" fmla="*/ 6 h 10"/>
                <a:gd name="T4" fmla="*/ 19 w 20"/>
                <a:gd name="T5" fmla="*/ 1 h 10"/>
                <a:gd name="T6" fmla="*/ 9 w 20"/>
                <a:gd name="T7" fmla="*/ 2 h 10"/>
                <a:gd name="T8" fmla="*/ 1 w 20"/>
                <a:gd name="T9" fmla="*/ 8 h 10"/>
              </a:gdLst>
              <a:ahLst/>
              <a:cxnLst>
                <a:cxn ang="0">
                  <a:pos x="T0" y="T1"/>
                </a:cxn>
                <a:cxn ang="0">
                  <a:pos x="T2" y="T3"/>
                </a:cxn>
                <a:cxn ang="0">
                  <a:pos x="T4" y="T5"/>
                </a:cxn>
                <a:cxn ang="0">
                  <a:pos x="T6" y="T7"/>
                </a:cxn>
                <a:cxn ang="0">
                  <a:pos x="T8" y="T9"/>
                </a:cxn>
              </a:cxnLst>
              <a:rect l="0" t="0" r="r" b="b"/>
              <a:pathLst>
                <a:path w="20" h="10">
                  <a:moveTo>
                    <a:pt x="1" y="8"/>
                  </a:moveTo>
                  <a:cubicBezTo>
                    <a:pt x="1" y="10"/>
                    <a:pt x="7" y="9"/>
                    <a:pt x="12" y="6"/>
                  </a:cubicBezTo>
                  <a:cubicBezTo>
                    <a:pt x="17" y="4"/>
                    <a:pt x="20" y="2"/>
                    <a:pt x="19" y="1"/>
                  </a:cubicBezTo>
                  <a:cubicBezTo>
                    <a:pt x="18" y="0"/>
                    <a:pt x="13" y="0"/>
                    <a:pt x="9" y="2"/>
                  </a:cubicBezTo>
                  <a:cubicBezTo>
                    <a:pt x="4" y="4"/>
                    <a:pt x="0" y="7"/>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20" name="Freeform 2023"/>
            <p:cNvSpPr/>
            <p:nvPr/>
          </p:nvSpPr>
          <p:spPr bwMode="auto">
            <a:xfrm>
              <a:off x="9006192" y="9731153"/>
              <a:ext cx="52388" cy="30163"/>
            </a:xfrm>
            <a:custGeom>
              <a:avLst/>
              <a:gdLst>
                <a:gd name="T0" fmla="*/ 9 w 19"/>
                <a:gd name="T1" fmla="*/ 2 h 11"/>
                <a:gd name="T2" fmla="*/ 0 w 19"/>
                <a:gd name="T3" fmla="*/ 9 h 11"/>
                <a:gd name="T4" fmla="*/ 11 w 19"/>
                <a:gd name="T5" fmla="*/ 8 h 11"/>
                <a:gd name="T6" fmla="*/ 19 w 19"/>
                <a:gd name="T7" fmla="*/ 1 h 11"/>
                <a:gd name="T8" fmla="*/ 9 w 19"/>
                <a:gd name="T9" fmla="*/ 2 h 11"/>
              </a:gdLst>
              <a:ahLst/>
              <a:cxnLst>
                <a:cxn ang="0">
                  <a:pos x="T0" y="T1"/>
                </a:cxn>
                <a:cxn ang="0">
                  <a:pos x="T2" y="T3"/>
                </a:cxn>
                <a:cxn ang="0">
                  <a:pos x="T4" y="T5"/>
                </a:cxn>
                <a:cxn ang="0">
                  <a:pos x="T6" y="T7"/>
                </a:cxn>
                <a:cxn ang="0">
                  <a:pos x="T8" y="T9"/>
                </a:cxn>
              </a:cxnLst>
              <a:rect l="0" t="0" r="r" b="b"/>
              <a:pathLst>
                <a:path w="19" h="11">
                  <a:moveTo>
                    <a:pt x="9" y="2"/>
                  </a:moveTo>
                  <a:cubicBezTo>
                    <a:pt x="4" y="4"/>
                    <a:pt x="0" y="8"/>
                    <a:pt x="0" y="9"/>
                  </a:cubicBezTo>
                  <a:cubicBezTo>
                    <a:pt x="1" y="11"/>
                    <a:pt x="6" y="10"/>
                    <a:pt x="11" y="8"/>
                  </a:cubicBezTo>
                  <a:cubicBezTo>
                    <a:pt x="16" y="6"/>
                    <a:pt x="19" y="3"/>
                    <a:pt x="19" y="1"/>
                  </a:cubicBezTo>
                  <a:cubicBezTo>
                    <a:pt x="18" y="0"/>
                    <a:pt x="14"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21" name="Freeform 2024"/>
            <p:cNvSpPr/>
            <p:nvPr/>
          </p:nvSpPr>
          <p:spPr bwMode="auto">
            <a:xfrm>
              <a:off x="9215742" y="9635903"/>
              <a:ext cx="53975" cy="30163"/>
            </a:xfrm>
            <a:custGeom>
              <a:avLst/>
              <a:gdLst>
                <a:gd name="T0" fmla="*/ 1 w 20"/>
                <a:gd name="T1" fmla="*/ 10 h 11"/>
                <a:gd name="T2" fmla="*/ 11 w 20"/>
                <a:gd name="T3" fmla="*/ 8 h 11"/>
                <a:gd name="T4" fmla="*/ 19 w 20"/>
                <a:gd name="T5" fmla="*/ 1 h 11"/>
                <a:gd name="T6" fmla="*/ 10 w 20"/>
                <a:gd name="T7" fmla="*/ 2 h 11"/>
                <a:gd name="T8" fmla="*/ 1 w 20"/>
                <a:gd name="T9" fmla="*/ 10 h 11"/>
              </a:gdLst>
              <a:ahLst/>
              <a:cxnLst>
                <a:cxn ang="0">
                  <a:pos x="T0" y="T1"/>
                </a:cxn>
                <a:cxn ang="0">
                  <a:pos x="T2" y="T3"/>
                </a:cxn>
                <a:cxn ang="0">
                  <a:pos x="T4" y="T5"/>
                </a:cxn>
                <a:cxn ang="0">
                  <a:pos x="T6" y="T7"/>
                </a:cxn>
                <a:cxn ang="0">
                  <a:pos x="T8" y="T9"/>
                </a:cxn>
              </a:cxnLst>
              <a:rect l="0" t="0" r="r" b="b"/>
              <a:pathLst>
                <a:path w="20" h="11">
                  <a:moveTo>
                    <a:pt x="1" y="10"/>
                  </a:moveTo>
                  <a:cubicBezTo>
                    <a:pt x="2" y="11"/>
                    <a:pt x="6" y="11"/>
                    <a:pt x="11" y="8"/>
                  </a:cubicBezTo>
                  <a:cubicBezTo>
                    <a:pt x="16" y="6"/>
                    <a:pt x="20" y="3"/>
                    <a:pt x="19" y="1"/>
                  </a:cubicBezTo>
                  <a:cubicBezTo>
                    <a:pt x="19" y="0"/>
                    <a:pt x="14" y="0"/>
                    <a:pt x="10" y="2"/>
                  </a:cubicBezTo>
                  <a:cubicBezTo>
                    <a:pt x="5" y="4"/>
                    <a:pt x="0" y="8"/>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22" name="Freeform 2025"/>
            <p:cNvSpPr/>
            <p:nvPr/>
          </p:nvSpPr>
          <p:spPr bwMode="auto">
            <a:xfrm>
              <a:off x="9426879" y="9532716"/>
              <a:ext cx="52388" cy="36513"/>
            </a:xfrm>
            <a:custGeom>
              <a:avLst/>
              <a:gdLst>
                <a:gd name="T0" fmla="*/ 10 w 19"/>
                <a:gd name="T1" fmla="*/ 2 h 13"/>
                <a:gd name="T2" fmla="*/ 0 w 19"/>
                <a:gd name="T3" fmla="*/ 11 h 13"/>
                <a:gd name="T4" fmla="*/ 10 w 19"/>
                <a:gd name="T5" fmla="*/ 10 h 13"/>
                <a:gd name="T6" fmla="*/ 19 w 19"/>
                <a:gd name="T7" fmla="*/ 2 h 13"/>
                <a:gd name="T8" fmla="*/ 10 w 19"/>
                <a:gd name="T9" fmla="*/ 2 h 13"/>
              </a:gdLst>
              <a:ahLst/>
              <a:cxnLst>
                <a:cxn ang="0">
                  <a:pos x="T0" y="T1"/>
                </a:cxn>
                <a:cxn ang="0">
                  <a:pos x="T2" y="T3"/>
                </a:cxn>
                <a:cxn ang="0">
                  <a:pos x="T4" y="T5"/>
                </a:cxn>
                <a:cxn ang="0">
                  <a:pos x="T6" y="T7"/>
                </a:cxn>
                <a:cxn ang="0">
                  <a:pos x="T8" y="T9"/>
                </a:cxn>
              </a:cxnLst>
              <a:rect l="0" t="0" r="r" b="b"/>
              <a:pathLst>
                <a:path w="19" h="13">
                  <a:moveTo>
                    <a:pt x="10" y="2"/>
                  </a:moveTo>
                  <a:cubicBezTo>
                    <a:pt x="5" y="5"/>
                    <a:pt x="0" y="9"/>
                    <a:pt x="0" y="11"/>
                  </a:cubicBezTo>
                  <a:cubicBezTo>
                    <a:pt x="1" y="13"/>
                    <a:pt x="5" y="12"/>
                    <a:pt x="10" y="10"/>
                  </a:cubicBezTo>
                  <a:cubicBezTo>
                    <a:pt x="15" y="8"/>
                    <a:pt x="19" y="4"/>
                    <a:pt x="19" y="2"/>
                  </a:cubicBezTo>
                  <a:cubicBezTo>
                    <a:pt x="18" y="0"/>
                    <a:pt x="14"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23" name="Freeform 2026"/>
            <p:cNvSpPr/>
            <p:nvPr/>
          </p:nvSpPr>
          <p:spPr bwMode="auto">
            <a:xfrm>
              <a:off x="9636429" y="9429528"/>
              <a:ext cx="52388" cy="36513"/>
            </a:xfrm>
            <a:custGeom>
              <a:avLst/>
              <a:gdLst>
                <a:gd name="T0" fmla="*/ 10 w 19"/>
                <a:gd name="T1" fmla="*/ 2 h 13"/>
                <a:gd name="T2" fmla="*/ 1 w 19"/>
                <a:gd name="T3" fmla="*/ 11 h 13"/>
                <a:gd name="T4" fmla="*/ 11 w 19"/>
                <a:gd name="T5" fmla="*/ 10 h 13"/>
                <a:gd name="T6" fmla="*/ 19 w 19"/>
                <a:gd name="T7" fmla="*/ 2 h 13"/>
                <a:gd name="T8" fmla="*/ 10 w 19"/>
                <a:gd name="T9" fmla="*/ 2 h 13"/>
              </a:gdLst>
              <a:ahLst/>
              <a:cxnLst>
                <a:cxn ang="0">
                  <a:pos x="T0" y="T1"/>
                </a:cxn>
                <a:cxn ang="0">
                  <a:pos x="T2" y="T3"/>
                </a:cxn>
                <a:cxn ang="0">
                  <a:pos x="T4" y="T5"/>
                </a:cxn>
                <a:cxn ang="0">
                  <a:pos x="T6" y="T7"/>
                </a:cxn>
                <a:cxn ang="0">
                  <a:pos x="T8" y="T9"/>
                </a:cxn>
              </a:cxnLst>
              <a:rect l="0" t="0" r="r" b="b"/>
              <a:pathLst>
                <a:path w="19" h="13">
                  <a:moveTo>
                    <a:pt x="10" y="2"/>
                  </a:moveTo>
                  <a:cubicBezTo>
                    <a:pt x="5" y="4"/>
                    <a:pt x="0" y="9"/>
                    <a:pt x="1" y="11"/>
                  </a:cubicBezTo>
                  <a:cubicBezTo>
                    <a:pt x="1" y="13"/>
                    <a:pt x="5" y="13"/>
                    <a:pt x="11" y="10"/>
                  </a:cubicBezTo>
                  <a:cubicBezTo>
                    <a:pt x="15" y="8"/>
                    <a:pt x="19" y="4"/>
                    <a:pt x="19" y="2"/>
                  </a:cubicBezTo>
                  <a:cubicBezTo>
                    <a:pt x="19" y="0"/>
                    <a:pt x="14" y="0"/>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24" name="Freeform 2027"/>
            <p:cNvSpPr/>
            <p:nvPr/>
          </p:nvSpPr>
          <p:spPr bwMode="auto">
            <a:xfrm>
              <a:off x="9845979" y="9324753"/>
              <a:ext cx="50800" cy="34925"/>
            </a:xfrm>
            <a:custGeom>
              <a:avLst/>
              <a:gdLst>
                <a:gd name="T0" fmla="*/ 1 w 19"/>
                <a:gd name="T1" fmla="*/ 11 h 13"/>
                <a:gd name="T2" fmla="*/ 11 w 19"/>
                <a:gd name="T3" fmla="*/ 11 h 13"/>
                <a:gd name="T4" fmla="*/ 19 w 19"/>
                <a:gd name="T5" fmla="*/ 2 h 13"/>
                <a:gd name="T6" fmla="*/ 10 w 19"/>
                <a:gd name="T7" fmla="*/ 2 h 13"/>
                <a:gd name="T8" fmla="*/ 1 w 19"/>
                <a:gd name="T9" fmla="*/ 11 h 13"/>
              </a:gdLst>
              <a:ahLst/>
              <a:cxnLst>
                <a:cxn ang="0">
                  <a:pos x="T0" y="T1"/>
                </a:cxn>
                <a:cxn ang="0">
                  <a:pos x="T2" y="T3"/>
                </a:cxn>
                <a:cxn ang="0">
                  <a:pos x="T4" y="T5"/>
                </a:cxn>
                <a:cxn ang="0">
                  <a:pos x="T6" y="T7"/>
                </a:cxn>
                <a:cxn ang="0">
                  <a:pos x="T8" y="T9"/>
                </a:cxn>
              </a:cxnLst>
              <a:rect l="0" t="0" r="r" b="b"/>
              <a:pathLst>
                <a:path w="19" h="13">
                  <a:moveTo>
                    <a:pt x="1" y="11"/>
                  </a:moveTo>
                  <a:cubicBezTo>
                    <a:pt x="1" y="13"/>
                    <a:pt x="6" y="13"/>
                    <a:pt x="11" y="11"/>
                  </a:cubicBezTo>
                  <a:cubicBezTo>
                    <a:pt x="16" y="9"/>
                    <a:pt x="19" y="5"/>
                    <a:pt x="19" y="2"/>
                  </a:cubicBezTo>
                  <a:cubicBezTo>
                    <a:pt x="19" y="0"/>
                    <a:pt x="15" y="0"/>
                    <a:pt x="10" y="2"/>
                  </a:cubicBezTo>
                  <a:cubicBezTo>
                    <a:pt x="5" y="4"/>
                    <a:pt x="0" y="9"/>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25" name="Freeform 2028"/>
            <p:cNvSpPr/>
            <p:nvPr/>
          </p:nvSpPr>
          <p:spPr bwMode="auto">
            <a:xfrm>
              <a:off x="10057117" y="9218391"/>
              <a:ext cx="52388" cy="38100"/>
            </a:xfrm>
            <a:custGeom>
              <a:avLst/>
              <a:gdLst>
                <a:gd name="T0" fmla="*/ 0 w 19"/>
                <a:gd name="T1" fmla="*/ 11 h 14"/>
                <a:gd name="T2" fmla="*/ 9 w 19"/>
                <a:gd name="T3" fmla="*/ 12 h 14"/>
                <a:gd name="T4" fmla="*/ 18 w 19"/>
                <a:gd name="T5" fmla="*/ 3 h 14"/>
                <a:gd name="T6" fmla="*/ 9 w 19"/>
                <a:gd name="T7" fmla="*/ 2 h 14"/>
                <a:gd name="T8" fmla="*/ 0 w 19"/>
                <a:gd name="T9" fmla="*/ 11 h 14"/>
              </a:gdLst>
              <a:ahLst/>
              <a:cxnLst>
                <a:cxn ang="0">
                  <a:pos x="T0" y="T1"/>
                </a:cxn>
                <a:cxn ang="0">
                  <a:pos x="T2" y="T3"/>
                </a:cxn>
                <a:cxn ang="0">
                  <a:pos x="T4" y="T5"/>
                </a:cxn>
                <a:cxn ang="0">
                  <a:pos x="T6" y="T7"/>
                </a:cxn>
                <a:cxn ang="0">
                  <a:pos x="T8" y="T9"/>
                </a:cxn>
              </a:cxnLst>
              <a:rect l="0" t="0" r="r" b="b"/>
              <a:pathLst>
                <a:path w="19" h="14">
                  <a:moveTo>
                    <a:pt x="0" y="11"/>
                  </a:moveTo>
                  <a:cubicBezTo>
                    <a:pt x="0" y="14"/>
                    <a:pt x="4" y="14"/>
                    <a:pt x="9" y="12"/>
                  </a:cubicBezTo>
                  <a:cubicBezTo>
                    <a:pt x="14" y="10"/>
                    <a:pt x="19" y="6"/>
                    <a:pt x="18" y="3"/>
                  </a:cubicBezTo>
                  <a:cubicBezTo>
                    <a:pt x="18" y="0"/>
                    <a:pt x="13" y="0"/>
                    <a:pt x="9" y="2"/>
                  </a:cubicBezTo>
                  <a:cubicBezTo>
                    <a:pt x="4" y="4"/>
                    <a:pt x="0" y="8"/>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26" name="Freeform 2029"/>
            <p:cNvSpPr/>
            <p:nvPr/>
          </p:nvSpPr>
          <p:spPr bwMode="auto">
            <a:xfrm>
              <a:off x="10263492" y="9115203"/>
              <a:ext cx="53975" cy="41275"/>
            </a:xfrm>
            <a:custGeom>
              <a:avLst/>
              <a:gdLst>
                <a:gd name="T0" fmla="*/ 1 w 20"/>
                <a:gd name="T1" fmla="*/ 12 h 15"/>
                <a:gd name="T2" fmla="*/ 12 w 20"/>
                <a:gd name="T3" fmla="*/ 12 h 15"/>
                <a:gd name="T4" fmla="*/ 19 w 20"/>
                <a:gd name="T5" fmla="*/ 4 h 15"/>
                <a:gd name="T6" fmla="*/ 10 w 20"/>
                <a:gd name="T7" fmla="*/ 2 h 15"/>
                <a:gd name="T8" fmla="*/ 1 w 20"/>
                <a:gd name="T9" fmla="*/ 12 h 15"/>
              </a:gdLst>
              <a:ahLst/>
              <a:cxnLst>
                <a:cxn ang="0">
                  <a:pos x="T0" y="T1"/>
                </a:cxn>
                <a:cxn ang="0">
                  <a:pos x="T2" y="T3"/>
                </a:cxn>
                <a:cxn ang="0">
                  <a:pos x="T4" y="T5"/>
                </a:cxn>
                <a:cxn ang="0">
                  <a:pos x="T6" y="T7"/>
                </a:cxn>
                <a:cxn ang="0">
                  <a:pos x="T8" y="T9"/>
                </a:cxn>
              </a:cxnLst>
              <a:rect l="0" t="0" r="r" b="b"/>
              <a:pathLst>
                <a:path w="20" h="15">
                  <a:moveTo>
                    <a:pt x="1" y="12"/>
                  </a:moveTo>
                  <a:cubicBezTo>
                    <a:pt x="2" y="15"/>
                    <a:pt x="7" y="15"/>
                    <a:pt x="12" y="12"/>
                  </a:cubicBezTo>
                  <a:cubicBezTo>
                    <a:pt x="17" y="10"/>
                    <a:pt x="20" y="6"/>
                    <a:pt x="19" y="4"/>
                  </a:cubicBezTo>
                  <a:cubicBezTo>
                    <a:pt x="19" y="1"/>
                    <a:pt x="14" y="0"/>
                    <a:pt x="10" y="2"/>
                  </a:cubicBezTo>
                  <a:cubicBezTo>
                    <a:pt x="5" y="5"/>
                    <a:pt x="0" y="10"/>
                    <a:pt x="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27" name="Freeform 2030"/>
            <p:cNvSpPr/>
            <p:nvPr/>
          </p:nvSpPr>
          <p:spPr bwMode="auto">
            <a:xfrm>
              <a:off x="10473042" y="9016778"/>
              <a:ext cx="53975" cy="41275"/>
            </a:xfrm>
            <a:custGeom>
              <a:avLst/>
              <a:gdLst>
                <a:gd name="T0" fmla="*/ 1 w 20"/>
                <a:gd name="T1" fmla="*/ 13 h 15"/>
                <a:gd name="T2" fmla="*/ 12 w 20"/>
                <a:gd name="T3" fmla="*/ 13 h 15"/>
                <a:gd name="T4" fmla="*/ 19 w 20"/>
                <a:gd name="T5" fmla="*/ 4 h 15"/>
                <a:gd name="T6" fmla="*/ 10 w 20"/>
                <a:gd name="T7" fmla="*/ 2 h 15"/>
                <a:gd name="T8" fmla="*/ 1 w 20"/>
                <a:gd name="T9" fmla="*/ 13 h 15"/>
              </a:gdLst>
              <a:ahLst/>
              <a:cxnLst>
                <a:cxn ang="0">
                  <a:pos x="T0" y="T1"/>
                </a:cxn>
                <a:cxn ang="0">
                  <a:pos x="T2" y="T3"/>
                </a:cxn>
                <a:cxn ang="0">
                  <a:pos x="T4" y="T5"/>
                </a:cxn>
                <a:cxn ang="0">
                  <a:pos x="T6" y="T7"/>
                </a:cxn>
                <a:cxn ang="0">
                  <a:pos x="T8" y="T9"/>
                </a:cxn>
              </a:cxnLst>
              <a:rect l="0" t="0" r="r" b="b"/>
              <a:pathLst>
                <a:path w="20" h="15">
                  <a:moveTo>
                    <a:pt x="1" y="13"/>
                  </a:moveTo>
                  <a:cubicBezTo>
                    <a:pt x="3" y="15"/>
                    <a:pt x="7" y="15"/>
                    <a:pt x="12" y="13"/>
                  </a:cubicBezTo>
                  <a:cubicBezTo>
                    <a:pt x="17" y="11"/>
                    <a:pt x="20" y="7"/>
                    <a:pt x="19" y="4"/>
                  </a:cubicBezTo>
                  <a:cubicBezTo>
                    <a:pt x="19" y="1"/>
                    <a:pt x="14" y="0"/>
                    <a:pt x="10" y="2"/>
                  </a:cubicBezTo>
                  <a:cubicBezTo>
                    <a:pt x="4" y="5"/>
                    <a:pt x="0" y="10"/>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28" name="Freeform 2031"/>
            <p:cNvSpPr/>
            <p:nvPr/>
          </p:nvSpPr>
          <p:spPr bwMode="auto">
            <a:xfrm>
              <a:off x="10684179" y="8927878"/>
              <a:ext cx="52388" cy="41275"/>
            </a:xfrm>
            <a:custGeom>
              <a:avLst/>
              <a:gdLst>
                <a:gd name="T0" fmla="*/ 1 w 19"/>
                <a:gd name="T1" fmla="*/ 12 h 15"/>
                <a:gd name="T2" fmla="*/ 11 w 19"/>
                <a:gd name="T3" fmla="*/ 13 h 15"/>
                <a:gd name="T4" fmla="*/ 19 w 19"/>
                <a:gd name="T5" fmla="*/ 4 h 15"/>
                <a:gd name="T6" fmla="*/ 9 w 19"/>
                <a:gd name="T7" fmla="*/ 2 h 15"/>
                <a:gd name="T8" fmla="*/ 1 w 19"/>
                <a:gd name="T9" fmla="*/ 12 h 15"/>
              </a:gdLst>
              <a:ahLst/>
              <a:cxnLst>
                <a:cxn ang="0">
                  <a:pos x="T0" y="T1"/>
                </a:cxn>
                <a:cxn ang="0">
                  <a:pos x="T2" y="T3"/>
                </a:cxn>
                <a:cxn ang="0">
                  <a:pos x="T4" y="T5"/>
                </a:cxn>
                <a:cxn ang="0">
                  <a:pos x="T6" y="T7"/>
                </a:cxn>
                <a:cxn ang="0">
                  <a:pos x="T8" y="T9"/>
                </a:cxn>
              </a:cxnLst>
              <a:rect l="0" t="0" r="r" b="b"/>
              <a:pathLst>
                <a:path w="19" h="15">
                  <a:moveTo>
                    <a:pt x="1" y="12"/>
                  </a:moveTo>
                  <a:cubicBezTo>
                    <a:pt x="2" y="15"/>
                    <a:pt x="7" y="15"/>
                    <a:pt x="11" y="13"/>
                  </a:cubicBezTo>
                  <a:cubicBezTo>
                    <a:pt x="16" y="11"/>
                    <a:pt x="19" y="7"/>
                    <a:pt x="19" y="4"/>
                  </a:cubicBezTo>
                  <a:cubicBezTo>
                    <a:pt x="18" y="1"/>
                    <a:pt x="14" y="0"/>
                    <a:pt x="9" y="2"/>
                  </a:cubicBezTo>
                  <a:cubicBezTo>
                    <a:pt x="4" y="4"/>
                    <a:pt x="0" y="9"/>
                    <a:pt x="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29" name="Freeform 2032"/>
            <p:cNvSpPr/>
            <p:nvPr/>
          </p:nvSpPr>
          <p:spPr bwMode="auto">
            <a:xfrm>
              <a:off x="10893729" y="8843741"/>
              <a:ext cx="53975" cy="42863"/>
            </a:xfrm>
            <a:custGeom>
              <a:avLst/>
              <a:gdLst>
                <a:gd name="T0" fmla="*/ 9 w 20"/>
                <a:gd name="T1" fmla="*/ 3 h 16"/>
                <a:gd name="T2" fmla="*/ 1 w 20"/>
                <a:gd name="T3" fmla="*/ 12 h 16"/>
                <a:gd name="T4" fmla="*/ 11 w 20"/>
                <a:gd name="T5" fmla="*/ 15 h 16"/>
                <a:gd name="T6" fmla="*/ 19 w 20"/>
                <a:gd name="T7" fmla="*/ 6 h 16"/>
                <a:gd name="T8" fmla="*/ 9 w 20"/>
                <a:gd name="T9" fmla="*/ 3 h 16"/>
              </a:gdLst>
              <a:ahLst/>
              <a:cxnLst>
                <a:cxn ang="0">
                  <a:pos x="T0" y="T1"/>
                </a:cxn>
                <a:cxn ang="0">
                  <a:pos x="T2" y="T3"/>
                </a:cxn>
                <a:cxn ang="0">
                  <a:pos x="T4" y="T5"/>
                </a:cxn>
                <a:cxn ang="0">
                  <a:pos x="T6" y="T7"/>
                </a:cxn>
                <a:cxn ang="0">
                  <a:pos x="T8" y="T9"/>
                </a:cxn>
              </a:cxnLst>
              <a:rect l="0" t="0" r="r" b="b"/>
              <a:pathLst>
                <a:path w="20" h="16">
                  <a:moveTo>
                    <a:pt x="9" y="3"/>
                  </a:moveTo>
                  <a:cubicBezTo>
                    <a:pt x="4" y="4"/>
                    <a:pt x="0" y="9"/>
                    <a:pt x="1" y="12"/>
                  </a:cubicBezTo>
                  <a:cubicBezTo>
                    <a:pt x="2" y="15"/>
                    <a:pt x="6" y="16"/>
                    <a:pt x="11" y="15"/>
                  </a:cubicBezTo>
                  <a:cubicBezTo>
                    <a:pt x="16" y="13"/>
                    <a:pt x="20" y="9"/>
                    <a:pt x="19" y="6"/>
                  </a:cubicBezTo>
                  <a:cubicBezTo>
                    <a:pt x="19" y="2"/>
                    <a:pt x="14" y="0"/>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30" name="Freeform 2033"/>
            <p:cNvSpPr/>
            <p:nvPr/>
          </p:nvSpPr>
          <p:spPr bwMode="auto">
            <a:xfrm>
              <a:off x="11104867" y="8786591"/>
              <a:ext cx="53975" cy="41275"/>
            </a:xfrm>
            <a:custGeom>
              <a:avLst/>
              <a:gdLst>
                <a:gd name="T0" fmla="*/ 10 w 20"/>
                <a:gd name="T1" fmla="*/ 1 h 15"/>
                <a:gd name="T2" fmla="*/ 1 w 20"/>
                <a:gd name="T3" fmla="*/ 9 h 15"/>
                <a:gd name="T4" fmla="*/ 11 w 20"/>
                <a:gd name="T5" fmla="*/ 14 h 15"/>
                <a:gd name="T6" fmla="*/ 19 w 20"/>
                <a:gd name="T7" fmla="*/ 7 h 15"/>
                <a:gd name="T8" fmla="*/ 10 w 20"/>
                <a:gd name="T9" fmla="*/ 1 h 15"/>
              </a:gdLst>
              <a:ahLst/>
              <a:cxnLst>
                <a:cxn ang="0">
                  <a:pos x="T0" y="T1"/>
                </a:cxn>
                <a:cxn ang="0">
                  <a:pos x="T2" y="T3"/>
                </a:cxn>
                <a:cxn ang="0">
                  <a:pos x="T4" y="T5"/>
                </a:cxn>
                <a:cxn ang="0">
                  <a:pos x="T6" y="T7"/>
                </a:cxn>
                <a:cxn ang="0">
                  <a:pos x="T8" y="T9"/>
                </a:cxn>
              </a:cxnLst>
              <a:rect l="0" t="0" r="r" b="b"/>
              <a:pathLst>
                <a:path w="20" h="15">
                  <a:moveTo>
                    <a:pt x="10" y="1"/>
                  </a:moveTo>
                  <a:cubicBezTo>
                    <a:pt x="5" y="1"/>
                    <a:pt x="0" y="5"/>
                    <a:pt x="1" y="9"/>
                  </a:cubicBezTo>
                  <a:cubicBezTo>
                    <a:pt x="1" y="13"/>
                    <a:pt x="6" y="15"/>
                    <a:pt x="11" y="14"/>
                  </a:cubicBezTo>
                  <a:cubicBezTo>
                    <a:pt x="16" y="14"/>
                    <a:pt x="20" y="11"/>
                    <a:pt x="19" y="7"/>
                  </a:cubicBezTo>
                  <a:cubicBezTo>
                    <a:pt x="19" y="3"/>
                    <a:pt x="14"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31" name="Freeform 2034"/>
            <p:cNvSpPr/>
            <p:nvPr/>
          </p:nvSpPr>
          <p:spPr bwMode="auto">
            <a:xfrm>
              <a:off x="11316004" y="8759603"/>
              <a:ext cx="55563" cy="34925"/>
            </a:xfrm>
            <a:custGeom>
              <a:avLst/>
              <a:gdLst>
                <a:gd name="T0" fmla="*/ 10 w 20"/>
                <a:gd name="T1" fmla="*/ 0 h 13"/>
                <a:gd name="T2" fmla="*/ 1 w 20"/>
                <a:gd name="T3" fmla="*/ 8 h 13"/>
                <a:gd name="T4" fmla="*/ 11 w 20"/>
                <a:gd name="T5" fmla="*/ 13 h 13"/>
                <a:gd name="T6" fmla="*/ 20 w 20"/>
                <a:gd name="T7" fmla="*/ 6 h 13"/>
                <a:gd name="T8" fmla="*/ 10 w 20"/>
                <a:gd name="T9" fmla="*/ 0 h 13"/>
              </a:gdLst>
              <a:ahLst/>
              <a:cxnLst>
                <a:cxn ang="0">
                  <a:pos x="T0" y="T1"/>
                </a:cxn>
                <a:cxn ang="0">
                  <a:pos x="T2" y="T3"/>
                </a:cxn>
                <a:cxn ang="0">
                  <a:pos x="T4" y="T5"/>
                </a:cxn>
                <a:cxn ang="0">
                  <a:pos x="T6" y="T7"/>
                </a:cxn>
                <a:cxn ang="0">
                  <a:pos x="T8" y="T9"/>
                </a:cxn>
              </a:cxnLst>
              <a:rect l="0" t="0" r="r" b="b"/>
              <a:pathLst>
                <a:path w="20" h="13">
                  <a:moveTo>
                    <a:pt x="10" y="0"/>
                  </a:moveTo>
                  <a:cubicBezTo>
                    <a:pt x="5" y="0"/>
                    <a:pt x="0" y="4"/>
                    <a:pt x="1" y="8"/>
                  </a:cubicBezTo>
                  <a:cubicBezTo>
                    <a:pt x="2" y="11"/>
                    <a:pt x="6" y="13"/>
                    <a:pt x="11" y="13"/>
                  </a:cubicBezTo>
                  <a:cubicBezTo>
                    <a:pt x="16" y="12"/>
                    <a:pt x="20" y="9"/>
                    <a:pt x="20" y="6"/>
                  </a:cubicBezTo>
                  <a:cubicBezTo>
                    <a:pt x="19" y="3"/>
                    <a:pt x="15" y="0"/>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32" name="Freeform 2035"/>
            <p:cNvSpPr/>
            <p:nvPr/>
          </p:nvSpPr>
          <p:spPr bwMode="auto">
            <a:xfrm>
              <a:off x="11530317" y="8743728"/>
              <a:ext cx="55563" cy="30163"/>
            </a:xfrm>
            <a:custGeom>
              <a:avLst/>
              <a:gdLst>
                <a:gd name="T0" fmla="*/ 10 w 20"/>
                <a:gd name="T1" fmla="*/ 0 h 11"/>
                <a:gd name="T2" fmla="*/ 1 w 20"/>
                <a:gd name="T3" fmla="*/ 6 h 11"/>
                <a:gd name="T4" fmla="*/ 10 w 20"/>
                <a:gd name="T5" fmla="*/ 11 h 11"/>
                <a:gd name="T6" fmla="*/ 19 w 20"/>
                <a:gd name="T7" fmla="*/ 5 h 11"/>
                <a:gd name="T8" fmla="*/ 10 w 20"/>
                <a:gd name="T9" fmla="*/ 0 h 11"/>
              </a:gdLst>
              <a:ahLst/>
              <a:cxnLst>
                <a:cxn ang="0">
                  <a:pos x="T0" y="T1"/>
                </a:cxn>
                <a:cxn ang="0">
                  <a:pos x="T2" y="T3"/>
                </a:cxn>
                <a:cxn ang="0">
                  <a:pos x="T4" y="T5"/>
                </a:cxn>
                <a:cxn ang="0">
                  <a:pos x="T6" y="T7"/>
                </a:cxn>
                <a:cxn ang="0">
                  <a:pos x="T8" y="T9"/>
                </a:cxn>
              </a:cxnLst>
              <a:rect l="0" t="0" r="r" b="b"/>
              <a:pathLst>
                <a:path w="20" h="11">
                  <a:moveTo>
                    <a:pt x="10" y="0"/>
                  </a:moveTo>
                  <a:cubicBezTo>
                    <a:pt x="5" y="0"/>
                    <a:pt x="1" y="3"/>
                    <a:pt x="1" y="6"/>
                  </a:cubicBezTo>
                  <a:cubicBezTo>
                    <a:pt x="0" y="8"/>
                    <a:pt x="5" y="11"/>
                    <a:pt x="10" y="11"/>
                  </a:cubicBezTo>
                  <a:cubicBezTo>
                    <a:pt x="15" y="11"/>
                    <a:pt x="20" y="8"/>
                    <a:pt x="19" y="5"/>
                  </a:cubicBezTo>
                  <a:cubicBezTo>
                    <a:pt x="19" y="3"/>
                    <a:pt x="14" y="1"/>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33" name="Freeform 2036"/>
            <p:cNvSpPr/>
            <p:nvPr/>
          </p:nvSpPr>
          <p:spPr bwMode="auto">
            <a:xfrm>
              <a:off x="11628742" y="8683403"/>
              <a:ext cx="50800" cy="30163"/>
            </a:xfrm>
            <a:custGeom>
              <a:avLst/>
              <a:gdLst>
                <a:gd name="T0" fmla="*/ 0 w 19"/>
                <a:gd name="T1" fmla="*/ 5 h 11"/>
                <a:gd name="T2" fmla="*/ 9 w 19"/>
                <a:gd name="T3" fmla="*/ 11 h 11"/>
                <a:gd name="T4" fmla="*/ 18 w 19"/>
                <a:gd name="T5" fmla="*/ 6 h 11"/>
                <a:gd name="T6" fmla="*/ 8 w 19"/>
                <a:gd name="T7" fmla="*/ 0 h 11"/>
                <a:gd name="T8" fmla="*/ 0 w 19"/>
                <a:gd name="T9" fmla="*/ 5 h 11"/>
              </a:gdLst>
              <a:ahLst/>
              <a:cxnLst>
                <a:cxn ang="0">
                  <a:pos x="T0" y="T1"/>
                </a:cxn>
                <a:cxn ang="0">
                  <a:pos x="T2" y="T3"/>
                </a:cxn>
                <a:cxn ang="0">
                  <a:pos x="T4" y="T5"/>
                </a:cxn>
                <a:cxn ang="0">
                  <a:pos x="T6" y="T7"/>
                </a:cxn>
                <a:cxn ang="0">
                  <a:pos x="T8" y="T9"/>
                </a:cxn>
              </a:cxnLst>
              <a:rect l="0" t="0" r="r" b="b"/>
              <a:pathLst>
                <a:path w="19" h="11">
                  <a:moveTo>
                    <a:pt x="0" y="5"/>
                  </a:moveTo>
                  <a:cubicBezTo>
                    <a:pt x="0" y="8"/>
                    <a:pt x="5" y="10"/>
                    <a:pt x="9" y="11"/>
                  </a:cubicBezTo>
                  <a:cubicBezTo>
                    <a:pt x="14" y="11"/>
                    <a:pt x="19" y="8"/>
                    <a:pt x="18" y="6"/>
                  </a:cubicBezTo>
                  <a:cubicBezTo>
                    <a:pt x="17" y="3"/>
                    <a:pt x="12" y="1"/>
                    <a:pt x="8" y="0"/>
                  </a:cubicBezTo>
                  <a:cubicBezTo>
                    <a:pt x="3" y="0"/>
                    <a:pt x="0" y="2"/>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34" name="Freeform 2037"/>
            <p:cNvSpPr/>
            <p:nvPr/>
          </p:nvSpPr>
          <p:spPr bwMode="auto">
            <a:xfrm>
              <a:off x="-126696" y="11707591"/>
              <a:ext cx="52388" cy="26988"/>
            </a:xfrm>
            <a:custGeom>
              <a:avLst/>
              <a:gdLst>
                <a:gd name="T0" fmla="*/ 11 w 19"/>
                <a:gd name="T1" fmla="*/ 5 h 10"/>
                <a:gd name="T2" fmla="*/ 18 w 19"/>
                <a:gd name="T3" fmla="*/ 0 h 10"/>
                <a:gd name="T4" fmla="*/ 9 w 19"/>
                <a:gd name="T5" fmla="*/ 4 h 10"/>
                <a:gd name="T6" fmla="*/ 0 w 19"/>
                <a:gd name="T7" fmla="*/ 10 h 10"/>
                <a:gd name="T8" fmla="*/ 11 w 19"/>
                <a:gd name="T9" fmla="*/ 5 h 10"/>
              </a:gdLst>
              <a:ahLst/>
              <a:cxnLst>
                <a:cxn ang="0">
                  <a:pos x="T0" y="T1"/>
                </a:cxn>
                <a:cxn ang="0">
                  <a:pos x="T2" y="T3"/>
                </a:cxn>
                <a:cxn ang="0">
                  <a:pos x="T4" y="T5"/>
                </a:cxn>
                <a:cxn ang="0">
                  <a:pos x="T6" y="T7"/>
                </a:cxn>
                <a:cxn ang="0">
                  <a:pos x="T8" y="T9"/>
                </a:cxn>
              </a:cxnLst>
              <a:rect l="0" t="0" r="r" b="b"/>
              <a:pathLst>
                <a:path w="19" h="10">
                  <a:moveTo>
                    <a:pt x="11" y="5"/>
                  </a:moveTo>
                  <a:cubicBezTo>
                    <a:pt x="16" y="3"/>
                    <a:pt x="19" y="0"/>
                    <a:pt x="18" y="0"/>
                  </a:cubicBezTo>
                  <a:cubicBezTo>
                    <a:pt x="18" y="0"/>
                    <a:pt x="14" y="2"/>
                    <a:pt x="9" y="4"/>
                  </a:cubicBezTo>
                  <a:cubicBezTo>
                    <a:pt x="4" y="7"/>
                    <a:pt x="0" y="10"/>
                    <a:pt x="0" y="10"/>
                  </a:cubicBezTo>
                  <a:cubicBezTo>
                    <a:pt x="1" y="10"/>
                    <a:pt x="6" y="8"/>
                    <a:pt x="1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35" name="Freeform 2038"/>
            <p:cNvSpPr/>
            <p:nvPr/>
          </p:nvSpPr>
          <p:spPr bwMode="auto">
            <a:xfrm>
              <a:off x="82854" y="11566303"/>
              <a:ext cx="50800" cy="38100"/>
            </a:xfrm>
            <a:custGeom>
              <a:avLst/>
              <a:gdLst>
                <a:gd name="T0" fmla="*/ 0 w 19"/>
                <a:gd name="T1" fmla="*/ 14 h 14"/>
                <a:gd name="T2" fmla="*/ 11 w 19"/>
                <a:gd name="T3" fmla="*/ 8 h 14"/>
                <a:gd name="T4" fmla="*/ 18 w 19"/>
                <a:gd name="T5" fmla="*/ 0 h 14"/>
                <a:gd name="T6" fmla="*/ 9 w 19"/>
                <a:gd name="T7" fmla="*/ 5 h 14"/>
                <a:gd name="T8" fmla="*/ 0 w 19"/>
                <a:gd name="T9" fmla="*/ 14 h 14"/>
              </a:gdLst>
              <a:ahLst/>
              <a:cxnLst>
                <a:cxn ang="0">
                  <a:pos x="T0" y="T1"/>
                </a:cxn>
                <a:cxn ang="0">
                  <a:pos x="T2" y="T3"/>
                </a:cxn>
                <a:cxn ang="0">
                  <a:pos x="T4" y="T5"/>
                </a:cxn>
                <a:cxn ang="0">
                  <a:pos x="T6" y="T7"/>
                </a:cxn>
                <a:cxn ang="0">
                  <a:pos x="T8" y="T9"/>
                </a:cxn>
              </a:cxnLst>
              <a:rect l="0" t="0" r="r" b="b"/>
              <a:pathLst>
                <a:path w="19" h="14">
                  <a:moveTo>
                    <a:pt x="0" y="14"/>
                  </a:moveTo>
                  <a:cubicBezTo>
                    <a:pt x="1" y="14"/>
                    <a:pt x="6" y="12"/>
                    <a:pt x="11" y="8"/>
                  </a:cubicBezTo>
                  <a:cubicBezTo>
                    <a:pt x="16" y="5"/>
                    <a:pt x="19" y="1"/>
                    <a:pt x="18" y="0"/>
                  </a:cubicBezTo>
                  <a:cubicBezTo>
                    <a:pt x="18" y="0"/>
                    <a:pt x="14" y="2"/>
                    <a:pt x="9" y="5"/>
                  </a:cubicBezTo>
                  <a:cubicBezTo>
                    <a:pt x="4" y="9"/>
                    <a:pt x="0" y="13"/>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36" name="Freeform 2039"/>
            <p:cNvSpPr/>
            <p:nvPr/>
          </p:nvSpPr>
          <p:spPr bwMode="auto">
            <a:xfrm>
              <a:off x="289229" y="11396441"/>
              <a:ext cx="50800" cy="47625"/>
            </a:xfrm>
            <a:custGeom>
              <a:avLst/>
              <a:gdLst>
                <a:gd name="T0" fmla="*/ 9 w 19"/>
                <a:gd name="T1" fmla="*/ 6 h 18"/>
                <a:gd name="T2" fmla="*/ 1 w 19"/>
                <a:gd name="T3" fmla="*/ 17 h 18"/>
                <a:gd name="T4" fmla="*/ 11 w 19"/>
                <a:gd name="T5" fmla="*/ 12 h 18"/>
                <a:gd name="T6" fmla="*/ 19 w 19"/>
                <a:gd name="T7" fmla="*/ 2 h 18"/>
                <a:gd name="T8" fmla="*/ 9 w 19"/>
                <a:gd name="T9" fmla="*/ 6 h 18"/>
              </a:gdLst>
              <a:ahLst/>
              <a:cxnLst>
                <a:cxn ang="0">
                  <a:pos x="T0" y="T1"/>
                </a:cxn>
                <a:cxn ang="0">
                  <a:pos x="T2" y="T3"/>
                </a:cxn>
                <a:cxn ang="0">
                  <a:pos x="T4" y="T5"/>
                </a:cxn>
                <a:cxn ang="0">
                  <a:pos x="T6" y="T7"/>
                </a:cxn>
                <a:cxn ang="0">
                  <a:pos x="T8" y="T9"/>
                </a:cxn>
              </a:cxnLst>
              <a:rect l="0" t="0" r="r" b="b"/>
              <a:pathLst>
                <a:path w="19" h="18">
                  <a:moveTo>
                    <a:pt x="9" y="6"/>
                  </a:moveTo>
                  <a:cubicBezTo>
                    <a:pt x="4" y="10"/>
                    <a:pt x="0" y="16"/>
                    <a:pt x="1" y="17"/>
                  </a:cubicBezTo>
                  <a:cubicBezTo>
                    <a:pt x="2" y="18"/>
                    <a:pt x="6" y="16"/>
                    <a:pt x="11" y="12"/>
                  </a:cubicBezTo>
                  <a:cubicBezTo>
                    <a:pt x="16" y="8"/>
                    <a:pt x="19" y="4"/>
                    <a:pt x="19" y="2"/>
                  </a:cubicBezTo>
                  <a:cubicBezTo>
                    <a:pt x="18" y="0"/>
                    <a:pt x="14" y="2"/>
                    <a:pt x="9"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37" name="Freeform 2040"/>
            <p:cNvSpPr/>
            <p:nvPr/>
          </p:nvSpPr>
          <p:spPr bwMode="auto">
            <a:xfrm>
              <a:off x="495604" y="11221816"/>
              <a:ext cx="50800" cy="52388"/>
            </a:xfrm>
            <a:custGeom>
              <a:avLst/>
              <a:gdLst>
                <a:gd name="T0" fmla="*/ 10 w 19"/>
                <a:gd name="T1" fmla="*/ 4 h 19"/>
                <a:gd name="T2" fmla="*/ 1 w 19"/>
                <a:gd name="T3" fmla="*/ 17 h 19"/>
                <a:gd name="T4" fmla="*/ 11 w 19"/>
                <a:gd name="T5" fmla="*/ 14 h 19"/>
                <a:gd name="T6" fmla="*/ 19 w 19"/>
                <a:gd name="T7" fmla="*/ 3 h 19"/>
                <a:gd name="T8" fmla="*/ 10 w 19"/>
                <a:gd name="T9" fmla="*/ 4 h 19"/>
              </a:gdLst>
              <a:ahLst/>
              <a:cxnLst>
                <a:cxn ang="0">
                  <a:pos x="T0" y="T1"/>
                </a:cxn>
                <a:cxn ang="0">
                  <a:pos x="T2" y="T3"/>
                </a:cxn>
                <a:cxn ang="0">
                  <a:pos x="T4" y="T5"/>
                </a:cxn>
                <a:cxn ang="0">
                  <a:pos x="T6" y="T7"/>
                </a:cxn>
                <a:cxn ang="0">
                  <a:pos x="T8" y="T9"/>
                </a:cxn>
              </a:cxnLst>
              <a:rect l="0" t="0" r="r" b="b"/>
              <a:pathLst>
                <a:path w="19" h="19">
                  <a:moveTo>
                    <a:pt x="10" y="4"/>
                  </a:moveTo>
                  <a:cubicBezTo>
                    <a:pt x="5" y="8"/>
                    <a:pt x="0" y="15"/>
                    <a:pt x="1" y="17"/>
                  </a:cubicBezTo>
                  <a:cubicBezTo>
                    <a:pt x="1" y="19"/>
                    <a:pt x="6" y="18"/>
                    <a:pt x="11" y="14"/>
                  </a:cubicBezTo>
                  <a:cubicBezTo>
                    <a:pt x="15" y="10"/>
                    <a:pt x="19" y="5"/>
                    <a:pt x="19" y="3"/>
                  </a:cubicBezTo>
                  <a:cubicBezTo>
                    <a:pt x="19" y="0"/>
                    <a:pt x="15" y="1"/>
                    <a:pt x="1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38" name="Freeform 2041"/>
            <p:cNvSpPr/>
            <p:nvPr/>
          </p:nvSpPr>
          <p:spPr bwMode="auto">
            <a:xfrm>
              <a:off x="705154" y="11061478"/>
              <a:ext cx="47625" cy="52388"/>
            </a:xfrm>
            <a:custGeom>
              <a:avLst/>
              <a:gdLst>
                <a:gd name="T0" fmla="*/ 0 w 18"/>
                <a:gd name="T1" fmla="*/ 16 h 19"/>
                <a:gd name="T2" fmla="*/ 10 w 18"/>
                <a:gd name="T3" fmla="*/ 15 h 19"/>
                <a:gd name="T4" fmla="*/ 18 w 18"/>
                <a:gd name="T5" fmla="*/ 4 h 19"/>
                <a:gd name="T6" fmla="*/ 9 w 18"/>
                <a:gd name="T7" fmla="*/ 3 h 19"/>
                <a:gd name="T8" fmla="*/ 0 w 18"/>
                <a:gd name="T9" fmla="*/ 16 h 19"/>
              </a:gdLst>
              <a:ahLst/>
              <a:cxnLst>
                <a:cxn ang="0">
                  <a:pos x="T0" y="T1"/>
                </a:cxn>
                <a:cxn ang="0">
                  <a:pos x="T2" y="T3"/>
                </a:cxn>
                <a:cxn ang="0">
                  <a:pos x="T4" y="T5"/>
                </a:cxn>
                <a:cxn ang="0">
                  <a:pos x="T6" y="T7"/>
                </a:cxn>
                <a:cxn ang="0">
                  <a:pos x="T8" y="T9"/>
                </a:cxn>
              </a:cxnLst>
              <a:rect l="0" t="0" r="r" b="b"/>
              <a:pathLst>
                <a:path w="18" h="19">
                  <a:moveTo>
                    <a:pt x="0" y="16"/>
                  </a:moveTo>
                  <a:cubicBezTo>
                    <a:pt x="1" y="19"/>
                    <a:pt x="5" y="19"/>
                    <a:pt x="10" y="15"/>
                  </a:cubicBezTo>
                  <a:cubicBezTo>
                    <a:pt x="15" y="12"/>
                    <a:pt x="18" y="7"/>
                    <a:pt x="18" y="4"/>
                  </a:cubicBezTo>
                  <a:cubicBezTo>
                    <a:pt x="18" y="1"/>
                    <a:pt x="14" y="0"/>
                    <a:pt x="9" y="3"/>
                  </a:cubicBezTo>
                  <a:cubicBezTo>
                    <a:pt x="4" y="6"/>
                    <a:pt x="0" y="13"/>
                    <a:pt x="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39" name="Freeform 2042"/>
            <p:cNvSpPr/>
            <p:nvPr/>
          </p:nvSpPr>
          <p:spPr bwMode="auto">
            <a:xfrm>
              <a:off x="909942" y="10942416"/>
              <a:ext cx="52388" cy="46038"/>
            </a:xfrm>
            <a:custGeom>
              <a:avLst/>
              <a:gdLst>
                <a:gd name="T0" fmla="*/ 1 w 19"/>
                <a:gd name="T1" fmla="*/ 13 h 17"/>
                <a:gd name="T2" fmla="*/ 11 w 19"/>
                <a:gd name="T3" fmla="*/ 15 h 17"/>
                <a:gd name="T4" fmla="*/ 19 w 19"/>
                <a:gd name="T5" fmla="*/ 5 h 17"/>
                <a:gd name="T6" fmla="*/ 9 w 19"/>
                <a:gd name="T7" fmla="*/ 2 h 17"/>
                <a:gd name="T8" fmla="*/ 1 w 19"/>
                <a:gd name="T9" fmla="*/ 13 h 17"/>
              </a:gdLst>
              <a:ahLst/>
              <a:cxnLst>
                <a:cxn ang="0">
                  <a:pos x="T0" y="T1"/>
                </a:cxn>
                <a:cxn ang="0">
                  <a:pos x="T2" y="T3"/>
                </a:cxn>
                <a:cxn ang="0">
                  <a:pos x="T4" y="T5"/>
                </a:cxn>
                <a:cxn ang="0">
                  <a:pos x="T6" y="T7"/>
                </a:cxn>
                <a:cxn ang="0">
                  <a:pos x="T8" y="T9"/>
                </a:cxn>
              </a:cxnLst>
              <a:rect l="0" t="0" r="r" b="b"/>
              <a:pathLst>
                <a:path w="19" h="17">
                  <a:moveTo>
                    <a:pt x="1" y="13"/>
                  </a:moveTo>
                  <a:cubicBezTo>
                    <a:pt x="2" y="16"/>
                    <a:pt x="6" y="17"/>
                    <a:pt x="11" y="15"/>
                  </a:cubicBezTo>
                  <a:cubicBezTo>
                    <a:pt x="16" y="13"/>
                    <a:pt x="19" y="8"/>
                    <a:pt x="19" y="5"/>
                  </a:cubicBezTo>
                  <a:cubicBezTo>
                    <a:pt x="18" y="1"/>
                    <a:pt x="14" y="0"/>
                    <a:pt x="9" y="2"/>
                  </a:cubicBezTo>
                  <a:cubicBezTo>
                    <a:pt x="4" y="4"/>
                    <a:pt x="0" y="9"/>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40" name="Freeform 2043"/>
            <p:cNvSpPr/>
            <p:nvPr/>
          </p:nvSpPr>
          <p:spPr bwMode="auto">
            <a:xfrm>
              <a:off x="1122667" y="10870978"/>
              <a:ext cx="50800" cy="44450"/>
            </a:xfrm>
            <a:custGeom>
              <a:avLst/>
              <a:gdLst>
                <a:gd name="T0" fmla="*/ 0 w 19"/>
                <a:gd name="T1" fmla="*/ 10 h 16"/>
                <a:gd name="T2" fmla="*/ 10 w 19"/>
                <a:gd name="T3" fmla="*/ 15 h 16"/>
                <a:gd name="T4" fmla="*/ 18 w 19"/>
                <a:gd name="T5" fmla="*/ 6 h 16"/>
                <a:gd name="T6" fmla="*/ 9 w 19"/>
                <a:gd name="T7" fmla="*/ 1 h 16"/>
                <a:gd name="T8" fmla="*/ 0 w 19"/>
                <a:gd name="T9" fmla="*/ 10 h 16"/>
              </a:gdLst>
              <a:ahLst/>
              <a:cxnLst>
                <a:cxn ang="0">
                  <a:pos x="T0" y="T1"/>
                </a:cxn>
                <a:cxn ang="0">
                  <a:pos x="T2" y="T3"/>
                </a:cxn>
                <a:cxn ang="0">
                  <a:pos x="T4" y="T5"/>
                </a:cxn>
                <a:cxn ang="0">
                  <a:pos x="T6" y="T7"/>
                </a:cxn>
                <a:cxn ang="0">
                  <a:pos x="T8" y="T9"/>
                </a:cxn>
              </a:cxnLst>
              <a:rect l="0" t="0" r="r" b="b"/>
              <a:pathLst>
                <a:path w="19" h="16">
                  <a:moveTo>
                    <a:pt x="0" y="10"/>
                  </a:moveTo>
                  <a:cubicBezTo>
                    <a:pt x="1" y="14"/>
                    <a:pt x="5" y="16"/>
                    <a:pt x="10" y="15"/>
                  </a:cubicBezTo>
                  <a:cubicBezTo>
                    <a:pt x="15" y="14"/>
                    <a:pt x="19" y="10"/>
                    <a:pt x="18" y="6"/>
                  </a:cubicBezTo>
                  <a:cubicBezTo>
                    <a:pt x="18" y="3"/>
                    <a:pt x="14" y="0"/>
                    <a:pt x="9" y="1"/>
                  </a:cubicBezTo>
                  <a:cubicBezTo>
                    <a:pt x="4" y="1"/>
                    <a:pt x="0" y="6"/>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41" name="Freeform 2044"/>
            <p:cNvSpPr/>
            <p:nvPr/>
          </p:nvSpPr>
          <p:spPr bwMode="auto">
            <a:xfrm>
              <a:off x="1330629" y="10842403"/>
              <a:ext cx="55563" cy="38100"/>
            </a:xfrm>
            <a:custGeom>
              <a:avLst/>
              <a:gdLst>
                <a:gd name="T0" fmla="*/ 1 w 20"/>
                <a:gd name="T1" fmla="*/ 8 h 14"/>
                <a:gd name="T2" fmla="*/ 12 w 20"/>
                <a:gd name="T3" fmla="*/ 13 h 14"/>
                <a:gd name="T4" fmla="*/ 19 w 20"/>
                <a:gd name="T5" fmla="*/ 6 h 14"/>
                <a:gd name="T6" fmla="*/ 10 w 20"/>
                <a:gd name="T7" fmla="*/ 0 h 14"/>
                <a:gd name="T8" fmla="*/ 1 w 20"/>
                <a:gd name="T9" fmla="*/ 8 h 14"/>
              </a:gdLst>
              <a:ahLst/>
              <a:cxnLst>
                <a:cxn ang="0">
                  <a:pos x="T0" y="T1"/>
                </a:cxn>
                <a:cxn ang="0">
                  <a:pos x="T2" y="T3"/>
                </a:cxn>
                <a:cxn ang="0">
                  <a:pos x="T4" y="T5"/>
                </a:cxn>
                <a:cxn ang="0">
                  <a:pos x="T6" y="T7"/>
                </a:cxn>
                <a:cxn ang="0">
                  <a:pos x="T8" y="T9"/>
                </a:cxn>
              </a:cxnLst>
              <a:rect l="0" t="0" r="r" b="b"/>
              <a:pathLst>
                <a:path w="20" h="14">
                  <a:moveTo>
                    <a:pt x="1" y="8"/>
                  </a:moveTo>
                  <a:cubicBezTo>
                    <a:pt x="2" y="11"/>
                    <a:pt x="7" y="14"/>
                    <a:pt x="12" y="13"/>
                  </a:cubicBezTo>
                  <a:cubicBezTo>
                    <a:pt x="17" y="13"/>
                    <a:pt x="20" y="10"/>
                    <a:pt x="19" y="6"/>
                  </a:cubicBezTo>
                  <a:cubicBezTo>
                    <a:pt x="19" y="3"/>
                    <a:pt x="15" y="0"/>
                    <a:pt x="10" y="0"/>
                  </a:cubicBezTo>
                  <a:cubicBezTo>
                    <a:pt x="5" y="0"/>
                    <a:pt x="0" y="4"/>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42" name="Freeform 2045"/>
            <p:cNvSpPr/>
            <p:nvPr/>
          </p:nvSpPr>
          <p:spPr bwMode="auto">
            <a:xfrm>
              <a:off x="1546529" y="10839228"/>
              <a:ext cx="50800" cy="41275"/>
            </a:xfrm>
            <a:custGeom>
              <a:avLst/>
              <a:gdLst>
                <a:gd name="T0" fmla="*/ 1 w 19"/>
                <a:gd name="T1" fmla="*/ 7 h 15"/>
                <a:gd name="T2" fmla="*/ 11 w 19"/>
                <a:gd name="T3" fmla="*/ 14 h 15"/>
                <a:gd name="T4" fmla="*/ 19 w 19"/>
                <a:gd name="T5" fmla="*/ 9 h 15"/>
                <a:gd name="T6" fmla="*/ 10 w 19"/>
                <a:gd name="T7" fmla="*/ 1 h 15"/>
                <a:gd name="T8" fmla="*/ 1 w 19"/>
                <a:gd name="T9" fmla="*/ 7 h 15"/>
              </a:gdLst>
              <a:ahLst/>
              <a:cxnLst>
                <a:cxn ang="0">
                  <a:pos x="T0" y="T1"/>
                </a:cxn>
                <a:cxn ang="0">
                  <a:pos x="T2" y="T3"/>
                </a:cxn>
                <a:cxn ang="0">
                  <a:pos x="T4" y="T5"/>
                </a:cxn>
                <a:cxn ang="0">
                  <a:pos x="T6" y="T7"/>
                </a:cxn>
                <a:cxn ang="0">
                  <a:pos x="T8" y="T9"/>
                </a:cxn>
              </a:cxnLst>
              <a:rect l="0" t="0" r="r" b="b"/>
              <a:pathLst>
                <a:path w="19" h="15">
                  <a:moveTo>
                    <a:pt x="1" y="7"/>
                  </a:moveTo>
                  <a:cubicBezTo>
                    <a:pt x="1" y="11"/>
                    <a:pt x="6" y="14"/>
                    <a:pt x="11" y="14"/>
                  </a:cubicBezTo>
                  <a:cubicBezTo>
                    <a:pt x="16" y="15"/>
                    <a:pt x="19" y="13"/>
                    <a:pt x="19" y="9"/>
                  </a:cubicBezTo>
                  <a:cubicBezTo>
                    <a:pt x="19" y="6"/>
                    <a:pt x="15" y="2"/>
                    <a:pt x="10" y="1"/>
                  </a:cubicBezTo>
                  <a:cubicBezTo>
                    <a:pt x="5" y="0"/>
                    <a:pt x="0" y="3"/>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43" name="Freeform 2046"/>
            <p:cNvSpPr/>
            <p:nvPr/>
          </p:nvSpPr>
          <p:spPr bwMode="auto">
            <a:xfrm>
              <a:off x="1760842" y="10869391"/>
              <a:ext cx="50800" cy="39688"/>
            </a:xfrm>
            <a:custGeom>
              <a:avLst/>
              <a:gdLst>
                <a:gd name="T0" fmla="*/ 1 w 19"/>
                <a:gd name="T1" fmla="*/ 6 h 15"/>
                <a:gd name="T2" fmla="*/ 11 w 19"/>
                <a:gd name="T3" fmla="*/ 14 h 15"/>
                <a:gd name="T4" fmla="*/ 19 w 19"/>
                <a:gd name="T5" fmla="*/ 10 h 15"/>
                <a:gd name="T6" fmla="*/ 10 w 19"/>
                <a:gd name="T7" fmla="*/ 2 h 15"/>
                <a:gd name="T8" fmla="*/ 1 w 19"/>
                <a:gd name="T9" fmla="*/ 6 h 15"/>
              </a:gdLst>
              <a:ahLst/>
              <a:cxnLst>
                <a:cxn ang="0">
                  <a:pos x="T0" y="T1"/>
                </a:cxn>
                <a:cxn ang="0">
                  <a:pos x="T2" y="T3"/>
                </a:cxn>
                <a:cxn ang="0">
                  <a:pos x="T4" y="T5"/>
                </a:cxn>
                <a:cxn ang="0">
                  <a:pos x="T6" y="T7"/>
                </a:cxn>
                <a:cxn ang="0">
                  <a:pos x="T8" y="T9"/>
                </a:cxn>
              </a:cxnLst>
              <a:rect l="0" t="0" r="r" b="b"/>
              <a:pathLst>
                <a:path w="19" h="15">
                  <a:moveTo>
                    <a:pt x="1" y="6"/>
                  </a:moveTo>
                  <a:cubicBezTo>
                    <a:pt x="1" y="9"/>
                    <a:pt x="6" y="13"/>
                    <a:pt x="11" y="14"/>
                  </a:cubicBezTo>
                  <a:cubicBezTo>
                    <a:pt x="16" y="15"/>
                    <a:pt x="19" y="13"/>
                    <a:pt x="19" y="10"/>
                  </a:cubicBezTo>
                  <a:cubicBezTo>
                    <a:pt x="19" y="7"/>
                    <a:pt x="15" y="3"/>
                    <a:pt x="10" y="2"/>
                  </a:cubicBezTo>
                  <a:cubicBezTo>
                    <a:pt x="5" y="0"/>
                    <a:pt x="0" y="2"/>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44" name="Freeform 2047"/>
            <p:cNvSpPr/>
            <p:nvPr/>
          </p:nvSpPr>
          <p:spPr bwMode="auto">
            <a:xfrm>
              <a:off x="1975154" y="10923366"/>
              <a:ext cx="53975" cy="38100"/>
            </a:xfrm>
            <a:custGeom>
              <a:avLst/>
              <a:gdLst>
                <a:gd name="T0" fmla="*/ 9 w 20"/>
                <a:gd name="T1" fmla="*/ 1 h 14"/>
                <a:gd name="T2" fmla="*/ 1 w 20"/>
                <a:gd name="T3" fmla="*/ 5 h 14"/>
                <a:gd name="T4" fmla="*/ 12 w 20"/>
                <a:gd name="T5" fmla="*/ 13 h 14"/>
                <a:gd name="T6" fmla="*/ 19 w 20"/>
                <a:gd name="T7" fmla="*/ 10 h 14"/>
                <a:gd name="T8" fmla="*/ 9 w 20"/>
                <a:gd name="T9" fmla="*/ 1 h 14"/>
              </a:gdLst>
              <a:ahLst/>
              <a:cxnLst>
                <a:cxn ang="0">
                  <a:pos x="T0" y="T1"/>
                </a:cxn>
                <a:cxn ang="0">
                  <a:pos x="T2" y="T3"/>
                </a:cxn>
                <a:cxn ang="0">
                  <a:pos x="T4" y="T5"/>
                </a:cxn>
                <a:cxn ang="0">
                  <a:pos x="T6" y="T7"/>
                </a:cxn>
                <a:cxn ang="0">
                  <a:pos x="T8" y="T9"/>
                </a:cxn>
              </a:cxnLst>
              <a:rect l="0" t="0" r="r" b="b"/>
              <a:pathLst>
                <a:path w="20" h="14">
                  <a:moveTo>
                    <a:pt x="9" y="1"/>
                  </a:moveTo>
                  <a:cubicBezTo>
                    <a:pt x="4" y="0"/>
                    <a:pt x="0" y="2"/>
                    <a:pt x="1" y="5"/>
                  </a:cubicBezTo>
                  <a:cubicBezTo>
                    <a:pt x="2" y="9"/>
                    <a:pt x="7" y="12"/>
                    <a:pt x="12" y="13"/>
                  </a:cubicBezTo>
                  <a:cubicBezTo>
                    <a:pt x="17" y="14"/>
                    <a:pt x="20" y="13"/>
                    <a:pt x="19" y="10"/>
                  </a:cubicBezTo>
                  <a:cubicBezTo>
                    <a:pt x="19" y="6"/>
                    <a:pt x="14" y="3"/>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45" name="Freeform 2048"/>
            <p:cNvSpPr/>
            <p:nvPr/>
          </p:nvSpPr>
          <p:spPr bwMode="auto">
            <a:xfrm>
              <a:off x="2191054" y="10993216"/>
              <a:ext cx="55563" cy="38100"/>
            </a:xfrm>
            <a:custGeom>
              <a:avLst/>
              <a:gdLst>
                <a:gd name="T0" fmla="*/ 1 w 20"/>
                <a:gd name="T1" fmla="*/ 4 h 14"/>
                <a:gd name="T2" fmla="*/ 12 w 20"/>
                <a:gd name="T3" fmla="*/ 12 h 14"/>
                <a:gd name="T4" fmla="*/ 19 w 20"/>
                <a:gd name="T5" fmla="*/ 10 h 14"/>
                <a:gd name="T6" fmla="*/ 9 w 20"/>
                <a:gd name="T7" fmla="*/ 2 h 14"/>
                <a:gd name="T8" fmla="*/ 1 w 20"/>
                <a:gd name="T9" fmla="*/ 4 h 14"/>
              </a:gdLst>
              <a:ahLst/>
              <a:cxnLst>
                <a:cxn ang="0">
                  <a:pos x="T0" y="T1"/>
                </a:cxn>
                <a:cxn ang="0">
                  <a:pos x="T2" y="T3"/>
                </a:cxn>
                <a:cxn ang="0">
                  <a:pos x="T4" y="T5"/>
                </a:cxn>
                <a:cxn ang="0">
                  <a:pos x="T6" y="T7"/>
                </a:cxn>
                <a:cxn ang="0">
                  <a:pos x="T8" y="T9"/>
                </a:cxn>
              </a:cxnLst>
              <a:rect l="0" t="0" r="r" b="b"/>
              <a:pathLst>
                <a:path w="20" h="14">
                  <a:moveTo>
                    <a:pt x="1" y="4"/>
                  </a:moveTo>
                  <a:cubicBezTo>
                    <a:pt x="2" y="7"/>
                    <a:pt x="7" y="11"/>
                    <a:pt x="12" y="12"/>
                  </a:cubicBezTo>
                  <a:cubicBezTo>
                    <a:pt x="17" y="14"/>
                    <a:pt x="20" y="13"/>
                    <a:pt x="19" y="10"/>
                  </a:cubicBezTo>
                  <a:cubicBezTo>
                    <a:pt x="19" y="8"/>
                    <a:pt x="14" y="4"/>
                    <a:pt x="9" y="2"/>
                  </a:cubicBezTo>
                  <a:cubicBezTo>
                    <a:pt x="4" y="0"/>
                    <a:pt x="0" y="1"/>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46" name="Freeform 2049"/>
            <p:cNvSpPr/>
            <p:nvPr/>
          </p:nvSpPr>
          <p:spPr bwMode="auto">
            <a:xfrm>
              <a:off x="2405367" y="11077353"/>
              <a:ext cx="57150" cy="36513"/>
            </a:xfrm>
            <a:custGeom>
              <a:avLst/>
              <a:gdLst>
                <a:gd name="T0" fmla="*/ 2 w 21"/>
                <a:gd name="T1" fmla="*/ 3 h 13"/>
                <a:gd name="T2" fmla="*/ 12 w 21"/>
                <a:gd name="T3" fmla="*/ 11 h 13"/>
                <a:gd name="T4" fmla="*/ 20 w 21"/>
                <a:gd name="T5" fmla="*/ 10 h 13"/>
                <a:gd name="T6" fmla="*/ 10 w 21"/>
                <a:gd name="T7" fmla="*/ 2 h 13"/>
                <a:gd name="T8" fmla="*/ 2 w 21"/>
                <a:gd name="T9" fmla="*/ 3 h 13"/>
              </a:gdLst>
              <a:ahLst/>
              <a:cxnLst>
                <a:cxn ang="0">
                  <a:pos x="T0" y="T1"/>
                </a:cxn>
                <a:cxn ang="0">
                  <a:pos x="T2" y="T3"/>
                </a:cxn>
                <a:cxn ang="0">
                  <a:pos x="T4" y="T5"/>
                </a:cxn>
                <a:cxn ang="0">
                  <a:pos x="T6" y="T7"/>
                </a:cxn>
                <a:cxn ang="0">
                  <a:pos x="T8" y="T9"/>
                </a:cxn>
              </a:cxnLst>
              <a:rect l="0" t="0" r="r" b="b"/>
              <a:pathLst>
                <a:path w="21" h="13">
                  <a:moveTo>
                    <a:pt x="2" y="3"/>
                  </a:moveTo>
                  <a:cubicBezTo>
                    <a:pt x="3" y="5"/>
                    <a:pt x="7" y="9"/>
                    <a:pt x="12" y="11"/>
                  </a:cubicBezTo>
                  <a:cubicBezTo>
                    <a:pt x="18" y="13"/>
                    <a:pt x="21" y="12"/>
                    <a:pt x="20" y="10"/>
                  </a:cubicBezTo>
                  <a:cubicBezTo>
                    <a:pt x="20" y="7"/>
                    <a:pt x="15" y="4"/>
                    <a:pt x="10" y="2"/>
                  </a:cubicBezTo>
                  <a:cubicBezTo>
                    <a:pt x="5" y="0"/>
                    <a:pt x="0" y="0"/>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47" name="Freeform 2050"/>
            <p:cNvSpPr/>
            <p:nvPr/>
          </p:nvSpPr>
          <p:spPr bwMode="auto">
            <a:xfrm>
              <a:off x="5616879" y="10824941"/>
              <a:ext cx="52388" cy="25400"/>
            </a:xfrm>
            <a:custGeom>
              <a:avLst/>
              <a:gdLst>
                <a:gd name="T0" fmla="*/ 8 w 19"/>
                <a:gd name="T1" fmla="*/ 3 h 9"/>
                <a:gd name="T2" fmla="*/ 0 w 19"/>
                <a:gd name="T3" fmla="*/ 8 h 9"/>
                <a:gd name="T4" fmla="*/ 11 w 19"/>
                <a:gd name="T5" fmla="*/ 5 h 9"/>
                <a:gd name="T6" fmla="*/ 18 w 19"/>
                <a:gd name="T7" fmla="*/ 0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4" y="5"/>
                    <a:pt x="0" y="8"/>
                    <a:pt x="0" y="8"/>
                  </a:cubicBezTo>
                  <a:cubicBezTo>
                    <a:pt x="0" y="9"/>
                    <a:pt x="5" y="7"/>
                    <a:pt x="11" y="5"/>
                  </a:cubicBezTo>
                  <a:cubicBezTo>
                    <a:pt x="16" y="3"/>
                    <a:pt x="19" y="1"/>
                    <a:pt x="18" y="0"/>
                  </a:cubicBezTo>
                  <a:cubicBezTo>
                    <a:pt x="17" y="0"/>
                    <a:pt x="13" y="1"/>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48" name="Freeform 2051"/>
            <p:cNvSpPr/>
            <p:nvPr/>
          </p:nvSpPr>
          <p:spPr bwMode="auto">
            <a:xfrm>
              <a:off x="5405742" y="10920191"/>
              <a:ext cx="50800" cy="26988"/>
            </a:xfrm>
            <a:custGeom>
              <a:avLst/>
              <a:gdLst>
                <a:gd name="T0" fmla="*/ 8 w 19"/>
                <a:gd name="T1" fmla="*/ 4 h 10"/>
                <a:gd name="T2" fmla="*/ 0 w 19"/>
                <a:gd name="T3" fmla="*/ 9 h 10"/>
                <a:gd name="T4" fmla="*/ 10 w 19"/>
                <a:gd name="T5" fmla="*/ 6 h 10"/>
                <a:gd name="T6" fmla="*/ 19 w 19"/>
                <a:gd name="T7" fmla="*/ 1 h 10"/>
                <a:gd name="T8" fmla="*/ 8 w 19"/>
                <a:gd name="T9" fmla="*/ 4 h 10"/>
              </a:gdLst>
              <a:ahLst/>
              <a:cxnLst>
                <a:cxn ang="0">
                  <a:pos x="T0" y="T1"/>
                </a:cxn>
                <a:cxn ang="0">
                  <a:pos x="T2" y="T3"/>
                </a:cxn>
                <a:cxn ang="0">
                  <a:pos x="T4" y="T5"/>
                </a:cxn>
                <a:cxn ang="0">
                  <a:pos x="T6" y="T7"/>
                </a:cxn>
                <a:cxn ang="0">
                  <a:pos x="T8" y="T9"/>
                </a:cxn>
              </a:cxnLst>
              <a:rect l="0" t="0" r="r" b="b"/>
              <a:pathLst>
                <a:path w="19" h="10">
                  <a:moveTo>
                    <a:pt x="8" y="4"/>
                  </a:moveTo>
                  <a:cubicBezTo>
                    <a:pt x="3" y="6"/>
                    <a:pt x="0" y="9"/>
                    <a:pt x="0" y="9"/>
                  </a:cubicBezTo>
                  <a:cubicBezTo>
                    <a:pt x="1" y="10"/>
                    <a:pt x="5" y="8"/>
                    <a:pt x="10" y="6"/>
                  </a:cubicBezTo>
                  <a:cubicBezTo>
                    <a:pt x="15" y="4"/>
                    <a:pt x="19" y="2"/>
                    <a:pt x="19" y="1"/>
                  </a:cubicBezTo>
                  <a:cubicBezTo>
                    <a:pt x="18" y="0"/>
                    <a:pt x="13" y="2"/>
                    <a:pt x="8"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49" name="Freeform 2052"/>
            <p:cNvSpPr/>
            <p:nvPr/>
          </p:nvSpPr>
          <p:spPr bwMode="auto">
            <a:xfrm>
              <a:off x="5193017" y="11015441"/>
              <a:ext cx="52388" cy="25400"/>
            </a:xfrm>
            <a:custGeom>
              <a:avLst/>
              <a:gdLst>
                <a:gd name="T0" fmla="*/ 10 w 19"/>
                <a:gd name="T1" fmla="*/ 3 h 9"/>
                <a:gd name="T2" fmla="*/ 0 w 19"/>
                <a:gd name="T3" fmla="*/ 9 h 9"/>
                <a:gd name="T4" fmla="*/ 10 w 19"/>
                <a:gd name="T5" fmla="*/ 6 h 9"/>
                <a:gd name="T6" fmla="*/ 19 w 19"/>
                <a:gd name="T7" fmla="*/ 1 h 9"/>
                <a:gd name="T8" fmla="*/ 10 w 19"/>
                <a:gd name="T9" fmla="*/ 3 h 9"/>
              </a:gdLst>
              <a:ahLst/>
              <a:cxnLst>
                <a:cxn ang="0">
                  <a:pos x="T0" y="T1"/>
                </a:cxn>
                <a:cxn ang="0">
                  <a:pos x="T2" y="T3"/>
                </a:cxn>
                <a:cxn ang="0">
                  <a:pos x="T4" y="T5"/>
                </a:cxn>
                <a:cxn ang="0">
                  <a:pos x="T6" y="T7"/>
                </a:cxn>
                <a:cxn ang="0">
                  <a:pos x="T8" y="T9"/>
                </a:cxn>
              </a:cxnLst>
              <a:rect l="0" t="0" r="r" b="b"/>
              <a:pathLst>
                <a:path w="19" h="9">
                  <a:moveTo>
                    <a:pt x="10" y="3"/>
                  </a:moveTo>
                  <a:cubicBezTo>
                    <a:pt x="5" y="5"/>
                    <a:pt x="0" y="8"/>
                    <a:pt x="0" y="9"/>
                  </a:cubicBezTo>
                  <a:cubicBezTo>
                    <a:pt x="1" y="9"/>
                    <a:pt x="5" y="8"/>
                    <a:pt x="10" y="6"/>
                  </a:cubicBezTo>
                  <a:cubicBezTo>
                    <a:pt x="15" y="3"/>
                    <a:pt x="19" y="1"/>
                    <a:pt x="19" y="1"/>
                  </a:cubicBezTo>
                  <a:cubicBezTo>
                    <a:pt x="19" y="0"/>
                    <a:pt x="14"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50" name="Freeform 2053"/>
            <p:cNvSpPr/>
            <p:nvPr/>
          </p:nvSpPr>
          <p:spPr bwMode="auto">
            <a:xfrm>
              <a:off x="4981879" y="11105928"/>
              <a:ext cx="50800" cy="23813"/>
            </a:xfrm>
            <a:custGeom>
              <a:avLst/>
              <a:gdLst>
                <a:gd name="T0" fmla="*/ 10 w 19"/>
                <a:gd name="T1" fmla="*/ 3 h 9"/>
                <a:gd name="T2" fmla="*/ 1 w 19"/>
                <a:gd name="T3" fmla="*/ 8 h 9"/>
                <a:gd name="T4" fmla="*/ 10 w 19"/>
                <a:gd name="T5" fmla="*/ 6 h 9"/>
                <a:gd name="T6" fmla="*/ 19 w 19"/>
                <a:gd name="T7" fmla="*/ 1 h 9"/>
                <a:gd name="T8" fmla="*/ 10 w 19"/>
                <a:gd name="T9" fmla="*/ 3 h 9"/>
              </a:gdLst>
              <a:ahLst/>
              <a:cxnLst>
                <a:cxn ang="0">
                  <a:pos x="T0" y="T1"/>
                </a:cxn>
                <a:cxn ang="0">
                  <a:pos x="T2" y="T3"/>
                </a:cxn>
                <a:cxn ang="0">
                  <a:pos x="T4" y="T5"/>
                </a:cxn>
                <a:cxn ang="0">
                  <a:pos x="T6" y="T7"/>
                </a:cxn>
                <a:cxn ang="0">
                  <a:pos x="T8" y="T9"/>
                </a:cxn>
              </a:cxnLst>
              <a:rect l="0" t="0" r="r" b="b"/>
              <a:pathLst>
                <a:path w="19" h="9">
                  <a:moveTo>
                    <a:pt x="10" y="3"/>
                  </a:moveTo>
                  <a:cubicBezTo>
                    <a:pt x="5" y="5"/>
                    <a:pt x="0" y="8"/>
                    <a:pt x="1" y="8"/>
                  </a:cubicBezTo>
                  <a:cubicBezTo>
                    <a:pt x="1" y="9"/>
                    <a:pt x="5" y="8"/>
                    <a:pt x="10" y="6"/>
                  </a:cubicBezTo>
                  <a:cubicBezTo>
                    <a:pt x="15" y="3"/>
                    <a:pt x="19" y="1"/>
                    <a:pt x="19" y="1"/>
                  </a:cubicBezTo>
                  <a:cubicBezTo>
                    <a:pt x="19" y="0"/>
                    <a:pt x="15" y="1"/>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51" name="Freeform 2054"/>
            <p:cNvSpPr/>
            <p:nvPr/>
          </p:nvSpPr>
          <p:spPr bwMode="auto">
            <a:xfrm>
              <a:off x="4770742" y="11190066"/>
              <a:ext cx="50800" cy="20638"/>
            </a:xfrm>
            <a:custGeom>
              <a:avLst/>
              <a:gdLst>
                <a:gd name="T0" fmla="*/ 1 w 19"/>
                <a:gd name="T1" fmla="*/ 7 h 8"/>
                <a:gd name="T2" fmla="*/ 11 w 19"/>
                <a:gd name="T3" fmla="*/ 5 h 8"/>
                <a:gd name="T4" fmla="*/ 19 w 19"/>
                <a:gd name="T5" fmla="*/ 1 h 8"/>
                <a:gd name="T6" fmla="*/ 10 w 19"/>
                <a:gd name="T7" fmla="*/ 2 h 8"/>
                <a:gd name="T8" fmla="*/ 1 w 19"/>
                <a:gd name="T9" fmla="*/ 7 h 8"/>
              </a:gdLst>
              <a:ahLst/>
              <a:cxnLst>
                <a:cxn ang="0">
                  <a:pos x="T0" y="T1"/>
                </a:cxn>
                <a:cxn ang="0">
                  <a:pos x="T2" y="T3"/>
                </a:cxn>
                <a:cxn ang="0">
                  <a:pos x="T4" y="T5"/>
                </a:cxn>
                <a:cxn ang="0">
                  <a:pos x="T6" y="T7"/>
                </a:cxn>
                <a:cxn ang="0">
                  <a:pos x="T8" y="T9"/>
                </a:cxn>
              </a:cxnLst>
              <a:rect l="0" t="0" r="r" b="b"/>
              <a:pathLst>
                <a:path w="19" h="8">
                  <a:moveTo>
                    <a:pt x="1" y="7"/>
                  </a:moveTo>
                  <a:cubicBezTo>
                    <a:pt x="1" y="8"/>
                    <a:pt x="5" y="7"/>
                    <a:pt x="11" y="5"/>
                  </a:cubicBezTo>
                  <a:cubicBezTo>
                    <a:pt x="16" y="3"/>
                    <a:pt x="19" y="1"/>
                    <a:pt x="19" y="1"/>
                  </a:cubicBezTo>
                  <a:cubicBezTo>
                    <a:pt x="19" y="0"/>
                    <a:pt x="15" y="1"/>
                    <a:pt x="10" y="2"/>
                  </a:cubicBezTo>
                  <a:cubicBezTo>
                    <a:pt x="5" y="4"/>
                    <a:pt x="0" y="7"/>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52" name="Freeform 2055"/>
            <p:cNvSpPr/>
            <p:nvPr/>
          </p:nvSpPr>
          <p:spPr bwMode="auto">
            <a:xfrm>
              <a:off x="4558017" y="11264678"/>
              <a:ext cx="53975" cy="19050"/>
            </a:xfrm>
            <a:custGeom>
              <a:avLst/>
              <a:gdLst>
                <a:gd name="T0" fmla="*/ 1 w 20"/>
                <a:gd name="T1" fmla="*/ 6 h 7"/>
                <a:gd name="T2" fmla="*/ 11 w 20"/>
                <a:gd name="T3" fmla="*/ 4 h 7"/>
                <a:gd name="T4" fmla="*/ 19 w 20"/>
                <a:gd name="T5" fmla="*/ 0 h 7"/>
                <a:gd name="T6" fmla="*/ 10 w 20"/>
                <a:gd name="T7" fmla="*/ 2 h 7"/>
                <a:gd name="T8" fmla="*/ 1 w 20"/>
                <a:gd name="T9" fmla="*/ 6 h 7"/>
              </a:gdLst>
              <a:ahLst/>
              <a:cxnLst>
                <a:cxn ang="0">
                  <a:pos x="T0" y="T1"/>
                </a:cxn>
                <a:cxn ang="0">
                  <a:pos x="T2" y="T3"/>
                </a:cxn>
                <a:cxn ang="0">
                  <a:pos x="T4" y="T5"/>
                </a:cxn>
                <a:cxn ang="0">
                  <a:pos x="T6" y="T7"/>
                </a:cxn>
                <a:cxn ang="0">
                  <a:pos x="T8" y="T9"/>
                </a:cxn>
              </a:cxnLst>
              <a:rect l="0" t="0" r="r" b="b"/>
              <a:pathLst>
                <a:path w="20" h="7">
                  <a:moveTo>
                    <a:pt x="1" y="6"/>
                  </a:moveTo>
                  <a:cubicBezTo>
                    <a:pt x="2" y="7"/>
                    <a:pt x="6" y="6"/>
                    <a:pt x="11" y="4"/>
                  </a:cubicBezTo>
                  <a:cubicBezTo>
                    <a:pt x="16" y="3"/>
                    <a:pt x="20" y="1"/>
                    <a:pt x="19" y="0"/>
                  </a:cubicBezTo>
                  <a:cubicBezTo>
                    <a:pt x="19" y="0"/>
                    <a:pt x="14" y="1"/>
                    <a:pt x="10" y="2"/>
                  </a:cubicBezTo>
                  <a:cubicBezTo>
                    <a:pt x="4" y="4"/>
                    <a:pt x="0"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53" name="Freeform 2056"/>
            <p:cNvSpPr/>
            <p:nvPr/>
          </p:nvSpPr>
          <p:spPr bwMode="auto">
            <a:xfrm>
              <a:off x="4346879" y="11329766"/>
              <a:ext cx="53975" cy="17463"/>
            </a:xfrm>
            <a:custGeom>
              <a:avLst/>
              <a:gdLst>
                <a:gd name="T0" fmla="*/ 1 w 20"/>
                <a:gd name="T1" fmla="*/ 6 h 6"/>
                <a:gd name="T2" fmla="*/ 12 w 20"/>
                <a:gd name="T3" fmla="*/ 4 h 6"/>
                <a:gd name="T4" fmla="*/ 19 w 20"/>
                <a:gd name="T5" fmla="*/ 0 h 6"/>
                <a:gd name="T6" fmla="*/ 8 w 20"/>
                <a:gd name="T7" fmla="*/ 2 h 6"/>
                <a:gd name="T8" fmla="*/ 1 w 20"/>
                <a:gd name="T9" fmla="*/ 6 h 6"/>
              </a:gdLst>
              <a:ahLst/>
              <a:cxnLst>
                <a:cxn ang="0">
                  <a:pos x="T0" y="T1"/>
                </a:cxn>
                <a:cxn ang="0">
                  <a:pos x="T2" y="T3"/>
                </a:cxn>
                <a:cxn ang="0">
                  <a:pos x="T4" y="T5"/>
                </a:cxn>
                <a:cxn ang="0">
                  <a:pos x="T6" y="T7"/>
                </a:cxn>
                <a:cxn ang="0">
                  <a:pos x="T8" y="T9"/>
                </a:cxn>
              </a:cxnLst>
              <a:rect l="0" t="0" r="r" b="b"/>
              <a:pathLst>
                <a:path w="20" h="6">
                  <a:moveTo>
                    <a:pt x="1" y="6"/>
                  </a:moveTo>
                  <a:cubicBezTo>
                    <a:pt x="1" y="6"/>
                    <a:pt x="7" y="5"/>
                    <a:pt x="12" y="4"/>
                  </a:cubicBezTo>
                  <a:cubicBezTo>
                    <a:pt x="17" y="2"/>
                    <a:pt x="20" y="1"/>
                    <a:pt x="19" y="0"/>
                  </a:cubicBezTo>
                  <a:cubicBezTo>
                    <a:pt x="18" y="0"/>
                    <a:pt x="13" y="1"/>
                    <a:pt x="8" y="2"/>
                  </a:cubicBezTo>
                  <a:cubicBezTo>
                    <a:pt x="4" y="3"/>
                    <a:pt x="0"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54" name="Freeform 2057"/>
            <p:cNvSpPr/>
            <p:nvPr/>
          </p:nvSpPr>
          <p:spPr bwMode="auto">
            <a:xfrm>
              <a:off x="4135742" y="11385328"/>
              <a:ext cx="50800" cy="12700"/>
            </a:xfrm>
            <a:custGeom>
              <a:avLst/>
              <a:gdLst>
                <a:gd name="T0" fmla="*/ 10 w 19"/>
                <a:gd name="T1" fmla="*/ 1 h 5"/>
                <a:gd name="T2" fmla="*/ 0 w 19"/>
                <a:gd name="T3" fmla="*/ 4 h 5"/>
                <a:gd name="T4" fmla="*/ 10 w 19"/>
                <a:gd name="T5" fmla="*/ 3 h 5"/>
                <a:gd name="T6" fmla="*/ 19 w 19"/>
                <a:gd name="T7" fmla="*/ 0 h 5"/>
                <a:gd name="T8" fmla="*/ 10 w 19"/>
                <a:gd name="T9" fmla="*/ 1 h 5"/>
              </a:gdLst>
              <a:ahLst/>
              <a:cxnLst>
                <a:cxn ang="0">
                  <a:pos x="T0" y="T1"/>
                </a:cxn>
                <a:cxn ang="0">
                  <a:pos x="T2" y="T3"/>
                </a:cxn>
                <a:cxn ang="0">
                  <a:pos x="T4" y="T5"/>
                </a:cxn>
                <a:cxn ang="0">
                  <a:pos x="T6" y="T7"/>
                </a:cxn>
                <a:cxn ang="0">
                  <a:pos x="T8" y="T9"/>
                </a:cxn>
              </a:cxnLst>
              <a:rect l="0" t="0" r="r" b="b"/>
              <a:pathLst>
                <a:path w="19" h="5">
                  <a:moveTo>
                    <a:pt x="10" y="1"/>
                  </a:moveTo>
                  <a:cubicBezTo>
                    <a:pt x="5" y="2"/>
                    <a:pt x="0" y="4"/>
                    <a:pt x="0" y="4"/>
                  </a:cubicBezTo>
                  <a:cubicBezTo>
                    <a:pt x="1" y="5"/>
                    <a:pt x="5" y="4"/>
                    <a:pt x="10" y="3"/>
                  </a:cubicBezTo>
                  <a:cubicBezTo>
                    <a:pt x="15" y="2"/>
                    <a:pt x="19" y="1"/>
                    <a:pt x="19" y="0"/>
                  </a:cubicBezTo>
                  <a:cubicBezTo>
                    <a:pt x="19" y="0"/>
                    <a:pt x="14"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55" name="Freeform 2058"/>
            <p:cNvSpPr/>
            <p:nvPr/>
          </p:nvSpPr>
          <p:spPr bwMode="auto">
            <a:xfrm>
              <a:off x="3919842" y="11423428"/>
              <a:ext cx="55563" cy="9525"/>
            </a:xfrm>
            <a:custGeom>
              <a:avLst/>
              <a:gdLst>
                <a:gd name="T0" fmla="*/ 1 w 20"/>
                <a:gd name="T1" fmla="*/ 4 h 4"/>
                <a:gd name="T2" fmla="*/ 11 w 20"/>
                <a:gd name="T3" fmla="*/ 3 h 4"/>
                <a:gd name="T4" fmla="*/ 19 w 20"/>
                <a:gd name="T5" fmla="*/ 1 h 4"/>
                <a:gd name="T6" fmla="*/ 9 w 20"/>
                <a:gd name="T7" fmla="*/ 1 h 4"/>
                <a:gd name="T8" fmla="*/ 1 w 20"/>
                <a:gd name="T9" fmla="*/ 4 h 4"/>
              </a:gdLst>
              <a:ahLst/>
              <a:cxnLst>
                <a:cxn ang="0">
                  <a:pos x="T0" y="T1"/>
                </a:cxn>
                <a:cxn ang="0">
                  <a:pos x="T2" y="T3"/>
                </a:cxn>
                <a:cxn ang="0">
                  <a:pos x="T4" y="T5"/>
                </a:cxn>
                <a:cxn ang="0">
                  <a:pos x="T6" y="T7"/>
                </a:cxn>
                <a:cxn ang="0">
                  <a:pos x="T8" y="T9"/>
                </a:cxn>
              </a:cxnLst>
              <a:rect l="0" t="0" r="r" b="b"/>
              <a:pathLst>
                <a:path w="20" h="4">
                  <a:moveTo>
                    <a:pt x="1" y="4"/>
                  </a:moveTo>
                  <a:cubicBezTo>
                    <a:pt x="2" y="4"/>
                    <a:pt x="7" y="4"/>
                    <a:pt x="11" y="3"/>
                  </a:cubicBezTo>
                  <a:cubicBezTo>
                    <a:pt x="16" y="3"/>
                    <a:pt x="20" y="2"/>
                    <a:pt x="19" y="1"/>
                  </a:cubicBezTo>
                  <a:cubicBezTo>
                    <a:pt x="19" y="0"/>
                    <a:pt x="14" y="0"/>
                    <a:pt x="9" y="1"/>
                  </a:cubicBezTo>
                  <a:cubicBezTo>
                    <a:pt x="4" y="2"/>
                    <a:pt x="0"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56" name="Freeform 2059"/>
            <p:cNvSpPr/>
            <p:nvPr/>
          </p:nvSpPr>
          <p:spPr bwMode="auto">
            <a:xfrm>
              <a:off x="3705529" y="11447241"/>
              <a:ext cx="55563" cy="7938"/>
            </a:xfrm>
            <a:custGeom>
              <a:avLst/>
              <a:gdLst>
                <a:gd name="T0" fmla="*/ 10 w 20"/>
                <a:gd name="T1" fmla="*/ 1 h 3"/>
                <a:gd name="T2" fmla="*/ 1 w 20"/>
                <a:gd name="T3" fmla="*/ 2 h 3"/>
                <a:gd name="T4" fmla="*/ 12 w 20"/>
                <a:gd name="T5" fmla="*/ 3 h 3"/>
                <a:gd name="T6" fmla="*/ 19 w 20"/>
                <a:gd name="T7" fmla="*/ 1 h 3"/>
                <a:gd name="T8" fmla="*/ 10 w 20"/>
                <a:gd name="T9" fmla="*/ 1 h 3"/>
              </a:gdLst>
              <a:ahLst/>
              <a:cxnLst>
                <a:cxn ang="0">
                  <a:pos x="T0" y="T1"/>
                </a:cxn>
                <a:cxn ang="0">
                  <a:pos x="T2" y="T3"/>
                </a:cxn>
                <a:cxn ang="0">
                  <a:pos x="T4" y="T5"/>
                </a:cxn>
                <a:cxn ang="0">
                  <a:pos x="T6" y="T7"/>
                </a:cxn>
                <a:cxn ang="0">
                  <a:pos x="T8" y="T9"/>
                </a:cxn>
              </a:cxnLst>
              <a:rect l="0" t="0" r="r" b="b"/>
              <a:pathLst>
                <a:path w="20" h="3">
                  <a:moveTo>
                    <a:pt x="10" y="1"/>
                  </a:moveTo>
                  <a:cubicBezTo>
                    <a:pt x="4" y="1"/>
                    <a:pt x="0" y="2"/>
                    <a:pt x="1" y="2"/>
                  </a:cubicBezTo>
                  <a:cubicBezTo>
                    <a:pt x="2" y="3"/>
                    <a:pt x="7" y="3"/>
                    <a:pt x="12" y="3"/>
                  </a:cubicBezTo>
                  <a:cubicBezTo>
                    <a:pt x="17" y="2"/>
                    <a:pt x="20" y="2"/>
                    <a:pt x="19" y="1"/>
                  </a:cubicBezTo>
                  <a:cubicBezTo>
                    <a:pt x="19" y="0"/>
                    <a:pt x="15"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57" name="Freeform 2060"/>
            <p:cNvSpPr/>
            <p:nvPr/>
          </p:nvSpPr>
          <p:spPr bwMode="auto">
            <a:xfrm>
              <a:off x="3491217" y="11439303"/>
              <a:ext cx="55563" cy="11113"/>
            </a:xfrm>
            <a:custGeom>
              <a:avLst/>
              <a:gdLst>
                <a:gd name="T0" fmla="*/ 10 w 20"/>
                <a:gd name="T1" fmla="*/ 1 h 4"/>
                <a:gd name="T2" fmla="*/ 1 w 20"/>
                <a:gd name="T3" fmla="*/ 1 h 4"/>
                <a:gd name="T4" fmla="*/ 11 w 20"/>
                <a:gd name="T5" fmla="*/ 3 h 4"/>
                <a:gd name="T6" fmla="*/ 20 w 20"/>
                <a:gd name="T7" fmla="*/ 3 h 4"/>
                <a:gd name="T8" fmla="*/ 10 w 20"/>
                <a:gd name="T9" fmla="*/ 1 h 4"/>
              </a:gdLst>
              <a:ahLst/>
              <a:cxnLst>
                <a:cxn ang="0">
                  <a:pos x="T0" y="T1"/>
                </a:cxn>
                <a:cxn ang="0">
                  <a:pos x="T2" y="T3"/>
                </a:cxn>
                <a:cxn ang="0">
                  <a:pos x="T4" y="T5"/>
                </a:cxn>
                <a:cxn ang="0">
                  <a:pos x="T6" y="T7"/>
                </a:cxn>
                <a:cxn ang="0">
                  <a:pos x="T8" y="T9"/>
                </a:cxn>
              </a:cxnLst>
              <a:rect l="0" t="0" r="r" b="b"/>
              <a:pathLst>
                <a:path w="20" h="4">
                  <a:moveTo>
                    <a:pt x="10" y="1"/>
                  </a:moveTo>
                  <a:cubicBezTo>
                    <a:pt x="5" y="0"/>
                    <a:pt x="0" y="0"/>
                    <a:pt x="1" y="1"/>
                  </a:cubicBezTo>
                  <a:cubicBezTo>
                    <a:pt x="1" y="2"/>
                    <a:pt x="6" y="3"/>
                    <a:pt x="11" y="3"/>
                  </a:cubicBezTo>
                  <a:cubicBezTo>
                    <a:pt x="16" y="4"/>
                    <a:pt x="20" y="4"/>
                    <a:pt x="20" y="3"/>
                  </a:cubicBezTo>
                  <a:cubicBezTo>
                    <a:pt x="19" y="2"/>
                    <a:pt x="15" y="1"/>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58" name="Freeform 2061"/>
            <p:cNvSpPr/>
            <p:nvPr/>
          </p:nvSpPr>
          <p:spPr bwMode="auto">
            <a:xfrm>
              <a:off x="3275317" y="11396441"/>
              <a:ext cx="55563" cy="19050"/>
            </a:xfrm>
            <a:custGeom>
              <a:avLst/>
              <a:gdLst>
                <a:gd name="T0" fmla="*/ 1 w 21"/>
                <a:gd name="T1" fmla="*/ 2 h 7"/>
                <a:gd name="T2" fmla="*/ 12 w 21"/>
                <a:gd name="T3" fmla="*/ 6 h 7"/>
                <a:gd name="T4" fmla="*/ 20 w 21"/>
                <a:gd name="T5" fmla="*/ 6 h 7"/>
                <a:gd name="T6" fmla="*/ 10 w 21"/>
                <a:gd name="T7" fmla="*/ 2 h 7"/>
                <a:gd name="T8" fmla="*/ 1 w 21"/>
                <a:gd name="T9" fmla="*/ 2 h 7"/>
              </a:gdLst>
              <a:ahLst/>
              <a:cxnLst>
                <a:cxn ang="0">
                  <a:pos x="T0" y="T1"/>
                </a:cxn>
                <a:cxn ang="0">
                  <a:pos x="T2" y="T3"/>
                </a:cxn>
                <a:cxn ang="0">
                  <a:pos x="T4" y="T5"/>
                </a:cxn>
                <a:cxn ang="0">
                  <a:pos x="T6" y="T7"/>
                </a:cxn>
                <a:cxn ang="0">
                  <a:pos x="T8" y="T9"/>
                </a:cxn>
              </a:cxnLst>
              <a:rect l="0" t="0" r="r" b="b"/>
              <a:pathLst>
                <a:path w="21" h="7">
                  <a:moveTo>
                    <a:pt x="1" y="2"/>
                  </a:moveTo>
                  <a:cubicBezTo>
                    <a:pt x="2" y="3"/>
                    <a:pt x="7" y="5"/>
                    <a:pt x="12" y="6"/>
                  </a:cubicBezTo>
                  <a:cubicBezTo>
                    <a:pt x="17" y="7"/>
                    <a:pt x="21" y="7"/>
                    <a:pt x="20" y="6"/>
                  </a:cubicBezTo>
                  <a:cubicBezTo>
                    <a:pt x="19" y="5"/>
                    <a:pt x="15" y="3"/>
                    <a:pt x="10" y="2"/>
                  </a:cubicBezTo>
                  <a:cubicBezTo>
                    <a:pt x="5" y="1"/>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59" name="Freeform 2062"/>
            <p:cNvSpPr/>
            <p:nvPr/>
          </p:nvSpPr>
          <p:spPr bwMode="auto">
            <a:xfrm>
              <a:off x="3061004" y="11332941"/>
              <a:ext cx="53975" cy="22225"/>
            </a:xfrm>
            <a:custGeom>
              <a:avLst/>
              <a:gdLst>
                <a:gd name="T0" fmla="*/ 1 w 20"/>
                <a:gd name="T1" fmla="*/ 1 h 8"/>
                <a:gd name="T2" fmla="*/ 11 w 20"/>
                <a:gd name="T3" fmla="*/ 6 h 8"/>
                <a:gd name="T4" fmla="*/ 19 w 20"/>
                <a:gd name="T5" fmla="*/ 7 h 8"/>
                <a:gd name="T6" fmla="*/ 10 w 20"/>
                <a:gd name="T7" fmla="*/ 2 h 8"/>
                <a:gd name="T8" fmla="*/ 1 w 20"/>
                <a:gd name="T9" fmla="*/ 1 h 8"/>
              </a:gdLst>
              <a:ahLst/>
              <a:cxnLst>
                <a:cxn ang="0">
                  <a:pos x="T0" y="T1"/>
                </a:cxn>
                <a:cxn ang="0">
                  <a:pos x="T2" y="T3"/>
                </a:cxn>
                <a:cxn ang="0">
                  <a:pos x="T4" y="T5"/>
                </a:cxn>
                <a:cxn ang="0">
                  <a:pos x="T6" y="T7"/>
                </a:cxn>
                <a:cxn ang="0">
                  <a:pos x="T8" y="T9"/>
                </a:cxn>
              </a:cxnLst>
              <a:rect l="0" t="0" r="r" b="b"/>
              <a:pathLst>
                <a:path w="20" h="8">
                  <a:moveTo>
                    <a:pt x="1" y="1"/>
                  </a:moveTo>
                  <a:cubicBezTo>
                    <a:pt x="1" y="2"/>
                    <a:pt x="5" y="5"/>
                    <a:pt x="11" y="6"/>
                  </a:cubicBezTo>
                  <a:cubicBezTo>
                    <a:pt x="16" y="8"/>
                    <a:pt x="20" y="8"/>
                    <a:pt x="19" y="7"/>
                  </a:cubicBezTo>
                  <a:cubicBezTo>
                    <a:pt x="19" y="6"/>
                    <a:pt x="15" y="4"/>
                    <a:pt x="10" y="2"/>
                  </a:cubicBezTo>
                  <a:cubicBezTo>
                    <a:pt x="5" y="0"/>
                    <a:pt x="0"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60" name="Freeform 2063"/>
            <p:cNvSpPr/>
            <p:nvPr/>
          </p:nvSpPr>
          <p:spPr bwMode="auto">
            <a:xfrm>
              <a:off x="2843517" y="11251978"/>
              <a:ext cx="53975" cy="30163"/>
            </a:xfrm>
            <a:custGeom>
              <a:avLst/>
              <a:gdLst>
                <a:gd name="T0" fmla="*/ 9 w 20"/>
                <a:gd name="T1" fmla="*/ 3 h 11"/>
                <a:gd name="T2" fmla="*/ 1 w 20"/>
                <a:gd name="T3" fmla="*/ 2 h 11"/>
                <a:gd name="T4" fmla="*/ 12 w 20"/>
                <a:gd name="T5" fmla="*/ 9 h 11"/>
                <a:gd name="T6" fmla="*/ 19 w 20"/>
                <a:gd name="T7" fmla="*/ 9 h 11"/>
                <a:gd name="T8" fmla="*/ 9 w 20"/>
                <a:gd name="T9" fmla="*/ 3 h 11"/>
              </a:gdLst>
              <a:ahLst/>
              <a:cxnLst>
                <a:cxn ang="0">
                  <a:pos x="T0" y="T1"/>
                </a:cxn>
                <a:cxn ang="0">
                  <a:pos x="T2" y="T3"/>
                </a:cxn>
                <a:cxn ang="0">
                  <a:pos x="T4" y="T5"/>
                </a:cxn>
                <a:cxn ang="0">
                  <a:pos x="T6" y="T7"/>
                </a:cxn>
                <a:cxn ang="0">
                  <a:pos x="T8" y="T9"/>
                </a:cxn>
              </a:cxnLst>
              <a:rect l="0" t="0" r="r" b="b"/>
              <a:pathLst>
                <a:path w="20" h="11">
                  <a:moveTo>
                    <a:pt x="9" y="3"/>
                  </a:moveTo>
                  <a:cubicBezTo>
                    <a:pt x="4" y="1"/>
                    <a:pt x="0" y="0"/>
                    <a:pt x="1" y="2"/>
                  </a:cubicBezTo>
                  <a:cubicBezTo>
                    <a:pt x="1" y="4"/>
                    <a:pt x="6" y="7"/>
                    <a:pt x="12" y="9"/>
                  </a:cubicBezTo>
                  <a:cubicBezTo>
                    <a:pt x="17" y="11"/>
                    <a:pt x="20" y="11"/>
                    <a:pt x="19" y="9"/>
                  </a:cubicBezTo>
                  <a:cubicBezTo>
                    <a:pt x="19" y="7"/>
                    <a:pt x="14" y="5"/>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61" name="Freeform 2064"/>
            <p:cNvSpPr/>
            <p:nvPr/>
          </p:nvSpPr>
          <p:spPr bwMode="auto">
            <a:xfrm>
              <a:off x="2626029" y="11164666"/>
              <a:ext cx="53975" cy="33338"/>
            </a:xfrm>
            <a:custGeom>
              <a:avLst/>
              <a:gdLst>
                <a:gd name="T0" fmla="*/ 10 w 20"/>
                <a:gd name="T1" fmla="*/ 3 h 12"/>
                <a:gd name="T2" fmla="*/ 1 w 20"/>
                <a:gd name="T3" fmla="*/ 2 h 12"/>
                <a:gd name="T4" fmla="*/ 11 w 20"/>
                <a:gd name="T5" fmla="*/ 10 h 12"/>
                <a:gd name="T6" fmla="*/ 19 w 20"/>
                <a:gd name="T7" fmla="*/ 10 h 12"/>
                <a:gd name="T8" fmla="*/ 10 w 20"/>
                <a:gd name="T9" fmla="*/ 3 h 12"/>
              </a:gdLst>
              <a:ahLst/>
              <a:cxnLst>
                <a:cxn ang="0">
                  <a:pos x="T0" y="T1"/>
                </a:cxn>
                <a:cxn ang="0">
                  <a:pos x="T2" y="T3"/>
                </a:cxn>
                <a:cxn ang="0">
                  <a:pos x="T4" y="T5"/>
                </a:cxn>
                <a:cxn ang="0">
                  <a:pos x="T6" y="T7"/>
                </a:cxn>
                <a:cxn ang="0">
                  <a:pos x="T8" y="T9"/>
                </a:cxn>
              </a:cxnLst>
              <a:rect l="0" t="0" r="r" b="b"/>
              <a:pathLst>
                <a:path w="20" h="12">
                  <a:moveTo>
                    <a:pt x="10" y="3"/>
                  </a:moveTo>
                  <a:cubicBezTo>
                    <a:pt x="5" y="0"/>
                    <a:pt x="0" y="0"/>
                    <a:pt x="1" y="2"/>
                  </a:cubicBezTo>
                  <a:cubicBezTo>
                    <a:pt x="1" y="5"/>
                    <a:pt x="5" y="8"/>
                    <a:pt x="11" y="10"/>
                  </a:cubicBezTo>
                  <a:cubicBezTo>
                    <a:pt x="16" y="12"/>
                    <a:pt x="20" y="12"/>
                    <a:pt x="19" y="10"/>
                  </a:cubicBezTo>
                  <a:cubicBezTo>
                    <a:pt x="19" y="8"/>
                    <a:pt x="15" y="5"/>
                    <a:pt x="1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62" name="Freeform 2065"/>
            <p:cNvSpPr/>
            <p:nvPr/>
          </p:nvSpPr>
          <p:spPr bwMode="auto">
            <a:xfrm>
              <a:off x="2824467" y="11172603"/>
              <a:ext cx="49213" cy="33338"/>
            </a:xfrm>
            <a:custGeom>
              <a:avLst/>
              <a:gdLst>
                <a:gd name="T0" fmla="*/ 7 w 18"/>
                <a:gd name="T1" fmla="*/ 2 h 12"/>
                <a:gd name="T2" fmla="*/ 0 w 18"/>
                <a:gd name="T3" fmla="*/ 2 h 12"/>
                <a:gd name="T4" fmla="*/ 10 w 18"/>
                <a:gd name="T5" fmla="*/ 9 h 12"/>
                <a:gd name="T6" fmla="*/ 18 w 18"/>
                <a:gd name="T7" fmla="*/ 10 h 12"/>
                <a:gd name="T8" fmla="*/ 7 w 18"/>
                <a:gd name="T9" fmla="*/ 2 h 12"/>
              </a:gdLst>
              <a:ahLst/>
              <a:cxnLst>
                <a:cxn ang="0">
                  <a:pos x="T0" y="T1"/>
                </a:cxn>
                <a:cxn ang="0">
                  <a:pos x="T2" y="T3"/>
                </a:cxn>
                <a:cxn ang="0">
                  <a:pos x="T4" y="T5"/>
                </a:cxn>
                <a:cxn ang="0">
                  <a:pos x="T6" y="T7"/>
                </a:cxn>
                <a:cxn ang="0">
                  <a:pos x="T8" y="T9"/>
                </a:cxn>
              </a:cxnLst>
              <a:rect l="0" t="0" r="r" b="b"/>
              <a:pathLst>
                <a:path w="18" h="12">
                  <a:moveTo>
                    <a:pt x="7" y="2"/>
                  </a:moveTo>
                  <a:cubicBezTo>
                    <a:pt x="3" y="0"/>
                    <a:pt x="0" y="0"/>
                    <a:pt x="0" y="2"/>
                  </a:cubicBezTo>
                  <a:cubicBezTo>
                    <a:pt x="0" y="3"/>
                    <a:pt x="5" y="7"/>
                    <a:pt x="10" y="9"/>
                  </a:cubicBezTo>
                  <a:cubicBezTo>
                    <a:pt x="15" y="11"/>
                    <a:pt x="18" y="12"/>
                    <a:pt x="18" y="10"/>
                  </a:cubicBezTo>
                  <a:cubicBezTo>
                    <a:pt x="17" y="8"/>
                    <a:pt x="12" y="4"/>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63" name="Freeform 2066"/>
            <p:cNvSpPr/>
            <p:nvPr/>
          </p:nvSpPr>
          <p:spPr bwMode="auto">
            <a:xfrm>
              <a:off x="3041954" y="11267853"/>
              <a:ext cx="47625" cy="26988"/>
            </a:xfrm>
            <a:custGeom>
              <a:avLst/>
              <a:gdLst>
                <a:gd name="T0" fmla="*/ 7 w 18"/>
                <a:gd name="T1" fmla="*/ 1 h 10"/>
                <a:gd name="T2" fmla="*/ 0 w 18"/>
                <a:gd name="T3" fmla="*/ 1 h 10"/>
                <a:gd name="T4" fmla="*/ 10 w 18"/>
                <a:gd name="T5" fmla="*/ 8 h 10"/>
                <a:gd name="T6" fmla="*/ 18 w 18"/>
                <a:gd name="T7" fmla="*/ 8 h 10"/>
                <a:gd name="T8" fmla="*/ 7 w 18"/>
                <a:gd name="T9" fmla="*/ 1 h 10"/>
              </a:gdLst>
              <a:ahLst/>
              <a:cxnLst>
                <a:cxn ang="0">
                  <a:pos x="T0" y="T1"/>
                </a:cxn>
                <a:cxn ang="0">
                  <a:pos x="T2" y="T3"/>
                </a:cxn>
                <a:cxn ang="0">
                  <a:pos x="T4" y="T5"/>
                </a:cxn>
                <a:cxn ang="0">
                  <a:pos x="T6" y="T7"/>
                </a:cxn>
                <a:cxn ang="0">
                  <a:pos x="T8" y="T9"/>
                </a:cxn>
              </a:cxnLst>
              <a:rect l="0" t="0" r="r" b="b"/>
              <a:pathLst>
                <a:path w="18" h="10">
                  <a:moveTo>
                    <a:pt x="7" y="1"/>
                  </a:moveTo>
                  <a:cubicBezTo>
                    <a:pt x="3" y="0"/>
                    <a:pt x="0" y="0"/>
                    <a:pt x="0" y="1"/>
                  </a:cubicBezTo>
                  <a:cubicBezTo>
                    <a:pt x="0" y="3"/>
                    <a:pt x="5" y="6"/>
                    <a:pt x="10" y="8"/>
                  </a:cubicBezTo>
                  <a:cubicBezTo>
                    <a:pt x="15" y="9"/>
                    <a:pt x="18" y="10"/>
                    <a:pt x="18" y="8"/>
                  </a:cubicBezTo>
                  <a:cubicBezTo>
                    <a:pt x="17" y="6"/>
                    <a:pt x="12" y="3"/>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64" name="Freeform 2067"/>
            <p:cNvSpPr/>
            <p:nvPr/>
          </p:nvSpPr>
          <p:spPr bwMode="auto">
            <a:xfrm>
              <a:off x="3257854" y="11344053"/>
              <a:ext cx="49213" cy="22225"/>
            </a:xfrm>
            <a:custGeom>
              <a:avLst/>
              <a:gdLst>
                <a:gd name="T0" fmla="*/ 8 w 18"/>
                <a:gd name="T1" fmla="*/ 2 h 8"/>
                <a:gd name="T2" fmla="*/ 0 w 18"/>
                <a:gd name="T3" fmla="*/ 1 h 8"/>
                <a:gd name="T4" fmla="*/ 9 w 18"/>
                <a:gd name="T5" fmla="*/ 6 h 8"/>
                <a:gd name="T6" fmla="*/ 18 w 18"/>
                <a:gd name="T7" fmla="*/ 7 h 8"/>
                <a:gd name="T8" fmla="*/ 8 w 18"/>
                <a:gd name="T9" fmla="*/ 2 h 8"/>
              </a:gdLst>
              <a:ahLst/>
              <a:cxnLst>
                <a:cxn ang="0">
                  <a:pos x="T0" y="T1"/>
                </a:cxn>
                <a:cxn ang="0">
                  <a:pos x="T2" y="T3"/>
                </a:cxn>
                <a:cxn ang="0">
                  <a:pos x="T4" y="T5"/>
                </a:cxn>
                <a:cxn ang="0">
                  <a:pos x="T6" y="T7"/>
                </a:cxn>
                <a:cxn ang="0">
                  <a:pos x="T8" y="T9"/>
                </a:cxn>
              </a:cxnLst>
              <a:rect l="0" t="0" r="r" b="b"/>
              <a:pathLst>
                <a:path w="18" h="8">
                  <a:moveTo>
                    <a:pt x="8" y="2"/>
                  </a:moveTo>
                  <a:cubicBezTo>
                    <a:pt x="4" y="0"/>
                    <a:pt x="0" y="0"/>
                    <a:pt x="0" y="1"/>
                  </a:cubicBezTo>
                  <a:cubicBezTo>
                    <a:pt x="0" y="2"/>
                    <a:pt x="4" y="5"/>
                    <a:pt x="9" y="6"/>
                  </a:cubicBezTo>
                  <a:cubicBezTo>
                    <a:pt x="14" y="8"/>
                    <a:pt x="18" y="8"/>
                    <a:pt x="18" y="7"/>
                  </a:cubicBezTo>
                  <a:cubicBezTo>
                    <a:pt x="17" y="5"/>
                    <a:pt x="13" y="3"/>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65" name="Freeform 2068"/>
            <p:cNvSpPr/>
            <p:nvPr/>
          </p:nvSpPr>
          <p:spPr bwMode="auto">
            <a:xfrm>
              <a:off x="3472167" y="11396441"/>
              <a:ext cx="52388" cy="15875"/>
            </a:xfrm>
            <a:custGeom>
              <a:avLst/>
              <a:gdLst>
                <a:gd name="T0" fmla="*/ 8 w 19"/>
                <a:gd name="T1" fmla="*/ 1 h 6"/>
                <a:gd name="T2" fmla="*/ 1 w 19"/>
                <a:gd name="T3" fmla="*/ 1 h 6"/>
                <a:gd name="T4" fmla="*/ 11 w 19"/>
                <a:gd name="T5" fmla="*/ 5 h 6"/>
                <a:gd name="T6" fmla="*/ 18 w 19"/>
                <a:gd name="T7" fmla="*/ 4 h 6"/>
                <a:gd name="T8" fmla="*/ 8 w 19"/>
                <a:gd name="T9" fmla="*/ 1 h 6"/>
              </a:gdLst>
              <a:ahLst/>
              <a:cxnLst>
                <a:cxn ang="0">
                  <a:pos x="T0" y="T1"/>
                </a:cxn>
                <a:cxn ang="0">
                  <a:pos x="T2" y="T3"/>
                </a:cxn>
                <a:cxn ang="0">
                  <a:pos x="T4" y="T5"/>
                </a:cxn>
                <a:cxn ang="0">
                  <a:pos x="T6" y="T7"/>
                </a:cxn>
                <a:cxn ang="0">
                  <a:pos x="T8" y="T9"/>
                </a:cxn>
              </a:cxnLst>
              <a:rect l="0" t="0" r="r" b="b"/>
              <a:pathLst>
                <a:path w="19" h="6">
                  <a:moveTo>
                    <a:pt x="8" y="1"/>
                  </a:moveTo>
                  <a:cubicBezTo>
                    <a:pt x="4" y="0"/>
                    <a:pt x="0" y="1"/>
                    <a:pt x="1" y="1"/>
                  </a:cubicBezTo>
                  <a:cubicBezTo>
                    <a:pt x="1" y="3"/>
                    <a:pt x="6" y="4"/>
                    <a:pt x="11" y="5"/>
                  </a:cubicBezTo>
                  <a:cubicBezTo>
                    <a:pt x="16" y="6"/>
                    <a:pt x="19" y="5"/>
                    <a:pt x="18" y="4"/>
                  </a:cubicBezTo>
                  <a:cubicBezTo>
                    <a:pt x="17" y="3"/>
                    <a:pt x="13"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66" name="Freeform 2069"/>
            <p:cNvSpPr/>
            <p:nvPr/>
          </p:nvSpPr>
          <p:spPr bwMode="auto">
            <a:xfrm>
              <a:off x="3686479" y="11412316"/>
              <a:ext cx="52388" cy="11113"/>
            </a:xfrm>
            <a:custGeom>
              <a:avLst/>
              <a:gdLst>
                <a:gd name="T0" fmla="*/ 8 w 19"/>
                <a:gd name="T1" fmla="*/ 0 h 4"/>
                <a:gd name="T2" fmla="*/ 1 w 19"/>
                <a:gd name="T3" fmla="*/ 2 h 4"/>
                <a:gd name="T4" fmla="*/ 10 w 19"/>
                <a:gd name="T5" fmla="*/ 4 h 4"/>
                <a:gd name="T6" fmla="*/ 18 w 19"/>
                <a:gd name="T7" fmla="*/ 1 h 4"/>
                <a:gd name="T8" fmla="*/ 8 w 19"/>
                <a:gd name="T9" fmla="*/ 0 h 4"/>
              </a:gdLst>
              <a:ahLst/>
              <a:cxnLst>
                <a:cxn ang="0">
                  <a:pos x="T0" y="T1"/>
                </a:cxn>
                <a:cxn ang="0">
                  <a:pos x="T2" y="T3"/>
                </a:cxn>
                <a:cxn ang="0">
                  <a:pos x="T4" y="T5"/>
                </a:cxn>
                <a:cxn ang="0">
                  <a:pos x="T6" y="T7"/>
                </a:cxn>
                <a:cxn ang="0">
                  <a:pos x="T8" y="T9"/>
                </a:cxn>
              </a:cxnLst>
              <a:rect l="0" t="0" r="r" b="b"/>
              <a:pathLst>
                <a:path w="19" h="4">
                  <a:moveTo>
                    <a:pt x="8" y="0"/>
                  </a:moveTo>
                  <a:cubicBezTo>
                    <a:pt x="3" y="0"/>
                    <a:pt x="0" y="1"/>
                    <a:pt x="1" y="2"/>
                  </a:cubicBezTo>
                  <a:cubicBezTo>
                    <a:pt x="2" y="3"/>
                    <a:pt x="6" y="4"/>
                    <a:pt x="10" y="4"/>
                  </a:cubicBezTo>
                  <a:cubicBezTo>
                    <a:pt x="15" y="3"/>
                    <a:pt x="19" y="2"/>
                    <a:pt x="18" y="1"/>
                  </a:cubicBezTo>
                  <a:cubicBezTo>
                    <a:pt x="18" y="0"/>
                    <a:pt x="13"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67" name="Freeform 2070"/>
            <p:cNvSpPr/>
            <p:nvPr/>
          </p:nvSpPr>
          <p:spPr bwMode="auto">
            <a:xfrm>
              <a:off x="3903967" y="11386916"/>
              <a:ext cx="46038" cy="14288"/>
            </a:xfrm>
            <a:custGeom>
              <a:avLst/>
              <a:gdLst>
                <a:gd name="T0" fmla="*/ 7 w 17"/>
                <a:gd name="T1" fmla="*/ 1 h 5"/>
                <a:gd name="T2" fmla="*/ 0 w 17"/>
                <a:gd name="T3" fmla="*/ 4 h 5"/>
                <a:gd name="T4" fmla="*/ 8 w 17"/>
                <a:gd name="T5" fmla="*/ 4 h 5"/>
                <a:gd name="T6" fmla="*/ 17 w 17"/>
                <a:gd name="T7" fmla="*/ 1 h 5"/>
                <a:gd name="T8" fmla="*/ 7 w 17"/>
                <a:gd name="T9" fmla="*/ 1 h 5"/>
              </a:gdLst>
              <a:ahLst/>
              <a:cxnLst>
                <a:cxn ang="0">
                  <a:pos x="T0" y="T1"/>
                </a:cxn>
                <a:cxn ang="0">
                  <a:pos x="T2" y="T3"/>
                </a:cxn>
                <a:cxn ang="0">
                  <a:pos x="T4" y="T5"/>
                </a:cxn>
                <a:cxn ang="0">
                  <a:pos x="T6" y="T7"/>
                </a:cxn>
                <a:cxn ang="0">
                  <a:pos x="T8" y="T9"/>
                </a:cxn>
              </a:cxnLst>
              <a:rect l="0" t="0" r="r" b="b"/>
              <a:pathLst>
                <a:path w="17" h="5">
                  <a:moveTo>
                    <a:pt x="7" y="1"/>
                  </a:moveTo>
                  <a:cubicBezTo>
                    <a:pt x="3" y="2"/>
                    <a:pt x="0" y="3"/>
                    <a:pt x="0" y="4"/>
                  </a:cubicBezTo>
                  <a:cubicBezTo>
                    <a:pt x="0" y="5"/>
                    <a:pt x="4" y="5"/>
                    <a:pt x="8" y="4"/>
                  </a:cubicBezTo>
                  <a:cubicBezTo>
                    <a:pt x="13" y="4"/>
                    <a:pt x="17" y="3"/>
                    <a:pt x="17" y="1"/>
                  </a:cubicBezTo>
                  <a:cubicBezTo>
                    <a:pt x="17" y="0"/>
                    <a:pt x="12"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68" name="Freeform 2071"/>
            <p:cNvSpPr/>
            <p:nvPr/>
          </p:nvSpPr>
          <p:spPr bwMode="auto">
            <a:xfrm>
              <a:off x="4116692" y="11348816"/>
              <a:ext cx="47625" cy="14288"/>
            </a:xfrm>
            <a:custGeom>
              <a:avLst/>
              <a:gdLst>
                <a:gd name="T0" fmla="*/ 8 w 18"/>
                <a:gd name="T1" fmla="*/ 1 h 5"/>
                <a:gd name="T2" fmla="*/ 0 w 18"/>
                <a:gd name="T3" fmla="*/ 4 h 5"/>
                <a:gd name="T4" fmla="*/ 9 w 18"/>
                <a:gd name="T5" fmla="*/ 4 h 5"/>
                <a:gd name="T6" fmla="*/ 18 w 18"/>
                <a:gd name="T7" fmla="*/ 1 h 5"/>
                <a:gd name="T8" fmla="*/ 8 w 18"/>
                <a:gd name="T9" fmla="*/ 1 h 5"/>
              </a:gdLst>
              <a:ahLst/>
              <a:cxnLst>
                <a:cxn ang="0">
                  <a:pos x="T0" y="T1"/>
                </a:cxn>
                <a:cxn ang="0">
                  <a:pos x="T2" y="T3"/>
                </a:cxn>
                <a:cxn ang="0">
                  <a:pos x="T4" y="T5"/>
                </a:cxn>
                <a:cxn ang="0">
                  <a:pos x="T6" y="T7"/>
                </a:cxn>
                <a:cxn ang="0">
                  <a:pos x="T8" y="T9"/>
                </a:cxn>
              </a:cxnLst>
              <a:rect l="0" t="0" r="r" b="b"/>
              <a:pathLst>
                <a:path w="18" h="5">
                  <a:moveTo>
                    <a:pt x="8" y="1"/>
                  </a:moveTo>
                  <a:cubicBezTo>
                    <a:pt x="4" y="2"/>
                    <a:pt x="0" y="3"/>
                    <a:pt x="0" y="4"/>
                  </a:cubicBezTo>
                  <a:cubicBezTo>
                    <a:pt x="0" y="5"/>
                    <a:pt x="4" y="5"/>
                    <a:pt x="9" y="4"/>
                  </a:cubicBezTo>
                  <a:cubicBezTo>
                    <a:pt x="14" y="4"/>
                    <a:pt x="18" y="2"/>
                    <a:pt x="18" y="1"/>
                  </a:cubicBezTo>
                  <a:cubicBezTo>
                    <a:pt x="17" y="0"/>
                    <a:pt x="13"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69" name="Freeform 2072"/>
            <p:cNvSpPr/>
            <p:nvPr/>
          </p:nvSpPr>
          <p:spPr bwMode="auto">
            <a:xfrm>
              <a:off x="4327829" y="11294841"/>
              <a:ext cx="49213" cy="19050"/>
            </a:xfrm>
            <a:custGeom>
              <a:avLst/>
              <a:gdLst>
                <a:gd name="T0" fmla="*/ 8 w 18"/>
                <a:gd name="T1" fmla="*/ 2 h 7"/>
                <a:gd name="T2" fmla="*/ 1 w 18"/>
                <a:gd name="T3" fmla="*/ 6 h 7"/>
                <a:gd name="T4" fmla="*/ 10 w 18"/>
                <a:gd name="T5" fmla="*/ 5 h 7"/>
                <a:gd name="T6" fmla="*/ 18 w 18"/>
                <a:gd name="T7" fmla="*/ 1 h 7"/>
                <a:gd name="T8" fmla="*/ 8 w 18"/>
                <a:gd name="T9" fmla="*/ 2 h 7"/>
              </a:gdLst>
              <a:ahLst/>
              <a:cxnLst>
                <a:cxn ang="0">
                  <a:pos x="T0" y="T1"/>
                </a:cxn>
                <a:cxn ang="0">
                  <a:pos x="T2" y="T3"/>
                </a:cxn>
                <a:cxn ang="0">
                  <a:pos x="T4" y="T5"/>
                </a:cxn>
                <a:cxn ang="0">
                  <a:pos x="T6" y="T7"/>
                </a:cxn>
                <a:cxn ang="0">
                  <a:pos x="T8" y="T9"/>
                </a:cxn>
              </a:cxnLst>
              <a:rect l="0" t="0" r="r" b="b"/>
              <a:pathLst>
                <a:path w="18" h="7">
                  <a:moveTo>
                    <a:pt x="8" y="2"/>
                  </a:moveTo>
                  <a:cubicBezTo>
                    <a:pt x="3" y="3"/>
                    <a:pt x="0" y="5"/>
                    <a:pt x="1" y="6"/>
                  </a:cubicBezTo>
                  <a:cubicBezTo>
                    <a:pt x="2" y="7"/>
                    <a:pt x="5" y="6"/>
                    <a:pt x="10" y="5"/>
                  </a:cubicBezTo>
                  <a:cubicBezTo>
                    <a:pt x="15" y="4"/>
                    <a:pt x="18" y="2"/>
                    <a:pt x="18" y="1"/>
                  </a:cubicBezTo>
                  <a:cubicBezTo>
                    <a:pt x="17" y="0"/>
                    <a:pt x="13"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70" name="Freeform 2073"/>
            <p:cNvSpPr/>
            <p:nvPr/>
          </p:nvSpPr>
          <p:spPr bwMode="auto">
            <a:xfrm>
              <a:off x="4542142" y="11229753"/>
              <a:ext cx="49213" cy="22225"/>
            </a:xfrm>
            <a:custGeom>
              <a:avLst/>
              <a:gdLst>
                <a:gd name="T0" fmla="*/ 7 w 18"/>
                <a:gd name="T1" fmla="*/ 2 h 8"/>
                <a:gd name="T2" fmla="*/ 0 w 18"/>
                <a:gd name="T3" fmla="*/ 7 h 8"/>
                <a:gd name="T4" fmla="*/ 9 w 18"/>
                <a:gd name="T5" fmla="*/ 6 h 8"/>
                <a:gd name="T6" fmla="*/ 17 w 18"/>
                <a:gd name="T7" fmla="*/ 1 h 8"/>
                <a:gd name="T8" fmla="*/ 7 w 18"/>
                <a:gd name="T9" fmla="*/ 2 h 8"/>
              </a:gdLst>
              <a:ahLst/>
              <a:cxnLst>
                <a:cxn ang="0">
                  <a:pos x="T0" y="T1"/>
                </a:cxn>
                <a:cxn ang="0">
                  <a:pos x="T2" y="T3"/>
                </a:cxn>
                <a:cxn ang="0">
                  <a:pos x="T4" y="T5"/>
                </a:cxn>
                <a:cxn ang="0">
                  <a:pos x="T6" y="T7"/>
                </a:cxn>
                <a:cxn ang="0">
                  <a:pos x="T8" y="T9"/>
                </a:cxn>
              </a:cxnLst>
              <a:rect l="0" t="0" r="r" b="b"/>
              <a:pathLst>
                <a:path w="18" h="8">
                  <a:moveTo>
                    <a:pt x="7" y="2"/>
                  </a:moveTo>
                  <a:cubicBezTo>
                    <a:pt x="3" y="4"/>
                    <a:pt x="0" y="6"/>
                    <a:pt x="0" y="7"/>
                  </a:cubicBezTo>
                  <a:cubicBezTo>
                    <a:pt x="0" y="8"/>
                    <a:pt x="4" y="7"/>
                    <a:pt x="9" y="6"/>
                  </a:cubicBezTo>
                  <a:cubicBezTo>
                    <a:pt x="14" y="4"/>
                    <a:pt x="18" y="2"/>
                    <a:pt x="17" y="1"/>
                  </a:cubicBezTo>
                  <a:cubicBezTo>
                    <a:pt x="16" y="0"/>
                    <a:pt x="12" y="1"/>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71" name="Freeform 2074"/>
            <p:cNvSpPr/>
            <p:nvPr/>
          </p:nvSpPr>
          <p:spPr bwMode="auto">
            <a:xfrm>
              <a:off x="4751692" y="11153553"/>
              <a:ext cx="50800" cy="25400"/>
            </a:xfrm>
            <a:custGeom>
              <a:avLst/>
              <a:gdLst>
                <a:gd name="T0" fmla="*/ 8 w 19"/>
                <a:gd name="T1" fmla="*/ 3 h 9"/>
                <a:gd name="T2" fmla="*/ 1 w 19"/>
                <a:gd name="T3" fmla="*/ 8 h 9"/>
                <a:gd name="T4" fmla="*/ 10 w 19"/>
                <a:gd name="T5" fmla="*/ 6 h 9"/>
                <a:gd name="T6" fmla="*/ 18 w 19"/>
                <a:gd name="T7" fmla="*/ 1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3" y="5"/>
                    <a:pt x="0" y="7"/>
                    <a:pt x="1" y="8"/>
                  </a:cubicBezTo>
                  <a:cubicBezTo>
                    <a:pt x="2" y="9"/>
                    <a:pt x="6" y="8"/>
                    <a:pt x="10" y="6"/>
                  </a:cubicBezTo>
                  <a:cubicBezTo>
                    <a:pt x="15" y="4"/>
                    <a:pt x="19" y="2"/>
                    <a:pt x="18" y="1"/>
                  </a:cubicBezTo>
                  <a:cubicBezTo>
                    <a:pt x="17" y="0"/>
                    <a:pt x="13" y="1"/>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72" name="Freeform 2075"/>
            <p:cNvSpPr/>
            <p:nvPr/>
          </p:nvSpPr>
          <p:spPr bwMode="auto">
            <a:xfrm>
              <a:off x="4962829" y="11072591"/>
              <a:ext cx="49213" cy="22225"/>
            </a:xfrm>
            <a:custGeom>
              <a:avLst/>
              <a:gdLst>
                <a:gd name="T0" fmla="*/ 9 w 18"/>
                <a:gd name="T1" fmla="*/ 2 h 8"/>
                <a:gd name="T2" fmla="*/ 1 w 18"/>
                <a:gd name="T3" fmla="*/ 8 h 8"/>
                <a:gd name="T4" fmla="*/ 9 w 18"/>
                <a:gd name="T5" fmla="*/ 6 h 8"/>
                <a:gd name="T6" fmla="*/ 18 w 18"/>
                <a:gd name="T7" fmla="*/ 1 h 8"/>
                <a:gd name="T8" fmla="*/ 9 w 18"/>
                <a:gd name="T9" fmla="*/ 2 h 8"/>
              </a:gdLst>
              <a:ahLst/>
              <a:cxnLst>
                <a:cxn ang="0">
                  <a:pos x="T0" y="T1"/>
                </a:cxn>
                <a:cxn ang="0">
                  <a:pos x="T2" y="T3"/>
                </a:cxn>
                <a:cxn ang="0">
                  <a:pos x="T4" y="T5"/>
                </a:cxn>
                <a:cxn ang="0">
                  <a:pos x="T6" y="T7"/>
                </a:cxn>
                <a:cxn ang="0">
                  <a:pos x="T8" y="T9"/>
                </a:cxn>
              </a:cxnLst>
              <a:rect l="0" t="0" r="r" b="b"/>
              <a:pathLst>
                <a:path w="18" h="8">
                  <a:moveTo>
                    <a:pt x="9" y="2"/>
                  </a:moveTo>
                  <a:cubicBezTo>
                    <a:pt x="4" y="4"/>
                    <a:pt x="0" y="7"/>
                    <a:pt x="1" y="8"/>
                  </a:cubicBezTo>
                  <a:cubicBezTo>
                    <a:pt x="1" y="8"/>
                    <a:pt x="5" y="8"/>
                    <a:pt x="9" y="6"/>
                  </a:cubicBezTo>
                  <a:cubicBezTo>
                    <a:pt x="14" y="4"/>
                    <a:pt x="18" y="2"/>
                    <a:pt x="18" y="1"/>
                  </a:cubicBezTo>
                  <a:cubicBezTo>
                    <a:pt x="18" y="0"/>
                    <a:pt x="14"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73" name="Freeform 2076"/>
            <p:cNvSpPr/>
            <p:nvPr/>
          </p:nvSpPr>
          <p:spPr bwMode="auto">
            <a:xfrm>
              <a:off x="5173967" y="10980516"/>
              <a:ext cx="52388" cy="26988"/>
            </a:xfrm>
            <a:custGeom>
              <a:avLst/>
              <a:gdLst>
                <a:gd name="T0" fmla="*/ 7 w 19"/>
                <a:gd name="T1" fmla="*/ 4 h 10"/>
                <a:gd name="T2" fmla="*/ 1 w 19"/>
                <a:gd name="T3" fmla="*/ 9 h 10"/>
                <a:gd name="T4" fmla="*/ 11 w 19"/>
                <a:gd name="T5" fmla="*/ 7 h 10"/>
                <a:gd name="T6" fmla="*/ 18 w 19"/>
                <a:gd name="T7" fmla="*/ 1 h 10"/>
                <a:gd name="T8" fmla="*/ 7 w 19"/>
                <a:gd name="T9" fmla="*/ 4 h 10"/>
              </a:gdLst>
              <a:ahLst/>
              <a:cxnLst>
                <a:cxn ang="0">
                  <a:pos x="T0" y="T1"/>
                </a:cxn>
                <a:cxn ang="0">
                  <a:pos x="T2" y="T3"/>
                </a:cxn>
                <a:cxn ang="0">
                  <a:pos x="T4" y="T5"/>
                </a:cxn>
                <a:cxn ang="0">
                  <a:pos x="T6" y="T7"/>
                </a:cxn>
                <a:cxn ang="0">
                  <a:pos x="T8" y="T9"/>
                </a:cxn>
              </a:cxnLst>
              <a:rect l="0" t="0" r="r" b="b"/>
              <a:pathLst>
                <a:path w="19" h="10">
                  <a:moveTo>
                    <a:pt x="7" y="4"/>
                  </a:moveTo>
                  <a:cubicBezTo>
                    <a:pt x="3" y="6"/>
                    <a:pt x="0" y="8"/>
                    <a:pt x="1" y="9"/>
                  </a:cubicBezTo>
                  <a:cubicBezTo>
                    <a:pt x="1" y="10"/>
                    <a:pt x="6" y="9"/>
                    <a:pt x="11" y="7"/>
                  </a:cubicBezTo>
                  <a:cubicBezTo>
                    <a:pt x="15" y="4"/>
                    <a:pt x="19" y="2"/>
                    <a:pt x="18" y="1"/>
                  </a:cubicBezTo>
                  <a:cubicBezTo>
                    <a:pt x="17" y="0"/>
                    <a:pt x="12" y="2"/>
                    <a:pt x="7"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74" name="Freeform 2077"/>
            <p:cNvSpPr/>
            <p:nvPr/>
          </p:nvSpPr>
          <p:spPr bwMode="auto">
            <a:xfrm>
              <a:off x="5386692" y="10888441"/>
              <a:ext cx="49213" cy="23813"/>
            </a:xfrm>
            <a:custGeom>
              <a:avLst/>
              <a:gdLst>
                <a:gd name="T0" fmla="*/ 7 w 18"/>
                <a:gd name="T1" fmla="*/ 3 h 9"/>
                <a:gd name="T2" fmla="*/ 0 w 18"/>
                <a:gd name="T3" fmla="*/ 8 h 9"/>
                <a:gd name="T4" fmla="*/ 10 w 18"/>
                <a:gd name="T5" fmla="*/ 6 h 9"/>
                <a:gd name="T6" fmla="*/ 18 w 18"/>
                <a:gd name="T7" fmla="*/ 0 h 9"/>
                <a:gd name="T8" fmla="*/ 7 w 18"/>
                <a:gd name="T9" fmla="*/ 3 h 9"/>
              </a:gdLst>
              <a:ahLst/>
              <a:cxnLst>
                <a:cxn ang="0">
                  <a:pos x="T0" y="T1"/>
                </a:cxn>
                <a:cxn ang="0">
                  <a:pos x="T2" y="T3"/>
                </a:cxn>
                <a:cxn ang="0">
                  <a:pos x="T4" y="T5"/>
                </a:cxn>
                <a:cxn ang="0">
                  <a:pos x="T6" y="T7"/>
                </a:cxn>
                <a:cxn ang="0">
                  <a:pos x="T8" y="T9"/>
                </a:cxn>
              </a:cxnLst>
              <a:rect l="0" t="0" r="r" b="b"/>
              <a:pathLst>
                <a:path w="18" h="9">
                  <a:moveTo>
                    <a:pt x="7" y="3"/>
                  </a:moveTo>
                  <a:cubicBezTo>
                    <a:pt x="3" y="5"/>
                    <a:pt x="0" y="7"/>
                    <a:pt x="0" y="8"/>
                  </a:cubicBezTo>
                  <a:cubicBezTo>
                    <a:pt x="1" y="9"/>
                    <a:pt x="5" y="8"/>
                    <a:pt x="10" y="6"/>
                  </a:cubicBezTo>
                  <a:cubicBezTo>
                    <a:pt x="15" y="4"/>
                    <a:pt x="18" y="1"/>
                    <a:pt x="18" y="0"/>
                  </a:cubicBezTo>
                  <a:cubicBezTo>
                    <a:pt x="17" y="0"/>
                    <a:pt x="12" y="1"/>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75" name="Freeform 2078"/>
            <p:cNvSpPr/>
            <p:nvPr/>
          </p:nvSpPr>
          <p:spPr bwMode="auto">
            <a:xfrm>
              <a:off x="5594654" y="10790016"/>
              <a:ext cx="52388" cy="25400"/>
            </a:xfrm>
            <a:custGeom>
              <a:avLst/>
              <a:gdLst>
                <a:gd name="T0" fmla="*/ 8 w 19"/>
                <a:gd name="T1" fmla="*/ 3 h 9"/>
                <a:gd name="T2" fmla="*/ 1 w 19"/>
                <a:gd name="T3" fmla="*/ 9 h 9"/>
                <a:gd name="T4" fmla="*/ 11 w 19"/>
                <a:gd name="T5" fmla="*/ 6 h 9"/>
                <a:gd name="T6" fmla="*/ 18 w 19"/>
                <a:gd name="T7" fmla="*/ 1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3" y="5"/>
                    <a:pt x="0" y="8"/>
                    <a:pt x="1" y="9"/>
                  </a:cubicBezTo>
                  <a:cubicBezTo>
                    <a:pt x="3" y="9"/>
                    <a:pt x="6" y="8"/>
                    <a:pt x="11" y="6"/>
                  </a:cubicBezTo>
                  <a:cubicBezTo>
                    <a:pt x="16" y="4"/>
                    <a:pt x="19" y="2"/>
                    <a:pt x="18" y="1"/>
                  </a:cubicBezTo>
                  <a:cubicBezTo>
                    <a:pt x="18" y="0"/>
                    <a:pt x="13" y="1"/>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76" name="Freeform 2079"/>
            <p:cNvSpPr/>
            <p:nvPr/>
          </p:nvSpPr>
          <p:spPr bwMode="auto">
            <a:xfrm>
              <a:off x="2603804" y="11069416"/>
              <a:ext cx="49213" cy="36513"/>
            </a:xfrm>
            <a:custGeom>
              <a:avLst/>
              <a:gdLst>
                <a:gd name="T0" fmla="*/ 1 w 18"/>
                <a:gd name="T1" fmla="*/ 2 h 13"/>
                <a:gd name="T2" fmla="*/ 9 w 18"/>
                <a:gd name="T3" fmla="*/ 10 h 13"/>
                <a:gd name="T4" fmla="*/ 18 w 18"/>
                <a:gd name="T5" fmla="*/ 11 h 13"/>
                <a:gd name="T6" fmla="*/ 9 w 18"/>
                <a:gd name="T7" fmla="*/ 3 h 13"/>
                <a:gd name="T8" fmla="*/ 1 w 18"/>
                <a:gd name="T9" fmla="*/ 2 h 13"/>
              </a:gdLst>
              <a:ahLst/>
              <a:cxnLst>
                <a:cxn ang="0">
                  <a:pos x="T0" y="T1"/>
                </a:cxn>
                <a:cxn ang="0">
                  <a:pos x="T2" y="T3"/>
                </a:cxn>
                <a:cxn ang="0">
                  <a:pos x="T4" y="T5"/>
                </a:cxn>
                <a:cxn ang="0">
                  <a:pos x="T6" y="T7"/>
                </a:cxn>
                <a:cxn ang="0">
                  <a:pos x="T8" y="T9"/>
                </a:cxn>
              </a:cxnLst>
              <a:rect l="0" t="0" r="r" b="b"/>
              <a:pathLst>
                <a:path w="18" h="13">
                  <a:moveTo>
                    <a:pt x="1" y="2"/>
                  </a:moveTo>
                  <a:cubicBezTo>
                    <a:pt x="1" y="4"/>
                    <a:pt x="5" y="8"/>
                    <a:pt x="9" y="10"/>
                  </a:cubicBezTo>
                  <a:cubicBezTo>
                    <a:pt x="14" y="12"/>
                    <a:pt x="18" y="13"/>
                    <a:pt x="18" y="11"/>
                  </a:cubicBezTo>
                  <a:cubicBezTo>
                    <a:pt x="18" y="9"/>
                    <a:pt x="14" y="5"/>
                    <a:pt x="9" y="3"/>
                  </a:cubicBezTo>
                  <a:cubicBezTo>
                    <a:pt x="4" y="0"/>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77" name="Freeform 2080"/>
            <p:cNvSpPr/>
            <p:nvPr/>
          </p:nvSpPr>
          <p:spPr bwMode="auto">
            <a:xfrm>
              <a:off x="2387904" y="10966228"/>
              <a:ext cx="50800" cy="36513"/>
            </a:xfrm>
            <a:custGeom>
              <a:avLst/>
              <a:gdLst>
                <a:gd name="T0" fmla="*/ 7 w 19"/>
                <a:gd name="T1" fmla="*/ 1 h 13"/>
                <a:gd name="T2" fmla="*/ 0 w 19"/>
                <a:gd name="T3" fmla="*/ 2 h 13"/>
                <a:gd name="T4" fmla="*/ 11 w 19"/>
                <a:gd name="T5" fmla="*/ 11 h 13"/>
                <a:gd name="T6" fmla="*/ 18 w 19"/>
                <a:gd name="T7" fmla="*/ 10 h 13"/>
                <a:gd name="T8" fmla="*/ 7 w 19"/>
                <a:gd name="T9" fmla="*/ 1 h 13"/>
              </a:gdLst>
              <a:ahLst/>
              <a:cxnLst>
                <a:cxn ang="0">
                  <a:pos x="T0" y="T1"/>
                </a:cxn>
                <a:cxn ang="0">
                  <a:pos x="T2" y="T3"/>
                </a:cxn>
                <a:cxn ang="0">
                  <a:pos x="T4" y="T5"/>
                </a:cxn>
                <a:cxn ang="0">
                  <a:pos x="T6" y="T7"/>
                </a:cxn>
                <a:cxn ang="0">
                  <a:pos x="T8" y="T9"/>
                </a:cxn>
              </a:cxnLst>
              <a:rect l="0" t="0" r="r" b="b"/>
              <a:pathLst>
                <a:path w="19" h="13">
                  <a:moveTo>
                    <a:pt x="7" y="1"/>
                  </a:moveTo>
                  <a:cubicBezTo>
                    <a:pt x="3" y="0"/>
                    <a:pt x="0" y="0"/>
                    <a:pt x="0" y="2"/>
                  </a:cubicBezTo>
                  <a:cubicBezTo>
                    <a:pt x="1" y="5"/>
                    <a:pt x="6" y="9"/>
                    <a:pt x="11" y="11"/>
                  </a:cubicBezTo>
                  <a:cubicBezTo>
                    <a:pt x="16" y="13"/>
                    <a:pt x="19" y="13"/>
                    <a:pt x="18" y="10"/>
                  </a:cubicBezTo>
                  <a:cubicBezTo>
                    <a:pt x="17" y="7"/>
                    <a:pt x="12" y="3"/>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78" name="Freeform 2081"/>
            <p:cNvSpPr/>
            <p:nvPr/>
          </p:nvSpPr>
          <p:spPr bwMode="auto">
            <a:xfrm>
              <a:off x="2170417" y="10869391"/>
              <a:ext cx="49213" cy="38100"/>
            </a:xfrm>
            <a:custGeom>
              <a:avLst/>
              <a:gdLst>
                <a:gd name="T0" fmla="*/ 9 w 18"/>
                <a:gd name="T1" fmla="*/ 2 h 14"/>
                <a:gd name="T2" fmla="*/ 0 w 18"/>
                <a:gd name="T3" fmla="*/ 3 h 14"/>
                <a:gd name="T4" fmla="*/ 9 w 18"/>
                <a:gd name="T5" fmla="*/ 11 h 14"/>
                <a:gd name="T6" fmla="*/ 18 w 18"/>
                <a:gd name="T7" fmla="*/ 11 h 14"/>
                <a:gd name="T8" fmla="*/ 9 w 18"/>
                <a:gd name="T9" fmla="*/ 2 h 14"/>
              </a:gdLst>
              <a:ahLst/>
              <a:cxnLst>
                <a:cxn ang="0">
                  <a:pos x="T0" y="T1"/>
                </a:cxn>
                <a:cxn ang="0">
                  <a:pos x="T2" y="T3"/>
                </a:cxn>
                <a:cxn ang="0">
                  <a:pos x="T4" y="T5"/>
                </a:cxn>
                <a:cxn ang="0">
                  <a:pos x="T6" y="T7"/>
                </a:cxn>
                <a:cxn ang="0">
                  <a:pos x="T8" y="T9"/>
                </a:cxn>
              </a:cxnLst>
              <a:rect l="0" t="0" r="r" b="b"/>
              <a:pathLst>
                <a:path w="18" h="14">
                  <a:moveTo>
                    <a:pt x="9" y="2"/>
                  </a:moveTo>
                  <a:cubicBezTo>
                    <a:pt x="4" y="0"/>
                    <a:pt x="0" y="0"/>
                    <a:pt x="0" y="3"/>
                  </a:cubicBezTo>
                  <a:cubicBezTo>
                    <a:pt x="1" y="5"/>
                    <a:pt x="5" y="9"/>
                    <a:pt x="9" y="11"/>
                  </a:cubicBezTo>
                  <a:cubicBezTo>
                    <a:pt x="14" y="14"/>
                    <a:pt x="18" y="14"/>
                    <a:pt x="18" y="11"/>
                  </a:cubicBezTo>
                  <a:cubicBezTo>
                    <a:pt x="18" y="8"/>
                    <a:pt x="14" y="4"/>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79" name="Freeform 2082"/>
            <p:cNvSpPr/>
            <p:nvPr/>
          </p:nvSpPr>
          <p:spPr bwMode="auto">
            <a:xfrm>
              <a:off x="1952929" y="10785253"/>
              <a:ext cx="49213" cy="38100"/>
            </a:xfrm>
            <a:custGeom>
              <a:avLst/>
              <a:gdLst>
                <a:gd name="T0" fmla="*/ 1 w 18"/>
                <a:gd name="T1" fmla="*/ 3 h 14"/>
                <a:gd name="T2" fmla="*/ 9 w 18"/>
                <a:gd name="T3" fmla="*/ 12 h 14"/>
                <a:gd name="T4" fmla="*/ 18 w 18"/>
                <a:gd name="T5" fmla="*/ 10 h 14"/>
                <a:gd name="T6" fmla="*/ 9 w 18"/>
                <a:gd name="T7" fmla="*/ 1 h 14"/>
                <a:gd name="T8" fmla="*/ 1 w 18"/>
                <a:gd name="T9" fmla="*/ 3 h 14"/>
              </a:gdLst>
              <a:ahLst/>
              <a:cxnLst>
                <a:cxn ang="0">
                  <a:pos x="T0" y="T1"/>
                </a:cxn>
                <a:cxn ang="0">
                  <a:pos x="T2" y="T3"/>
                </a:cxn>
                <a:cxn ang="0">
                  <a:pos x="T4" y="T5"/>
                </a:cxn>
                <a:cxn ang="0">
                  <a:pos x="T6" y="T7"/>
                </a:cxn>
                <a:cxn ang="0">
                  <a:pos x="T8" y="T9"/>
                </a:cxn>
              </a:cxnLst>
              <a:rect l="0" t="0" r="r" b="b"/>
              <a:pathLst>
                <a:path w="18" h="14">
                  <a:moveTo>
                    <a:pt x="1" y="3"/>
                  </a:moveTo>
                  <a:cubicBezTo>
                    <a:pt x="0" y="6"/>
                    <a:pt x="4" y="10"/>
                    <a:pt x="9" y="12"/>
                  </a:cubicBezTo>
                  <a:cubicBezTo>
                    <a:pt x="14" y="14"/>
                    <a:pt x="18" y="13"/>
                    <a:pt x="18" y="10"/>
                  </a:cubicBezTo>
                  <a:cubicBezTo>
                    <a:pt x="18" y="7"/>
                    <a:pt x="14" y="3"/>
                    <a:pt x="9" y="1"/>
                  </a:cubicBezTo>
                  <a:cubicBezTo>
                    <a:pt x="4" y="0"/>
                    <a:pt x="1" y="0"/>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80" name="Freeform 2083"/>
            <p:cNvSpPr/>
            <p:nvPr/>
          </p:nvSpPr>
          <p:spPr bwMode="auto">
            <a:xfrm>
              <a:off x="1735442" y="10720166"/>
              <a:ext cx="52388" cy="38100"/>
            </a:xfrm>
            <a:custGeom>
              <a:avLst/>
              <a:gdLst>
                <a:gd name="T0" fmla="*/ 9 w 19"/>
                <a:gd name="T1" fmla="*/ 1 h 14"/>
                <a:gd name="T2" fmla="*/ 1 w 19"/>
                <a:gd name="T3" fmla="*/ 5 h 14"/>
                <a:gd name="T4" fmla="*/ 10 w 19"/>
                <a:gd name="T5" fmla="*/ 13 h 14"/>
                <a:gd name="T6" fmla="*/ 19 w 19"/>
                <a:gd name="T7" fmla="*/ 10 h 14"/>
                <a:gd name="T8" fmla="*/ 9 w 19"/>
                <a:gd name="T9" fmla="*/ 1 h 14"/>
              </a:gdLst>
              <a:ahLst/>
              <a:cxnLst>
                <a:cxn ang="0">
                  <a:pos x="T0" y="T1"/>
                </a:cxn>
                <a:cxn ang="0">
                  <a:pos x="T2" y="T3"/>
                </a:cxn>
                <a:cxn ang="0">
                  <a:pos x="T4" y="T5"/>
                </a:cxn>
                <a:cxn ang="0">
                  <a:pos x="T6" y="T7"/>
                </a:cxn>
                <a:cxn ang="0">
                  <a:pos x="T8" y="T9"/>
                </a:cxn>
              </a:cxnLst>
              <a:rect l="0" t="0" r="r" b="b"/>
              <a:pathLst>
                <a:path w="19" h="14">
                  <a:moveTo>
                    <a:pt x="9" y="1"/>
                  </a:moveTo>
                  <a:cubicBezTo>
                    <a:pt x="4" y="0"/>
                    <a:pt x="0" y="2"/>
                    <a:pt x="1" y="5"/>
                  </a:cubicBezTo>
                  <a:cubicBezTo>
                    <a:pt x="2" y="8"/>
                    <a:pt x="6" y="12"/>
                    <a:pt x="10" y="13"/>
                  </a:cubicBezTo>
                  <a:cubicBezTo>
                    <a:pt x="15" y="14"/>
                    <a:pt x="19" y="13"/>
                    <a:pt x="19" y="10"/>
                  </a:cubicBezTo>
                  <a:cubicBezTo>
                    <a:pt x="18" y="6"/>
                    <a:pt x="14" y="2"/>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81" name="Freeform 2084"/>
            <p:cNvSpPr/>
            <p:nvPr/>
          </p:nvSpPr>
          <p:spPr bwMode="auto">
            <a:xfrm>
              <a:off x="1524304" y="10683653"/>
              <a:ext cx="49213" cy="36513"/>
            </a:xfrm>
            <a:custGeom>
              <a:avLst/>
              <a:gdLst>
                <a:gd name="T0" fmla="*/ 7 w 18"/>
                <a:gd name="T1" fmla="*/ 0 h 13"/>
                <a:gd name="T2" fmla="*/ 0 w 18"/>
                <a:gd name="T3" fmla="*/ 5 h 13"/>
                <a:gd name="T4" fmla="*/ 10 w 18"/>
                <a:gd name="T5" fmla="*/ 13 h 13"/>
                <a:gd name="T6" fmla="*/ 17 w 18"/>
                <a:gd name="T7" fmla="*/ 7 h 13"/>
                <a:gd name="T8" fmla="*/ 7 w 18"/>
                <a:gd name="T9" fmla="*/ 0 h 13"/>
              </a:gdLst>
              <a:ahLst/>
              <a:cxnLst>
                <a:cxn ang="0">
                  <a:pos x="T0" y="T1"/>
                </a:cxn>
                <a:cxn ang="0">
                  <a:pos x="T2" y="T3"/>
                </a:cxn>
                <a:cxn ang="0">
                  <a:pos x="T4" y="T5"/>
                </a:cxn>
                <a:cxn ang="0">
                  <a:pos x="T6" y="T7"/>
                </a:cxn>
                <a:cxn ang="0">
                  <a:pos x="T8" y="T9"/>
                </a:cxn>
              </a:cxnLst>
              <a:rect l="0" t="0" r="r" b="b"/>
              <a:pathLst>
                <a:path w="18" h="13">
                  <a:moveTo>
                    <a:pt x="7" y="0"/>
                  </a:moveTo>
                  <a:cubicBezTo>
                    <a:pt x="3" y="0"/>
                    <a:pt x="0" y="3"/>
                    <a:pt x="0" y="5"/>
                  </a:cubicBezTo>
                  <a:cubicBezTo>
                    <a:pt x="1" y="9"/>
                    <a:pt x="5" y="12"/>
                    <a:pt x="10" y="13"/>
                  </a:cubicBezTo>
                  <a:cubicBezTo>
                    <a:pt x="15" y="13"/>
                    <a:pt x="18" y="10"/>
                    <a:pt x="17" y="7"/>
                  </a:cubicBezTo>
                  <a:cubicBezTo>
                    <a:pt x="16" y="3"/>
                    <a:pt x="12"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82" name="Freeform 2085"/>
            <p:cNvSpPr/>
            <p:nvPr/>
          </p:nvSpPr>
          <p:spPr bwMode="auto">
            <a:xfrm>
              <a:off x="1309992" y="10678891"/>
              <a:ext cx="50800" cy="34925"/>
            </a:xfrm>
            <a:custGeom>
              <a:avLst/>
              <a:gdLst>
                <a:gd name="T0" fmla="*/ 8 w 19"/>
                <a:gd name="T1" fmla="*/ 0 h 13"/>
                <a:gd name="T2" fmla="*/ 1 w 19"/>
                <a:gd name="T3" fmla="*/ 8 h 13"/>
                <a:gd name="T4" fmla="*/ 10 w 19"/>
                <a:gd name="T5" fmla="*/ 13 h 13"/>
                <a:gd name="T6" fmla="*/ 18 w 19"/>
                <a:gd name="T7" fmla="*/ 6 h 13"/>
                <a:gd name="T8" fmla="*/ 8 w 19"/>
                <a:gd name="T9" fmla="*/ 0 h 13"/>
              </a:gdLst>
              <a:ahLst/>
              <a:cxnLst>
                <a:cxn ang="0">
                  <a:pos x="T0" y="T1"/>
                </a:cxn>
                <a:cxn ang="0">
                  <a:pos x="T2" y="T3"/>
                </a:cxn>
                <a:cxn ang="0">
                  <a:pos x="T4" y="T5"/>
                </a:cxn>
                <a:cxn ang="0">
                  <a:pos x="T6" y="T7"/>
                </a:cxn>
                <a:cxn ang="0">
                  <a:pos x="T8" y="T9"/>
                </a:cxn>
              </a:cxnLst>
              <a:rect l="0" t="0" r="r" b="b"/>
              <a:pathLst>
                <a:path w="19" h="13">
                  <a:moveTo>
                    <a:pt x="8" y="0"/>
                  </a:moveTo>
                  <a:cubicBezTo>
                    <a:pt x="3" y="1"/>
                    <a:pt x="0" y="5"/>
                    <a:pt x="1" y="8"/>
                  </a:cubicBezTo>
                  <a:cubicBezTo>
                    <a:pt x="2" y="11"/>
                    <a:pt x="6" y="13"/>
                    <a:pt x="10" y="13"/>
                  </a:cubicBezTo>
                  <a:cubicBezTo>
                    <a:pt x="15" y="13"/>
                    <a:pt x="19" y="10"/>
                    <a:pt x="18" y="6"/>
                  </a:cubicBezTo>
                  <a:cubicBezTo>
                    <a:pt x="17" y="3"/>
                    <a:pt x="13"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83" name="Freeform 2086"/>
            <p:cNvSpPr/>
            <p:nvPr/>
          </p:nvSpPr>
          <p:spPr bwMode="auto">
            <a:xfrm>
              <a:off x="1100442" y="10712228"/>
              <a:ext cx="49213" cy="39688"/>
            </a:xfrm>
            <a:custGeom>
              <a:avLst/>
              <a:gdLst>
                <a:gd name="T0" fmla="*/ 7 w 18"/>
                <a:gd name="T1" fmla="*/ 2 h 15"/>
                <a:gd name="T2" fmla="*/ 0 w 18"/>
                <a:gd name="T3" fmla="*/ 10 h 15"/>
                <a:gd name="T4" fmla="*/ 9 w 18"/>
                <a:gd name="T5" fmla="*/ 14 h 15"/>
                <a:gd name="T6" fmla="*/ 17 w 18"/>
                <a:gd name="T7" fmla="*/ 5 h 15"/>
                <a:gd name="T8" fmla="*/ 7 w 18"/>
                <a:gd name="T9" fmla="*/ 2 h 15"/>
              </a:gdLst>
              <a:ahLst/>
              <a:cxnLst>
                <a:cxn ang="0">
                  <a:pos x="T0" y="T1"/>
                </a:cxn>
                <a:cxn ang="0">
                  <a:pos x="T2" y="T3"/>
                </a:cxn>
                <a:cxn ang="0">
                  <a:pos x="T4" y="T5"/>
                </a:cxn>
                <a:cxn ang="0">
                  <a:pos x="T6" y="T7"/>
                </a:cxn>
                <a:cxn ang="0">
                  <a:pos x="T8" y="T9"/>
                </a:cxn>
              </a:cxnLst>
              <a:rect l="0" t="0" r="r" b="b"/>
              <a:pathLst>
                <a:path w="18" h="15">
                  <a:moveTo>
                    <a:pt x="7" y="2"/>
                  </a:moveTo>
                  <a:cubicBezTo>
                    <a:pt x="3" y="3"/>
                    <a:pt x="0" y="7"/>
                    <a:pt x="0" y="10"/>
                  </a:cubicBezTo>
                  <a:cubicBezTo>
                    <a:pt x="0" y="13"/>
                    <a:pt x="5" y="15"/>
                    <a:pt x="9" y="14"/>
                  </a:cubicBezTo>
                  <a:cubicBezTo>
                    <a:pt x="14" y="13"/>
                    <a:pt x="18" y="9"/>
                    <a:pt x="17" y="5"/>
                  </a:cubicBezTo>
                  <a:cubicBezTo>
                    <a:pt x="16" y="2"/>
                    <a:pt x="12"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84" name="Freeform 2087"/>
            <p:cNvSpPr/>
            <p:nvPr/>
          </p:nvSpPr>
          <p:spPr bwMode="auto">
            <a:xfrm>
              <a:off x="889304" y="10790016"/>
              <a:ext cx="49213" cy="46038"/>
            </a:xfrm>
            <a:custGeom>
              <a:avLst/>
              <a:gdLst>
                <a:gd name="T0" fmla="*/ 8 w 18"/>
                <a:gd name="T1" fmla="*/ 2 h 17"/>
                <a:gd name="T2" fmla="*/ 1 w 18"/>
                <a:gd name="T3" fmla="*/ 11 h 17"/>
                <a:gd name="T4" fmla="*/ 9 w 18"/>
                <a:gd name="T5" fmla="*/ 15 h 17"/>
                <a:gd name="T6" fmla="*/ 18 w 18"/>
                <a:gd name="T7" fmla="*/ 4 h 17"/>
                <a:gd name="T8" fmla="*/ 8 w 18"/>
                <a:gd name="T9" fmla="*/ 2 h 17"/>
              </a:gdLst>
              <a:ahLst/>
              <a:cxnLst>
                <a:cxn ang="0">
                  <a:pos x="T0" y="T1"/>
                </a:cxn>
                <a:cxn ang="0">
                  <a:pos x="T2" y="T3"/>
                </a:cxn>
                <a:cxn ang="0">
                  <a:pos x="T4" y="T5"/>
                </a:cxn>
                <a:cxn ang="0">
                  <a:pos x="T6" y="T7"/>
                </a:cxn>
                <a:cxn ang="0">
                  <a:pos x="T8" y="T9"/>
                </a:cxn>
              </a:cxnLst>
              <a:rect l="0" t="0" r="r" b="b"/>
              <a:pathLst>
                <a:path w="18" h="17">
                  <a:moveTo>
                    <a:pt x="8" y="2"/>
                  </a:moveTo>
                  <a:cubicBezTo>
                    <a:pt x="4" y="4"/>
                    <a:pt x="1" y="8"/>
                    <a:pt x="1" y="11"/>
                  </a:cubicBezTo>
                  <a:cubicBezTo>
                    <a:pt x="0" y="15"/>
                    <a:pt x="4" y="17"/>
                    <a:pt x="9" y="15"/>
                  </a:cubicBezTo>
                  <a:cubicBezTo>
                    <a:pt x="14" y="13"/>
                    <a:pt x="18" y="8"/>
                    <a:pt x="18" y="4"/>
                  </a:cubicBezTo>
                  <a:cubicBezTo>
                    <a:pt x="18" y="1"/>
                    <a:pt x="13"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85" name="Freeform 2088"/>
            <p:cNvSpPr/>
            <p:nvPr/>
          </p:nvSpPr>
          <p:spPr bwMode="auto">
            <a:xfrm>
              <a:off x="686104" y="10931303"/>
              <a:ext cx="46038" cy="53975"/>
            </a:xfrm>
            <a:custGeom>
              <a:avLst/>
              <a:gdLst>
                <a:gd name="T0" fmla="*/ 7 w 17"/>
                <a:gd name="T1" fmla="*/ 5 h 20"/>
                <a:gd name="T2" fmla="*/ 0 w 17"/>
                <a:gd name="T3" fmla="*/ 17 h 20"/>
                <a:gd name="T4" fmla="*/ 8 w 17"/>
                <a:gd name="T5" fmla="*/ 16 h 20"/>
                <a:gd name="T6" fmla="*/ 16 w 17"/>
                <a:gd name="T7" fmla="*/ 3 h 20"/>
                <a:gd name="T8" fmla="*/ 7 w 17"/>
                <a:gd name="T9" fmla="*/ 5 h 20"/>
              </a:gdLst>
              <a:ahLst/>
              <a:cxnLst>
                <a:cxn ang="0">
                  <a:pos x="T0" y="T1"/>
                </a:cxn>
                <a:cxn ang="0">
                  <a:pos x="T2" y="T3"/>
                </a:cxn>
                <a:cxn ang="0">
                  <a:pos x="T4" y="T5"/>
                </a:cxn>
                <a:cxn ang="0">
                  <a:pos x="T6" y="T7"/>
                </a:cxn>
                <a:cxn ang="0">
                  <a:pos x="T8" y="T9"/>
                </a:cxn>
              </a:cxnLst>
              <a:rect l="0" t="0" r="r" b="b"/>
              <a:pathLst>
                <a:path w="17" h="20">
                  <a:moveTo>
                    <a:pt x="7" y="5"/>
                  </a:moveTo>
                  <a:cubicBezTo>
                    <a:pt x="3" y="9"/>
                    <a:pt x="0" y="14"/>
                    <a:pt x="0" y="17"/>
                  </a:cubicBezTo>
                  <a:cubicBezTo>
                    <a:pt x="0" y="20"/>
                    <a:pt x="4" y="19"/>
                    <a:pt x="8" y="16"/>
                  </a:cubicBezTo>
                  <a:cubicBezTo>
                    <a:pt x="13" y="12"/>
                    <a:pt x="17" y="6"/>
                    <a:pt x="16" y="3"/>
                  </a:cubicBezTo>
                  <a:cubicBezTo>
                    <a:pt x="16" y="0"/>
                    <a:pt x="12" y="1"/>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86" name="Freeform 2089"/>
            <p:cNvSpPr/>
            <p:nvPr/>
          </p:nvSpPr>
          <p:spPr bwMode="auto">
            <a:xfrm>
              <a:off x="476554" y="11121803"/>
              <a:ext cx="49213" cy="57150"/>
            </a:xfrm>
            <a:custGeom>
              <a:avLst/>
              <a:gdLst>
                <a:gd name="T0" fmla="*/ 7 w 18"/>
                <a:gd name="T1" fmla="*/ 8 h 21"/>
                <a:gd name="T2" fmla="*/ 1 w 18"/>
                <a:gd name="T3" fmla="*/ 19 h 21"/>
                <a:gd name="T4" fmla="*/ 11 w 18"/>
                <a:gd name="T5" fmla="*/ 14 h 21"/>
                <a:gd name="T6" fmla="*/ 17 w 18"/>
                <a:gd name="T7" fmla="*/ 2 h 21"/>
                <a:gd name="T8" fmla="*/ 7 w 18"/>
                <a:gd name="T9" fmla="*/ 8 h 21"/>
              </a:gdLst>
              <a:ahLst/>
              <a:cxnLst>
                <a:cxn ang="0">
                  <a:pos x="T0" y="T1"/>
                </a:cxn>
                <a:cxn ang="0">
                  <a:pos x="T2" y="T3"/>
                </a:cxn>
                <a:cxn ang="0">
                  <a:pos x="T4" y="T5"/>
                </a:cxn>
                <a:cxn ang="0">
                  <a:pos x="T6" y="T7"/>
                </a:cxn>
                <a:cxn ang="0">
                  <a:pos x="T8" y="T9"/>
                </a:cxn>
              </a:cxnLst>
              <a:rect l="0" t="0" r="r" b="b"/>
              <a:pathLst>
                <a:path w="18" h="21">
                  <a:moveTo>
                    <a:pt x="7" y="8"/>
                  </a:moveTo>
                  <a:cubicBezTo>
                    <a:pt x="4" y="12"/>
                    <a:pt x="0" y="17"/>
                    <a:pt x="1" y="19"/>
                  </a:cubicBezTo>
                  <a:cubicBezTo>
                    <a:pt x="1" y="21"/>
                    <a:pt x="6" y="18"/>
                    <a:pt x="11" y="14"/>
                  </a:cubicBezTo>
                  <a:cubicBezTo>
                    <a:pt x="15" y="9"/>
                    <a:pt x="18" y="4"/>
                    <a:pt x="17" y="2"/>
                  </a:cubicBezTo>
                  <a:cubicBezTo>
                    <a:pt x="17" y="0"/>
                    <a:pt x="12" y="3"/>
                    <a:pt x="7"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87" name="Freeform 2090"/>
            <p:cNvSpPr/>
            <p:nvPr/>
          </p:nvSpPr>
          <p:spPr bwMode="auto">
            <a:xfrm>
              <a:off x="273354" y="11328178"/>
              <a:ext cx="46038" cy="53975"/>
            </a:xfrm>
            <a:custGeom>
              <a:avLst/>
              <a:gdLst>
                <a:gd name="T0" fmla="*/ 0 w 17"/>
                <a:gd name="T1" fmla="*/ 18 h 20"/>
                <a:gd name="T2" fmla="*/ 8 w 17"/>
                <a:gd name="T3" fmla="*/ 13 h 20"/>
                <a:gd name="T4" fmla="*/ 17 w 17"/>
                <a:gd name="T5" fmla="*/ 2 h 20"/>
                <a:gd name="T6" fmla="*/ 8 w 17"/>
                <a:gd name="T7" fmla="*/ 7 h 20"/>
                <a:gd name="T8" fmla="*/ 0 w 17"/>
                <a:gd name="T9" fmla="*/ 18 h 20"/>
              </a:gdLst>
              <a:ahLst/>
              <a:cxnLst>
                <a:cxn ang="0">
                  <a:pos x="T0" y="T1"/>
                </a:cxn>
                <a:cxn ang="0">
                  <a:pos x="T2" y="T3"/>
                </a:cxn>
                <a:cxn ang="0">
                  <a:pos x="T4" y="T5"/>
                </a:cxn>
                <a:cxn ang="0">
                  <a:pos x="T6" y="T7"/>
                </a:cxn>
                <a:cxn ang="0">
                  <a:pos x="T8" y="T9"/>
                </a:cxn>
              </a:cxnLst>
              <a:rect l="0" t="0" r="r" b="b"/>
              <a:pathLst>
                <a:path w="17" h="20">
                  <a:moveTo>
                    <a:pt x="0" y="18"/>
                  </a:moveTo>
                  <a:cubicBezTo>
                    <a:pt x="0" y="20"/>
                    <a:pt x="4" y="18"/>
                    <a:pt x="8" y="13"/>
                  </a:cubicBezTo>
                  <a:cubicBezTo>
                    <a:pt x="13" y="9"/>
                    <a:pt x="17" y="4"/>
                    <a:pt x="17" y="2"/>
                  </a:cubicBezTo>
                  <a:cubicBezTo>
                    <a:pt x="17" y="0"/>
                    <a:pt x="13" y="2"/>
                    <a:pt x="8" y="7"/>
                  </a:cubicBezTo>
                  <a:cubicBezTo>
                    <a:pt x="4" y="11"/>
                    <a:pt x="1" y="16"/>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88" name="Freeform 2091"/>
            <p:cNvSpPr/>
            <p:nvPr/>
          </p:nvSpPr>
          <p:spPr bwMode="auto">
            <a:xfrm>
              <a:off x="66979" y="11526616"/>
              <a:ext cx="49213" cy="42863"/>
            </a:xfrm>
            <a:custGeom>
              <a:avLst/>
              <a:gdLst>
                <a:gd name="T0" fmla="*/ 7 w 18"/>
                <a:gd name="T1" fmla="*/ 7 h 16"/>
                <a:gd name="T2" fmla="*/ 0 w 18"/>
                <a:gd name="T3" fmla="*/ 15 h 16"/>
                <a:gd name="T4" fmla="*/ 9 w 18"/>
                <a:gd name="T5" fmla="*/ 10 h 16"/>
                <a:gd name="T6" fmla="*/ 17 w 18"/>
                <a:gd name="T7" fmla="*/ 1 h 16"/>
                <a:gd name="T8" fmla="*/ 7 w 18"/>
                <a:gd name="T9" fmla="*/ 7 h 16"/>
              </a:gdLst>
              <a:ahLst/>
              <a:cxnLst>
                <a:cxn ang="0">
                  <a:pos x="T0" y="T1"/>
                </a:cxn>
                <a:cxn ang="0">
                  <a:pos x="T2" y="T3"/>
                </a:cxn>
                <a:cxn ang="0">
                  <a:pos x="T4" y="T5"/>
                </a:cxn>
                <a:cxn ang="0">
                  <a:pos x="T6" y="T7"/>
                </a:cxn>
                <a:cxn ang="0">
                  <a:pos x="T8" y="T9"/>
                </a:cxn>
              </a:cxnLst>
              <a:rect l="0" t="0" r="r" b="b"/>
              <a:pathLst>
                <a:path w="18" h="16">
                  <a:moveTo>
                    <a:pt x="7" y="7"/>
                  </a:moveTo>
                  <a:cubicBezTo>
                    <a:pt x="3" y="11"/>
                    <a:pt x="0" y="15"/>
                    <a:pt x="0" y="15"/>
                  </a:cubicBezTo>
                  <a:cubicBezTo>
                    <a:pt x="0" y="16"/>
                    <a:pt x="5" y="14"/>
                    <a:pt x="9" y="10"/>
                  </a:cubicBezTo>
                  <a:cubicBezTo>
                    <a:pt x="14" y="6"/>
                    <a:pt x="18" y="2"/>
                    <a:pt x="17" y="1"/>
                  </a:cubicBezTo>
                  <a:cubicBezTo>
                    <a:pt x="17" y="0"/>
                    <a:pt x="12" y="3"/>
                    <a:pt x="7"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89" name="Freeform 2092"/>
            <p:cNvSpPr/>
            <p:nvPr/>
          </p:nvSpPr>
          <p:spPr bwMode="auto">
            <a:xfrm>
              <a:off x="-142571" y="11691716"/>
              <a:ext cx="49213" cy="30163"/>
            </a:xfrm>
            <a:custGeom>
              <a:avLst/>
              <a:gdLst>
                <a:gd name="T0" fmla="*/ 18 w 18"/>
                <a:gd name="T1" fmla="*/ 0 h 11"/>
                <a:gd name="T2" fmla="*/ 7 w 18"/>
                <a:gd name="T3" fmla="*/ 6 h 11"/>
                <a:gd name="T4" fmla="*/ 1 w 18"/>
                <a:gd name="T5" fmla="*/ 11 h 11"/>
                <a:gd name="T6" fmla="*/ 10 w 18"/>
                <a:gd name="T7" fmla="*/ 6 h 11"/>
                <a:gd name="T8" fmla="*/ 18 w 18"/>
                <a:gd name="T9" fmla="*/ 0 h 11"/>
              </a:gdLst>
              <a:ahLst/>
              <a:cxnLst>
                <a:cxn ang="0">
                  <a:pos x="T0" y="T1"/>
                </a:cxn>
                <a:cxn ang="0">
                  <a:pos x="T2" y="T3"/>
                </a:cxn>
                <a:cxn ang="0">
                  <a:pos x="T4" y="T5"/>
                </a:cxn>
                <a:cxn ang="0">
                  <a:pos x="T6" y="T7"/>
                </a:cxn>
                <a:cxn ang="0">
                  <a:pos x="T8" y="T9"/>
                </a:cxn>
              </a:cxnLst>
              <a:rect l="0" t="0" r="r" b="b"/>
              <a:pathLst>
                <a:path w="18" h="11">
                  <a:moveTo>
                    <a:pt x="18" y="0"/>
                  </a:moveTo>
                  <a:cubicBezTo>
                    <a:pt x="17" y="0"/>
                    <a:pt x="12" y="3"/>
                    <a:pt x="7" y="6"/>
                  </a:cubicBezTo>
                  <a:cubicBezTo>
                    <a:pt x="4" y="8"/>
                    <a:pt x="0" y="11"/>
                    <a:pt x="1" y="11"/>
                  </a:cubicBezTo>
                  <a:cubicBezTo>
                    <a:pt x="1" y="11"/>
                    <a:pt x="6" y="9"/>
                    <a:pt x="10" y="6"/>
                  </a:cubicBezTo>
                  <a:cubicBezTo>
                    <a:pt x="15" y="3"/>
                    <a:pt x="18" y="0"/>
                    <a:pt x="1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90" name="Freeform 2093"/>
            <p:cNvSpPr/>
            <p:nvPr/>
          </p:nvSpPr>
          <p:spPr bwMode="auto">
            <a:xfrm>
              <a:off x="11509679" y="8610378"/>
              <a:ext cx="49213" cy="31750"/>
            </a:xfrm>
            <a:custGeom>
              <a:avLst/>
              <a:gdLst>
                <a:gd name="T0" fmla="*/ 7 w 18"/>
                <a:gd name="T1" fmla="*/ 0 h 12"/>
                <a:gd name="T2" fmla="*/ 0 w 18"/>
                <a:gd name="T3" fmla="*/ 5 h 12"/>
                <a:gd name="T4" fmla="*/ 9 w 18"/>
                <a:gd name="T5" fmla="*/ 11 h 12"/>
                <a:gd name="T6" fmla="*/ 17 w 18"/>
                <a:gd name="T7" fmla="*/ 6 h 12"/>
                <a:gd name="T8" fmla="*/ 7 w 18"/>
                <a:gd name="T9" fmla="*/ 0 h 12"/>
              </a:gdLst>
              <a:ahLst/>
              <a:cxnLst>
                <a:cxn ang="0">
                  <a:pos x="T0" y="T1"/>
                </a:cxn>
                <a:cxn ang="0">
                  <a:pos x="T2" y="T3"/>
                </a:cxn>
                <a:cxn ang="0">
                  <a:pos x="T4" y="T5"/>
                </a:cxn>
                <a:cxn ang="0">
                  <a:pos x="T6" y="T7"/>
                </a:cxn>
                <a:cxn ang="0">
                  <a:pos x="T8" y="T9"/>
                </a:cxn>
              </a:cxnLst>
              <a:rect l="0" t="0" r="r" b="b"/>
              <a:pathLst>
                <a:path w="18" h="12">
                  <a:moveTo>
                    <a:pt x="7" y="0"/>
                  </a:moveTo>
                  <a:cubicBezTo>
                    <a:pt x="3" y="0"/>
                    <a:pt x="0" y="2"/>
                    <a:pt x="0" y="5"/>
                  </a:cubicBezTo>
                  <a:cubicBezTo>
                    <a:pt x="0" y="8"/>
                    <a:pt x="4" y="11"/>
                    <a:pt x="9" y="11"/>
                  </a:cubicBezTo>
                  <a:cubicBezTo>
                    <a:pt x="14" y="12"/>
                    <a:pt x="18" y="10"/>
                    <a:pt x="17" y="6"/>
                  </a:cubicBezTo>
                  <a:cubicBezTo>
                    <a:pt x="17" y="3"/>
                    <a:pt x="12"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91" name="Freeform 2094"/>
            <p:cNvSpPr/>
            <p:nvPr/>
          </p:nvSpPr>
          <p:spPr bwMode="auto">
            <a:xfrm>
              <a:off x="11292192" y="8605616"/>
              <a:ext cx="49213" cy="34925"/>
            </a:xfrm>
            <a:custGeom>
              <a:avLst/>
              <a:gdLst>
                <a:gd name="T0" fmla="*/ 8 w 18"/>
                <a:gd name="T1" fmla="*/ 0 h 13"/>
                <a:gd name="T2" fmla="*/ 1 w 18"/>
                <a:gd name="T3" fmla="*/ 6 h 13"/>
                <a:gd name="T4" fmla="*/ 10 w 18"/>
                <a:gd name="T5" fmla="*/ 13 h 13"/>
                <a:gd name="T6" fmla="*/ 18 w 18"/>
                <a:gd name="T7" fmla="*/ 7 h 13"/>
                <a:gd name="T8" fmla="*/ 8 w 18"/>
                <a:gd name="T9" fmla="*/ 0 h 13"/>
              </a:gdLst>
              <a:ahLst/>
              <a:cxnLst>
                <a:cxn ang="0">
                  <a:pos x="T0" y="T1"/>
                </a:cxn>
                <a:cxn ang="0">
                  <a:pos x="T2" y="T3"/>
                </a:cxn>
                <a:cxn ang="0">
                  <a:pos x="T4" y="T5"/>
                </a:cxn>
                <a:cxn ang="0">
                  <a:pos x="T6" y="T7"/>
                </a:cxn>
                <a:cxn ang="0">
                  <a:pos x="T8" y="T9"/>
                </a:cxn>
              </a:cxnLst>
              <a:rect l="0" t="0" r="r" b="b"/>
              <a:pathLst>
                <a:path w="18" h="13">
                  <a:moveTo>
                    <a:pt x="8" y="0"/>
                  </a:moveTo>
                  <a:cubicBezTo>
                    <a:pt x="4" y="0"/>
                    <a:pt x="1" y="3"/>
                    <a:pt x="1" y="6"/>
                  </a:cubicBezTo>
                  <a:cubicBezTo>
                    <a:pt x="0" y="10"/>
                    <a:pt x="5" y="13"/>
                    <a:pt x="10" y="13"/>
                  </a:cubicBezTo>
                  <a:cubicBezTo>
                    <a:pt x="15" y="13"/>
                    <a:pt x="18" y="10"/>
                    <a:pt x="18" y="7"/>
                  </a:cubicBezTo>
                  <a:cubicBezTo>
                    <a:pt x="18" y="3"/>
                    <a:pt x="13"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92" name="Freeform 2095"/>
            <p:cNvSpPr/>
            <p:nvPr/>
          </p:nvSpPr>
          <p:spPr bwMode="auto">
            <a:xfrm>
              <a:off x="11077879" y="8629428"/>
              <a:ext cx="50800" cy="41275"/>
            </a:xfrm>
            <a:custGeom>
              <a:avLst/>
              <a:gdLst>
                <a:gd name="T0" fmla="*/ 1 w 19"/>
                <a:gd name="T1" fmla="*/ 10 h 15"/>
                <a:gd name="T2" fmla="*/ 10 w 19"/>
                <a:gd name="T3" fmla="*/ 14 h 15"/>
                <a:gd name="T4" fmla="*/ 18 w 19"/>
                <a:gd name="T5" fmla="*/ 6 h 15"/>
                <a:gd name="T6" fmla="*/ 9 w 19"/>
                <a:gd name="T7" fmla="*/ 1 h 15"/>
                <a:gd name="T8" fmla="*/ 1 w 19"/>
                <a:gd name="T9" fmla="*/ 10 h 15"/>
              </a:gdLst>
              <a:ahLst/>
              <a:cxnLst>
                <a:cxn ang="0">
                  <a:pos x="T0" y="T1"/>
                </a:cxn>
                <a:cxn ang="0">
                  <a:pos x="T2" y="T3"/>
                </a:cxn>
                <a:cxn ang="0">
                  <a:pos x="T4" y="T5"/>
                </a:cxn>
                <a:cxn ang="0">
                  <a:pos x="T6" y="T7"/>
                </a:cxn>
                <a:cxn ang="0">
                  <a:pos x="T8" y="T9"/>
                </a:cxn>
              </a:cxnLst>
              <a:rect l="0" t="0" r="r" b="b"/>
              <a:pathLst>
                <a:path w="19" h="15">
                  <a:moveTo>
                    <a:pt x="1" y="10"/>
                  </a:moveTo>
                  <a:cubicBezTo>
                    <a:pt x="2" y="13"/>
                    <a:pt x="6" y="15"/>
                    <a:pt x="10" y="14"/>
                  </a:cubicBezTo>
                  <a:cubicBezTo>
                    <a:pt x="15" y="13"/>
                    <a:pt x="19" y="10"/>
                    <a:pt x="18" y="6"/>
                  </a:cubicBezTo>
                  <a:cubicBezTo>
                    <a:pt x="18" y="3"/>
                    <a:pt x="14" y="0"/>
                    <a:pt x="9" y="1"/>
                  </a:cubicBezTo>
                  <a:cubicBezTo>
                    <a:pt x="4" y="2"/>
                    <a:pt x="0" y="7"/>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93" name="Freeform 2096"/>
            <p:cNvSpPr/>
            <p:nvPr/>
          </p:nvSpPr>
          <p:spPr bwMode="auto">
            <a:xfrm>
              <a:off x="10868329" y="8702453"/>
              <a:ext cx="49213" cy="41275"/>
            </a:xfrm>
            <a:custGeom>
              <a:avLst/>
              <a:gdLst>
                <a:gd name="T0" fmla="*/ 0 w 18"/>
                <a:gd name="T1" fmla="*/ 11 h 15"/>
                <a:gd name="T2" fmla="*/ 9 w 18"/>
                <a:gd name="T3" fmla="*/ 13 h 15"/>
                <a:gd name="T4" fmla="*/ 18 w 18"/>
                <a:gd name="T5" fmla="*/ 5 h 15"/>
                <a:gd name="T6" fmla="*/ 8 w 18"/>
                <a:gd name="T7" fmla="*/ 1 h 15"/>
                <a:gd name="T8" fmla="*/ 0 w 18"/>
                <a:gd name="T9" fmla="*/ 11 h 15"/>
              </a:gdLst>
              <a:ahLst/>
              <a:cxnLst>
                <a:cxn ang="0">
                  <a:pos x="T0" y="T1"/>
                </a:cxn>
                <a:cxn ang="0">
                  <a:pos x="T2" y="T3"/>
                </a:cxn>
                <a:cxn ang="0">
                  <a:pos x="T4" y="T5"/>
                </a:cxn>
                <a:cxn ang="0">
                  <a:pos x="T6" y="T7"/>
                </a:cxn>
                <a:cxn ang="0">
                  <a:pos x="T8" y="T9"/>
                </a:cxn>
              </a:cxnLst>
              <a:rect l="0" t="0" r="r" b="b"/>
              <a:pathLst>
                <a:path w="18" h="15">
                  <a:moveTo>
                    <a:pt x="0" y="11"/>
                  </a:moveTo>
                  <a:cubicBezTo>
                    <a:pt x="1" y="13"/>
                    <a:pt x="5" y="15"/>
                    <a:pt x="9" y="13"/>
                  </a:cubicBezTo>
                  <a:cubicBezTo>
                    <a:pt x="14" y="12"/>
                    <a:pt x="18" y="8"/>
                    <a:pt x="18" y="5"/>
                  </a:cubicBezTo>
                  <a:cubicBezTo>
                    <a:pt x="17" y="1"/>
                    <a:pt x="13" y="0"/>
                    <a:pt x="8" y="1"/>
                  </a:cubicBezTo>
                  <a:cubicBezTo>
                    <a:pt x="4" y="3"/>
                    <a:pt x="0" y="8"/>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94" name="Freeform 2097"/>
            <p:cNvSpPr/>
            <p:nvPr/>
          </p:nvSpPr>
          <p:spPr bwMode="auto">
            <a:xfrm>
              <a:off x="10660367" y="8792941"/>
              <a:ext cx="47625" cy="39688"/>
            </a:xfrm>
            <a:custGeom>
              <a:avLst/>
              <a:gdLst>
                <a:gd name="T0" fmla="*/ 7 w 18"/>
                <a:gd name="T1" fmla="*/ 2 h 15"/>
                <a:gd name="T2" fmla="*/ 0 w 18"/>
                <a:gd name="T3" fmla="*/ 11 h 15"/>
                <a:gd name="T4" fmla="*/ 10 w 18"/>
                <a:gd name="T5" fmla="*/ 13 h 15"/>
                <a:gd name="T6" fmla="*/ 17 w 18"/>
                <a:gd name="T7" fmla="*/ 3 h 15"/>
                <a:gd name="T8" fmla="*/ 7 w 18"/>
                <a:gd name="T9" fmla="*/ 2 h 15"/>
              </a:gdLst>
              <a:ahLst/>
              <a:cxnLst>
                <a:cxn ang="0">
                  <a:pos x="T0" y="T1"/>
                </a:cxn>
                <a:cxn ang="0">
                  <a:pos x="T2" y="T3"/>
                </a:cxn>
                <a:cxn ang="0">
                  <a:pos x="T4" y="T5"/>
                </a:cxn>
                <a:cxn ang="0">
                  <a:pos x="T6" y="T7"/>
                </a:cxn>
                <a:cxn ang="0">
                  <a:pos x="T8" y="T9"/>
                </a:cxn>
              </a:cxnLst>
              <a:rect l="0" t="0" r="r" b="b"/>
              <a:pathLst>
                <a:path w="18" h="15">
                  <a:moveTo>
                    <a:pt x="7" y="2"/>
                  </a:moveTo>
                  <a:cubicBezTo>
                    <a:pt x="3" y="4"/>
                    <a:pt x="0" y="8"/>
                    <a:pt x="0" y="11"/>
                  </a:cubicBezTo>
                  <a:cubicBezTo>
                    <a:pt x="0" y="14"/>
                    <a:pt x="5" y="15"/>
                    <a:pt x="10" y="13"/>
                  </a:cubicBezTo>
                  <a:cubicBezTo>
                    <a:pt x="14" y="10"/>
                    <a:pt x="18" y="6"/>
                    <a:pt x="17" y="3"/>
                  </a:cubicBezTo>
                  <a:cubicBezTo>
                    <a:pt x="16" y="0"/>
                    <a:pt x="12"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95" name="Freeform 2098"/>
            <p:cNvSpPr/>
            <p:nvPr/>
          </p:nvSpPr>
          <p:spPr bwMode="auto">
            <a:xfrm>
              <a:off x="10447642" y="8889778"/>
              <a:ext cx="52388" cy="41275"/>
            </a:xfrm>
            <a:custGeom>
              <a:avLst/>
              <a:gdLst>
                <a:gd name="T0" fmla="*/ 1 w 19"/>
                <a:gd name="T1" fmla="*/ 12 h 15"/>
                <a:gd name="T2" fmla="*/ 11 w 19"/>
                <a:gd name="T3" fmla="*/ 12 h 15"/>
                <a:gd name="T4" fmla="*/ 18 w 19"/>
                <a:gd name="T5" fmla="*/ 3 h 15"/>
                <a:gd name="T6" fmla="*/ 8 w 19"/>
                <a:gd name="T7" fmla="*/ 3 h 15"/>
                <a:gd name="T8" fmla="*/ 1 w 19"/>
                <a:gd name="T9" fmla="*/ 12 h 15"/>
              </a:gdLst>
              <a:ahLst/>
              <a:cxnLst>
                <a:cxn ang="0">
                  <a:pos x="T0" y="T1"/>
                </a:cxn>
                <a:cxn ang="0">
                  <a:pos x="T2" y="T3"/>
                </a:cxn>
                <a:cxn ang="0">
                  <a:pos x="T4" y="T5"/>
                </a:cxn>
                <a:cxn ang="0">
                  <a:pos x="T6" y="T7"/>
                </a:cxn>
                <a:cxn ang="0">
                  <a:pos x="T8" y="T9"/>
                </a:cxn>
              </a:cxnLst>
              <a:rect l="0" t="0" r="r" b="b"/>
              <a:pathLst>
                <a:path w="19" h="15">
                  <a:moveTo>
                    <a:pt x="1" y="12"/>
                  </a:moveTo>
                  <a:cubicBezTo>
                    <a:pt x="2" y="14"/>
                    <a:pt x="6" y="15"/>
                    <a:pt x="11" y="12"/>
                  </a:cubicBezTo>
                  <a:cubicBezTo>
                    <a:pt x="16" y="10"/>
                    <a:pt x="19" y="6"/>
                    <a:pt x="18" y="3"/>
                  </a:cubicBezTo>
                  <a:cubicBezTo>
                    <a:pt x="17" y="0"/>
                    <a:pt x="13" y="0"/>
                    <a:pt x="8" y="3"/>
                  </a:cubicBezTo>
                  <a:cubicBezTo>
                    <a:pt x="3" y="5"/>
                    <a:pt x="0" y="10"/>
                    <a:pt x="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96" name="Freeform 2099"/>
            <p:cNvSpPr/>
            <p:nvPr/>
          </p:nvSpPr>
          <p:spPr bwMode="auto">
            <a:xfrm>
              <a:off x="10241267" y="8996141"/>
              <a:ext cx="49213" cy="38100"/>
            </a:xfrm>
            <a:custGeom>
              <a:avLst/>
              <a:gdLst>
                <a:gd name="T0" fmla="*/ 7 w 18"/>
                <a:gd name="T1" fmla="*/ 3 h 14"/>
                <a:gd name="T2" fmla="*/ 0 w 18"/>
                <a:gd name="T3" fmla="*/ 11 h 14"/>
                <a:gd name="T4" fmla="*/ 9 w 18"/>
                <a:gd name="T5" fmla="*/ 12 h 14"/>
                <a:gd name="T6" fmla="*/ 17 w 18"/>
                <a:gd name="T7" fmla="*/ 3 h 14"/>
                <a:gd name="T8" fmla="*/ 7 w 18"/>
                <a:gd name="T9" fmla="*/ 3 h 14"/>
              </a:gdLst>
              <a:ahLst/>
              <a:cxnLst>
                <a:cxn ang="0">
                  <a:pos x="T0" y="T1"/>
                </a:cxn>
                <a:cxn ang="0">
                  <a:pos x="T2" y="T3"/>
                </a:cxn>
                <a:cxn ang="0">
                  <a:pos x="T4" y="T5"/>
                </a:cxn>
                <a:cxn ang="0">
                  <a:pos x="T6" y="T7"/>
                </a:cxn>
                <a:cxn ang="0">
                  <a:pos x="T8" y="T9"/>
                </a:cxn>
              </a:cxnLst>
              <a:rect l="0" t="0" r="r" b="b"/>
              <a:pathLst>
                <a:path w="18" h="14">
                  <a:moveTo>
                    <a:pt x="7" y="3"/>
                  </a:moveTo>
                  <a:cubicBezTo>
                    <a:pt x="3" y="5"/>
                    <a:pt x="0" y="9"/>
                    <a:pt x="0" y="11"/>
                  </a:cubicBezTo>
                  <a:cubicBezTo>
                    <a:pt x="0" y="14"/>
                    <a:pt x="5" y="14"/>
                    <a:pt x="9" y="12"/>
                  </a:cubicBezTo>
                  <a:cubicBezTo>
                    <a:pt x="14" y="10"/>
                    <a:pt x="18" y="5"/>
                    <a:pt x="17" y="3"/>
                  </a:cubicBezTo>
                  <a:cubicBezTo>
                    <a:pt x="16" y="0"/>
                    <a:pt x="12" y="0"/>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97" name="Freeform 2100"/>
            <p:cNvSpPr/>
            <p:nvPr/>
          </p:nvSpPr>
          <p:spPr bwMode="auto">
            <a:xfrm>
              <a:off x="10033304" y="9107266"/>
              <a:ext cx="47625" cy="38100"/>
            </a:xfrm>
            <a:custGeom>
              <a:avLst/>
              <a:gdLst>
                <a:gd name="T0" fmla="*/ 7 w 18"/>
                <a:gd name="T1" fmla="*/ 2 h 14"/>
                <a:gd name="T2" fmla="*/ 0 w 18"/>
                <a:gd name="T3" fmla="*/ 11 h 14"/>
                <a:gd name="T4" fmla="*/ 9 w 18"/>
                <a:gd name="T5" fmla="*/ 12 h 14"/>
                <a:gd name="T6" fmla="*/ 17 w 18"/>
                <a:gd name="T7" fmla="*/ 2 h 14"/>
                <a:gd name="T8" fmla="*/ 7 w 18"/>
                <a:gd name="T9" fmla="*/ 2 h 14"/>
              </a:gdLst>
              <a:ahLst/>
              <a:cxnLst>
                <a:cxn ang="0">
                  <a:pos x="T0" y="T1"/>
                </a:cxn>
                <a:cxn ang="0">
                  <a:pos x="T2" y="T3"/>
                </a:cxn>
                <a:cxn ang="0">
                  <a:pos x="T4" y="T5"/>
                </a:cxn>
                <a:cxn ang="0">
                  <a:pos x="T6" y="T7"/>
                </a:cxn>
                <a:cxn ang="0">
                  <a:pos x="T8" y="T9"/>
                </a:cxn>
              </a:cxnLst>
              <a:rect l="0" t="0" r="r" b="b"/>
              <a:pathLst>
                <a:path w="18" h="14">
                  <a:moveTo>
                    <a:pt x="7" y="2"/>
                  </a:moveTo>
                  <a:cubicBezTo>
                    <a:pt x="3" y="5"/>
                    <a:pt x="0" y="8"/>
                    <a:pt x="0" y="11"/>
                  </a:cubicBezTo>
                  <a:cubicBezTo>
                    <a:pt x="0" y="14"/>
                    <a:pt x="4" y="14"/>
                    <a:pt x="9" y="12"/>
                  </a:cubicBezTo>
                  <a:cubicBezTo>
                    <a:pt x="14" y="9"/>
                    <a:pt x="18" y="5"/>
                    <a:pt x="17" y="2"/>
                  </a:cubicBezTo>
                  <a:cubicBezTo>
                    <a:pt x="17" y="0"/>
                    <a:pt x="12"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98" name="Freeform 2101"/>
            <p:cNvSpPr/>
            <p:nvPr/>
          </p:nvSpPr>
          <p:spPr bwMode="auto">
            <a:xfrm>
              <a:off x="9820579" y="9218391"/>
              <a:ext cx="52388" cy="38100"/>
            </a:xfrm>
            <a:custGeom>
              <a:avLst/>
              <a:gdLst>
                <a:gd name="T0" fmla="*/ 8 w 19"/>
                <a:gd name="T1" fmla="*/ 3 h 14"/>
                <a:gd name="T2" fmla="*/ 2 w 19"/>
                <a:gd name="T3" fmla="*/ 12 h 14"/>
                <a:gd name="T4" fmla="*/ 11 w 19"/>
                <a:gd name="T5" fmla="*/ 12 h 14"/>
                <a:gd name="T6" fmla="*/ 18 w 19"/>
                <a:gd name="T7" fmla="*/ 2 h 14"/>
                <a:gd name="T8" fmla="*/ 8 w 19"/>
                <a:gd name="T9" fmla="*/ 3 h 14"/>
              </a:gdLst>
              <a:ahLst/>
              <a:cxnLst>
                <a:cxn ang="0">
                  <a:pos x="T0" y="T1"/>
                </a:cxn>
                <a:cxn ang="0">
                  <a:pos x="T2" y="T3"/>
                </a:cxn>
                <a:cxn ang="0">
                  <a:pos x="T4" y="T5"/>
                </a:cxn>
                <a:cxn ang="0">
                  <a:pos x="T6" y="T7"/>
                </a:cxn>
                <a:cxn ang="0">
                  <a:pos x="T8" y="T9"/>
                </a:cxn>
              </a:cxnLst>
              <a:rect l="0" t="0" r="r" b="b"/>
              <a:pathLst>
                <a:path w="19" h="14">
                  <a:moveTo>
                    <a:pt x="8" y="3"/>
                  </a:moveTo>
                  <a:cubicBezTo>
                    <a:pt x="3" y="6"/>
                    <a:pt x="0" y="10"/>
                    <a:pt x="2" y="12"/>
                  </a:cubicBezTo>
                  <a:cubicBezTo>
                    <a:pt x="3" y="14"/>
                    <a:pt x="6" y="14"/>
                    <a:pt x="11" y="12"/>
                  </a:cubicBezTo>
                  <a:cubicBezTo>
                    <a:pt x="16" y="9"/>
                    <a:pt x="19" y="5"/>
                    <a:pt x="18" y="2"/>
                  </a:cubicBezTo>
                  <a:cubicBezTo>
                    <a:pt x="17" y="0"/>
                    <a:pt x="13" y="0"/>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099" name="Freeform 2102"/>
            <p:cNvSpPr/>
            <p:nvPr/>
          </p:nvSpPr>
          <p:spPr bwMode="auto">
            <a:xfrm>
              <a:off x="9614204" y="9332691"/>
              <a:ext cx="49213" cy="38100"/>
            </a:xfrm>
            <a:custGeom>
              <a:avLst/>
              <a:gdLst>
                <a:gd name="T0" fmla="*/ 9 w 18"/>
                <a:gd name="T1" fmla="*/ 2 h 14"/>
                <a:gd name="T2" fmla="*/ 0 w 18"/>
                <a:gd name="T3" fmla="*/ 11 h 14"/>
                <a:gd name="T4" fmla="*/ 9 w 18"/>
                <a:gd name="T5" fmla="*/ 11 h 14"/>
                <a:gd name="T6" fmla="*/ 17 w 18"/>
                <a:gd name="T7" fmla="*/ 2 h 14"/>
                <a:gd name="T8" fmla="*/ 9 w 18"/>
                <a:gd name="T9" fmla="*/ 2 h 14"/>
              </a:gdLst>
              <a:ahLst/>
              <a:cxnLst>
                <a:cxn ang="0">
                  <a:pos x="T0" y="T1"/>
                </a:cxn>
                <a:cxn ang="0">
                  <a:pos x="T2" y="T3"/>
                </a:cxn>
                <a:cxn ang="0">
                  <a:pos x="T4" y="T5"/>
                </a:cxn>
                <a:cxn ang="0">
                  <a:pos x="T6" y="T7"/>
                </a:cxn>
                <a:cxn ang="0">
                  <a:pos x="T8" y="T9"/>
                </a:cxn>
              </a:cxnLst>
              <a:rect l="0" t="0" r="r" b="b"/>
              <a:pathLst>
                <a:path w="18" h="14">
                  <a:moveTo>
                    <a:pt x="9" y="2"/>
                  </a:moveTo>
                  <a:cubicBezTo>
                    <a:pt x="4" y="4"/>
                    <a:pt x="0" y="8"/>
                    <a:pt x="0" y="11"/>
                  </a:cubicBezTo>
                  <a:cubicBezTo>
                    <a:pt x="0" y="14"/>
                    <a:pt x="4" y="14"/>
                    <a:pt x="9" y="11"/>
                  </a:cubicBezTo>
                  <a:cubicBezTo>
                    <a:pt x="14" y="9"/>
                    <a:pt x="18" y="5"/>
                    <a:pt x="17" y="2"/>
                  </a:cubicBezTo>
                  <a:cubicBezTo>
                    <a:pt x="17" y="0"/>
                    <a:pt x="13"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00" name="Freeform 2103"/>
            <p:cNvSpPr/>
            <p:nvPr/>
          </p:nvSpPr>
          <p:spPr bwMode="auto">
            <a:xfrm>
              <a:off x="9406242" y="9443816"/>
              <a:ext cx="49213" cy="34925"/>
            </a:xfrm>
            <a:custGeom>
              <a:avLst/>
              <a:gdLst>
                <a:gd name="T0" fmla="*/ 0 w 18"/>
                <a:gd name="T1" fmla="*/ 11 h 13"/>
                <a:gd name="T2" fmla="*/ 10 w 18"/>
                <a:gd name="T3" fmla="*/ 11 h 13"/>
                <a:gd name="T4" fmla="*/ 17 w 18"/>
                <a:gd name="T5" fmla="*/ 2 h 13"/>
                <a:gd name="T6" fmla="*/ 7 w 18"/>
                <a:gd name="T7" fmla="*/ 3 h 13"/>
                <a:gd name="T8" fmla="*/ 0 w 18"/>
                <a:gd name="T9" fmla="*/ 11 h 13"/>
              </a:gdLst>
              <a:ahLst/>
              <a:cxnLst>
                <a:cxn ang="0">
                  <a:pos x="T0" y="T1"/>
                </a:cxn>
                <a:cxn ang="0">
                  <a:pos x="T2" y="T3"/>
                </a:cxn>
                <a:cxn ang="0">
                  <a:pos x="T4" y="T5"/>
                </a:cxn>
                <a:cxn ang="0">
                  <a:pos x="T6" y="T7"/>
                </a:cxn>
                <a:cxn ang="0">
                  <a:pos x="T8" y="T9"/>
                </a:cxn>
              </a:cxnLst>
              <a:rect l="0" t="0" r="r" b="b"/>
              <a:pathLst>
                <a:path w="18" h="13">
                  <a:moveTo>
                    <a:pt x="0" y="11"/>
                  </a:moveTo>
                  <a:cubicBezTo>
                    <a:pt x="1" y="13"/>
                    <a:pt x="5" y="13"/>
                    <a:pt x="10" y="11"/>
                  </a:cubicBezTo>
                  <a:cubicBezTo>
                    <a:pt x="15" y="8"/>
                    <a:pt x="18" y="4"/>
                    <a:pt x="17" y="2"/>
                  </a:cubicBezTo>
                  <a:cubicBezTo>
                    <a:pt x="17" y="0"/>
                    <a:pt x="12" y="0"/>
                    <a:pt x="7" y="3"/>
                  </a:cubicBezTo>
                  <a:cubicBezTo>
                    <a:pt x="3" y="5"/>
                    <a:pt x="0" y="9"/>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01" name="Freeform 2104"/>
            <p:cNvSpPr/>
            <p:nvPr/>
          </p:nvSpPr>
          <p:spPr bwMode="auto">
            <a:xfrm>
              <a:off x="9196692" y="9551766"/>
              <a:ext cx="49213" cy="33338"/>
            </a:xfrm>
            <a:custGeom>
              <a:avLst/>
              <a:gdLst>
                <a:gd name="T0" fmla="*/ 8 w 18"/>
                <a:gd name="T1" fmla="*/ 3 h 12"/>
                <a:gd name="T2" fmla="*/ 0 w 18"/>
                <a:gd name="T3" fmla="*/ 10 h 12"/>
                <a:gd name="T4" fmla="*/ 9 w 18"/>
                <a:gd name="T5" fmla="*/ 10 h 12"/>
                <a:gd name="T6" fmla="*/ 17 w 18"/>
                <a:gd name="T7" fmla="*/ 2 h 12"/>
                <a:gd name="T8" fmla="*/ 8 w 18"/>
                <a:gd name="T9" fmla="*/ 3 h 12"/>
              </a:gdLst>
              <a:ahLst/>
              <a:cxnLst>
                <a:cxn ang="0">
                  <a:pos x="T0" y="T1"/>
                </a:cxn>
                <a:cxn ang="0">
                  <a:pos x="T2" y="T3"/>
                </a:cxn>
                <a:cxn ang="0">
                  <a:pos x="T4" y="T5"/>
                </a:cxn>
                <a:cxn ang="0">
                  <a:pos x="T6" y="T7"/>
                </a:cxn>
                <a:cxn ang="0">
                  <a:pos x="T8" y="T9"/>
                </a:cxn>
              </a:cxnLst>
              <a:rect l="0" t="0" r="r" b="b"/>
              <a:pathLst>
                <a:path w="18" h="12">
                  <a:moveTo>
                    <a:pt x="8" y="3"/>
                  </a:moveTo>
                  <a:cubicBezTo>
                    <a:pt x="4" y="5"/>
                    <a:pt x="0" y="8"/>
                    <a:pt x="0" y="10"/>
                  </a:cubicBezTo>
                  <a:cubicBezTo>
                    <a:pt x="0" y="12"/>
                    <a:pt x="4" y="12"/>
                    <a:pt x="9" y="10"/>
                  </a:cubicBezTo>
                  <a:cubicBezTo>
                    <a:pt x="14" y="8"/>
                    <a:pt x="18" y="4"/>
                    <a:pt x="17" y="2"/>
                  </a:cubicBezTo>
                  <a:cubicBezTo>
                    <a:pt x="17" y="0"/>
                    <a:pt x="13" y="0"/>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02" name="Freeform 2105"/>
            <p:cNvSpPr/>
            <p:nvPr/>
          </p:nvSpPr>
          <p:spPr bwMode="auto">
            <a:xfrm>
              <a:off x="8985554" y="9654953"/>
              <a:ext cx="50800" cy="30163"/>
            </a:xfrm>
            <a:custGeom>
              <a:avLst/>
              <a:gdLst>
                <a:gd name="T0" fmla="*/ 8 w 19"/>
                <a:gd name="T1" fmla="*/ 2 h 11"/>
                <a:gd name="T2" fmla="*/ 1 w 19"/>
                <a:gd name="T3" fmla="*/ 10 h 11"/>
                <a:gd name="T4" fmla="*/ 10 w 19"/>
                <a:gd name="T5" fmla="*/ 9 h 11"/>
                <a:gd name="T6" fmla="*/ 18 w 19"/>
                <a:gd name="T7" fmla="*/ 1 h 11"/>
                <a:gd name="T8" fmla="*/ 8 w 19"/>
                <a:gd name="T9" fmla="*/ 2 h 11"/>
              </a:gdLst>
              <a:ahLst/>
              <a:cxnLst>
                <a:cxn ang="0">
                  <a:pos x="T0" y="T1"/>
                </a:cxn>
                <a:cxn ang="0">
                  <a:pos x="T2" y="T3"/>
                </a:cxn>
                <a:cxn ang="0">
                  <a:pos x="T4" y="T5"/>
                </a:cxn>
                <a:cxn ang="0">
                  <a:pos x="T6" y="T7"/>
                </a:cxn>
                <a:cxn ang="0">
                  <a:pos x="T8" y="T9"/>
                </a:cxn>
              </a:cxnLst>
              <a:rect l="0" t="0" r="r" b="b"/>
              <a:pathLst>
                <a:path w="19" h="11">
                  <a:moveTo>
                    <a:pt x="8" y="2"/>
                  </a:moveTo>
                  <a:cubicBezTo>
                    <a:pt x="3" y="5"/>
                    <a:pt x="0" y="8"/>
                    <a:pt x="1" y="10"/>
                  </a:cubicBezTo>
                  <a:cubicBezTo>
                    <a:pt x="2" y="11"/>
                    <a:pt x="6" y="11"/>
                    <a:pt x="10" y="9"/>
                  </a:cubicBezTo>
                  <a:cubicBezTo>
                    <a:pt x="15" y="7"/>
                    <a:pt x="19" y="3"/>
                    <a:pt x="18" y="1"/>
                  </a:cubicBezTo>
                  <a:cubicBezTo>
                    <a:pt x="17" y="0"/>
                    <a:pt x="13"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03" name="Freeform 2106"/>
            <p:cNvSpPr/>
            <p:nvPr/>
          </p:nvSpPr>
          <p:spPr bwMode="auto">
            <a:xfrm>
              <a:off x="8776004" y="9750203"/>
              <a:ext cx="49213" cy="26988"/>
            </a:xfrm>
            <a:custGeom>
              <a:avLst/>
              <a:gdLst>
                <a:gd name="T0" fmla="*/ 9 w 18"/>
                <a:gd name="T1" fmla="*/ 2 h 10"/>
                <a:gd name="T2" fmla="*/ 1 w 18"/>
                <a:gd name="T3" fmla="*/ 8 h 10"/>
                <a:gd name="T4" fmla="*/ 9 w 18"/>
                <a:gd name="T5" fmla="*/ 9 h 10"/>
                <a:gd name="T6" fmla="*/ 18 w 18"/>
                <a:gd name="T7" fmla="*/ 2 h 10"/>
                <a:gd name="T8" fmla="*/ 9 w 18"/>
                <a:gd name="T9" fmla="*/ 2 h 10"/>
              </a:gdLst>
              <a:ahLst/>
              <a:cxnLst>
                <a:cxn ang="0">
                  <a:pos x="T0" y="T1"/>
                </a:cxn>
                <a:cxn ang="0">
                  <a:pos x="T2" y="T3"/>
                </a:cxn>
                <a:cxn ang="0">
                  <a:pos x="T4" y="T5"/>
                </a:cxn>
                <a:cxn ang="0">
                  <a:pos x="T6" y="T7"/>
                </a:cxn>
                <a:cxn ang="0">
                  <a:pos x="T8" y="T9"/>
                </a:cxn>
              </a:cxnLst>
              <a:rect l="0" t="0" r="r" b="b"/>
              <a:pathLst>
                <a:path w="18" h="10">
                  <a:moveTo>
                    <a:pt x="9" y="2"/>
                  </a:moveTo>
                  <a:cubicBezTo>
                    <a:pt x="4" y="3"/>
                    <a:pt x="1" y="6"/>
                    <a:pt x="1" y="8"/>
                  </a:cubicBezTo>
                  <a:cubicBezTo>
                    <a:pt x="0" y="10"/>
                    <a:pt x="4" y="10"/>
                    <a:pt x="9" y="9"/>
                  </a:cubicBezTo>
                  <a:cubicBezTo>
                    <a:pt x="14" y="7"/>
                    <a:pt x="18" y="4"/>
                    <a:pt x="18" y="2"/>
                  </a:cubicBezTo>
                  <a:cubicBezTo>
                    <a:pt x="18" y="0"/>
                    <a:pt x="14"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04" name="Freeform 2107"/>
            <p:cNvSpPr/>
            <p:nvPr/>
          </p:nvSpPr>
          <p:spPr bwMode="auto">
            <a:xfrm>
              <a:off x="5808967" y="10690003"/>
              <a:ext cx="47625" cy="26988"/>
            </a:xfrm>
            <a:custGeom>
              <a:avLst/>
              <a:gdLst>
                <a:gd name="T0" fmla="*/ 8 w 17"/>
                <a:gd name="T1" fmla="*/ 3 h 10"/>
                <a:gd name="T2" fmla="*/ 0 w 17"/>
                <a:gd name="T3" fmla="*/ 9 h 10"/>
                <a:gd name="T4" fmla="*/ 9 w 17"/>
                <a:gd name="T5" fmla="*/ 7 h 10"/>
                <a:gd name="T6" fmla="*/ 17 w 17"/>
                <a:gd name="T7" fmla="*/ 1 h 10"/>
                <a:gd name="T8" fmla="*/ 8 w 17"/>
                <a:gd name="T9" fmla="*/ 3 h 10"/>
              </a:gdLst>
              <a:ahLst/>
              <a:cxnLst>
                <a:cxn ang="0">
                  <a:pos x="T0" y="T1"/>
                </a:cxn>
                <a:cxn ang="0">
                  <a:pos x="T2" y="T3"/>
                </a:cxn>
                <a:cxn ang="0">
                  <a:pos x="T4" y="T5"/>
                </a:cxn>
                <a:cxn ang="0">
                  <a:pos x="T6" y="T7"/>
                </a:cxn>
                <a:cxn ang="0">
                  <a:pos x="T8" y="T9"/>
                </a:cxn>
              </a:cxnLst>
              <a:rect l="0" t="0" r="r" b="b"/>
              <a:pathLst>
                <a:path w="17" h="10">
                  <a:moveTo>
                    <a:pt x="8" y="3"/>
                  </a:moveTo>
                  <a:cubicBezTo>
                    <a:pt x="3" y="5"/>
                    <a:pt x="0" y="8"/>
                    <a:pt x="0" y="9"/>
                  </a:cubicBezTo>
                  <a:cubicBezTo>
                    <a:pt x="0" y="10"/>
                    <a:pt x="4" y="10"/>
                    <a:pt x="9" y="7"/>
                  </a:cubicBezTo>
                  <a:cubicBezTo>
                    <a:pt x="14" y="5"/>
                    <a:pt x="17" y="3"/>
                    <a:pt x="17" y="1"/>
                  </a:cubicBezTo>
                  <a:cubicBezTo>
                    <a:pt x="17" y="0"/>
                    <a:pt x="13" y="1"/>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05" name="Freeform 2108"/>
            <p:cNvSpPr/>
            <p:nvPr/>
          </p:nvSpPr>
          <p:spPr bwMode="auto">
            <a:xfrm>
              <a:off x="6018517" y="10591578"/>
              <a:ext cx="49213" cy="26988"/>
            </a:xfrm>
            <a:custGeom>
              <a:avLst/>
              <a:gdLst>
                <a:gd name="T0" fmla="*/ 9 w 18"/>
                <a:gd name="T1" fmla="*/ 3 h 10"/>
                <a:gd name="T2" fmla="*/ 1 w 18"/>
                <a:gd name="T3" fmla="*/ 9 h 10"/>
                <a:gd name="T4" fmla="*/ 9 w 18"/>
                <a:gd name="T5" fmla="*/ 8 h 10"/>
                <a:gd name="T6" fmla="*/ 18 w 18"/>
                <a:gd name="T7" fmla="*/ 1 h 10"/>
                <a:gd name="T8" fmla="*/ 9 w 18"/>
                <a:gd name="T9" fmla="*/ 3 h 10"/>
              </a:gdLst>
              <a:ahLst/>
              <a:cxnLst>
                <a:cxn ang="0">
                  <a:pos x="T0" y="T1"/>
                </a:cxn>
                <a:cxn ang="0">
                  <a:pos x="T2" y="T3"/>
                </a:cxn>
                <a:cxn ang="0">
                  <a:pos x="T4" y="T5"/>
                </a:cxn>
                <a:cxn ang="0">
                  <a:pos x="T6" y="T7"/>
                </a:cxn>
                <a:cxn ang="0">
                  <a:pos x="T8" y="T9"/>
                </a:cxn>
              </a:cxnLst>
              <a:rect l="0" t="0" r="r" b="b"/>
              <a:pathLst>
                <a:path w="18" h="10">
                  <a:moveTo>
                    <a:pt x="9" y="3"/>
                  </a:moveTo>
                  <a:cubicBezTo>
                    <a:pt x="5" y="5"/>
                    <a:pt x="1" y="7"/>
                    <a:pt x="1" y="9"/>
                  </a:cubicBezTo>
                  <a:cubicBezTo>
                    <a:pt x="0" y="10"/>
                    <a:pt x="4" y="10"/>
                    <a:pt x="9" y="8"/>
                  </a:cubicBezTo>
                  <a:cubicBezTo>
                    <a:pt x="14" y="5"/>
                    <a:pt x="18" y="3"/>
                    <a:pt x="18" y="1"/>
                  </a:cubicBezTo>
                  <a:cubicBezTo>
                    <a:pt x="18" y="0"/>
                    <a:pt x="14" y="1"/>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06" name="Freeform 2109"/>
            <p:cNvSpPr/>
            <p:nvPr/>
          </p:nvSpPr>
          <p:spPr bwMode="auto">
            <a:xfrm>
              <a:off x="6232829" y="10496328"/>
              <a:ext cx="46038" cy="28575"/>
            </a:xfrm>
            <a:custGeom>
              <a:avLst/>
              <a:gdLst>
                <a:gd name="T0" fmla="*/ 7 w 17"/>
                <a:gd name="T1" fmla="*/ 3 h 10"/>
                <a:gd name="T2" fmla="*/ 0 w 17"/>
                <a:gd name="T3" fmla="*/ 8 h 10"/>
                <a:gd name="T4" fmla="*/ 8 w 17"/>
                <a:gd name="T5" fmla="*/ 7 h 10"/>
                <a:gd name="T6" fmla="*/ 17 w 17"/>
                <a:gd name="T7" fmla="*/ 1 h 10"/>
                <a:gd name="T8" fmla="*/ 7 w 17"/>
                <a:gd name="T9" fmla="*/ 3 h 10"/>
              </a:gdLst>
              <a:ahLst/>
              <a:cxnLst>
                <a:cxn ang="0">
                  <a:pos x="T0" y="T1"/>
                </a:cxn>
                <a:cxn ang="0">
                  <a:pos x="T2" y="T3"/>
                </a:cxn>
                <a:cxn ang="0">
                  <a:pos x="T4" y="T5"/>
                </a:cxn>
                <a:cxn ang="0">
                  <a:pos x="T6" y="T7"/>
                </a:cxn>
                <a:cxn ang="0">
                  <a:pos x="T8" y="T9"/>
                </a:cxn>
              </a:cxnLst>
              <a:rect l="0" t="0" r="r" b="b"/>
              <a:pathLst>
                <a:path w="17" h="10">
                  <a:moveTo>
                    <a:pt x="7" y="3"/>
                  </a:moveTo>
                  <a:cubicBezTo>
                    <a:pt x="3" y="5"/>
                    <a:pt x="0" y="7"/>
                    <a:pt x="0" y="8"/>
                  </a:cubicBezTo>
                  <a:cubicBezTo>
                    <a:pt x="0" y="10"/>
                    <a:pt x="4" y="9"/>
                    <a:pt x="8" y="7"/>
                  </a:cubicBezTo>
                  <a:cubicBezTo>
                    <a:pt x="13" y="5"/>
                    <a:pt x="17" y="2"/>
                    <a:pt x="17" y="1"/>
                  </a:cubicBezTo>
                  <a:cubicBezTo>
                    <a:pt x="17" y="0"/>
                    <a:pt x="12" y="1"/>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07" name="Freeform 2110"/>
            <p:cNvSpPr/>
            <p:nvPr/>
          </p:nvSpPr>
          <p:spPr bwMode="auto">
            <a:xfrm>
              <a:off x="6442379" y="10404253"/>
              <a:ext cx="49213" cy="26988"/>
            </a:xfrm>
            <a:custGeom>
              <a:avLst/>
              <a:gdLst>
                <a:gd name="T0" fmla="*/ 10 w 18"/>
                <a:gd name="T1" fmla="*/ 2 h 10"/>
                <a:gd name="T2" fmla="*/ 0 w 18"/>
                <a:gd name="T3" fmla="*/ 8 h 10"/>
                <a:gd name="T4" fmla="*/ 9 w 18"/>
                <a:gd name="T5" fmla="*/ 7 h 10"/>
                <a:gd name="T6" fmla="*/ 18 w 18"/>
                <a:gd name="T7" fmla="*/ 1 h 10"/>
                <a:gd name="T8" fmla="*/ 10 w 18"/>
                <a:gd name="T9" fmla="*/ 2 h 10"/>
              </a:gdLst>
              <a:ahLst/>
              <a:cxnLst>
                <a:cxn ang="0">
                  <a:pos x="T0" y="T1"/>
                </a:cxn>
                <a:cxn ang="0">
                  <a:pos x="T2" y="T3"/>
                </a:cxn>
                <a:cxn ang="0">
                  <a:pos x="T4" y="T5"/>
                </a:cxn>
                <a:cxn ang="0">
                  <a:pos x="T6" y="T7"/>
                </a:cxn>
                <a:cxn ang="0">
                  <a:pos x="T8" y="T9"/>
                </a:cxn>
              </a:cxnLst>
              <a:rect l="0" t="0" r="r" b="b"/>
              <a:pathLst>
                <a:path w="18" h="10">
                  <a:moveTo>
                    <a:pt x="10" y="2"/>
                  </a:moveTo>
                  <a:cubicBezTo>
                    <a:pt x="5" y="4"/>
                    <a:pt x="0" y="7"/>
                    <a:pt x="0" y="8"/>
                  </a:cubicBezTo>
                  <a:cubicBezTo>
                    <a:pt x="1" y="10"/>
                    <a:pt x="5" y="9"/>
                    <a:pt x="9" y="7"/>
                  </a:cubicBezTo>
                  <a:cubicBezTo>
                    <a:pt x="14" y="5"/>
                    <a:pt x="18" y="2"/>
                    <a:pt x="18" y="1"/>
                  </a:cubicBezTo>
                  <a:cubicBezTo>
                    <a:pt x="17" y="0"/>
                    <a:pt x="14" y="1"/>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08" name="Freeform 2111"/>
            <p:cNvSpPr/>
            <p:nvPr/>
          </p:nvSpPr>
          <p:spPr bwMode="auto">
            <a:xfrm>
              <a:off x="6653517" y="10320116"/>
              <a:ext cx="49213" cy="25400"/>
            </a:xfrm>
            <a:custGeom>
              <a:avLst/>
              <a:gdLst>
                <a:gd name="T0" fmla="*/ 9 w 18"/>
                <a:gd name="T1" fmla="*/ 1 h 9"/>
                <a:gd name="T2" fmla="*/ 0 w 18"/>
                <a:gd name="T3" fmla="*/ 7 h 9"/>
                <a:gd name="T4" fmla="*/ 9 w 18"/>
                <a:gd name="T5" fmla="*/ 6 h 9"/>
                <a:gd name="T6" fmla="*/ 18 w 18"/>
                <a:gd name="T7" fmla="*/ 1 h 9"/>
                <a:gd name="T8" fmla="*/ 9 w 18"/>
                <a:gd name="T9" fmla="*/ 1 h 9"/>
              </a:gdLst>
              <a:ahLst/>
              <a:cxnLst>
                <a:cxn ang="0">
                  <a:pos x="T0" y="T1"/>
                </a:cxn>
                <a:cxn ang="0">
                  <a:pos x="T2" y="T3"/>
                </a:cxn>
                <a:cxn ang="0">
                  <a:pos x="T4" y="T5"/>
                </a:cxn>
                <a:cxn ang="0">
                  <a:pos x="T6" y="T7"/>
                </a:cxn>
                <a:cxn ang="0">
                  <a:pos x="T8" y="T9"/>
                </a:cxn>
              </a:cxnLst>
              <a:rect l="0" t="0" r="r" b="b"/>
              <a:pathLst>
                <a:path w="18" h="9">
                  <a:moveTo>
                    <a:pt x="9" y="1"/>
                  </a:moveTo>
                  <a:cubicBezTo>
                    <a:pt x="5" y="3"/>
                    <a:pt x="0" y="6"/>
                    <a:pt x="0" y="7"/>
                  </a:cubicBezTo>
                  <a:cubicBezTo>
                    <a:pt x="0" y="9"/>
                    <a:pt x="4" y="8"/>
                    <a:pt x="9" y="6"/>
                  </a:cubicBezTo>
                  <a:cubicBezTo>
                    <a:pt x="14" y="4"/>
                    <a:pt x="18" y="2"/>
                    <a:pt x="18" y="1"/>
                  </a:cubicBezTo>
                  <a:cubicBezTo>
                    <a:pt x="17" y="0"/>
                    <a:pt x="14"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09" name="Freeform 2112"/>
            <p:cNvSpPr/>
            <p:nvPr/>
          </p:nvSpPr>
          <p:spPr bwMode="auto">
            <a:xfrm>
              <a:off x="6866242" y="10239153"/>
              <a:ext cx="47625" cy="23813"/>
            </a:xfrm>
            <a:custGeom>
              <a:avLst/>
              <a:gdLst>
                <a:gd name="T0" fmla="*/ 8 w 18"/>
                <a:gd name="T1" fmla="*/ 2 h 9"/>
                <a:gd name="T2" fmla="*/ 1 w 18"/>
                <a:gd name="T3" fmla="*/ 8 h 9"/>
                <a:gd name="T4" fmla="*/ 9 w 18"/>
                <a:gd name="T5" fmla="*/ 7 h 9"/>
                <a:gd name="T6" fmla="*/ 18 w 18"/>
                <a:gd name="T7" fmla="*/ 2 h 9"/>
                <a:gd name="T8" fmla="*/ 8 w 18"/>
                <a:gd name="T9" fmla="*/ 2 h 9"/>
              </a:gdLst>
              <a:ahLst/>
              <a:cxnLst>
                <a:cxn ang="0">
                  <a:pos x="T0" y="T1"/>
                </a:cxn>
                <a:cxn ang="0">
                  <a:pos x="T2" y="T3"/>
                </a:cxn>
                <a:cxn ang="0">
                  <a:pos x="T4" y="T5"/>
                </a:cxn>
                <a:cxn ang="0">
                  <a:pos x="T6" y="T7"/>
                </a:cxn>
                <a:cxn ang="0">
                  <a:pos x="T8" y="T9"/>
                </a:cxn>
              </a:cxnLst>
              <a:rect l="0" t="0" r="r" b="b"/>
              <a:pathLst>
                <a:path w="18" h="9">
                  <a:moveTo>
                    <a:pt x="8" y="2"/>
                  </a:moveTo>
                  <a:cubicBezTo>
                    <a:pt x="4" y="4"/>
                    <a:pt x="1" y="6"/>
                    <a:pt x="1" y="8"/>
                  </a:cubicBezTo>
                  <a:cubicBezTo>
                    <a:pt x="0" y="9"/>
                    <a:pt x="4" y="9"/>
                    <a:pt x="9" y="7"/>
                  </a:cubicBezTo>
                  <a:cubicBezTo>
                    <a:pt x="14" y="6"/>
                    <a:pt x="18" y="3"/>
                    <a:pt x="18" y="2"/>
                  </a:cubicBezTo>
                  <a:cubicBezTo>
                    <a:pt x="18" y="0"/>
                    <a:pt x="13" y="1"/>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10" name="Freeform 2113"/>
            <p:cNvSpPr/>
            <p:nvPr/>
          </p:nvSpPr>
          <p:spPr bwMode="auto">
            <a:xfrm>
              <a:off x="7080554" y="10170891"/>
              <a:ext cx="46038" cy="22225"/>
            </a:xfrm>
            <a:custGeom>
              <a:avLst/>
              <a:gdLst>
                <a:gd name="T0" fmla="*/ 8 w 17"/>
                <a:gd name="T1" fmla="*/ 2 h 8"/>
                <a:gd name="T2" fmla="*/ 0 w 17"/>
                <a:gd name="T3" fmla="*/ 6 h 8"/>
                <a:gd name="T4" fmla="*/ 8 w 17"/>
                <a:gd name="T5" fmla="*/ 6 h 8"/>
                <a:gd name="T6" fmla="*/ 17 w 17"/>
                <a:gd name="T7" fmla="*/ 1 h 8"/>
                <a:gd name="T8" fmla="*/ 8 w 17"/>
                <a:gd name="T9" fmla="*/ 2 h 8"/>
              </a:gdLst>
              <a:ahLst/>
              <a:cxnLst>
                <a:cxn ang="0">
                  <a:pos x="T0" y="T1"/>
                </a:cxn>
                <a:cxn ang="0">
                  <a:pos x="T2" y="T3"/>
                </a:cxn>
                <a:cxn ang="0">
                  <a:pos x="T4" y="T5"/>
                </a:cxn>
                <a:cxn ang="0">
                  <a:pos x="T6" y="T7"/>
                </a:cxn>
                <a:cxn ang="0">
                  <a:pos x="T8" y="T9"/>
                </a:cxn>
              </a:cxnLst>
              <a:rect l="0" t="0" r="r" b="b"/>
              <a:pathLst>
                <a:path w="17" h="8">
                  <a:moveTo>
                    <a:pt x="8" y="2"/>
                  </a:moveTo>
                  <a:cubicBezTo>
                    <a:pt x="3" y="3"/>
                    <a:pt x="0" y="5"/>
                    <a:pt x="0" y="6"/>
                  </a:cubicBezTo>
                  <a:cubicBezTo>
                    <a:pt x="0" y="8"/>
                    <a:pt x="4" y="8"/>
                    <a:pt x="8" y="6"/>
                  </a:cubicBezTo>
                  <a:cubicBezTo>
                    <a:pt x="13" y="5"/>
                    <a:pt x="17" y="3"/>
                    <a:pt x="17" y="1"/>
                  </a:cubicBezTo>
                  <a:cubicBezTo>
                    <a:pt x="17" y="0"/>
                    <a:pt x="13"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11" name="Freeform 2114"/>
            <p:cNvSpPr/>
            <p:nvPr/>
          </p:nvSpPr>
          <p:spPr bwMode="auto">
            <a:xfrm>
              <a:off x="7291692" y="10112153"/>
              <a:ext cx="49213" cy="20638"/>
            </a:xfrm>
            <a:custGeom>
              <a:avLst/>
              <a:gdLst>
                <a:gd name="T0" fmla="*/ 9 w 18"/>
                <a:gd name="T1" fmla="*/ 1 h 8"/>
                <a:gd name="T2" fmla="*/ 0 w 18"/>
                <a:gd name="T3" fmla="*/ 6 h 8"/>
                <a:gd name="T4" fmla="*/ 9 w 18"/>
                <a:gd name="T5" fmla="*/ 7 h 8"/>
                <a:gd name="T6" fmla="*/ 17 w 18"/>
                <a:gd name="T7" fmla="*/ 2 h 8"/>
                <a:gd name="T8" fmla="*/ 9 w 18"/>
                <a:gd name="T9" fmla="*/ 1 h 8"/>
              </a:gdLst>
              <a:ahLst/>
              <a:cxnLst>
                <a:cxn ang="0">
                  <a:pos x="T0" y="T1"/>
                </a:cxn>
                <a:cxn ang="0">
                  <a:pos x="T2" y="T3"/>
                </a:cxn>
                <a:cxn ang="0">
                  <a:pos x="T4" y="T5"/>
                </a:cxn>
                <a:cxn ang="0">
                  <a:pos x="T6" y="T7"/>
                </a:cxn>
                <a:cxn ang="0">
                  <a:pos x="T8" y="T9"/>
                </a:cxn>
              </a:cxnLst>
              <a:rect l="0" t="0" r="r" b="b"/>
              <a:pathLst>
                <a:path w="18" h="8">
                  <a:moveTo>
                    <a:pt x="9" y="1"/>
                  </a:moveTo>
                  <a:cubicBezTo>
                    <a:pt x="4" y="2"/>
                    <a:pt x="0" y="5"/>
                    <a:pt x="0" y="6"/>
                  </a:cubicBezTo>
                  <a:cubicBezTo>
                    <a:pt x="0" y="8"/>
                    <a:pt x="4" y="8"/>
                    <a:pt x="9" y="7"/>
                  </a:cubicBezTo>
                  <a:cubicBezTo>
                    <a:pt x="14" y="5"/>
                    <a:pt x="18" y="3"/>
                    <a:pt x="17" y="2"/>
                  </a:cubicBezTo>
                  <a:cubicBezTo>
                    <a:pt x="17" y="1"/>
                    <a:pt x="13"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12" name="Freeform 2115"/>
            <p:cNvSpPr/>
            <p:nvPr/>
          </p:nvSpPr>
          <p:spPr bwMode="auto">
            <a:xfrm>
              <a:off x="7502829" y="10066116"/>
              <a:ext cx="49213" cy="19050"/>
            </a:xfrm>
            <a:custGeom>
              <a:avLst/>
              <a:gdLst>
                <a:gd name="T0" fmla="*/ 9 w 18"/>
                <a:gd name="T1" fmla="*/ 1 h 7"/>
                <a:gd name="T2" fmla="*/ 1 w 18"/>
                <a:gd name="T3" fmla="*/ 5 h 7"/>
                <a:gd name="T4" fmla="*/ 9 w 18"/>
                <a:gd name="T5" fmla="*/ 6 h 7"/>
                <a:gd name="T6" fmla="*/ 18 w 18"/>
                <a:gd name="T7" fmla="*/ 2 h 7"/>
                <a:gd name="T8" fmla="*/ 9 w 18"/>
                <a:gd name="T9" fmla="*/ 1 h 7"/>
              </a:gdLst>
              <a:ahLst/>
              <a:cxnLst>
                <a:cxn ang="0">
                  <a:pos x="T0" y="T1"/>
                </a:cxn>
                <a:cxn ang="0">
                  <a:pos x="T2" y="T3"/>
                </a:cxn>
                <a:cxn ang="0">
                  <a:pos x="T4" y="T5"/>
                </a:cxn>
                <a:cxn ang="0">
                  <a:pos x="T6" y="T7"/>
                </a:cxn>
                <a:cxn ang="0">
                  <a:pos x="T8" y="T9"/>
                </a:cxn>
              </a:cxnLst>
              <a:rect l="0" t="0" r="r" b="b"/>
              <a:pathLst>
                <a:path w="18" h="7">
                  <a:moveTo>
                    <a:pt x="9" y="1"/>
                  </a:moveTo>
                  <a:cubicBezTo>
                    <a:pt x="4" y="2"/>
                    <a:pt x="1" y="3"/>
                    <a:pt x="1" y="5"/>
                  </a:cubicBezTo>
                  <a:cubicBezTo>
                    <a:pt x="0" y="7"/>
                    <a:pt x="4" y="7"/>
                    <a:pt x="9" y="6"/>
                  </a:cubicBezTo>
                  <a:cubicBezTo>
                    <a:pt x="14" y="6"/>
                    <a:pt x="18" y="4"/>
                    <a:pt x="18" y="2"/>
                  </a:cubicBezTo>
                  <a:cubicBezTo>
                    <a:pt x="18" y="1"/>
                    <a:pt x="14"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13" name="Freeform 2116"/>
            <p:cNvSpPr/>
            <p:nvPr/>
          </p:nvSpPr>
          <p:spPr bwMode="auto">
            <a:xfrm>
              <a:off x="7715554" y="10032778"/>
              <a:ext cx="50800" cy="19050"/>
            </a:xfrm>
            <a:custGeom>
              <a:avLst/>
              <a:gdLst>
                <a:gd name="T0" fmla="*/ 9 w 19"/>
                <a:gd name="T1" fmla="*/ 1 h 7"/>
                <a:gd name="T2" fmla="*/ 1 w 19"/>
                <a:gd name="T3" fmla="*/ 5 h 7"/>
                <a:gd name="T4" fmla="*/ 10 w 19"/>
                <a:gd name="T5" fmla="*/ 6 h 7"/>
                <a:gd name="T6" fmla="*/ 19 w 19"/>
                <a:gd name="T7" fmla="*/ 3 h 7"/>
                <a:gd name="T8" fmla="*/ 9 w 19"/>
                <a:gd name="T9" fmla="*/ 1 h 7"/>
              </a:gdLst>
              <a:ahLst/>
              <a:cxnLst>
                <a:cxn ang="0">
                  <a:pos x="T0" y="T1"/>
                </a:cxn>
                <a:cxn ang="0">
                  <a:pos x="T2" y="T3"/>
                </a:cxn>
                <a:cxn ang="0">
                  <a:pos x="T4" y="T5"/>
                </a:cxn>
                <a:cxn ang="0">
                  <a:pos x="T6" y="T7"/>
                </a:cxn>
                <a:cxn ang="0">
                  <a:pos x="T8" y="T9"/>
                </a:cxn>
              </a:cxnLst>
              <a:rect l="0" t="0" r="r" b="b"/>
              <a:pathLst>
                <a:path w="19" h="7">
                  <a:moveTo>
                    <a:pt x="9" y="1"/>
                  </a:moveTo>
                  <a:cubicBezTo>
                    <a:pt x="4" y="2"/>
                    <a:pt x="0" y="3"/>
                    <a:pt x="1" y="5"/>
                  </a:cubicBezTo>
                  <a:cubicBezTo>
                    <a:pt x="2" y="6"/>
                    <a:pt x="6" y="7"/>
                    <a:pt x="10" y="6"/>
                  </a:cubicBezTo>
                  <a:cubicBezTo>
                    <a:pt x="15" y="6"/>
                    <a:pt x="19" y="4"/>
                    <a:pt x="19" y="3"/>
                  </a:cubicBezTo>
                  <a:cubicBezTo>
                    <a:pt x="18" y="1"/>
                    <a:pt x="13"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14" name="Freeform 2117"/>
            <p:cNvSpPr/>
            <p:nvPr/>
          </p:nvSpPr>
          <p:spPr bwMode="auto">
            <a:xfrm>
              <a:off x="7929867" y="10008966"/>
              <a:ext cx="50800" cy="19050"/>
            </a:xfrm>
            <a:custGeom>
              <a:avLst/>
              <a:gdLst>
                <a:gd name="T0" fmla="*/ 8 w 19"/>
                <a:gd name="T1" fmla="*/ 1 h 7"/>
                <a:gd name="T2" fmla="*/ 1 w 19"/>
                <a:gd name="T3" fmla="*/ 5 h 7"/>
                <a:gd name="T4" fmla="*/ 10 w 19"/>
                <a:gd name="T5" fmla="*/ 6 h 7"/>
                <a:gd name="T6" fmla="*/ 18 w 19"/>
                <a:gd name="T7" fmla="*/ 2 h 7"/>
                <a:gd name="T8" fmla="*/ 8 w 19"/>
                <a:gd name="T9" fmla="*/ 1 h 7"/>
              </a:gdLst>
              <a:ahLst/>
              <a:cxnLst>
                <a:cxn ang="0">
                  <a:pos x="T0" y="T1"/>
                </a:cxn>
                <a:cxn ang="0">
                  <a:pos x="T2" y="T3"/>
                </a:cxn>
                <a:cxn ang="0">
                  <a:pos x="T4" y="T5"/>
                </a:cxn>
                <a:cxn ang="0">
                  <a:pos x="T6" y="T7"/>
                </a:cxn>
                <a:cxn ang="0">
                  <a:pos x="T8" y="T9"/>
                </a:cxn>
              </a:cxnLst>
              <a:rect l="0" t="0" r="r" b="b"/>
              <a:pathLst>
                <a:path w="19" h="7">
                  <a:moveTo>
                    <a:pt x="8" y="1"/>
                  </a:moveTo>
                  <a:cubicBezTo>
                    <a:pt x="3" y="2"/>
                    <a:pt x="0" y="4"/>
                    <a:pt x="1" y="5"/>
                  </a:cubicBezTo>
                  <a:cubicBezTo>
                    <a:pt x="2" y="7"/>
                    <a:pt x="6" y="7"/>
                    <a:pt x="10" y="6"/>
                  </a:cubicBezTo>
                  <a:cubicBezTo>
                    <a:pt x="15" y="6"/>
                    <a:pt x="19" y="4"/>
                    <a:pt x="18" y="2"/>
                  </a:cubicBezTo>
                  <a:cubicBezTo>
                    <a:pt x="17" y="0"/>
                    <a:pt x="13"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15" name="Freeform 2118"/>
            <p:cNvSpPr/>
            <p:nvPr/>
          </p:nvSpPr>
          <p:spPr bwMode="auto">
            <a:xfrm>
              <a:off x="8141004" y="9964516"/>
              <a:ext cx="52388" cy="22225"/>
            </a:xfrm>
            <a:custGeom>
              <a:avLst/>
              <a:gdLst>
                <a:gd name="T0" fmla="*/ 8 w 19"/>
                <a:gd name="T1" fmla="*/ 1 h 8"/>
                <a:gd name="T2" fmla="*/ 1 w 19"/>
                <a:gd name="T3" fmla="*/ 6 h 8"/>
                <a:gd name="T4" fmla="*/ 10 w 19"/>
                <a:gd name="T5" fmla="*/ 7 h 8"/>
                <a:gd name="T6" fmla="*/ 18 w 19"/>
                <a:gd name="T7" fmla="*/ 2 h 8"/>
                <a:gd name="T8" fmla="*/ 8 w 19"/>
                <a:gd name="T9" fmla="*/ 1 h 8"/>
              </a:gdLst>
              <a:ahLst/>
              <a:cxnLst>
                <a:cxn ang="0">
                  <a:pos x="T0" y="T1"/>
                </a:cxn>
                <a:cxn ang="0">
                  <a:pos x="T2" y="T3"/>
                </a:cxn>
                <a:cxn ang="0">
                  <a:pos x="T4" y="T5"/>
                </a:cxn>
                <a:cxn ang="0">
                  <a:pos x="T6" y="T7"/>
                </a:cxn>
                <a:cxn ang="0">
                  <a:pos x="T8" y="T9"/>
                </a:cxn>
              </a:cxnLst>
              <a:rect l="0" t="0" r="r" b="b"/>
              <a:pathLst>
                <a:path w="19" h="8">
                  <a:moveTo>
                    <a:pt x="8" y="1"/>
                  </a:moveTo>
                  <a:cubicBezTo>
                    <a:pt x="4" y="3"/>
                    <a:pt x="0" y="5"/>
                    <a:pt x="1" y="6"/>
                  </a:cubicBezTo>
                  <a:cubicBezTo>
                    <a:pt x="2" y="8"/>
                    <a:pt x="6" y="8"/>
                    <a:pt x="10" y="7"/>
                  </a:cubicBezTo>
                  <a:cubicBezTo>
                    <a:pt x="15" y="6"/>
                    <a:pt x="19" y="4"/>
                    <a:pt x="18" y="2"/>
                  </a:cubicBezTo>
                  <a:cubicBezTo>
                    <a:pt x="18" y="0"/>
                    <a:pt x="13"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16" name="Freeform 2119"/>
            <p:cNvSpPr/>
            <p:nvPr/>
          </p:nvSpPr>
          <p:spPr bwMode="auto">
            <a:xfrm>
              <a:off x="8355317" y="9907366"/>
              <a:ext cx="49213" cy="22225"/>
            </a:xfrm>
            <a:custGeom>
              <a:avLst/>
              <a:gdLst>
                <a:gd name="T0" fmla="*/ 7 w 18"/>
                <a:gd name="T1" fmla="*/ 1 h 8"/>
                <a:gd name="T2" fmla="*/ 0 w 18"/>
                <a:gd name="T3" fmla="*/ 6 h 8"/>
                <a:gd name="T4" fmla="*/ 10 w 18"/>
                <a:gd name="T5" fmla="*/ 7 h 8"/>
                <a:gd name="T6" fmla="*/ 17 w 18"/>
                <a:gd name="T7" fmla="*/ 1 h 8"/>
                <a:gd name="T8" fmla="*/ 7 w 18"/>
                <a:gd name="T9" fmla="*/ 1 h 8"/>
              </a:gdLst>
              <a:ahLst/>
              <a:cxnLst>
                <a:cxn ang="0">
                  <a:pos x="T0" y="T1"/>
                </a:cxn>
                <a:cxn ang="0">
                  <a:pos x="T2" y="T3"/>
                </a:cxn>
                <a:cxn ang="0">
                  <a:pos x="T4" y="T5"/>
                </a:cxn>
                <a:cxn ang="0">
                  <a:pos x="T6" y="T7"/>
                </a:cxn>
                <a:cxn ang="0">
                  <a:pos x="T8" y="T9"/>
                </a:cxn>
              </a:cxnLst>
              <a:rect l="0" t="0" r="r" b="b"/>
              <a:pathLst>
                <a:path w="18" h="8">
                  <a:moveTo>
                    <a:pt x="7" y="1"/>
                  </a:moveTo>
                  <a:cubicBezTo>
                    <a:pt x="3" y="3"/>
                    <a:pt x="0" y="5"/>
                    <a:pt x="0" y="6"/>
                  </a:cubicBezTo>
                  <a:cubicBezTo>
                    <a:pt x="0" y="8"/>
                    <a:pt x="5" y="8"/>
                    <a:pt x="10" y="7"/>
                  </a:cubicBezTo>
                  <a:cubicBezTo>
                    <a:pt x="14" y="5"/>
                    <a:pt x="18" y="3"/>
                    <a:pt x="17" y="1"/>
                  </a:cubicBezTo>
                  <a:cubicBezTo>
                    <a:pt x="17" y="0"/>
                    <a:pt x="12"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17" name="Freeform 2120"/>
            <p:cNvSpPr/>
            <p:nvPr/>
          </p:nvSpPr>
          <p:spPr bwMode="auto">
            <a:xfrm>
              <a:off x="8566454" y="9834341"/>
              <a:ext cx="49213" cy="26988"/>
            </a:xfrm>
            <a:custGeom>
              <a:avLst/>
              <a:gdLst>
                <a:gd name="T0" fmla="*/ 7 w 18"/>
                <a:gd name="T1" fmla="*/ 2 h 10"/>
                <a:gd name="T2" fmla="*/ 0 w 18"/>
                <a:gd name="T3" fmla="*/ 8 h 10"/>
                <a:gd name="T4" fmla="*/ 10 w 18"/>
                <a:gd name="T5" fmla="*/ 8 h 10"/>
                <a:gd name="T6" fmla="*/ 17 w 18"/>
                <a:gd name="T7" fmla="*/ 1 h 10"/>
                <a:gd name="T8" fmla="*/ 7 w 18"/>
                <a:gd name="T9" fmla="*/ 2 h 10"/>
              </a:gdLst>
              <a:ahLst/>
              <a:cxnLst>
                <a:cxn ang="0">
                  <a:pos x="T0" y="T1"/>
                </a:cxn>
                <a:cxn ang="0">
                  <a:pos x="T2" y="T3"/>
                </a:cxn>
                <a:cxn ang="0">
                  <a:pos x="T4" y="T5"/>
                </a:cxn>
                <a:cxn ang="0">
                  <a:pos x="T6" y="T7"/>
                </a:cxn>
                <a:cxn ang="0">
                  <a:pos x="T8" y="T9"/>
                </a:cxn>
              </a:cxnLst>
              <a:rect l="0" t="0" r="r" b="b"/>
              <a:pathLst>
                <a:path w="18" h="10">
                  <a:moveTo>
                    <a:pt x="7" y="2"/>
                  </a:moveTo>
                  <a:cubicBezTo>
                    <a:pt x="3" y="4"/>
                    <a:pt x="0" y="6"/>
                    <a:pt x="0" y="8"/>
                  </a:cubicBezTo>
                  <a:cubicBezTo>
                    <a:pt x="0" y="10"/>
                    <a:pt x="5" y="9"/>
                    <a:pt x="10" y="8"/>
                  </a:cubicBezTo>
                  <a:cubicBezTo>
                    <a:pt x="15" y="6"/>
                    <a:pt x="18" y="3"/>
                    <a:pt x="17" y="1"/>
                  </a:cubicBezTo>
                  <a:cubicBezTo>
                    <a:pt x="16" y="0"/>
                    <a:pt x="12"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18" name="Freeform 2121"/>
            <p:cNvSpPr/>
            <p:nvPr/>
          </p:nvSpPr>
          <p:spPr bwMode="auto">
            <a:xfrm>
              <a:off x="2702229" y="11072591"/>
              <a:ext cx="49213" cy="34925"/>
            </a:xfrm>
            <a:custGeom>
              <a:avLst/>
              <a:gdLst>
                <a:gd name="T0" fmla="*/ 8 w 18"/>
                <a:gd name="T1" fmla="*/ 2 h 13"/>
                <a:gd name="T2" fmla="*/ 1 w 18"/>
                <a:gd name="T3" fmla="*/ 2 h 13"/>
                <a:gd name="T4" fmla="*/ 11 w 18"/>
                <a:gd name="T5" fmla="*/ 11 h 13"/>
                <a:gd name="T6" fmla="*/ 18 w 18"/>
                <a:gd name="T7" fmla="*/ 11 h 13"/>
                <a:gd name="T8" fmla="*/ 8 w 18"/>
                <a:gd name="T9" fmla="*/ 2 h 13"/>
              </a:gdLst>
              <a:ahLst/>
              <a:cxnLst>
                <a:cxn ang="0">
                  <a:pos x="T0" y="T1"/>
                </a:cxn>
                <a:cxn ang="0">
                  <a:pos x="T2" y="T3"/>
                </a:cxn>
                <a:cxn ang="0">
                  <a:pos x="T4" y="T5"/>
                </a:cxn>
                <a:cxn ang="0">
                  <a:pos x="T6" y="T7"/>
                </a:cxn>
                <a:cxn ang="0">
                  <a:pos x="T8" y="T9"/>
                </a:cxn>
              </a:cxnLst>
              <a:rect l="0" t="0" r="r" b="b"/>
              <a:pathLst>
                <a:path w="18" h="13">
                  <a:moveTo>
                    <a:pt x="8" y="2"/>
                  </a:moveTo>
                  <a:cubicBezTo>
                    <a:pt x="3" y="0"/>
                    <a:pt x="0" y="0"/>
                    <a:pt x="1" y="2"/>
                  </a:cubicBezTo>
                  <a:cubicBezTo>
                    <a:pt x="1" y="5"/>
                    <a:pt x="6" y="9"/>
                    <a:pt x="11" y="11"/>
                  </a:cubicBezTo>
                  <a:cubicBezTo>
                    <a:pt x="15" y="13"/>
                    <a:pt x="18" y="13"/>
                    <a:pt x="18" y="11"/>
                  </a:cubicBezTo>
                  <a:cubicBezTo>
                    <a:pt x="17" y="8"/>
                    <a:pt x="12" y="4"/>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19" name="Freeform 2122"/>
            <p:cNvSpPr/>
            <p:nvPr/>
          </p:nvSpPr>
          <p:spPr bwMode="auto">
            <a:xfrm>
              <a:off x="2921304" y="11180541"/>
              <a:ext cx="46038" cy="30163"/>
            </a:xfrm>
            <a:custGeom>
              <a:avLst/>
              <a:gdLst>
                <a:gd name="T0" fmla="*/ 8 w 17"/>
                <a:gd name="T1" fmla="*/ 2 h 11"/>
                <a:gd name="T2" fmla="*/ 0 w 17"/>
                <a:gd name="T3" fmla="*/ 1 h 11"/>
                <a:gd name="T4" fmla="*/ 10 w 17"/>
                <a:gd name="T5" fmla="*/ 9 h 11"/>
                <a:gd name="T6" fmla="*/ 17 w 17"/>
                <a:gd name="T7" fmla="*/ 9 h 11"/>
                <a:gd name="T8" fmla="*/ 8 w 17"/>
                <a:gd name="T9" fmla="*/ 2 h 11"/>
              </a:gdLst>
              <a:ahLst/>
              <a:cxnLst>
                <a:cxn ang="0">
                  <a:pos x="T0" y="T1"/>
                </a:cxn>
                <a:cxn ang="0">
                  <a:pos x="T2" y="T3"/>
                </a:cxn>
                <a:cxn ang="0">
                  <a:pos x="T4" y="T5"/>
                </a:cxn>
                <a:cxn ang="0">
                  <a:pos x="T6" y="T7"/>
                </a:cxn>
                <a:cxn ang="0">
                  <a:pos x="T8" y="T9"/>
                </a:cxn>
              </a:cxnLst>
              <a:rect l="0" t="0" r="r" b="b"/>
              <a:pathLst>
                <a:path w="17" h="11">
                  <a:moveTo>
                    <a:pt x="8" y="2"/>
                  </a:moveTo>
                  <a:cubicBezTo>
                    <a:pt x="4" y="0"/>
                    <a:pt x="0" y="0"/>
                    <a:pt x="0" y="1"/>
                  </a:cubicBezTo>
                  <a:cubicBezTo>
                    <a:pt x="0" y="3"/>
                    <a:pt x="5" y="7"/>
                    <a:pt x="10" y="9"/>
                  </a:cubicBezTo>
                  <a:cubicBezTo>
                    <a:pt x="14" y="10"/>
                    <a:pt x="17" y="11"/>
                    <a:pt x="17" y="9"/>
                  </a:cubicBezTo>
                  <a:cubicBezTo>
                    <a:pt x="17" y="7"/>
                    <a:pt x="12" y="4"/>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20" name="Freeform 2123"/>
            <p:cNvSpPr/>
            <p:nvPr/>
          </p:nvSpPr>
          <p:spPr bwMode="auto">
            <a:xfrm>
              <a:off x="3138792" y="11274203"/>
              <a:ext cx="49213" cy="23813"/>
            </a:xfrm>
            <a:custGeom>
              <a:avLst/>
              <a:gdLst>
                <a:gd name="T0" fmla="*/ 8 w 18"/>
                <a:gd name="T1" fmla="*/ 2 h 9"/>
                <a:gd name="T2" fmla="*/ 0 w 18"/>
                <a:gd name="T3" fmla="*/ 2 h 9"/>
                <a:gd name="T4" fmla="*/ 11 w 18"/>
                <a:gd name="T5" fmla="*/ 8 h 9"/>
                <a:gd name="T6" fmla="*/ 17 w 18"/>
                <a:gd name="T7" fmla="*/ 7 h 9"/>
                <a:gd name="T8" fmla="*/ 8 w 18"/>
                <a:gd name="T9" fmla="*/ 2 h 9"/>
              </a:gdLst>
              <a:ahLst/>
              <a:cxnLst>
                <a:cxn ang="0">
                  <a:pos x="T0" y="T1"/>
                </a:cxn>
                <a:cxn ang="0">
                  <a:pos x="T2" y="T3"/>
                </a:cxn>
                <a:cxn ang="0">
                  <a:pos x="T4" y="T5"/>
                </a:cxn>
                <a:cxn ang="0">
                  <a:pos x="T6" y="T7"/>
                </a:cxn>
                <a:cxn ang="0">
                  <a:pos x="T8" y="T9"/>
                </a:cxn>
              </a:cxnLst>
              <a:rect l="0" t="0" r="r" b="b"/>
              <a:pathLst>
                <a:path w="18" h="9">
                  <a:moveTo>
                    <a:pt x="8" y="2"/>
                  </a:moveTo>
                  <a:cubicBezTo>
                    <a:pt x="3" y="0"/>
                    <a:pt x="0" y="0"/>
                    <a:pt x="0" y="2"/>
                  </a:cubicBezTo>
                  <a:cubicBezTo>
                    <a:pt x="1" y="3"/>
                    <a:pt x="6" y="6"/>
                    <a:pt x="11" y="8"/>
                  </a:cubicBezTo>
                  <a:cubicBezTo>
                    <a:pt x="15" y="9"/>
                    <a:pt x="18" y="9"/>
                    <a:pt x="17" y="7"/>
                  </a:cubicBezTo>
                  <a:cubicBezTo>
                    <a:pt x="16" y="6"/>
                    <a:pt x="12" y="3"/>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21" name="Freeform 2124"/>
            <p:cNvSpPr/>
            <p:nvPr/>
          </p:nvSpPr>
          <p:spPr bwMode="auto">
            <a:xfrm>
              <a:off x="3356279" y="11344053"/>
              <a:ext cx="46038" cy="19050"/>
            </a:xfrm>
            <a:custGeom>
              <a:avLst/>
              <a:gdLst>
                <a:gd name="T0" fmla="*/ 9 w 17"/>
                <a:gd name="T1" fmla="*/ 1 h 7"/>
                <a:gd name="T2" fmla="*/ 0 w 17"/>
                <a:gd name="T3" fmla="*/ 1 h 7"/>
                <a:gd name="T4" fmla="*/ 9 w 17"/>
                <a:gd name="T5" fmla="*/ 6 h 7"/>
                <a:gd name="T6" fmla="*/ 17 w 17"/>
                <a:gd name="T7" fmla="*/ 6 h 7"/>
                <a:gd name="T8" fmla="*/ 9 w 17"/>
                <a:gd name="T9" fmla="*/ 1 h 7"/>
              </a:gdLst>
              <a:ahLst/>
              <a:cxnLst>
                <a:cxn ang="0">
                  <a:pos x="T0" y="T1"/>
                </a:cxn>
                <a:cxn ang="0">
                  <a:pos x="T2" y="T3"/>
                </a:cxn>
                <a:cxn ang="0">
                  <a:pos x="T4" y="T5"/>
                </a:cxn>
                <a:cxn ang="0">
                  <a:pos x="T6" y="T7"/>
                </a:cxn>
                <a:cxn ang="0">
                  <a:pos x="T8" y="T9"/>
                </a:cxn>
              </a:cxnLst>
              <a:rect l="0" t="0" r="r" b="b"/>
              <a:pathLst>
                <a:path w="17" h="7">
                  <a:moveTo>
                    <a:pt x="9" y="1"/>
                  </a:moveTo>
                  <a:cubicBezTo>
                    <a:pt x="4" y="0"/>
                    <a:pt x="0" y="0"/>
                    <a:pt x="0" y="1"/>
                  </a:cubicBezTo>
                  <a:cubicBezTo>
                    <a:pt x="1" y="3"/>
                    <a:pt x="4" y="4"/>
                    <a:pt x="9" y="6"/>
                  </a:cubicBezTo>
                  <a:cubicBezTo>
                    <a:pt x="13" y="7"/>
                    <a:pt x="17" y="7"/>
                    <a:pt x="17" y="6"/>
                  </a:cubicBezTo>
                  <a:cubicBezTo>
                    <a:pt x="17" y="5"/>
                    <a:pt x="13" y="2"/>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22" name="Freeform 2125"/>
            <p:cNvSpPr/>
            <p:nvPr/>
          </p:nvSpPr>
          <p:spPr bwMode="auto">
            <a:xfrm>
              <a:off x="3570592" y="11382153"/>
              <a:ext cx="49213" cy="14288"/>
            </a:xfrm>
            <a:custGeom>
              <a:avLst/>
              <a:gdLst>
                <a:gd name="T0" fmla="*/ 9 w 18"/>
                <a:gd name="T1" fmla="*/ 0 h 5"/>
                <a:gd name="T2" fmla="*/ 1 w 18"/>
                <a:gd name="T3" fmla="*/ 2 h 5"/>
                <a:gd name="T4" fmla="*/ 9 w 18"/>
                <a:gd name="T5" fmla="*/ 5 h 5"/>
                <a:gd name="T6" fmla="*/ 17 w 18"/>
                <a:gd name="T7" fmla="*/ 4 h 5"/>
                <a:gd name="T8" fmla="*/ 9 w 18"/>
                <a:gd name="T9" fmla="*/ 0 h 5"/>
              </a:gdLst>
              <a:ahLst/>
              <a:cxnLst>
                <a:cxn ang="0">
                  <a:pos x="T0" y="T1"/>
                </a:cxn>
                <a:cxn ang="0">
                  <a:pos x="T2" y="T3"/>
                </a:cxn>
                <a:cxn ang="0">
                  <a:pos x="T4" y="T5"/>
                </a:cxn>
                <a:cxn ang="0">
                  <a:pos x="T6" y="T7"/>
                </a:cxn>
                <a:cxn ang="0">
                  <a:pos x="T8" y="T9"/>
                </a:cxn>
              </a:cxnLst>
              <a:rect l="0" t="0" r="r" b="b"/>
              <a:pathLst>
                <a:path w="18" h="5">
                  <a:moveTo>
                    <a:pt x="9" y="0"/>
                  </a:moveTo>
                  <a:cubicBezTo>
                    <a:pt x="4" y="0"/>
                    <a:pt x="0" y="0"/>
                    <a:pt x="1" y="2"/>
                  </a:cubicBezTo>
                  <a:cubicBezTo>
                    <a:pt x="1" y="3"/>
                    <a:pt x="5" y="4"/>
                    <a:pt x="9" y="5"/>
                  </a:cubicBezTo>
                  <a:cubicBezTo>
                    <a:pt x="13" y="5"/>
                    <a:pt x="17" y="5"/>
                    <a:pt x="17" y="4"/>
                  </a:cubicBezTo>
                  <a:cubicBezTo>
                    <a:pt x="18" y="2"/>
                    <a:pt x="14" y="1"/>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23" name="Freeform 2126"/>
            <p:cNvSpPr/>
            <p:nvPr/>
          </p:nvSpPr>
          <p:spPr bwMode="auto">
            <a:xfrm>
              <a:off x="3784904" y="11377391"/>
              <a:ext cx="49213" cy="12700"/>
            </a:xfrm>
            <a:custGeom>
              <a:avLst/>
              <a:gdLst>
                <a:gd name="T0" fmla="*/ 7 w 18"/>
                <a:gd name="T1" fmla="*/ 0 h 5"/>
                <a:gd name="T2" fmla="*/ 1 w 18"/>
                <a:gd name="T3" fmla="*/ 3 h 5"/>
                <a:gd name="T4" fmla="*/ 11 w 18"/>
                <a:gd name="T5" fmla="*/ 4 h 5"/>
                <a:gd name="T6" fmla="*/ 17 w 18"/>
                <a:gd name="T7" fmla="*/ 1 h 5"/>
                <a:gd name="T8" fmla="*/ 7 w 18"/>
                <a:gd name="T9" fmla="*/ 0 h 5"/>
              </a:gdLst>
              <a:ahLst/>
              <a:cxnLst>
                <a:cxn ang="0">
                  <a:pos x="T0" y="T1"/>
                </a:cxn>
                <a:cxn ang="0">
                  <a:pos x="T2" y="T3"/>
                </a:cxn>
                <a:cxn ang="0">
                  <a:pos x="T4" y="T5"/>
                </a:cxn>
                <a:cxn ang="0">
                  <a:pos x="T6" y="T7"/>
                </a:cxn>
                <a:cxn ang="0">
                  <a:pos x="T8" y="T9"/>
                </a:cxn>
              </a:cxnLst>
              <a:rect l="0" t="0" r="r" b="b"/>
              <a:pathLst>
                <a:path w="18" h="5">
                  <a:moveTo>
                    <a:pt x="7" y="0"/>
                  </a:moveTo>
                  <a:cubicBezTo>
                    <a:pt x="3" y="1"/>
                    <a:pt x="0" y="2"/>
                    <a:pt x="1" y="3"/>
                  </a:cubicBezTo>
                  <a:cubicBezTo>
                    <a:pt x="1" y="5"/>
                    <a:pt x="6" y="5"/>
                    <a:pt x="11" y="4"/>
                  </a:cubicBezTo>
                  <a:cubicBezTo>
                    <a:pt x="15" y="4"/>
                    <a:pt x="18" y="3"/>
                    <a:pt x="17" y="1"/>
                  </a:cubicBezTo>
                  <a:cubicBezTo>
                    <a:pt x="17" y="0"/>
                    <a:pt x="12"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24" name="Freeform 2127"/>
            <p:cNvSpPr/>
            <p:nvPr/>
          </p:nvSpPr>
          <p:spPr bwMode="auto">
            <a:xfrm>
              <a:off x="3999217" y="11344053"/>
              <a:ext cx="46038" cy="15875"/>
            </a:xfrm>
            <a:custGeom>
              <a:avLst/>
              <a:gdLst>
                <a:gd name="T0" fmla="*/ 7 w 17"/>
                <a:gd name="T1" fmla="*/ 1 h 6"/>
                <a:gd name="T2" fmla="*/ 0 w 17"/>
                <a:gd name="T3" fmla="*/ 4 h 6"/>
                <a:gd name="T4" fmla="*/ 10 w 17"/>
                <a:gd name="T5" fmla="*/ 5 h 6"/>
                <a:gd name="T6" fmla="*/ 17 w 17"/>
                <a:gd name="T7" fmla="*/ 2 h 6"/>
                <a:gd name="T8" fmla="*/ 7 w 17"/>
                <a:gd name="T9" fmla="*/ 1 h 6"/>
              </a:gdLst>
              <a:ahLst/>
              <a:cxnLst>
                <a:cxn ang="0">
                  <a:pos x="T0" y="T1"/>
                </a:cxn>
                <a:cxn ang="0">
                  <a:pos x="T2" y="T3"/>
                </a:cxn>
                <a:cxn ang="0">
                  <a:pos x="T4" y="T5"/>
                </a:cxn>
                <a:cxn ang="0">
                  <a:pos x="T6" y="T7"/>
                </a:cxn>
                <a:cxn ang="0">
                  <a:pos x="T8" y="T9"/>
                </a:cxn>
              </a:cxnLst>
              <a:rect l="0" t="0" r="r" b="b"/>
              <a:pathLst>
                <a:path w="17" h="6">
                  <a:moveTo>
                    <a:pt x="7" y="1"/>
                  </a:moveTo>
                  <a:cubicBezTo>
                    <a:pt x="3" y="2"/>
                    <a:pt x="0" y="3"/>
                    <a:pt x="0" y="4"/>
                  </a:cubicBezTo>
                  <a:cubicBezTo>
                    <a:pt x="1" y="6"/>
                    <a:pt x="5" y="6"/>
                    <a:pt x="10" y="5"/>
                  </a:cubicBezTo>
                  <a:cubicBezTo>
                    <a:pt x="14" y="4"/>
                    <a:pt x="17" y="3"/>
                    <a:pt x="17" y="2"/>
                  </a:cubicBezTo>
                  <a:cubicBezTo>
                    <a:pt x="16" y="0"/>
                    <a:pt x="12"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25" name="Freeform 2128"/>
            <p:cNvSpPr/>
            <p:nvPr/>
          </p:nvSpPr>
          <p:spPr bwMode="auto">
            <a:xfrm>
              <a:off x="4213529" y="11298016"/>
              <a:ext cx="42863" cy="19050"/>
            </a:xfrm>
            <a:custGeom>
              <a:avLst/>
              <a:gdLst>
                <a:gd name="T0" fmla="*/ 7 w 16"/>
                <a:gd name="T1" fmla="*/ 1 h 7"/>
                <a:gd name="T2" fmla="*/ 0 w 16"/>
                <a:gd name="T3" fmla="*/ 5 h 7"/>
                <a:gd name="T4" fmla="*/ 9 w 16"/>
                <a:gd name="T5" fmla="*/ 5 h 7"/>
                <a:gd name="T6" fmla="*/ 16 w 16"/>
                <a:gd name="T7" fmla="*/ 1 h 7"/>
                <a:gd name="T8" fmla="*/ 7 w 16"/>
                <a:gd name="T9" fmla="*/ 1 h 7"/>
              </a:gdLst>
              <a:ahLst/>
              <a:cxnLst>
                <a:cxn ang="0">
                  <a:pos x="T0" y="T1"/>
                </a:cxn>
                <a:cxn ang="0">
                  <a:pos x="T2" y="T3"/>
                </a:cxn>
                <a:cxn ang="0">
                  <a:pos x="T4" y="T5"/>
                </a:cxn>
                <a:cxn ang="0">
                  <a:pos x="T6" y="T7"/>
                </a:cxn>
                <a:cxn ang="0">
                  <a:pos x="T8" y="T9"/>
                </a:cxn>
              </a:cxnLst>
              <a:rect l="0" t="0" r="r" b="b"/>
              <a:pathLst>
                <a:path w="16" h="7">
                  <a:moveTo>
                    <a:pt x="7" y="1"/>
                  </a:moveTo>
                  <a:cubicBezTo>
                    <a:pt x="3" y="2"/>
                    <a:pt x="0" y="4"/>
                    <a:pt x="0" y="5"/>
                  </a:cubicBezTo>
                  <a:cubicBezTo>
                    <a:pt x="0" y="7"/>
                    <a:pt x="5" y="7"/>
                    <a:pt x="9" y="5"/>
                  </a:cubicBezTo>
                  <a:cubicBezTo>
                    <a:pt x="13" y="4"/>
                    <a:pt x="16" y="3"/>
                    <a:pt x="16" y="1"/>
                  </a:cubicBezTo>
                  <a:cubicBezTo>
                    <a:pt x="16" y="0"/>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26" name="Freeform 2129"/>
            <p:cNvSpPr/>
            <p:nvPr/>
          </p:nvSpPr>
          <p:spPr bwMode="auto">
            <a:xfrm>
              <a:off x="4423079" y="11237691"/>
              <a:ext cx="49213" cy="19050"/>
            </a:xfrm>
            <a:custGeom>
              <a:avLst/>
              <a:gdLst>
                <a:gd name="T0" fmla="*/ 8 w 18"/>
                <a:gd name="T1" fmla="*/ 1 h 7"/>
                <a:gd name="T2" fmla="*/ 1 w 18"/>
                <a:gd name="T3" fmla="*/ 6 h 7"/>
                <a:gd name="T4" fmla="*/ 10 w 18"/>
                <a:gd name="T5" fmla="*/ 6 h 7"/>
                <a:gd name="T6" fmla="*/ 18 w 18"/>
                <a:gd name="T7" fmla="*/ 2 h 7"/>
                <a:gd name="T8" fmla="*/ 8 w 18"/>
                <a:gd name="T9" fmla="*/ 1 h 7"/>
              </a:gdLst>
              <a:ahLst/>
              <a:cxnLst>
                <a:cxn ang="0">
                  <a:pos x="T0" y="T1"/>
                </a:cxn>
                <a:cxn ang="0">
                  <a:pos x="T2" y="T3"/>
                </a:cxn>
                <a:cxn ang="0">
                  <a:pos x="T4" y="T5"/>
                </a:cxn>
                <a:cxn ang="0">
                  <a:pos x="T6" y="T7"/>
                </a:cxn>
                <a:cxn ang="0">
                  <a:pos x="T8" y="T9"/>
                </a:cxn>
              </a:cxnLst>
              <a:rect l="0" t="0" r="r" b="b"/>
              <a:pathLst>
                <a:path w="18" h="7">
                  <a:moveTo>
                    <a:pt x="8" y="1"/>
                  </a:moveTo>
                  <a:cubicBezTo>
                    <a:pt x="4" y="3"/>
                    <a:pt x="0" y="5"/>
                    <a:pt x="1" y="6"/>
                  </a:cubicBezTo>
                  <a:cubicBezTo>
                    <a:pt x="2" y="7"/>
                    <a:pt x="6" y="7"/>
                    <a:pt x="10" y="6"/>
                  </a:cubicBezTo>
                  <a:cubicBezTo>
                    <a:pt x="14" y="5"/>
                    <a:pt x="18" y="3"/>
                    <a:pt x="18" y="2"/>
                  </a:cubicBezTo>
                  <a:cubicBezTo>
                    <a:pt x="17" y="0"/>
                    <a:pt x="13"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27" name="Freeform 2130"/>
            <p:cNvSpPr/>
            <p:nvPr/>
          </p:nvSpPr>
          <p:spPr bwMode="auto">
            <a:xfrm>
              <a:off x="4637392" y="11167841"/>
              <a:ext cx="46038" cy="22225"/>
            </a:xfrm>
            <a:custGeom>
              <a:avLst/>
              <a:gdLst>
                <a:gd name="T0" fmla="*/ 8 w 17"/>
                <a:gd name="T1" fmla="*/ 2 h 8"/>
                <a:gd name="T2" fmla="*/ 0 w 17"/>
                <a:gd name="T3" fmla="*/ 7 h 8"/>
                <a:gd name="T4" fmla="*/ 11 w 17"/>
                <a:gd name="T5" fmla="*/ 6 h 8"/>
                <a:gd name="T6" fmla="*/ 17 w 17"/>
                <a:gd name="T7" fmla="*/ 1 h 8"/>
                <a:gd name="T8" fmla="*/ 8 w 17"/>
                <a:gd name="T9" fmla="*/ 2 h 8"/>
              </a:gdLst>
              <a:ahLst/>
              <a:cxnLst>
                <a:cxn ang="0">
                  <a:pos x="T0" y="T1"/>
                </a:cxn>
                <a:cxn ang="0">
                  <a:pos x="T2" y="T3"/>
                </a:cxn>
                <a:cxn ang="0">
                  <a:pos x="T4" y="T5"/>
                </a:cxn>
                <a:cxn ang="0">
                  <a:pos x="T6" y="T7"/>
                </a:cxn>
                <a:cxn ang="0">
                  <a:pos x="T8" y="T9"/>
                </a:cxn>
              </a:cxnLst>
              <a:rect l="0" t="0" r="r" b="b"/>
              <a:pathLst>
                <a:path w="17" h="8">
                  <a:moveTo>
                    <a:pt x="8" y="2"/>
                  </a:moveTo>
                  <a:cubicBezTo>
                    <a:pt x="3" y="3"/>
                    <a:pt x="0" y="6"/>
                    <a:pt x="0" y="7"/>
                  </a:cubicBezTo>
                  <a:cubicBezTo>
                    <a:pt x="1" y="8"/>
                    <a:pt x="6" y="8"/>
                    <a:pt x="11" y="6"/>
                  </a:cubicBezTo>
                  <a:cubicBezTo>
                    <a:pt x="15" y="4"/>
                    <a:pt x="17" y="2"/>
                    <a:pt x="17" y="1"/>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28" name="Freeform 2131"/>
            <p:cNvSpPr/>
            <p:nvPr/>
          </p:nvSpPr>
          <p:spPr bwMode="auto">
            <a:xfrm>
              <a:off x="4848529" y="11088466"/>
              <a:ext cx="46038" cy="25400"/>
            </a:xfrm>
            <a:custGeom>
              <a:avLst/>
              <a:gdLst>
                <a:gd name="T0" fmla="*/ 8 w 17"/>
                <a:gd name="T1" fmla="*/ 2 h 9"/>
                <a:gd name="T2" fmla="*/ 0 w 17"/>
                <a:gd name="T3" fmla="*/ 7 h 9"/>
                <a:gd name="T4" fmla="*/ 11 w 17"/>
                <a:gd name="T5" fmla="*/ 6 h 9"/>
                <a:gd name="T6" fmla="*/ 17 w 17"/>
                <a:gd name="T7" fmla="*/ 1 h 9"/>
                <a:gd name="T8" fmla="*/ 8 w 17"/>
                <a:gd name="T9" fmla="*/ 2 h 9"/>
              </a:gdLst>
              <a:ahLst/>
              <a:cxnLst>
                <a:cxn ang="0">
                  <a:pos x="T0" y="T1"/>
                </a:cxn>
                <a:cxn ang="0">
                  <a:pos x="T2" y="T3"/>
                </a:cxn>
                <a:cxn ang="0">
                  <a:pos x="T4" y="T5"/>
                </a:cxn>
                <a:cxn ang="0">
                  <a:pos x="T6" y="T7"/>
                </a:cxn>
                <a:cxn ang="0">
                  <a:pos x="T8" y="T9"/>
                </a:cxn>
              </a:cxnLst>
              <a:rect l="0" t="0" r="r" b="b"/>
              <a:pathLst>
                <a:path w="17" h="9">
                  <a:moveTo>
                    <a:pt x="8" y="2"/>
                  </a:moveTo>
                  <a:cubicBezTo>
                    <a:pt x="3" y="3"/>
                    <a:pt x="0" y="6"/>
                    <a:pt x="0" y="7"/>
                  </a:cubicBezTo>
                  <a:cubicBezTo>
                    <a:pt x="1" y="9"/>
                    <a:pt x="6" y="8"/>
                    <a:pt x="11" y="6"/>
                  </a:cubicBezTo>
                  <a:cubicBezTo>
                    <a:pt x="15" y="4"/>
                    <a:pt x="17" y="2"/>
                    <a:pt x="17" y="1"/>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29" name="Freeform 2132"/>
            <p:cNvSpPr/>
            <p:nvPr/>
          </p:nvSpPr>
          <p:spPr bwMode="auto">
            <a:xfrm>
              <a:off x="5061254" y="10999566"/>
              <a:ext cx="46038" cy="26988"/>
            </a:xfrm>
            <a:custGeom>
              <a:avLst/>
              <a:gdLst>
                <a:gd name="T0" fmla="*/ 8 w 17"/>
                <a:gd name="T1" fmla="*/ 2 h 10"/>
                <a:gd name="T2" fmla="*/ 0 w 17"/>
                <a:gd name="T3" fmla="*/ 9 h 10"/>
                <a:gd name="T4" fmla="*/ 8 w 17"/>
                <a:gd name="T5" fmla="*/ 8 h 10"/>
                <a:gd name="T6" fmla="*/ 17 w 17"/>
                <a:gd name="T7" fmla="*/ 2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4" y="4"/>
                    <a:pt x="0" y="7"/>
                    <a:pt x="0" y="9"/>
                  </a:cubicBezTo>
                  <a:cubicBezTo>
                    <a:pt x="1" y="10"/>
                    <a:pt x="4" y="9"/>
                    <a:pt x="8" y="8"/>
                  </a:cubicBezTo>
                  <a:cubicBezTo>
                    <a:pt x="13" y="6"/>
                    <a:pt x="16" y="4"/>
                    <a:pt x="17" y="2"/>
                  </a:cubicBezTo>
                  <a:cubicBezTo>
                    <a:pt x="17" y="0"/>
                    <a:pt x="13" y="1"/>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30" name="Freeform 2133"/>
            <p:cNvSpPr/>
            <p:nvPr/>
          </p:nvSpPr>
          <p:spPr bwMode="auto">
            <a:xfrm>
              <a:off x="5272392" y="10907491"/>
              <a:ext cx="46038" cy="26988"/>
            </a:xfrm>
            <a:custGeom>
              <a:avLst/>
              <a:gdLst>
                <a:gd name="T0" fmla="*/ 8 w 17"/>
                <a:gd name="T1" fmla="*/ 2 h 10"/>
                <a:gd name="T2" fmla="*/ 0 w 17"/>
                <a:gd name="T3" fmla="*/ 9 h 10"/>
                <a:gd name="T4" fmla="*/ 10 w 17"/>
                <a:gd name="T5" fmla="*/ 7 h 10"/>
                <a:gd name="T6" fmla="*/ 16 w 17"/>
                <a:gd name="T7" fmla="*/ 1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3" y="4"/>
                    <a:pt x="0" y="7"/>
                    <a:pt x="0" y="9"/>
                  </a:cubicBezTo>
                  <a:cubicBezTo>
                    <a:pt x="1" y="10"/>
                    <a:pt x="5" y="9"/>
                    <a:pt x="10" y="7"/>
                  </a:cubicBezTo>
                  <a:cubicBezTo>
                    <a:pt x="14" y="5"/>
                    <a:pt x="17" y="3"/>
                    <a:pt x="16" y="1"/>
                  </a:cubicBezTo>
                  <a:cubicBezTo>
                    <a:pt x="16" y="0"/>
                    <a:pt x="12" y="1"/>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31" name="Freeform 2134"/>
            <p:cNvSpPr/>
            <p:nvPr/>
          </p:nvSpPr>
          <p:spPr bwMode="auto">
            <a:xfrm>
              <a:off x="5483529" y="10812241"/>
              <a:ext cx="44450" cy="26988"/>
            </a:xfrm>
            <a:custGeom>
              <a:avLst/>
              <a:gdLst>
                <a:gd name="T0" fmla="*/ 7 w 16"/>
                <a:gd name="T1" fmla="*/ 2 h 10"/>
                <a:gd name="T2" fmla="*/ 0 w 16"/>
                <a:gd name="T3" fmla="*/ 8 h 10"/>
                <a:gd name="T4" fmla="*/ 9 w 16"/>
                <a:gd name="T5" fmla="*/ 7 h 10"/>
                <a:gd name="T6" fmla="*/ 16 w 16"/>
                <a:gd name="T7" fmla="*/ 1 h 10"/>
                <a:gd name="T8" fmla="*/ 7 w 16"/>
                <a:gd name="T9" fmla="*/ 2 h 10"/>
              </a:gdLst>
              <a:ahLst/>
              <a:cxnLst>
                <a:cxn ang="0">
                  <a:pos x="T0" y="T1"/>
                </a:cxn>
                <a:cxn ang="0">
                  <a:pos x="T2" y="T3"/>
                </a:cxn>
                <a:cxn ang="0">
                  <a:pos x="T4" y="T5"/>
                </a:cxn>
                <a:cxn ang="0">
                  <a:pos x="T6" y="T7"/>
                </a:cxn>
                <a:cxn ang="0">
                  <a:pos x="T8" y="T9"/>
                </a:cxn>
              </a:cxnLst>
              <a:rect l="0" t="0" r="r" b="b"/>
              <a:pathLst>
                <a:path w="16" h="10">
                  <a:moveTo>
                    <a:pt x="7" y="2"/>
                  </a:moveTo>
                  <a:cubicBezTo>
                    <a:pt x="3" y="4"/>
                    <a:pt x="0" y="7"/>
                    <a:pt x="0" y="8"/>
                  </a:cubicBezTo>
                  <a:cubicBezTo>
                    <a:pt x="0" y="10"/>
                    <a:pt x="4" y="9"/>
                    <a:pt x="9" y="7"/>
                  </a:cubicBezTo>
                  <a:cubicBezTo>
                    <a:pt x="13" y="5"/>
                    <a:pt x="16" y="2"/>
                    <a:pt x="16" y="1"/>
                  </a:cubicBezTo>
                  <a:cubicBezTo>
                    <a:pt x="16" y="0"/>
                    <a:pt x="12"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32" name="Freeform 2135"/>
            <p:cNvSpPr/>
            <p:nvPr/>
          </p:nvSpPr>
          <p:spPr bwMode="auto">
            <a:xfrm>
              <a:off x="2484742" y="10961466"/>
              <a:ext cx="46038" cy="38100"/>
            </a:xfrm>
            <a:custGeom>
              <a:avLst/>
              <a:gdLst>
                <a:gd name="T0" fmla="*/ 9 w 17"/>
                <a:gd name="T1" fmla="*/ 3 h 14"/>
                <a:gd name="T2" fmla="*/ 1 w 17"/>
                <a:gd name="T3" fmla="*/ 2 h 14"/>
                <a:gd name="T4" fmla="*/ 9 w 17"/>
                <a:gd name="T5" fmla="*/ 11 h 14"/>
                <a:gd name="T6" fmla="*/ 17 w 17"/>
                <a:gd name="T7" fmla="*/ 12 h 14"/>
                <a:gd name="T8" fmla="*/ 9 w 17"/>
                <a:gd name="T9" fmla="*/ 3 h 14"/>
              </a:gdLst>
              <a:ahLst/>
              <a:cxnLst>
                <a:cxn ang="0">
                  <a:pos x="T0" y="T1"/>
                </a:cxn>
                <a:cxn ang="0">
                  <a:pos x="T2" y="T3"/>
                </a:cxn>
                <a:cxn ang="0">
                  <a:pos x="T4" y="T5"/>
                </a:cxn>
                <a:cxn ang="0">
                  <a:pos x="T6" y="T7"/>
                </a:cxn>
                <a:cxn ang="0">
                  <a:pos x="T8" y="T9"/>
                </a:cxn>
              </a:cxnLst>
              <a:rect l="0" t="0" r="r" b="b"/>
              <a:pathLst>
                <a:path w="17" h="14">
                  <a:moveTo>
                    <a:pt x="9" y="3"/>
                  </a:moveTo>
                  <a:cubicBezTo>
                    <a:pt x="5" y="0"/>
                    <a:pt x="1" y="0"/>
                    <a:pt x="1" y="2"/>
                  </a:cubicBezTo>
                  <a:cubicBezTo>
                    <a:pt x="0" y="4"/>
                    <a:pt x="4" y="8"/>
                    <a:pt x="9" y="11"/>
                  </a:cubicBezTo>
                  <a:cubicBezTo>
                    <a:pt x="13" y="13"/>
                    <a:pt x="17" y="14"/>
                    <a:pt x="17" y="12"/>
                  </a:cubicBezTo>
                  <a:cubicBezTo>
                    <a:pt x="17" y="9"/>
                    <a:pt x="13" y="5"/>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33" name="Freeform 2136"/>
            <p:cNvSpPr/>
            <p:nvPr/>
          </p:nvSpPr>
          <p:spPr bwMode="auto">
            <a:xfrm>
              <a:off x="2267254" y="10853516"/>
              <a:ext cx="49213" cy="36513"/>
            </a:xfrm>
            <a:custGeom>
              <a:avLst/>
              <a:gdLst>
                <a:gd name="T0" fmla="*/ 9 w 18"/>
                <a:gd name="T1" fmla="*/ 2 h 14"/>
                <a:gd name="T2" fmla="*/ 0 w 18"/>
                <a:gd name="T3" fmla="*/ 3 h 14"/>
                <a:gd name="T4" fmla="*/ 10 w 18"/>
                <a:gd name="T5" fmla="*/ 12 h 14"/>
                <a:gd name="T6" fmla="*/ 17 w 18"/>
                <a:gd name="T7" fmla="*/ 11 h 14"/>
                <a:gd name="T8" fmla="*/ 9 w 18"/>
                <a:gd name="T9" fmla="*/ 2 h 14"/>
              </a:gdLst>
              <a:ahLst/>
              <a:cxnLst>
                <a:cxn ang="0">
                  <a:pos x="T0" y="T1"/>
                </a:cxn>
                <a:cxn ang="0">
                  <a:pos x="T2" y="T3"/>
                </a:cxn>
                <a:cxn ang="0">
                  <a:pos x="T4" y="T5"/>
                </a:cxn>
                <a:cxn ang="0">
                  <a:pos x="T6" y="T7"/>
                </a:cxn>
                <a:cxn ang="0">
                  <a:pos x="T8" y="T9"/>
                </a:cxn>
              </a:cxnLst>
              <a:rect l="0" t="0" r="r" b="b"/>
              <a:pathLst>
                <a:path w="18" h="14">
                  <a:moveTo>
                    <a:pt x="9" y="2"/>
                  </a:moveTo>
                  <a:cubicBezTo>
                    <a:pt x="4" y="0"/>
                    <a:pt x="0" y="0"/>
                    <a:pt x="0" y="3"/>
                  </a:cubicBezTo>
                  <a:cubicBezTo>
                    <a:pt x="1" y="6"/>
                    <a:pt x="6" y="10"/>
                    <a:pt x="10" y="12"/>
                  </a:cubicBezTo>
                  <a:cubicBezTo>
                    <a:pt x="15" y="14"/>
                    <a:pt x="18" y="14"/>
                    <a:pt x="17" y="11"/>
                  </a:cubicBezTo>
                  <a:cubicBezTo>
                    <a:pt x="16" y="8"/>
                    <a:pt x="13" y="4"/>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34" name="Freeform 2137"/>
            <p:cNvSpPr/>
            <p:nvPr/>
          </p:nvSpPr>
          <p:spPr bwMode="auto">
            <a:xfrm>
              <a:off x="2051354" y="10751916"/>
              <a:ext cx="46038" cy="41275"/>
            </a:xfrm>
            <a:custGeom>
              <a:avLst/>
              <a:gdLst>
                <a:gd name="T0" fmla="*/ 8 w 17"/>
                <a:gd name="T1" fmla="*/ 2 h 15"/>
                <a:gd name="T2" fmla="*/ 0 w 17"/>
                <a:gd name="T3" fmla="*/ 3 h 15"/>
                <a:gd name="T4" fmla="*/ 9 w 17"/>
                <a:gd name="T5" fmla="*/ 13 h 15"/>
                <a:gd name="T6" fmla="*/ 17 w 17"/>
                <a:gd name="T7" fmla="*/ 12 h 15"/>
                <a:gd name="T8" fmla="*/ 8 w 17"/>
                <a:gd name="T9" fmla="*/ 2 h 15"/>
              </a:gdLst>
              <a:ahLst/>
              <a:cxnLst>
                <a:cxn ang="0">
                  <a:pos x="T0" y="T1"/>
                </a:cxn>
                <a:cxn ang="0">
                  <a:pos x="T2" y="T3"/>
                </a:cxn>
                <a:cxn ang="0">
                  <a:pos x="T4" y="T5"/>
                </a:cxn>
                <a:cxn ang="0">
                  <a:pos x="T6" y="T7"/>
                </a:cxn>
                <a:cxn ang="0">
                  <a:pos x="T8" y="T9"/>
                </a:cxn>
              </a:cxnLst>
              <a:rect l="0" t="0" r="r" b="b"/>
              <a:pathLst>
                <a:path w="17" h="15">
                  <a:moveTo>
                    <a:pt x="8" y="2"/>
                  </a:moveTo>
                  <a:cubicBezTo>
                    <a:pt x="4" y="0"/>
                    <a:pt x="0" y="1"/>
                    <a:pt x="0" y="3"/>
                  </a:cubicBezTo>
                  <a:cubicBezTo>
                    <a:pt x="0" y="6"/>
                    <a:pt x="4" y="11"/>
                    <a:pt x="9" y="13"/>
                  </a:cubicBezTo>
                  <a:cubicBezTo>
                    <a:pt x="13" y="15"/>
                    <a:pt x="17" y="14"/>
                    <a:pt x="17" y="12"/>
                  </a:cubicBezTo>
                  <a:cubicBezTo>
                    <a:pt x="17" y="9"/>
                    <a:pt x="13" y="4"/>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35" name="Freeform 2138"/>
            <p:cNvSpPr/>
            <p:nvPr/>
          </p:nvSpPr>
          <p:spPr bwMode="auto">
            <a:xfrm>
              <a:off x="1833867" y="10674128"/>
              <a:ext cx="49213" cy="38100"/>
            </a:xfrm>
            <a:custGeom>
              <a:avLst/>
              <a:gdLst>
                <a:gd name="T0" fmla="*/ 7 w 18"/>
                <a:gd name="T1" fmla="*/ 1 h 14"/>
                <a:gd name="T2" fmla="*/ 1 w 18"/>
                <a:gd name="T3" fmla="*/ 4 h 14"/>
                <a:gd name="T4" fmla="*/ 11 w 18"/>
                <a:gd name="T5" fmla="*/ 13 h 14"/>
                <a:gd name="T6" fmla="*/ 17 w 18"/>
                <a:gd name="T7" fmla="*/ 10 h 14"/>
                <a:gd name="T8" fmla="*/ 7 w 18"/>
                <a:gd name="T9" fmla="*/ 1 h 14"/>
              </a:gdLst>
              <a:ahLst/>
              <a:cxnLst>
                <a:cxn ang="0">
                  <a:pos x="T0" y="T1"/>
                </a:cxn>
                <a:cxn ang="0">
                  <a:pos x="T2" y="T3"/>
                </a:cxn>
                <a:cxn ang="0">
                  <a:pos x="T4" y="T5"/>
                </a:cxn>
                <a:cxn ang="0">
                  <a:pos x="T6" y="T7"/>
                </a:cxn>
                <a:cxn ang="0">
                  <a:pos x="T8" y="T9"/>
                </a:cxn>
              </a:cxnLst>
              <a:rect l="0" t="0" r="r" b="b"/>
              <a:pathLst>
                <a:path w="18" h="14">
                  <a:moveTo>
                    <a:pt x="7" y="1"/>
                  </a:moveTo>
                  <a:cubicBezTo>
                    <a:pt x="3" y="0"/>
                    <a:pt x="0" y="1"/>
                    <a:pt x="1" y="4"/>
                  </a:cubicBezTo>
                  <a:cubicBezTo>
                    <a:pt x="1" y="8"/>
                    <a:pt x="6" y="12"/>
                    <a:pt x="11" y="13"/>
                  </a:cubicBezTo>
                  <a:cubicBezTo>
                    <a:pt x="15" y="14"/>
                    <a:pt x="18" y="13"/>
                    <a:pt x="17" y="10"/>
                  </a:cubicBezTo>
                  <a:cubicBezTo>
                    <a:pt x="17" y="6"/>
                    <a:pt x="12" y="2"/>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36" name="Freeform 2139"/>
            <p:cNvSpPr/>
            <p:nvPr/>
          </p:nvSpPr>
          <p:spPr bwMode="auto">
            <a:xfrm>
              <a:off x="1619554" y="10616978"/>
              <a:ext cx="46038" cy="39688"/>
            </a:xfrm>
            <a:custGeom>
              <a:avLst/>
              <a:gdLst>
                <a:gd name="T0" fmla="*/ 7 w 17"/>
                <a:gd name="T1" fmla="*/ 1 h 15"/>
                <a:gd name="T2" fmla="*/ 0 w 17"/>
                <a:gd name="T3" fmla="*/ 6 h 15"/>
                <a:gd name="T4" fmla="*/ 10 w 17"/>
                <a:gd name="T5" fmla="*/ 14 h 15"/>
                <a:gd name="T6" fmla="*/ 17 w 17"/>
                <a:gd name="T7" fmla="*/ 9 h 15"/>
                <a:gd name="T8" fmla="*/ 7 w 17"/>
                <a:gd name="T9" fmla="*/ 1 h 15"/>
              </a:gdLst>
              <a:ahLst/>
              <a:cxnLst>
                <a:cxn ang="0">
                  <a:pos x="T0" y="T1"/>
                </a:cxn>
                <a:cxn ang="0">
                  <a:pos x="T2" y="T3"/>
                </a:cxn>
                <a:cxn ang="0">
                  <a:pos x="T4" y="T5"/>
                </a:cxn>
                <a:cxn ang="0">
                  <a:pos x="T6" y="T7"/>
                </a:cxn>
                <a:cxn ang="0">
                  <a:pos x="T8" y="T9"/>
                </a:cxn>
              </a:cxnLst>
              <a:rect l="0" t="0" r="r" b="b"/>
              <a:pathLst>
                <a:path w="17" h="15">
                  <a:moveTo>
                    <a:pt x="7" y="1"/>
                  </a:moveTo>
                  <a:cubicBezTo>
                    <a:pt x="3" y="0"/>
                    <a:pt x="0" y="3"/>
                    <a:pt x="0" y="6"/>
                  </a:cubicBezTo>
                  <a:cubicBezTo>
                    <a:pt x="1" y="9"/>
                    <a:pt x="5" y="13"/>
                    <a:pt x="10" y="14"/>
                  </a:cubicBezTo>
                  <a:cubicBezTo>
                    <a:pt x="14" y="15"/>
                    <a:pt x="17" y="13"/>
                    <a:pt x="17" y="9"/>
                  </a:cubicBezTo>
                  <a:cubicBezTo>
                    <a:pt x="17" y="6"/>
                    <a:pt x="12" y="2"/>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37" name="Freeform 2140"/>
            <p:cNvSpPr/>
            <p:nvPr/>
          </p:nvSpPr>
          <p:spPr bwMode="auto">
            <a:xfrm>
              <a:off x="1405242" y="10594753"/>
              <a:ext cx="46038" cy="38100"/>
            </a:xfrm>
            <a:custGeom>
              <a:avLst/>
              <a:gdLst>
                <a:gd name="T0" fmla="*/ 8 w 17"/>
                <a:gd name="T1" fmla="*/ 0 h 14"/>
                <a:gd name="T2" fmla="*/ 1 w 17"/>
                <a:gd name="T3" fmla="*/ 6 h 14"/>
                <a:gd name="T4" fmla="*/ 9 w 17"/>
                <a:gd name="T5" fmla="*/ 13 h 14"/>
                <a:gd name="T6" fmla="*/ 17 w 17"/>
                <a:gd name="T7" fmla="*/ 8 h 14"/>
                <a:gd name="T8" fmla="*/ 8 w 17"/>
                <a:gd name="T9" fmla="*/ 0 h 14"/>
              </a:gdLst>
              <a:ahLst/>
              <a:cxnLst>
                <a:cxn ang="0">
                  <a:pos x="T0" y="T1"/>
                </a:cxn>
                <a:cxn ang="0">
                  <a:pos x="T2" y="T3"/>
                </a:cxn>
                <a:cxn ang="0">
                  <a:pos x="T4" y="T5"/>
                </a:cxn>
                <a:cxn ang="0">
                  <a:pos x="T6" y="T7"/>
                </a:cxn>
                <a:cxn ang="0">
                  <a:pos x="T8" y="T9"/>
                </a:cxn>
              </a:cxnLst>
              <a:rect l="0" t="0" r="r" b="b"/>
              <a:pathLst>
                <a:path w="17" h="14">
                  <a:moveTo>
                    <a:pt x="8" y="0"/>
                  </a:moveTo>
                  <a:cubicBezTo>
                    <a:pt x="4" y="0"/>
                    <a:pt x="1" y="2"/>
                    <a:pt x="1" y="6"/>
                  </a:cubicBezTo>
                  <a:cubicBezTo>
                    <a:pt x="0" y="9"/>
                    <a:pt x="4" y="13"/>
                    <a:pt x="9" y="13"/>
                  </a:cubicBezTo>
                  <a:cubicBezTo>
                    <a:pt x="13" y="14"/>
                    <a:pt x="17" y="11"/>
                    <a:pt x="17" y="8"/>
                  </a:cubicBezTo>
                  <a:cubicBezTo>
                    <a:pt x="17" y="4"/>
                    <a:pt x="13" y="1"/>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38" name="Freeform 2141"/>
            <p:cNvSpPr/>
            <p:nvPr/>
          </p:nvSpPr>
          <p:spPr bwMode="auto">
            <a:xfrm>
              <a:off x="1192517" y="10609041"/>
              <a:ext cx="46038" cy="39688"/>
            </a:xfrm>
            <a:custGeom>
              <a:avLst/>
              <a:gdLst>
                <a:gd name="T0" fmla="*/ 7 w 17"/>
                <a:gd name="T1" fmla="*/ 1 h 15"/>
                <a:gd name="T2" fmla="*/ 1 w 17"/>
                <a:gd name="T3" fmla="*/ 9 h 15"/>
                <a:gd name="T4" fmla="*/ 10 w 17"/>
                <a:gd name="T5" fmla="*/ 13 h 15"/>
                <a:gd name="T6" fmla="*/ 17 w 17"/>
                <a:gd name="T7" fmla="*/ 6 h 15"/>
                <a:gd name="T8" fmla="*/ 7 w 17"/>
                <a:gd name="T9" fmla="*/ 1 h 15"/>
              </a:gdLst>
              <a:ahLst/>
              <a:cxnLst>
                <a:cxn ang="0">
                  <a:pos x="T0" y="T1"/>
                </a:cxn>
                <a:cxn ang="0">
                  <a:pos x="T2" y="T3"/>
                </a:cxn>
                <a:cxn ang="0">
                  <a:pos x="T4" y="T5"/>
                </a:cxn>
                <a:cxn ang="0">
                  <a:pos x="T6" y="T7"/>
                </a:cxn>
                <a:cxn ang="0">
                  <a:pos x="T8" y="T9"/>
                </a:cxn>
              </a:cxnLst>
              <a:rect l="0" t="0" r="r" b="b"/>
              <a:pathLst>
                <a:path w="17" h="15">
                  <a:moveTo>
                    <a:pt x="7" y="1"/>
                  </a:moveTo>
                  <a:cubicBezTo>
                    <a:pt x="3" y="2"/>
                    <a:pt x="0" y="5"/>
                    <a:pt x="1" y="9"/>
                  </a:cubicBezTo>
                  <a:cubicBezTo>
                    <a:pt x="1" y="12"/>
                    <a:pt x="6" y="15"/>
                    <a:pt x="10" y="13"/>
                  </a:cubicBezTo>
                  <a:cubicBezTo>
                    <a:pt x="15" y="12"/>
                    <a:pt x="17" y="9"/>
                    <a:pt x="17" y="6"/>
                  </a:cubicBezTo>
                  <a:cubicBezTo>
                    <a:pt x="16" y="2"/>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39" name="Freeform 2142"/>
            <p:cNvSpPr/>
            <p:nvPr/>
          </p:nvSpPr>
          <p:spPr bwMode="auto">
            <a:xfrm>
              <a:off x="981379" y="10666191"/>
              <a:ext cx="49213" cy="42863"/>
            </a:xfrm>
            <a:custGeom>
              <a:avLst/>
              <a:gdLst>
                <a:gd name="T0" fmla="*/ 1 w 18"/>
                <a:gd name="T1" fmla="*/ 13 h 16"/>
                <a:gd name="T2" fmla="*/ 11 w 18"/>
                <a:gd name="T3" fmla="*/ 14 h 16"/>
                <a:gd name="T4" fmla="*/ 17 w 18"/>
                <a:gd name="T5" fmla="*/ 4 h 16"/>
                <a:gd name="T6" fmla="*/ 8 w 18"/>
                <a:gd name="T7" fmla="*/ 2 h 16"/>
                <a:gd name="T8" fmla="*/ 1 w 18"/>
                <a:gd name="T9" fmla="*/ 13 h 16"/>
              </a:gdLst>
              <a:ahLst/>
              <a:cxnLst>
                <a:cxn ang="0">
                  <a:pos x="T0" y="T1"/>
                </a:cxn>
                <a:cxn ang="0">
                  <a:pos x="T2" y="T3"/>
                </a:cxn>
                <a:cxn ang="0">
                  <a:pos x="T4" y="T5"/>
                </a:cxn>
                <a:cxn ang="0">
                  <a:pos x="T6" y="T7"/>
                </a:cxn>
                <a:cxn ang="0">
                  <a:pos x="T8" y="T9"/>
                </a:cxn>
              </a:cxnLst>
              <a:rect l="0" t="0" r="r" b="b"/>
              <a:pathLst>
                <a:path w="18" h="16">
                  <a:moveTo>
                    <a:pt x="1" y="13"/>
                  </a:moveTo>
                  <a:cubicBezTo>
                    <a:pt x="2" y="15"/>
                    <a:pt x="7" y="16"/>
                    <a:pt x="11" y="14"/>
                  </a:cubicBezTo>
                  <a:cubicBezTo>
                    <a:pt x="15" y="12"/>
                    <a:pt x="18" y="7"/>
                    <a:pt x="17" y="4"/>
                  </a:cubicBezTo>
                  <a:cubicBezTo>
                    <a:pt x="16" y="1"/>
                    <a:pt x="12" y="0"/>
                    <a:pt x="8" y="2"/>
                  </a:cubicBezTo>
                  <a:cubicBezTo>
                    <a:pt x="3" y="4"/>
                    <a:pt x="0" y="9"/>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40" name="Freeform 2143"/>
            <p:cNvSpPr/>
            <p:nvPr/>
          </p:nvSpPr>
          <p:spPr bwMode="auto">
            <a:xfrm>
              <a:off x="775004" y="10782078"/>
              <a:ext cx="46038" cy="52388"/>
            </a:xfrm>
            <a:custGeom>
              <a:avLst/>
              <a:gdLst>
                <a:gd name="T0" fmla="*/ 9 w 17"/>
                <a:gd name="T1" fmla="*/ 3 h 19"/>
                <a:gd name="T2" fmla="*/ 1 w 17"/>
                <a:gd name="T3" fmla="*/ 16 h 19"/>
                <a:gd name="T4" fmla="*/ 9 w 17"/>
                <a:gd name="T5" fmla="*/ 15 h 19"/>
                <a:gd name="T6" fmla="*/ 17 w 17"/>
                <a:gd name="T7" fmla="*/ 4 h 19"/>
                <a:gd name="T8" fmla="*/ 9 w 17"/>
                <a:gd name="T9" fmla="*/ 3 h 19"/>
              </a:gdLst>
              <a:ahLst/>
              <a:cxnLst>
                <a:cxn ang="0">
                  <a:pos x="T0" y="T1"/>
                </a:cxn>
                <a:cxn ang="0">
                  <a:pos x="T2" y="T3"/>
                </a:cxn>
                <a:cxn ang="0">
                  <a:pos x="T4" y="T5"/>
                </a:cxn>
                <a:cxn ang="0">
                  <a:pos x="T6" y="T7"/>
                </a:cxn>
                <a:cxn ang="0">
                  <a:pos x="T8" y="T9"/>
                </a:cxn>
              </a:cxnLst>
              <a:rect l="0" t="0" r="r" b="b"/>
              <a:pathLst>
                <a:path w="17" h="19">
                  <a:moveTo>
                    <a:pt x="9" y="3"/>
                  </a:moveTo>
                  <a:cubicBezTo>
                    <a:pt x="4" y="7"/>
                    <a:pt x="0" y="13"/>
                    <a:pt x="1" y="16"/>
                  </a:cubicBezTo>
                  <a:cubicBezTo>
                    <a:pt x="1" y="19"/>
                    <a:pt x="5" y="18"/>
                    <a:pt x="9" y="15"/>
                  </a:cubicBezTo>
                  <a:cubicBezTo>
                    <a:pt x="13" y="13"/>
                    <a:pt x="16" y="8"/>
                    <a:pt x="17" y="4"/>
                  </a:cubicBezTo>
                  <a:cubicBezTo>
                    <a:pt x="17" y="1"/>
                    <a:pt x="13" y="0"/>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41" name="Freeform 2144"/>
            <p:cNvSpPr/>
            <p:nvPr/>
          </p:nvSpPr>
          <p:spPr bwMode="auto">
            <a:xfrm>
              <a:off x="571804" y="10966228"/>
              <a:ext cx="42863" cy="57150"/>
            </a:xfrm>
            <a:custGeom>
              <a:avLst/>
              <a:gdLst>
                <a:gd name="T0" fmla="*/ 8 w 16"/>
                <a:gd name="T1" fmla="*/ 5 h 21"/>
                <a:gd name="T2" fmla="*/ 0 w 16"/>
                <a:gd name="T3" fmla="*/ 18 h 21"/>
                <a:gd name="T4" fmla="*/ 8 w 16"/>
                <a:gd name="T5" fmla="*/ 15 h 21"/>
                <a:gd name="T6" fmla="*/ 16 w 16"/>
                <a:gd name="T7" fmla="*/ 3 h 21"/>
                <a:gd name="T8" fmla="*/ 8 w 16"/>
                <a:gd name="T9" fmla="*/ 5 h 21"/>
              </a:gdLst>
              <a:ahLst/>
              <a:cxnLst>
                <a:cxn ang="0">
                  <a:pos x="T0" y="T1"/>
                </a:cxn>
                <a:cxn ang="0">
                  <a:pos x="T2" y="T3"/>
                </a:cxn>
                <a:cxn ang="0">
                  <a:pos x="T4" y="T5"/>
                </a:cxn>
                <a:cxn ang="0">
                  <a:pos x="T6" y="T7"/>
                </a:cxn>
                <a:cxn ang="0">
                  <a:pos x="T8" y="T9"/>
                </a:cxn>
              </a:cxnLst>
              <a:rect l="0" t="0" r="r" b="b"/>
              <a:pathLst>
                <a:path w="16" h="21">
                  <a:moveTo>
                    <a:pt x="8" y="5"/>
                  </a:moveTo>
                  <a:cubicBezTo>
                    <a:pt x="4" y="9"/>
                    <a:pt x="0" y="15"/>
                    <a:pt x="0" y="18"/>
                  </a:cubicBezTo>
                  <a:cubicBezTo>
                    <a:pt x="0" y="21"/>
                    <a:pt x="4" y="20"/>
                    <a:pt x="8" y="15"/>
                  </a:cubicBezTo>
                  <a:cubicBezTo>
                    <a:pt x="12" y="12"/>
                    <a:pt x="16" y="6"/>
                    <a:pt x="16" y="3"/>
                  </a:cubicBezTo>
                  <a:cubicBezTo>
                    <a:pt x="16" y="0"/>
                    <a:pt x="12" y="1"/>
                    <a:pt x="8"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42" name="Freeform 2145"/>
            <p:cNvSpPr/>
            <p:nvPr/>
          </p:nvSpPr>
          <p:spPr bwMode="auto">
            <a:xfrm>
              <a:off x="368604" y="11183716"/>
              <a:ext cx="42863" cy="53975"/>
            </a:xfrm>
            <a:custGeom>
              <a:avLst/>
              <a:gdLst>
                <a:gd name="T0" fmla="*/ 7 w 16"/>
                <a:gd name="T1" fmla="*/ 7 h 20"/>
                <a:gd name="T2" fmla="*/ 0 w 16"/>
                <a:gd name="T3" fmla="*/ 18 h 20"/>
                <a:gd name="T4" fmla="*/ 9 w 16"/>
                <a:gd name="T5" fmla="*/ 13 h 20"/>
                <a:gd name="T6" fmla="*/ 16 w 16"/>
                <a:gd name="T7" fmla="*/ 2 h 20"/>
                <a:gd name="T8" fmla="*/ 7 w 16"/>
                <a:gd name="T9" fmla="*/ 7 h 20"/>
              </a:gdLst>
              <a:ahLst/>
              <a:cxnLst>
                <a:cxn ang="0">
                  <a:pos x="T0" y="T1"/>
                </a:cxn>
                <a:cxn ang="0">
                  <a:pos x="T2" y="T3"/>
                </a:cxn>
                <a:cxn ang="0">
                  <a:pos x="T4" y="T5"/>
                </a:cxn>
                <a:cxn ang="0">
                  <a:pos x="T6" y="T7"/>
                </a:cxn>
                <a:cxn ang="0">
                  <a:pos x="T8" y="T9"/>
                </a:cxn>
              </a:cxnLst>
              <a:rect l="0" t="0" r="r" b="b"/>
              <a:pathLst>
                <a:path w="16" h="20">
                  <a:moveTo>
                    <a:pt x="7" y="7"/>
                  </a:moveTo>
                  <a:cubicBezTo>
                    <a:pt x="3" y="11"/>
                    <a:pt x="0" y="16"/>
                    <a:pt x="0" y="18"/>
                  </a:cubicBezTo>
                  <a:cubicBezTo>
                    <a:pt x="0" y="20"/>
                    <a:pt x="4" y="18"/>
                    <a:pt x="9" y="13"/>
                  </a:cubicBezTo>
                  <a:cubicBezTo>
                    <a:pt x="13" y="9"/>
                    <a:pt x="16" y="4"/>
                    <a:pt x="16" y="2"/>
                  </a:cubicBezTo>
                  <a:cubicBezTo>
                    <a:pt x="15" y="0"/>
                    <a:pt x="11" y="2"/>
                    <a:pt x="7"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43" name="Freeform 2146"/>
            <p:cNvSpPr/>
            <p:nvPr/>
          </p:nvSpPr>
          <p:spPr bwMode="auto">
            <a:xfrm>
              <a:off x="162229" y="11401203"/>
              <a:ext cx="42863" cy="50800"/>
            </a:xfrm>
            <a:custGeom>
              <a:avLst/>
              <a:gdLst>
                <a:gd name="T0" fmla="*/ 0 w 16"/>
                <a:gd name="T1" fmla="*/ 18 h 19"/>
                <a:gd name="T2" fmla="*/ 8 w 16"/>
                <a:gd name="T3" fmla="*/ 13 h 19"/>
                <a:gd name="T4" fmla="*/ 16 w 16"/>
                <a:gd name="T5" fmla="*/ 2 h 19"/>
                <a:gd name="T6" fmla="*/ 8 w 16"/>
                <a:gd name="T7" fmla="*/ 7 h 19"/>
                <a:gd name="T8" fmla="*/ 0 w 16"/>
                <a:gd name="T9" fmla="*/ 18 h 19"/>
              </a:gdLst>
              <a:ahLst/>
              <a:cxnLst>
                <a:cxn ang="0">
                  <a:pos x="T0" y="T1"/>
                </a:cxn>
                <a:cxn ang="0">
                  <a:pos x="T2" y="T3"/>
                </a:cxn>
                <a:cxn ang="0">
                  <a:pos x="T4" y="T5"/>
                </a:cxn>
                <a:cxn ang="0">
                  <a:pos x="T6" y="T7"/>
                </a:cxn>
                <a:cxn ang="0">
                  <a:pos x="T8" y="T9"/>
                </a:cxn>
              </a:cxnLst>
              <a:rect l="0" t="0" r="r" b="b"/>
              <a:pathLst>
                <a:path w="16" h="19">
                  <a:moveTo>
                    <a:pt x="0" y="18"/>
                  </a:moveTo>
                  <a:cubicBezTo>
                    <a:pt x="0" y="19"/>
                    <a:pt x="4" y="17"/>
                    <a:pt x="8" y="13"/>
                  </a:cubicBezTo>
                  <a:cubicBezTo>
                    <a:pt x="12" y="9"/>
                    <a:pt x="16" y="4"/>
                    <a:pt x="16" y="2"/>
                  </a:cubicBezTo>
                  <a:cubicBezTo>
                    <a:pt x="16" y="0"/>
                    <a:pt x="13" y="3"/>
                    <a:pt x="8" y="7"/>
                  </a:cubicBezTo>
                  <a:cubicBezTo>
                    <a:pt x="4" y="11"/>
                    <a:pt x="1" y="16"/>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44" name="Freeform 2147"/>
            <p:cNvSpPr/>
            <p:nvPr/>
          </p:nvSpPr>
          <p:spPr bwMode="auto">
            <a:xfrm>
              <a:off x="-44146" y="11599641"/>
              <a:ext cx="46038" cy="39688"/>
            </a:xfrm>
            <a:custGeom>
              <a:avLst/>
              <a:gdLst>
                <a:gd name="T0" fmla="*/ 8 w 17"/>
                <a:gd name="T1" fmla="*/ 6 h 15"/>
                <a:gd name="T2" fmla="*/ 0 w 17"/>
                <a:gd name="T3" fmla="*/ 14 h 15"/>
                <a:gd name="T4" fmla="*/ 10 w 17"/>
                <a:gd name="T5" fmla="*/ 8 h 15"/>
                <a:gd name="T6" fmla="*/ 16 w 17"/>
                <a:gd name="T7" fmla="*/ 1 h 15"/>
                <a:gd name="T8" fmla="*/ 8 w 17"/>
                <a:gd name="T9" fmla="*/ 6 h 15"/>
              </a:gdLst>
              <a:ahLst/>
              <a:cxnLst>
                <a:cxn ang="0">
                  <a:pos x="T0" y="T1"/>
                </a:cxn>
                <a:cxn ang="0">
                  <a:pos x="T2" y="T3"/>
                </a:cxn>
                <a:cxn ang="0">
                  <a:pos x="T4" y="T5"/>
                </a:cxn>
                <a:cxn ang="0">
                  <a:pos x="T6" y="T7"/>
                </a:cxn>
                <a:cxn ang="0">
                  <a:pos x="T8" y="T9"/>
                </a:cxn>
              </a:cxnLst>
              <a:rect l="0" t="0" r="r" b="b"/>
              <a:pathLst>
                <a:path w="17" h="15">
                  <a:moveTo>
                    <a:pt x="8" y="6"/>
                  </a:moveTo>
                  <a:cubicBezTo>
                    <a:pt x="4" y="10"/>
                    <a:pt x="0" y="13"/>
                    <a:pt x="0" y="14"/>
                  </a:cubicBezTo>
                  <a:cubicBezTo>
                    <a:pt x="1" y="15"/>
                    <a:pt x="5" y="12"/>
                    <a:pt x="10" y="8"/>
                  </a:cubicBezTo>
                  <a:cubicBezTo>
                    <a:pt x="14" y="5"/>
                    <a:pt x="17" y="2"/>
                    <a:pt x="16" y="1"/>
                  </a:cubicBezTo>
                  <a:cubicBezTo>
                    <a:pt x="16" y="0"/>
                    <a:pt x="12" y="3"/>
                    <a:pt x="8"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45" name="Freeform 2148"/>
            <p:cNvSpPr/>
            <p:nvPr/>
          </p:nvSpPr>
          <p:spPr bwMode="auto">
            <a:xfrm>
              <a:off x="-253696" y="11748866"/>
              <a:ext cx="46038" cy="23813"/>
            </a:xfrm>
            <a:custGeom>
              <a:avLst/>
              <a:gdLst>
                <a:gd name="T0" fmla="*/ 16 w 17"/>
                <a:gd name="T1" fmla="*/ 0 h 9"/>
                <a:gd name="T2" fmla="*/ 9 w 17"/>
                <a:gd name="T3" fmla="*/ 4 h 9"/>
                <a:gd name="T4" fmla="*/ 0 w 17"/>
                <a:gd name="T5" fmla="*/ 9 h 9"/>
                <a:gd name="T6" fmla="*/ 10 w 17"/>
                <a:gd name="T7" fmla="*/ 5 h 9"/>
                <a:gd name="T8" fmla="*/ 16 w 17"/>
                <a:gd name="T9" fmla="*/ 0 h 9"/>
              </a:gdLst>
              <a:ahLst/>
              <a:cxnLst>
                <a:cxn ang="0">
                  <a:pos x="T0" y="T1"/>
                </a:cxn>
                <a:cxn ang="0">
                  <a:pos x="T2" y="T3"/>
                </a:cxn>
                <a:cxn ang="0">
                  <a:pos x="T4" y="T5"/>
                </a:cxn>
                <a:cxn ang="0">
                  <a:pos x="T6" y="T7"/>
                </a:cxn>
                <a:cxn ang="0">
                  <a:pos x="T8" y="T9"/>
                </a:cxn>
              </a:cxnLst>
              <a:rect l="0" t="0" r="r" b="b"/>
              <a:pathLst>
                <a:path w="17" h="9">
                  <a:moveTo>
                    <a:pt x="16" y="0"/>
                  </a:moveTo>
                  <a:cubicBezTo>
                    <a:pt x="16" y="0"/>
                    <a:pt x="13" y="2"/>
                    <a:pt x="9" y="4"/>
                  </a:cubicBezTo>
                  <a:cubicBezTo>
                    <a:pt x="4" y="6"/>
                    <a:pt x="0" y="8"/>
                    <a:pt x="0" y="9"/>
                  </a:cubicBezTo>
                  <a:cubicBezTo>
                    <a:pt x="1" y="9"/>
                    <a:pt x="5" y="7"/>
                    <a:pt x="10" y="5"/>
                  </a:cubicBezTo>
                  <a:cubicBezTo>
                    <a:pt x="14" y="3"/>
                    <a:pt x="17" y="1"/>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46" name="Freeform 2149"/>
            <p:cNvSpPr/>
            <p:nvPr/>
          </p:nvSpPr>
          <p:spPr bwMode="auto">
            <a:xfrm>
              <a:off x="11604929" y="8538941"/>
              <a:ext cx="46038" cy="36513"/>
            </a:xfrm>
            <a:custGeom>
              <a:avLst/>
              <a:gdLst>
                <a:gd name="T0" fmla="*/ 0 w 17"/>
                <a:gd name="T1" fmla="*/ 6 h 13"/>
                <a:gd name="T2" fmla="*/ 9 w 17"/>
                <a:gd name="T3" fmla="*/ 13 h 13"/>
                <a:gd name="T4" fmla="*/ 17 w 17"/>
                <a:gd name="T5" fmla="*/ 8 h 13"/>
                <a:gd name="T6" fmla="*/ 8 w 17"/>
                <a:gd name="T7" fmla="*/ 0 h 13"/>
                <a:gd name="T8" fmla="*/ 0 w 17"/>
                <a:gd name="T9" fmla="*/ 6 h 13"/>
              </a:gdLst>
              <a:ahLst/>
              <a:cxnLst>
                <a:cxn ang="0">
                  <a:pos x="T0" y="T1"/>
                </a:cxn>
                <a:cxn ang="0">
                  <a:pos x="T2" y="T3"/>
                </a:cxn>
                <a:cxn ang="0">
                  <a:pos x="T4" y="T5"/>
                </a:cxn>
                <a:cxn ang="0">
                  <a:pos x="T6" y="T7"/>
                </a:cxn>
                <a:cxn ang="0">
                  <a:pos x="T8" y="T9"/>
                </a:cxn>
              </a:cxnLst>
              <a:rect l="0" t="0" r="r" b="b"/>
              <a:pathLst>
                <a:path w="17" h="13">
                  <a:moveTo>
                    <a:pt x="0" y="6"/>
                  </a:moveTo>
                  <a:cubicBezTo>
                    <a:pt x="1" y="9"/>
                    <a:pt x="5" y="12"/>
                    <a:pt x="9" y="13"/>
                  </a:cubicBezTo>
                  <a:cubicBezTo>
                    <a:pt x="13" y="13"/>
                    <a:pt x="17" y="11"/>
                    <a:pt x="17" y="8"/>
                  </a:cubicBezTo>
                  <a:cubicBezTo>
                    <a:pt x="17" y="4"/>
                    <a:pt x="13" y="1"/>
                    <a:pt x="8" y="0"/>
                  </a:cubicBezTo>
                  <a:cubicBezTo>
                    <a:pt x="3" y="0"/>
                    <a:pt x="0" y="3"/>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47" name="Freeform 2150"/>
            <p:cNvSpPr/>
            <p:nvPr/>
          </p:nvSpPr>
          <p:spPr bwMode="auto">
            <a:xfrm>
              <a:off x="11387442" y="8526241"/>
              <a:ext cx="49213" cy="31750"/>
            </a:xfrm>
            <a:custGeom>
              <a:avLst/>
              <a:gdLst>
                <a:gd name="T0" fmla="*/ 9 w 18"/>
                <a:gd name="T1" fmla="*/ 0 h 12"/>
                <a:gd name="T2" fmla="*/ 1 w 18"/>
                <a:gd name="T3" fmla="*/ 6 h 12"/>
                <a:gd name="T4" fmla="*/ 11 w 18"/>
                <a:gd name="T5" fmla="*/ 12 h 12"/>
                <a:gd name="T6" fmla="*/ 17 w 18"/>
                <a:gd name="T7" fmla="*/ 6 h 12"/>
                <a:gd name="T8" fmla="*/ 9 w 18"/>
                <a:gd name="T9" fmla="*/ 0 h 12"/>
              </a:gdLst>
              <a:ahLst/>
              <a:cxnLst>
                <a:cxn ang="0">
                  <a:pos x="T0" y="T1"/>
                </a:cxn>
                <a:cxn ang="0">
                  <a:pos x="T2" y="T3"/>
                </a:cxn>
                <a:cxn ang="0">
                  <a:pos x="T4" y="T5"/>
                </a:cxn>
                <a:cxn ang="0">
                  <a:pos x="T6" y="T7"/>
                </a:cxn>
                <a:cxn ang="0">
                  <a:pos x="T8" y="T9"/>
                </a:cxn>
              </a:cxnLst>
              <a:rect l="0" t="0" r="r" b="b"/>
              <a:pathLst>
                <a:path w="18" h="12">
                  <a:moveTo>
                    <a:pt x="9" y="0"/>
                  </a:moveTo>
                  <a:cubicBezTo>
                    <a:pt x="4" y="0"/>
                    <a:pt x="0" y="2"/>
                    <a:pt x="1" y="6"/>
                  </a:cubicBezTo>
                  <a:cubicBezTo>
                    <a:pt x="1" y="9"/>
                    <a:pt x="6" y="12"/>
                    <a:pt x="11" y="12"/>
                  </a:cubicBezTo>
                  <a:cubicBezTo>
                    <a:pt x="15" y="11"/>
                    <a:pt x="18" y="9"/>
                    <a:pt x="17" y="6"/>
                  </a:cubicBezTo>
                  <a:cubicBezTo>
                    <a:pt x="17" y="3"/>
                    <a:pt x="13"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48" name="Freeform 2151"/>
            <p:cNvSpPr/>
            <p:nvPr/>
          </p:nvSpPr>
          <p:spPr bwMode="auto">
            <a:xfrm>
              <a:off x="11173129" y="8531003"/>
              <a:ext cx="49213" cy="38100"/>
            </a:xfrm>
            <a:custGeom>
              <a:avLst/>
              <a:gdLst>
                <a:gd name="T0" fmla="*/ 1 w 18"/>
                <a:gd name="T1" fmla="*/ 7 h 14"/>
                <a:gd name="T2" fmla="*/ 11 w 18"/>
                <a:gd name="T3" fmla="*/ 13 h 14"/>
                <a:gd name="T4" fmla="*/ 17 w 18"/>
                <a:gd name="T5" fmla="*/ 5 h 14"/>
                <a:gd name="T6" fmla="*/ 9 w 18"/>
                <a:gd name="T7" fmla="*/ 1 h 14"/>
                <a:gd name="T8" fmla="*/ 1 w 18"/>
                <a:gd name="T9" fmla="*/ 7 h 14"/>
              </a:gdLst>
              <a:ahLst/>
              <a:cxnLst>
                <a:cxn ang="0">
                  <a:pos x="T0" y="T1"/>
                </a:cxn>
                <a:cxn ang="0">
                  <a:pos x="T2" y="T3"/>
                </a:cxn>
                <a:cxn ang="0">
                  <a:pos x="T4" y="T5"/>
                </a:cxn>
                <a:cxn ang="0">
                  <a:pos x="T6" y="T7"/>
                </a:cxn>
                <a:cxn ang="0">
                  <a:pos x="T8" y="T9"/>
                </a:cxn>
              </a:cxnLst>
              <a:rect l="0" t="0" r="r" b="b"/>
              <a:pathLst>
                <a:path w="18" h="14">
                  <a:moveTo>
                    <a:pt x="1" y="7"/>
                  </a:moveTo>
                  <a:cubicBezTo>
                    <a:pt x="1" y="11"/>
                    <a:pt x="6" y="14"/>
                    <a:pt x="11" y="13"/>
                  </a:cubicBezTo>
                  <a:cubicBezTo>
                    <a:pt x="15" y="12"/>
                    <a:pt x="18" y="8"/>
                    <a:pt x="17" y="5"/>
                  </a:cubicBezTo>
                  <a:cubicBezTo>
                    <a:pt x="17" y="3"/>
                    <a:pt x="13" y="0"/>
                    <a:pt x="9" y="1"/>
                  </a:cubicBezTo>
                  <a:cubicBezTo>
                    <a:pt x="4" y="1"/>
                    <a:pt x="0" y="4"/>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49" name="Freeform 2152"/>
            <p:cNvSpPr/>
            <p:nvPr/>
          </p:nvSpPr>
          <p:spPr bwMode="auto">
            <a:xfrm>
              <a:off x="10960404" y="8588153"/>
              <a:ext cx="49213" cy="38100"/>
            </a:xfrm>
            <a:custGeom>
              <a:avLst/>
              <a:gdLst>
                <a:gd name="T0" fmla="*/ 7 w 18"/>
                <a:gd name="T1" fmla="*/ 2 h 14"/>
                <a:gd name="T2" fmla="*/ 1 w 18"/>
                <a:gd name="T3" fmla="*/ 11 h 14"/>
                <a:gd name="T4" fmla="*/ 10 w 18"/>
                <a:gd name="T5" fmla="*/ 13 h 14"/>
                <a:gd name="T6" fmla="*/ 17 w 18"/>
                <a:gd name="T7" fmla="*/ 3 h 14"/>
                <a:gd name="T8" fmla="*/ 7 w 18"/>
                <a:gd name="T9" fmla="*/ 2 h 14"/>
              </a:gdLst>
              <a:ahLst/>
              <a:cxnLst>
                <a:cxn ang="0">
                  <a:pos x="T0" y="T1"/>
                </a:cxn>
                <a:cxn ang="0">
                  <a:pos x="T2" y="T3"/>
                </a:cxn>
                <a:cxn ang="0">
                  <a:pos x="T4" y="T5"/>
                </a:cxn>
                <a:cxn ang="0">
                  <a:pos x="T6" y="T7"/>
                </a:cxn>
                <a:cxn ang="0">
                  <a:pos x="T8" y="T9"/>
                </a:cxn>
              </a:cxnLst>
              <a:rect l="0" t="0" r="r" b="b"/>
              <a:pathLst>
                <a:path w="18" h="14">
                  <a:moveTo>
                    <a:pt x="7" y="2"/>
                  </a:moveTo>
                  <a:cubicBezTo>
                    <a:pt x="3" y="4"/>
                    <a:pt x="0" y="8"/>
                    <a:pt x="1" y="11"/>
                  </a:cubicBezTo>
                  <a:cubicBezTo>
                    <a:pt x="2" y="14"/>
                    <a:pt x="7" y="14"/>
                    <a:pt x="10" y="13"/>
                  </a:cubicBezTo>
                  <a:cubicBezTo>
                    <a:pt x="15" y="11"/>
                    <a:pt x="18" y="6"/>
                    <a:pt x="17" y="3"/>
                  </a:cubicBezTo>
                  <a:cubicBezTo>
                    <a:pt x="16" y="1"/>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50" name="Freeform 2153"/>
            <p:cNvSpPr/>
            <p:nvPr/>
          </p:nvSpPr>
          <p:spPr bwMode="auto">
            <a:xfrm>
              <a:off x="10752442" y="8672291"/>
              <a:ext cx="46038" cy="41275"/>
            </a:xfrm>
            <a:custGeom>
              <a:avLst/>
              <a:gdLst>
                <a:gd name="T0" fmla="*/ 8 w 17"/>
                <a:gd name="T1" fmla="*/ 2 h 15"/>
                <a:gd name="T2" fmla="*/ 0 w 17"/>
                <a:gd name="T3" fmla="*/ 12 h 15"/>
                <a:gd name="T4" fmla="*/ 11 w 17"/>
                <a:gd name="T5" fmla="*/ 13 h 15"/>
                <a:gd name="T6" fmla="*/ 16 w 17"/>
                <a:gd name="T7" fmla="*/ 4 h 15"/>
                <a:gd name="T8" fmla="*/ 8 w 17"/>
                <a:gd name="T9" fmla="*/ 2 h 15"/>
              </a:gdLst>
              <a:ahLst/>
              <a:cxnLst>
                <a:cxn ang="0">
                  <a:pos x="T0" y="T1"/>
                </a:cxn>
                <a:cxn ang="0">
                  <a:pos x="T2" y="T3"/>
                </a:cxn>
                <a:cxn ang="0">
                  <a:pos x="T4" y="T5"/>
                </a:cxn>
                <a:cxn ang="0">
                  <a:pos x="T6" y="T7"/>
                </a:cxn>
                <a:cxn ang="0">
                  <a:pos x="T8" y="T9"/>
                </a:cxn>
              </a:cxnLst>
              <a:rect l="0" t="0" r="r" b="b"/>
              <a:pathLst>
                <a:path w="17" h="15">
                  <a:moveTo>
                    <a:pt x="8" y="2"/>
                  </a:moveTo>
                  <a:cubicBezTo>
                    <a:pt x="3" y="4"/>
                    <a:pt x="0" y="9"/>
                    <a:pt x="0" y="12"/>
                  </a:cubicBezTo>
                  <a:cubicBezTo>
                    <a:pt x="1" y="15"/>
                    <a:pt x="6" y="15"/>
                    <a:pt x="11" y="13"/>
                  </a:cubicBezTo>
                  <a:cubicBezTo>
                    <a:pt x="15" y="11"/>
                    <a:pt x="17" y="7"/>
                    <a:pt x="16" y="4"/>
                  </a:cubicBezTo>
                  <a:cubicBezTo>
                    <a:pt x="16" y="1"/>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51" name="Freeform 2154"/>
            <p:cNvSpPr/>
            <p:nvPr/>
          </p:nvSpPr>
          <p:spPr bwMode="auto">
            <a:xfrm>
              <a:off x="10542892" y="8770716"/>
              <a:ext cx="46038" cy="39688"/>
            </a:xfrm>
            <a:custGeom>
              <a:avLst/>
              <a:gdLst>
                <a:gd name="T0" fmla="*/ 8 w 17"/>
                <a:gd name="T1" fmla="*/ 2 h 15"/>
                <a:gd name="T2" fmla="*/ 0 w 17"/>
                <a:gd name="T3" fmla="*/ 12 h 15"/>
                <a:gd name="T4" fmla="*/ 11 w 17"/>
                <a:gd name="T5" fmla="*/ 12 h 15"/>
                <a:gd name="T6" fmla="*/ 16 w 17"/>
                <a:gd name="T7" fmla="*/ 3 h 15"/>
                <a:gd name="T8" fmla="*/ 8 w 17"/>
                <a:gd name="T9" fmla="*/ 2 h 15"/>
              </a:gdLst>
              <a:ahLst/>
              <a:cxnLst>
                <a:cxn ang="0">
                  <a:pos x="T0" y="T1"/>
                </a:cxn>
                <a:cxn ang="0">
                  <a:pos x="T2" y="T3"/>
                </a:cxn>
                <a:cxn ang="0">
                  <a:pos x="T4" y="T5"/>
                </a:cxn>
                <a:cxn ang="0">
                  <a:pos x="T6" y="T7"/>
                </a:cxn>
                <a:cxn ang="0">
                  <a:pos x="T8" y="T9"/>
                </a:cxn>
              </a:cxnLst>
              <a:rect l="0" t="0" r="r" b="b"/>
              <a:pathLst>
                <a:path w="17" h="15">
                  <a:moveTo>
                    <a:pt x="8" y="2"/>
                  </a:moveTo>
                  <a:cubicBezTo>
                    <a:pt x="3" y="4"/>
                    <a:pt x="0" y="9"/>
                    <a:pt x="0" y="12"/>
                  </a:cubicBezTo>
                  <a:cubicBezTo>
                    <a:pt x="1" y="15"/>
                    <a:pt x="6" y="15"/>
                    <a:pt x="11" y="12"/>
                  </a:cubicBezTo>
                  <a:cubicBezTo>
                    <a:pt x="14" y="10"/>
                    <a:pt x="17" y="6"/>
                    <a:pt x="16" y="3"/>
                  </a:cubicBezTo>
                  <a:cubicBezTo>
                    <a:pt x="15" y="1"/>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52" name="Freeform 2155"/>
            <p:cNvSpPr/>
            <p:nvPr/>
          </p:nvSpPr>
          <p:spPr bwMode="auto">
            <a:xfrm>
              <a:off x="10333342" y="8877078"/>
              <a:ext cx="44450" cy="39688"/>
            </a:xfrm>
            <a:custGeom>
              <a:avLst/>
              <a:gdLst>
                <a:gd name="T0" fmla="*/ 8 w 16"/>
                <a:gd name="T1" fmla="*/ 2 h 15"/>
                <a:gd name="T2" fmla="*/ 0 w 16"/>
                <a:gd name="T3" fmla="*/ 12 h 15"/>
                <a:gd name="T4" fmla="*/ 9 w 16"/>
                <a:gd name="T5" fmla="*/ 13 h 15"/>
                <a:gd name="T6" fmla="*/ 16 w 16"/>
                <a:gd name="T7" fmla="*/ 4 h 15"/>
                <a:gd name="T8" fmla="*/ 8 w 16"/>
                <a:gd name="T9" fmla="*/ 2 h 15"/>
              </a:gdLst>
              <a:ahLst/>
              <a:cxnLst>
                <a:cxn ang="0">
                  <a:pos x="T0" y="T1"/>
                </a:cxn>
                <a:cxn ang="0">
                  <a:pos x="T2" y="T3"/>
                </a:cxn>
                <a:cxn ang="0">
                  <a:pos x="T4" y="T5"/>
                </a:cxn>
                <a:cxn ang="0">
                  <a:pos x="T6" y="T7"/>
                </a:cxn>
                <a:cxn ang="0">
                  <a:pos x="T8" y="T9"/>
                </a:cxn>
              </a:cxnLst>
              <a:rect l="0" t="0" r="r" b="b"/>
              <a:pathLst>
                <a:path w="16" h="15">
                  <a:moveTo>
                    <a:pt x="8" y="2"/>
                  </a:moveTo>
                  <a:cubicBezTo>
                    <a:pt x="3" y="4"/>
                    <a:pt x="0" y="9"/>
                    <a:pt x="0" y="12"/>
                  </a:cubicBezTo>
                  <a:cubicBezTo>
                    <a:pt x="1" y="14"/>
                    <a:pt x="5" y="15"/>
                    <a:pt x="9" y="13"/>
                  </a:cubicBezTo>
                  <a:cubicBezTo>
                    <a:pt x="13" y="11"/>
                    <a:pt x="16" y="7"/>
                    <a:pt x="16" y="4"/>
                  </a:cubicBezTo>
                  <a:cubicBezTo>
                    <a:pt x="16" y="1"/>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53" name="Freeform 2156"/>
            <p:cNvSpPr/>
            <p:nvPr/>
          </p:nvSpPr>
          <p:spPr bwMode="auto">
            <a:xfrm>
              <a:off x="10125379" y="8988203"/>
              <a:ext cx="46038" cy="39688"/>
            </a:xfrm>
            <a:custGeom>
              <a:avLst/>
              <a:gdLst>
                <a:gd name="T0" fmla="*/ 8 w 17"/>
                <a:gd name="T1" fmla="*/ 2 h 15"/>
                <a:gd name="T2" fmla="*/ 0 w 17"/>
                <a:gd name="T3" fmla="*/ 12 h 15"/>
                <a:gd name="T4" fmla="*/ 11 w 17"/>
                <a:gd name="T5" fmla="*/ 12 h 15"/>
                <a:gd name="T6" fmla="*/ 16 w 17"/>
                <a:gd name="T7" fmla="*/ 3 h 15"/>
                <a:gd name="T8" fmla="*/ 8 w 17"/>
                <a:gd name="T9" fmla="*/ 2 h 15"/>
              </a:gdLst>
              <a:ahLst/>
              <a:cxnLst>
                <a:cxn ang="0">
                  <a:pos x="T0" y="T1"/>
                </a:cxn>
                <a:cxn ang="0">
                  <a:pos x="T2" y="T3"/>
                </a:cxn>
                <a:cxn ang="0">
                  <a:pos x="T4" y="T5"/>
                </a:cxn>
                <a:cxn ang="0">
                  <a:pos x="T6" y="T7"/>
                </a:cxn>
                <a:cxn ang="0">
                  <a:pos x="T8" y="T9"/>
                </a:cxn>
              </a:cxnLst>
              <a:rect l="0" t="0" r="r" b="b"/>
              <a:pathLst>
                <a:path w="17" h="15">
                  <a:moveTo>
                    <a:pt x="8" y="2"/>
                  </a:moveTo>
                  <a:cubicBezTo>
                    <a:pt x="3" y="4"/>
                    <a:pt x="0" y="9"/>
                    <a:pt x="0" y="12"/>
                  </a:cubicBezTo>
                  <a:cubicBezTo>
                    <a:pt x="1" y="15"/>
                    <a:pt x="6" y="14"/>
                    <a:pt x="11" y="12"/>
                  </a:cubicBezTo>
                  <a:cubicBezTo>
                    <a:pt x="15" y="9"/>
                    <a:pt x="17" y="5"/>
                    <a:pt x="16" y="3"/>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54" name="Freeform 2157"/>
            <p:cNvSpPr/>
            <p:nvPr/>
          </p:nvSpPr>
          <p:spPr bwMode="auto">
            <a:xfrm>
              <a:off x="9915829" y="9100916"/>
              <a:ext cx="46038" cy="41275"/>
            </a:xfrm>
            <a:custGeom>
              <a:avLst/>
              <a:gdLst>
                <a:gd name="T0" fmla="*/ 7 w 17"/>
                <a:gd name="T1" fmla="*/ 3 h 15"/>
                <a:gd name="T2" fmla="*/ 0 w 17"/>
                <a:gd name="T3" fmla="*/ 12 h 15"/>
                <a:gd name="T4" fmla="*/ 10 w 17"/>
                <a:gd name="T5" fmla="*/ 12 h 15"/>
                <a:gd name="T6" fmla="*/ 17 w 17"/>
                <a:gd name="T7" fmla="*/ 3 h 15"/>
                <a:gd name="T8" fmla="*/ 7 w 17"/>
                <a:gd name="T9" fmla="*/ 3 h 15"/>
              </a:gdLst>
              <a:ahLst/>
              <a:cxnLst>
                <a:cxn ang="0">
                  <a:pos x="T0" y="T1"/>
                </a:cxn>
                <a:cxn ang="0">
                  <a:pos x="T2" y="T3"/>
                </a:cxn>
                <a:cxn ang="0">
                  <a:pos x="T4" y="T5"/>
                </a:cxn>
                <a:cxn ang="0">
                  <a:pos x="T6" y="T7"/>
                </a:cxn>
                <a:cxn ang="0">
                  <a:pos x="T8" y="T9"/>
                </a:cxn>
              </a:cxnLst>
              <a:rect l="0" t="0" r="r" b="b"/>
              <a:pathLst>
                <a:path w="17" h="15">
                  <a:moveTo>
                    <a:pt x="7" y="3"/>
                  </a:moveTo>
                  <a:cubicBezTo>
                    <a:pt x="4" y="5"/>
                    <a:pt x="0" y="9"/>
                    <a:pt x="0" y="12"/>
                  </a:cubicBezTo>
                  <a:cubicBezTo>
                    <a:pt x="1" y="14"/>
                    <a:pt x="5" y="15"/>
                    <a:pt x="10" y="12"/>
                  </a:cubicBezTo>
                  <a:cubicBezTo>
                    <a:pt x="14" y="10"/>
                    <a:pt x="17" y="6"/>
                    <a:pt x="17" y="3"/>
                  </a:cubicBezTo>
                  <a:cubicBezTo>
                    <a:pt x="16" y="0"/>
                    <a:pt x="12" y="0"/>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55" name="Freeform 2158"/>
            <p:cNvSpPr/>
            <p:nvPr/>
          </p:nvSpPr>
          <p:spPr bwMode="auto">
            <a:xfrm>
              <a:off x="9709454" y="9218391"/>
              <a:ext cx="44450" cy="38100"/>
            </a:xfrm>
            <a:custGeom>
              <a:avLst/>
              <a:gdLst>
                <a:gd name="T0" fmla="*/ 7 w 16"/>
                <a:gd name="T1" fmla="*/ 3 h 14"/>
                <a:gd name="T2" fmla="*/ 0 w 16"/>
                <a:gd name="T3" fmla="*/ 11 h 14"/>
                <a:gd name="T4" fmla="*/ 9 w 16"/>
                <a:gd name="T5" fmla="*/ 12 h 14"/>
                <a:gd name="T6" fmla="*/ 16 w 16"/>
                <a:gd name="T7" fmla="*/ 3 h 14"/>
                <a:gd name="T8" fmla="*/ 7 w 16"/>
                <a:gd name="T9" fmla="*/ 3 h 14"/>
              </a:gdLst>
              <a:ahLst/>
              <a:cxnLst>
                <a:cxn ang="0">
                  <a:pos x="T0" y="T1"/>
                </a:cxn>
                <a:cxn ang="0">
                  <a:pos x="T2" y="T3"/>
                </a:cxn>
                <a:cxn ang="0">
                  <a:pos x="T4" y="T5"/>
                </a:cxn>
                <a:cxn ang="0">
                  <a:pos x="T6" y="T7"/>
                </a:cxn>
                <a:cxn ang="0">
                  <a:pos x="T8" y="T9"/>
                </a:cxn>
              </a:cxnLst>
              <a:rect l="0" t="0" r="r" b="b"/>
              <a:pathLst>
                <a:path w="16" h="14">
                  <a:moveTo>
                    <a:pt x="7" y="3"/>
                  </a:moveTo>
                  <a:cubicBezTo>
                    <a:pt x="3" y="5"/>
                    <a:pt x="0" y="9"/>
                    <a:pt x="0" y="11"/>
                  </a:cubicBezTo>
                  <a:cubicBezTo>
                    <a:pt x="0" y="14"/>
                    <a:pt x="4" y="14"/>
                    <a:pt x="9" y="12"/>
                  </a:cubicBezTo>
                  <a:cubicBezTo>
                    <a:pt x="13" y="10"/>
                    <a:pt x="16" y="6"/>
                    <a:pt x="16" y="3"/>
                  </a:cubicBezTo>
                  <a:cubicBezTo>
                    <a:pt x="16" y="0"/>
                    <a:pt x="11" y="0"/>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56" name="Freeform 2159"/>
            <p:cNvSpPr/>
            <p:nvPr/>
          </p:nvSpPr>
          <p:spPr bwMode="auto">
            <a:xfrm>
              <a:off x="9498317" y="9335866"/>
              <a:ext cx="49213" cy="36513"/>
            </a:xfrm>
            <a:custGeom>
              <a:avLst/>
              <a:gdLst>
                <a:gd name="T0" fmla="*/ 1 w 18"/>
                <a:gd name="T1" fmla="*/ 11 h 14"/>
                <a:gd name="T2" fmla="*/ 11 w 18"/>
                <a:gd name="T3" fmla="*/ 10 h 14"/>
                <a:gd name="T4" fmla="*/ 17 w 18"/>
                <a:gd name="T5" fmla="*/ 2 h 14"/>
                <a:gd name="T6" fmla="*/ 8 w 18"/>
                <a:gd name="T7" fmla="*/ 2 h 14"/>
                <a:gd name="T8" fmla="*/ 1 w 18"/>
                <a:gd name="T9" fmla="*/ 11 h 14"/>
              </a:gdLst>
              <a:ahLst/>
              <a:cxnLst>
                <a:cxn ang="0">
                  <a:pos x="T0" y="T1"/>
                </a:cxn>
                <a:cxn ang="0">
                  <a:pos x="T2" y="T3"/>
                </a:cxn>
                <a:cxn ang="0">
                  <a:pos x="T4" y="T5"/>
                </a:cxn>
                <a:cxn ang="0">
                  <a:pos x="T6" y="T7"/>
                </a:cxn>
                <a:cxn ang="0">
                  <a:pos x="T8" y="T9"/>
                </a:cxn>
              </a:cxnLst>
              <a:rect l="0" t="0" r="r" b="b"/>
              <a:pathLst>
                <a:path w="18" h="14">
                  <a:moveTo>
                    <a:pt x="1" y="11"/>
                  </a:moveTo>
                  <a:cubicBezTo>
                    <a:pt x="2" y="14"/>
                    <a:pt x="7" y="13"/>
                    <a:pt x="11" y="10"/>
                  </a:cubicBezTo>
                  <a:cubicBezTo>
                    <a:pt x="15" y="8"/>
                    <a:pt x="18" y="4"/>
                    <a:pt x="17" y="2"/>
                  </a:cubicBezTo>
                  <a:cubicBezTo>
                    <a:pt x="16" y="0"/>
                    <a:pt x="12" y="0"/>
                    <a:pt x="8" y="2"/>
                  </a:cubicBezTo>
                  <a:cubicBezTo>
                    <a:pt x="4" y="4"/>
                    <a:pt x="0" y="9"/>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57" name="Freeform 2160"/>
            <p:cNvSpPr/>
            <p:nvPr/>
          </p:nvSpPr>
          <p:spPr bwMode="auto">
            <a:xfrm>
              <a:off x="9288767" y="9446991"/>
              <a:ext cx="46038" cy="34925"/>
            </a:xfrm>
            <a:custGeom>
              <a:avLst/>
              <a:gdLst>
                <a:gd name="T0" fmla="*/ 8 w 17"/>
                <a:gd name="T1" fmla="*/ 3 h 13"/>
                <a:gd name="T2" fmla="*/ 1 w 17"/>
                <a:gd name="T3" fmla="*/ 12 h 13"/>
                <a:gd name="T4" fmla="*/ 10 w 17"/>
                <a:gd name="T5" fmla="*/ 11 h 13"/>
                <a:gd name="T6" fmla="*/ 17 w 17"/>
                <a:gd name="T7" fmla="*/ 3 h 13"/>
                <a:gd name="T8" fmla="*/ 8 w 17"/>
                <a:gd name="T9" fmla="*/ 3 h 13"/>
              </a:gdLst>
              <a:ahLst/>
              <a:cxnLst>
                <a:cxn ang="0">
                  <a:pos x="T0" y="T1"/>
                </a:cxn>
                <a:cxn ang="0">
                  <a:pos x="T2" y="T3"/>
                </a:cxn>
                <a:cxn ang="0">
                  <a:pos x="T4" y="T5"/>
                </a:cxn>
                <a:cxn ang="0">
                  <a:pos x="T6" y="T7"/>
                </a:cxn>
                <a:cxn ang="0">
                  <a:pos x="T8" y="T9"/>
                </a:cxn>
              </a:cxnLst>
              <a:rect l="0" t="0" r="r" b="b"/>
              <a:pathLst>
                <a:path w="17" h="13">
                  <a:moveTo>
                    <a:pt x="8" y="3"/>
                  </a:moveTo>
                  <a:cubicBezTo>
                    <a:pt x="4" y="5"/>
                    <a:pt x="0" y="9"/>
                    <a:pt x="1" y="12"/>
                  </a:cubicBezTo>
                  <a:cubicBezTo>
                    <a:pt x="2" y="13"/>
                    <a:pt x="6" y="13"/>
                    <a:pt x="10" y="11"/>
                  </a:cubicBezTo>
                  <a:cubicBezTo>
                    <a:pt x="14" y="9"/>
                    <a:pt x="17" y="5"/>
                    <a:pt x="17" y="3"/>
                  </a:cubicBezTo>
                  <a:cubicBezTo>
                    <a:pt x="17" y="1"/>
                    <a:pt x="13" y="0"/>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58" name="Freeform 2161"/>
            <p:cNvSpPr/>
            <p:nvPr/>
          </p:nvSpPr>
          <p:spPr bwMode="auto">
            <a:xfrm>
              <a:off x="9080804" y="9554941"/>
              <a:ext cx="46038" cy="34925"/>
            </a:xfrm>
            <a:custGeom>
              <a:avLst/>
              <a:gdLst>
                <a:gd name="T0" fmla="*/ 8 w 17"/>
                <a:gd name="T1" fmla="*/ 2 h 13"/>
                <a:gd name="T2" fmla="*/ 1 w 17"/>
                <a:gd name="T3" fmla="*/ 11 h 13"/>
                <a:gd name="T4" fmla="*/ 10 w 17"/>
                <a:gd name="T5" fmla="*/ 11 h 13"/>
                <a:gd name="T6" fmla="*/ 17 w 17"/>
                <a:gd name="T7" fmla="*/ 3 h 13"/>
                <a:gd name="T8" fmla="*/ 8 w 17"/>
                <a:gd name="T9" fmla="*/ 2 h 13"/>
              </a:gdLst>
              <a:ahLst/>
              <a:cxnLst>
                <a:cxn ang="0">
                  <a:pos x="T0" y="T1"/>
                </a:cxn>
                <a:cxn ang="0">
                  <a:pos x="T2" y="T3"/>
                </a:cxn>
                <a:cxn ang="0">
                  <a:pos x="T4" y="T5"/>
                </a:cxn>
                <a:cxn ang="0">
                  <a:pos x="T6" y="T7"/>
                </a:cxn>
                <a:cxn ang="0">
                  <a:pos x="T8" y="T9"/>
                </a:cxn>
              </a:cxnLst>
              <a:rect l="0" t="0" r="r" b="b"/>
              <a:pathLst>
                <a:path w="17" h="13">
                  <a:moveTo>
                    <a:pt x="8" y="2"/>
                  </a:moveTo>
                  <a:cubicBezTo>
                    <a:pt x="4" y="4"/>
                    <a:pt x="0" y="9"/>
                    <a:pt x="1" y="11"/>
                  </a:cubicBezTo>
                  <a:cubicBezTo>
                    <a:pt x="2" y="13"/>
                    <a:pt x="6" y="12"/>
                    <a:pt x="10" y="11"/>
                  </a:cubicBezTo>
                  <a:cubicBezTo>
                    <a:pt x="13" y="9"/>
                    <a:pt x="17" y="5"/>
                    <a:pt x="17" y="3"/>
                  </a:cubicBezTo>
                  <a:cubicBezTo>
                    <a:pt x="17" y="0"/>
                    <a:pt x="13"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59" name="Freeform 2162"/>
            <p:cNvSpPr/>
            <p:nvPr/>
          </p:nvSpPr>
          <p:spPr bwMode="auto">
            <a:xfrm>
              <a:off x="8871254" y="9654953"/>
              <a:ext cx="46038" cy="33338"/>
            </a:xfrm>
            <a:custGeom>
              <a:avLst/>
              <a:gdLst>
                <a:gd name="T0" fmla="*/ 1 w 17"/>
                <a:gd name="T1" fmla="*/ 10 h 12"/>
                <a:gd name="T2" fmla="*/ 10 w 17"/>
                <a:gd name="T3" fmla="*/ 10 h 12"/>
                <a:gd name="T4" fmla="*/ 17 w 17"/>
                <a:gd name="T5" fmla="*/ 3 h 12"/>
                <a:gd name="T6" fmla="*/ 7 w 17"/>
                <a:gd name="T7" fmla="*/ 2 h 12"/>
                <a:gd name="T8" fmla="*/ 1 w 17"/>
                <a:gd name="T9" fmla="*/ 10 h 12"/>
              </a:gdLst>
              <a:ahLst/>
              <a:cxnLst>
                <a:cxn ang="0">
                  <a:pos x="T0" y="T1"/>
                </a:cxn>
                <a:cxn ang="0">
                  <a:pos x="T2" y="T3"/>
                </a:cxn>
                <a:cxn ang="0">
                  <a:pos x="T4" y="T5"/>
                </a:cxn>
                <a:cxn ang="0">
                  <a:pos x="T6" y="T7"/>
                </a:cxn>
                <a:cxn ang="0">
                  <a:pos x="T8" y="T9"/>
                </a:cxn>
              </a:cxnLst>
              <a:rect l="0" t="0" r="r" b="b"/>
              <a:pathLst>
                <a:path w="17" h="12">
                  <a:moveTo>
                    <a:pt x="1" y="10"/>
                  </a:moveTo>
                  <a:cubicBezTo>
                    <a:pt x="1" y="12"/>
                    <a:pt x="6" y="12"/>
                    <a:pt x="10" y="10"/>
                  </a:cubicBezTo>
                  <a:cubicBezTo>
                    <a:pt x="14" y="8"/>
                    <a:pt x="17" y="5"/>
                    <a:pt x="17" y="3"/>
                  </a:cubicBezTo>
                  <a:cubicBezTo>
                    <a:pt x="16" y="0"/>
                    <a:pt x="12" y="0"/>
                    <a:pt x="7" y="2"/>
                  </a:cubicBezTo>
                  <a:cubicBezTo>
                    <a:pt x="4" y="4"/>
                    <a:pt x="0" y="8"/>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60" name="Freeform 2163"/>
            <p:cNvSpPr/>
            <p:nvPr/>
          </p:nvSpPr>
          <p:spPr bwMode="auto">
            <a:xfrm>
              <a:off x="5696254" y="10712228"/>
              <a:ext cx="42863" cy="26988"/>
            </a:xfrm>
            <a:custGeom>
              <a:avLst/>
              <a:gdLst>
                <a:gd name="T0" fmla="*/ 7 w 16"/>
                <a:gd name="T1" fmla="*/ 3 h 10"/>
                <a:gd name="T2" fmla="*/ 0 w 16"/>
                <a:gd name="T3" fmla="*/ 9 h 10"/>
                <a:gd name="T4" fmla="*/ 9 w 16"/>
                <a:gd name="T5" fmla="*/ 8 h 10"/>
                <a:gd name="T6" fmla="*/ 16 w 16"/>
                <a:gd name="T7" fmla="*/ 2 h 10"/>
                <a:gd name="T8" fmla="*/ 7 w 16"/>
                <a:gd name="T9" fmla="*/ 3 h 10"/>
              </a:gdLst>
              <a:ahLst/>
              <a:cxnLst>
                <a:cxn ang="0">
                  <a:pos x="T0" y="T1"/>
                </a:cxn>
                <a:cxn ang="0">
                  <a:pos x="T2" y="T3"/>
                </a:cxn>
                <a:cxn ang="0">
                  <a:pos x="T4" y="T5"/>
                </a:cxn>
                <a:cxn ang="0">
                  <a:pos x="T6" y="T7"/>
                </a:cxn>
                <a:cxn ang="0">
                  <a:pos x="T8" y="T9"/>
                </a:cxn>
              </a:cxnLst>
              <a:rect l="0" t="0" r="r" b="b"/>
              <a:pathLst>
                <a:path w="16" h="10">
                  <a:moveTo>
                    <a:pt x="7" y="3"/>
                  </a:moveTo>
                  <a:cubicBezTo>
                    <a:pt x="3" y="5"/>
                    <a:pt x="0" y="8"/>
                    <a:pt x="0" y="9"/>
                  </a:cubicBezTo>
                  <a:cubicBezTo>
                    <a:pt x="0" y="10"/>
                    <a:pt x="5" y="10"/>
                    <a:pt x="9" y="8"/>
                  </a:cubicBezTo>
                  <a:cubicBezTo>
                    <a:pt x="13" y="6"/>
                    <a:pt x="16" y="3"/>
                    <a:pt x="16" y="2"/>
                  </a:cubicBezTo>
                  <a:cubicBezTo>
                    <a:pt x="16" y="0"/>
                    <a:pt x="11" y="1"/>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61" name="Freeform 2164"/>
            <p:cNvSpPr/>
            <p:nvPr/>
          </p:nvSpPr>
          <p:spPr bwMode="auto">
            <a:xfrm>
              <a:off x="5904217" y="10610628"/>
              <a:ext cx="46038" cy="30163"/>
            </a:xfrm>
            <a:custGeom>
              <a:avLst/>
              <a:gdLst>
                <a:gd name="T0" fmla="*/ 7 w 17"/>
                <a:gd name="T1" fmla="*/ 3 h 11"/>
                <a:gd name="T2" fmla="*/ 1 w 17"/>
                <a:gd name="T3" fmla="*/ 9 h 11"/>
                <a:gd name="T4" fmla="*/ 10 w 17"/>
                <a:gd name="T5" fmla="*/ 8 h 11"/>
                <a:gd name="T6" fmla="*/ 17 w 17"/>
                <a:gd name="T7" fmla="*/ 2 h 11"/>
                <a:gd name="T8" fmla="*/ 7 w 17"/>
                <a:gd name="T9" fmla="*/ 3 h 11"/>
              </a:gdLst>
              <a:ahLst/>
              <a:cxnLst>
                <a:cxn ang="0">
                  <a:pos x="T0" y="T1"/>
                </a:cxn>
                <a:cxn ang="0">
                  <a:pos x="T2" y="T3"/>
                </a:cxn>
                <a:cxn ang="0">
                  <a:pos x="T4" y="T5"/>
                </a:cxn>
                <a:cxn ang="0">
                  <a:pos x="T6" y="T7"/>
                </a:cxn>
                <a:cxn ang="0">
                  <a:pos x="T8" y="T9"/>
                </a:cxn>
              </a:cxnLst>
              <a:rect l="0" t="0" r="r" b="b"/>
              <a:pathLst>
                <a:path w="17" h="11">
                  <a:moveTo>
                    <a:pt x="7" y="3"/>
                  </a:moveTo>
                  <a:cubicBezTo>
                    <a:pt x="3" y="5"/>
                    <a:pt x="0" y="8"/>
                    <a:pt x="1" y="9"/>
                  </a:cubicBezTo>
                  <a:cubicBezTo>
                    <a:pt x="1" y="11"/>
                    <a:pt x="5" y="10"/>
                    <a:pt x="10" y="8"/>
                  </a:cubicBezTo>
                  <a:cubicBezTo>
                    <a:pt x="14" y="6"/>
                    <a:pt x="17" y="3"/>
                    <a:pt x="17" y="2"/>
                  </a:cubicBezTo>
                  <a:cubicBezTo>
                    <a:pt x="16" y="0"/>
                    <a:pt x="12" y="1"/>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62" name="Freeform 2165"/>
            <p:cNvSpPr/>
            <p:nvPr/>
          </p:nvSpPr>
          <p:spPr bwMode="auto">
            <a:xfrm>
              <a:off x="6116942" y="10513791"/>
              <a:ext cx="46038" cy="30163"/>
            </a:xfrm>
            <a:custGeom>
              <a:avLst/>
              <a:gdLst>
                <a:gd name="T0" fmla="*/ 8 w 17"/>
                <a:gd name="T1" fmla="*/ 3 h 11"/>
                <a:gd name="T2" fmla="*/ 0 w 17"/>
                <a:gd name="T3" fmla="*/ 9 h 11"/>
                <a:gd name="T4" fmla="*/ 9 w 17"/>
                <a:gd name="T5" fmla="*/ 8 h 11"/>
                <a:gd name="T6" fmla="*/ 17 w 17"/>
                <a:gd name="T7" fmla="*/ 2 h 11"/>
                <a:gd name="T8" fmla="*/ 8 w 17"/>
                <a:gd name="T9" fmla="*/ 3 h 11"/>
              </a:gdLst>
              <a:ahLst/>
              <a:cxnLst>
                <a:cxn ang="0">
                  <a:pos x="T0" y="T1"/>
                </a:cxn>
                <a:cxn ang="0">
                  <a:pos x="T2" y="T3"/>
                </a:cxn>
                <a:cxn ang="0">
                  <a:pos x="T4" y="T5"/>
                </a:cxn>
                <a:cxn ang="0">
                  <a:pos x="T6" y="T7"/>
                </a:cxn>
                <a:cxn ang="0">
                  <a:pos x="T8" y="T9"/>
                </a:cxn>
              </a:cxnLst>
              <a:rect l="0" t="0" r="r" b="b"/>
              <a:pathLst>
                <a:path w="17" h="11">
                  <a:moveTo>
                    <a:pt x="8" y="3"/>
                  </a:moveTo>
                  <a:cubicBezTo>
                    <a:pt x="4" y="5"/>
                    <a:pt x="0" y="8"/>
                    <a:pt x="0" y="9"/>
                  </a:cubicBezTo>
                  <a:cubicBezTo>
                    <a:pt x="0" y="11"/>
                    <a:pt x="5" y="10"/>
                    <a:pt x="9" y="8"/>
                  </a:cubicBezTo>
                  <a:cubicBezTo>
                    <a:pt x="13" y="6"/>
                    <a:pt x="17" y="3"/>
                    <a:pt x="17" y="2"/>
                  </a:cubicBezTo>
                  <a:cubicBezTo>
                    <a:pt x="16" y="0"/>
                    <a:pt x="12" y="1"/>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63" name="Freeform 2166"/>
            <p:cNvSpPr/>
            <p:nvPr/>
          </p:nvSpPr>
          <p:spPr bwMode="auto">
            <a:xfrm>
              <a:off x="6328079" y="10418541"/>
              <a:ext cx="46038" cy="26988"/>
            </a:xfrm>
            <a:custGeom>
              <a:avLst/>
              <a:gdLst>
                <a:gd name="T0" fmla="*/ 8 w 17"/>
                <a:gd name="T1" fmla="*/ 3 h 10"/>
                <a:gd name="T2" fmla="*/ 0 w 17"/>
                <a:gd name="T3" fmla="*/ 9 h 10"/>
                <a:gd name="T4" fmla="*/ 9 w 17"/>
                <a:gd name="T5" fmla="*/ 8 h 10"/>
                <a:gd name="T6" fmla="*/ 17 w 17"/>
                <a:gd name="T7" fmla="*/ 2 h 10"/>
                <a:gd name="T8" fmla="*/ 8 w 17"/>
                <a:gd name="T9" fmla="*/ 3 h 10"/>
              </a:gdLst>
              <a:ahLst/>
              <a:cxnLst>
                <a:cxn ang="0">
                  <a:pos x="T0" y="T1"/>
                </a:cxn>
                <a:cxn ang="0">
                  <a:pos x="T2" y="T3"/>
                </a:cxn>
                <a:cxn ang="0">
                  <a:pos x="T4" y="T5"/>
                </a:cxn>
                <a:cxn ang="0">
                  <a:pos x="T6" y="T7"/>
                </a:cxn>
                <a:cxn ang="0">
                  <a:pos x="T8" y="T9"/>
                </a:cxn>
              </a:cxnLst>
              <a:rect l="0" t="0" r="r" b="b"/>
              <a:pathLst>
                <a:path w="17" h="10">
                  <a:moveTo>
                    <a:pt x="8" y="3"/>
                  </a:moveTo>
                  <a:cubicBezTo>
                    <a:pt x="3" y="4"/>
                    <a:pt x="0" y="8"/>
                    <a:pt x="0" y="9"/>
                  </a:cubicBezTo>
                  <a:cubicBezTo>
                    <a:pt x="1" y="10"/>
                    <a:pt x="5" y="10"/>
                    <a:pt x="9" y="8"/>
                  </a:cubicBezTo>
                  <a:cubicBezTo>
                    <a:pt x="13" y="7"/>
                    <a:pt x="17" y="4"/>
                    <a:pt x="17" y="2"/>
                  </a:cubicBezTo>
                  <a:cubicBezTo>
                    <a:pt x="17" y="0"/>
                    <a:pt x="12" y="1"/>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64" name="Freeform 2167"/>
            <p:cNvSpPr/>
            <p:nvPr/>
          </p:nvSpPr>
          <p:spPr bwMode="auto">
            <a:xfrm>
              <a:off x="6537629" y="10328053"/>
              <a:ext cx="47625" cy="28575"/>
            </a:xfrm>
            <a:custGeom>
              <a:avLst/>
              <a:gdLst>
                <a:gd name="T0" fmla="*/ 8 w 18"/>
                <a:gd name="T1" fmla="*/ 2 h 10"/>
                <a:gd name="T2" fmla="*/ 1 w 18"/>
                <a:gd name="T3" fmla="*/ 9 h 10"/>
                <a:gd name="T4" fmla="*/ 11 w 18"/>
                <a:gd name="T5" fmla="*/ 8 h 10"/>
                <a:gd name="T6" fmla="*/ 17 w 18"/>
                <a:gd name="T7" fmla="*/ 1 h 10"/>
                <a:gd name="T8" fmla="*/ 8 w 18"/>
                <a:gd name="T9" fmla="*/ 2 h 10"/>
              </a:gdLst>
              <a:ahLst/>
              <a:cxnLst>
                <a:cxn ang="0">
                  <a:pos x="T0" y="T1"/>
                </a:cxn>
                <a:cxn ang="0">
                  <a:pos x="T2" y="T3"/>
                </a:cxn>
                <a:cxn ang="0">
                  <a:pos x="T4" y="T5"/>
                </a:cxn>
                <a:cxn ang="0">
                  <a:pos x="T6" y="T7"/>
                </a:cxn>
                <a:cxn ang="0">
                  <a:pos x="T8" y="T9"/>
                </a:cxn>
              </a:cxnLst>
              <a:rect l="0" t="0" r="r" b="b"/>
              <a:pathLst>
                <a:path w="18" h="10">
                  <a:moveTo>
                    <a:pt x="8" y="2"/>
                  </a:moveTo>
                  <a:cubicBezTo>
                    <a:pt x="3" y="4"/>
                    <a:pt x="0" y="8"/>
                    <a:pt x="1" y="9"/>
                  </a:cubicBezTo>
                  <a:cubicBezTo>
                    <a:pt x="2" y="10"/>
                    <a:pt x="7" y="9"/>
                    <a:pt x="11" y="8"/>
                  </a:cubicBezTo>
                  <a:cubicBezTo>
                    <a:pt x="15" y="6"/>
                    <a:pt x="18" y="3"/>
                    <a:pt x="17" y="1"/>
                  </a:cubicBezTo>
                  <a:cubicBezTo>
                    <a:pt x="16" y="0"/>
                    <a:pt x="12" y="1"/>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65" name="Freeform 2168"/>
            <p:cNvSpPr/>
            <p:nvPr/>
          </p:nvSpPr>
          <p:spPr bwMode="auto">
            <a:xfrm>
              <a:off x="6751942" y="10243916"/>
              <a:ext cx="46038" cy="28575"/>
            </a:xfrm>
            <a:custGeom>
              <a:avLst/>
              <a:gdLst>
                <a:gd name="T0" fmla="*/ 8 w 17"/>
                <a:gd name="T1" fmla="*/ 2 h 10"/>
                <a:gd name="T2" fmla="*/ 0 w 17"/>
                <a:gd name="T3" fmla="*/ 8 h 10"/>
                <a:gd name="T4" fmla="*/ 8 w 17"/>
                <a:gd name="T5" fmla="*/ 8 h 10"/>
                <a:gd name="T6" fmla="*/ 16 w 17"/>
                <a:gd name="T7" fmla="*/ 3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4" y="3"/>
                    <a:pt x="0" y="6"/>
                    <a:pt x="0" y="8"/>
                  </a:cubicBezTo>
                  <a:cubicBezTo>
                    <a:pt x="0" y="10"/>
                    <a:pt x="4" y="10"/>
                    <a:pt x="8" y="8"/>
                  </a:cubicBezTo>
                  <a:cubicBezTo>
                    <a:pt x="13" y="7"/>
                    <a:pt x="16" y="4"/>
                    <a:pt x="16" y="3"/>
                  </a:cubicBezTo>
                  <a:cubicBezTo>
                    <a:pt x="17" y="1"/>
                    <a:pt x="13"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66" name="Freeform 2169"/>
            <p:cNvSpPr/>
            <p:nvPr/>
          </p:nvSpPr>
          <p:spPr bwMode="auto">
            <a:xfrm>
              <a:off x="6963079" y="10169303"/>
              <a:ext cx="46038" cy="26988"/>
            </a:xfrm>
            <a:custGeom>
              <a:avLst/>
              <a:gdLst>
                <a:gd name="T0" fmla="*/ 0 w 17"/>
                <a:gd name="T1" fmla="*/ 7 h 10"/>
                <a:gd name="T2" fmla="*/ 9 w 17"/>
                <a:gd name="T3" fmla="*/ 8 h 10"/>
                <a:gd name="T4" fmla="*/ 17 w 17"/>
                <a:gd name="T5" fmla="*/ 3 h 10"/>
                <a:gd name="T6" fmla="*/ 8 w 17"/>
                <a:gd name="T7" fmla="*/ 2 h 10"/>
                <a:gd name="T8" fmla="*/ 0 w 17"/>
                <a:gd name="T9" fmla="*/ 7 h 10"/>
              </a:gdLst>
              <a:ahLst/>
              <a:cxnLst>
                <a:cxn ang="0">
                  <a:pos x="T0" y="T1"/>
                </a:cxn>
                <a:cxn ang="0">
                  <a:pos x="T2" y="T3"/>
                </a:cxn>
                <a:cxn ang="0">
                  <a:pos x="T4" y="T5"/>
                </a:cxn>
                <a:cxn ang="0">
                  <a:pos x="T6" y="T7"/>
                </a:cxn>
                <a:cxn ang="0">
                  <a:pos x="T8" y="T9"/>
                </a:cxn>
              </a:cxnLst>
              <a:rect l="0" t="0" r="r" b="b"/>
              <a:pathLst>
                <a:path w="17" h="10">
                  <a:moveTo>
                    <a:pt x="0" y="7"/>
                  </a:moveTo>
                  <a:cubicBezTo>
                    <a:pt x="0" y="9"/>
                    <a:pt x="4" y="10"/>
                    <a:pt x="9" y="8"/>
                  </a:cubicBezTo>
                  <a:cubicBezTo>
                    <a:pt x="13" y="7"/>
                    <a:pt x="17" y="4"/>
                    <a:pt x="17" y="3"/>
                  </a:cubicBezTo>
                  <a:cubicBezTo>
                    <a:pt x="17" y="1"/>
                    <a:pt x="13" y="0"/>
                    <a:pt x="8" y="2"/>
                  </a:cubicBezTo>
                  <a:cubicBezTo>
                    <a:pt x="4" y="3"/>
                    <a:pt x="1" y="5"/>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67" name="Freeform 2170"/>
            <p:cNvSpPr/>
            <p:nvPr/>
          </p:nvSpPr>
          <p:spPr bwMode="auto">
            <a:xfrm>
              <a:off x="7174217" y="10104216"/>
              <a:ext cx="46038" cy="23813"/>
            </a:xfrm>
            <a:custGeom>
              <a:avLst/>
              <a:gdLst>
                <a:gd name="T0" fmla="*/ 8 w 17"/>
                <a:gd name="T1" fmla="*/ 1 h 9"/>
                <a:gd name="T2" fmla="*/ 1 w 17"/>
                <a:gd name="T3" fmla="*/ 7 h 9"/>
                <a:gd name="T4" fmla="*/ 11 w 17"/>
                <a:gd name="T5" fmla="*/ 7 h 9"/>
                <a:gd name="T6" fmla="*/ 17 w 17"/>
                <a:gd name="T7" fmla="*/ 2 h 9"/>
                <a:gd name="T8" fmla="*/ 8 w 17"/>
                <a:gd name="T9" fmla="*/ 1 h 9"/>
              </a:gdLst>
              <a:ahLst/>
              <a:cxnLst>
                <a:cxn ang="0">
                  <a:pos x="T0" y="T1"/>
                </a:cxn>
                <a:cxn ang="0">
                  <a:pos x="T2" y="T3"/>
                </a:cxn>
                <a:cxn ang="0">
                  <a:pos x="T4" y="T5"/>
                </a:cxn>
                <a:cxn ang="0">
                  <a:pos x="T6" y="T7"/>
                </a:cxn>
                <a:cxn ang="0">
                  <a:pos x="T8" y="T9"/>
                </a:cxn>
              </a:cxnLst>
              <a:rect l="0" t="0" r="r" b="b"/>
              <a:pathLst>
                <a:path w="17" h="9">
                  <a:moveTo>
                    <a:pt x="8" y="1"/>
                  </a:moveTo>
                  <a:cubicBezTo>
                    <a:pt x="4" y="2"/>
                    <a:pt x="0" y="5"/>
                    <a:pt x="1" y="7"/>
                  </a:cubicBezTo>
                  <a:cubicBezTo>
                    <a:pt x="1" y="9"/>
                    <a:pt x="6" y="9"/>
                    <a:pt x="11" y="7"/>
                  </a:cubicBezTo>
                  <a:cubicBezTo>
                    <a:pt x="15" y="6"/>
                    <a:pt x="17" y="3"/>
                    <a:pt x="17" y="2"/>
                  </a:cubicBezTo>
                  <a:cubicBezTo>
                    <a:pt x="16" y="0"/>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68" name="Freeform 2171"/>
            <p:cNvSpPr/>
            <p:nvPr/>
          </p:nvSpPr>
          <p:spPr bwMode="auto">
            <a:xfrm>
              <a:off x="7386942" y="10047066"/>
              <a:ext cx="46038" cy="23813"/>
            </a:xfrm>
            <a:custGeom>
              <a:avLst/>
              <a:gdLst>
                <a:gd name="T0" fmla="*/ 8 w 17"/>
                <a:gd name="T1" fmla="*/ 1 h 9"/>
                <a:gd name="T2" fmla="*/ 1 w 17"/>
                <a:gd name="T3" fmla="*/ 7 h 9"/>
                <a:gd name="T4" fmla="*/ 10 w 17"/>
                <a:gd name="T5" fmla="*/ 8 h 9"/>
                <a:gd name="T6" fmla="*/ 17 w 17"/>
                <a:gd name="T7" fmla="*/ 4 h 9"/>
                <a:gd name="T8" fmla="*/ 8 w 17"/>
                <a:gd name="T9" fmla="*/ 1 h 9"/>
              </a:gdLst>
              <a:ahLst/>
              <a:cxnLst>
                <a:cxn ang="0">
                  <a:pos x="T0" y="T1"/>
                </a:cxn>
                <a:cxn ang="0">
                  <a:pos x="T2" y="T3"/>
                </a:cxn>
                <a:cxn ang="0">
                  <a:pos x="T4" y="T5"/>
                </a:cxn>
                <a:cxn ang="0">
                  <a:pos x="T6" y="T7"/>
                </a:cxn>
                <a:cxn ang="0">
                  <a:pos x="T8" y="T9"/>
                </a:cxn>
              </a:cxnLst>
              <a:rect l="0" t="0" r="r" b="b"/>
              <a:pathLst>
                <a:path w="17" h="9">
                  <a:moveTo>
                    <a:pt x="8" y="1"/>
                  </a:moveTo>
                  <a:cubicBezTo>
                    <a:pt x="4" y="3"/>
                    <a:pt x="0" y="5"/>
                    <a:pt x="1" y="7"/>
                  </a:cubicBezTo>
                  <a:cubicBezTo>
                    <a:pt x="2" y="9"/>
                    <a:pt x="6" y="9"/>
                    <a:pt x="10" y="8"/>
                  </a:cubicBezTo>
                  <a:cubicBezTo>
                    <a:pt x="14" y="7"/>
                    <a:pt x="17" y="5"/>
                    <a:pt x="17" y="4"/>
                  </a:cubicBezTo>
                  <a:cubicBezTo>
                    <a:pt x="17" y="1"/>
                    <a:pt x="13"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69" name="Freeform 2172"/>
            <p:cNvSpPr/>
            <p:nvPr/>
          </p:nvSpPr>
          <p:spPr bwMode="auto">
            <a:xfrm>
              <a:off x="7601254" y="10005791"/>
              <a:ext cx="46038" cy="23813"/>
            </a:xfrm>
            <a:custGeom>
              <a:avLst/>
              <a:gdLst>
                <a:gd name="T0" fmla="*/ 8 w 17"/>
                <a:gd name="T1" fmla="*/ 1 h 9"/>
                <a:gd name="T2" fmla="*/ 0 w 17"/>
                <a:gd name="T3" fmla="*/ 6 h 9"/>
                <a:gd name="T4" fmla="*/ 10 w 17"/>
                <a:gd name="T5" fmla="*/ 8 h 9"/>
                <a:gd name="T6" fmla="*/ 17 w 17"/>
                <a:gd name="T7" fmla="*/ 3 h 9"/>
                <a:gd name="T8" fmla="*/ 8 w 17"/>
                <a:gd name="T9" fmla="*/ 1 h 9"/>
              </a:gdLst>
              <a:ahLst/>
              <a:cxnLst>
                <a:cxn ang="0">
                  <a:pos x="T0" y="T1"/>
                </a:cxn>
                <a:cxn ang="0">
                  <a:pos x="T2" y="T3"/>
                </a:cxn>
                <a:cxn ang="0">
                  <a:pos x="T4" y="T5"/>
                </a:cxn>
                <a:cxn ang="0">
                  <a:pos x="T6" y="T7"/>
                </a:cxn>
                <a:cxn ang="0">
                  <a:pos x="T8" y="T9"/>
                </a:cxn>
              </a:cxnLst>
              <a:rect l="0" t="0" r="r" b="b"/>
              <a:pathLst>
                <a:path w="17" h="9">
                  <a:moveTo>
                    <a:pt x="8" y="1"/>
                  </a:moveTo>
                  <a:cubicBezTo>
                    <a:pt x="4" y="2"/>
                    <a:pt x="0" y="4"/>
                    <a:pt x="0" y="6"/>
                  </a:cubicBezTo>
                  <a:cubicBezTo>
                    <a:pt x="0" y="8"/>
                    <a:pt x="5" y="9"/>
                    <a:pt x="10" y="8"/>
                  </a:cubicBezTo>
                  <a:cubicBezTo>
                    <a:pt x="14" y="7"/>
                    <a:pt x="17" y="5"/>
                    <a:pt x="17" y="3"/>
                  </a:cubicBezTo>
                  <a:cubicBezTo>
                    <a:pt x="17" y="1"/>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70" name="Freeform 2173"/>
            <p:cNvSpPr/>
            <p:nvPr/>
          </p:nvSpPr>
          <p:spPr bwMode="auto">
            <a:xfrm>
              <a:off x="7815567" y="9978803"/>
              <a:ext cx="46038" cy="22225"/>
            </a:xfrm>
            <a:custGeom>
              <a:avLst/>
              <a:gdLst>
                <a:gd name="T0" fmla="*/ 7 w 17"/>
                <a:gd name="T1" fmla="*/ 1 h 8"/>
                <a:gd name="T2" fmla="*/ 0 w 17"/>
                <a:gd name="T3" fmla="*/ 5 h 8"/>
                <a:gd name="T4" fmla="*/ 10 w 17"/>
                <a:gd name="T5" fmla="*/ 8 h 8"/>
                <a:gd name="T6" fmla="*/ 17 w 17"/>
                <a:gd name="T7" fmla="*/ 4 h 8"/>
                <a:gd name="T8" fmla="*/ 7 w 17"/>
                <a:gd name="T9" fmla="*/ 1 h 8"/>
              </a:gdLst>
              <a:ahLst/>
              <a:cxnLst>
                <a:cxn ang="0">
                  <a:pos x="T0" y="T1"/>
                </a:cxn>
                <a:cxn ang="0">
                  <a:pos x="T2" y="T3"/>
                </a:cxn>
                <a:cxn ang="0">
                  <a:pos x="T4" y="T5"/>
                </a:cxn>
                <a:cxn ang="0">
                  <a:pos x="T6" y="T7"/>
                </a:cxn>
                <a:cxn ang="0">
                  <a:pos x="T8" y="T9"/>
                </a:cxn>
              </a:cxnLst>
              <a:rect l="0" t="0" r="r" b="b"/>
              <a:pathLst>
                <a:path w="17" h="8">
                  <a:moveTo>
                    <a:pt x="7" y="1"/>
                  </a:moveTo>
                  <a:cubicBezTo>
                    <a:pt x="3" y="1"/>
                    <a:pt x="0" y="3"/>
                    <a:pt x="0" y="5"/>
                  </a:cubicBezTo>
                  <a:cubicBezTo>
                    <a:pt x="1" y="7"/>
                    <a:pt x="5" y="8"/>
                    <a:pt x="10" y="8"/>
                  </a:cubicBezTo>
                  <a:cubicBezTo>
                    <a:pt x="14" y="7"/>
                    <a:pt x="17" y="5"/>
                    <a:pt x="17" y="4"/>
                  </a:cubicBezTo>
                  <a:cubicBezTo>
                    <a:pt x="16" y="1"/>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71" name="Freeform 2174"/>
            <p:cNvSpPr/>
            <p:nvPr/>
          </p:nvSpPr>
          <p:spPr bwMode="auto">
            <a:xfrm>
              <a:off x="8026704" y="9945466"/>
              <a:ext cx="49213" cy="25400"/>
            </a:xfrm>
            <a:custGeom>
              <a:avLst/>
              <a:gdLst>
                <a:gd name="T0" fmla="*/ 8 w 18"/>
                <a:gd name="T1" fmla="*/ 1 h 9"/>
                <a:gd name="T2" fmla="*/ 1 w 18"/>
                <a:gd name="T3" fmla="*/ 6 h 9"/>
                <a:gd name="T4" fmla="*/ 11 w 18"/>
                <a:gd name="T5" fmla="*/ 8 h 9"/>
                <a:gd name="T6" fmla="*/ 17 w 18"/>
                <a:gd name="T7" fmla="*/ 3 h 9"/>
                <a:gd name="T8" fmla="*/ 8 w 18"/>
                <a:gd name="T9" fmla="*/ 1 h 9"/>
              </a:gdLst>
              <a:ahLst/>
              <a:cxnLst>
                <a:cxn ang="0">
                  <a:pos x="T0" y="T1"/>
                </a:cxn>
                <a:cxn ang="0">
                  <a:pos x="T2" y="T3"/>
                </a:cxn>
                <a:cxn ang="0">
                  <a:pos x="T4" y="T5"/>
                </a:cxn>
                <a:cxn ang="0">
                  <a:pos x="T6" y="T7"/>
                </a:cxn>
                <a:cxn ang="0">
                  <a:pos x="T8" y="T9"/>
                </a:cxn>
              </a:cxnLst>
              <a:rect l="0" t="0" r="r" b="b"/>
              <a:pathLst>
                <a:path w="18" h="9">
                  <a:moveTo>
                    <a:pt x="8" y="1"/>
                  </a:moveTo>
                  <a:cubicBezTo>
                    <a:pt x="4" y="1"/>
                    <a:pt x="0" y="4"/>
                    <a:pt x="1" y="6"/>
                  </a:cubicBezTo>
                  <a:cubicBezTo>
                    <a:pt x="1" y="8"/>
                    <a:pt x="6" y="9"/>
                    <a:pt x="11" y="8"/>
                  </a:cubicBezTo>
                  <a:cubicBezTo>
                    <a:pt x="15" y="7"/>
                    <a:pt x="18" y="4"/>
                    <a:pt x="17" y="3"/>
                  </a:cubicBezTo>
                  <a:cubicBezTo>
                    <a:pt x="16" y="1"/>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72" name="Freeform 2175"/>
            <p:cNvSpPr/>
            <p:nvPr/>
          </p:nvSpPr>
          <p:spPr bwMode="auto">
            <a:xfrm>
              <a:off x="8239429" y="9894666"/>
              <a:ext cx="46038" cy="26988"/>
            </a:xfrm>
            <a:custGeom>
              <a:avLst/>
              <a:gdLst>
                <a:gd name="T0" fmla="*/ 8 w 17"/>
                <a:gd name="T1" fmla="*/ 1 h 10"/>
                <a:gd name="T2" fmla="*/ 1 w 17"/>
                <a:gd name="T3" fmla="*/ 7 h 10"/>
                <a:gd name="T4" fmla="*/ 9 w 17"/>
                <a:gd name="T5" fmla="*/ 9 h 10"/>
                <a:gd name="T6" fmla="*/ 17 w 17"/>
                <a:gd name="T7" fmla="*/ 3 h 10"/>
                <a:gd name="T8" fmla="*/ 8 w 17"/>
                <a:gd name="T9" fmla="*/ 1 h 10"/>
              </a:gdLst>
              <a:ahLst/>
              <a:cxnLst>
                <a:cxn ang="0">
                  <a:pos x="T0" y="T1"/>
                </a:cxn>
                <a:cxn ang="0">
                  <a:pos x="T2" y="T3"/>
                </a:cxn>
                <a:cxn ang="0">
                  <a:pos x="T4" y="T5"/>
                </a:cxn>
                <a:cxn ang="0">
                  <a:pos x="T6" y="T7"/>
                </a:cxn>
                <a:cxn ang="0">
                  <a:pos x="T8" y="T9"/>
                </a:cxn>
              </a:cxnLst>
              <a:rect l="0" t="0" r="r" b="b"/>
              <a:pathLst>
                <a:path w="17" h="10">
                  <a:moveTo>
                    <a:pt x="8" y="1"/>
                  </a:moveTo>
                  <a:cubicBezTo>
                    <a:pt x="5" y="2"/>
                    <a:pt x="1" y="5"/>
                    <a:pt x="1" y="7"/>
                  </a:cubicBezTo>
                  <a:cubicBezTo>
                    <a:pt x="0" y="9"/>
                    <a:pt x="5" y="10"/>
                    <a:pt x="9" y="9"/>
                  </a:cubicBezTo>
                  <a:cubicBezTo>
                    <a:pt x="13" y="8"/>
                    <a:pt x="17" y="5"/>
                    <a:pt x="17" y="3"/>
                  </a:cubicBezTo>
                  <a:cubicBezTo>
                    <a:pt x="17" y="1"/>
                    <a:pt x="13"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73" name="Freeform 2176"/>
            <p:cNvSpPr/>
            <p:nvPr/>
          </p:nvSpPr>
          <p:spPr bwMode="auto">
            <a:xfrm>
              <a:off x="8450567" y="9826403"/>
              <a:ext cx="46038" cy="30163"/>
            </a:xfrm>
            <a:custGeom>
              <a:avLst/>
              <a:gdLst>
                <a:gd name="T0" fmla="*/ 9 w 17"/>
                <a:gd name="T1" fmla="*/ 2 h 11"/>
                <a:gd name="T2" fmla="*/ 1 w 17"/>
                <a:gd name="T3" fmla="*/ 8 h 11"/>
                <a:gd name="T4" fmla="*/ 10 w 17"/>
                <a:gd name="T5" fmla="*/ 9 h 11"/>
                <a:gd name="T6" fmla="*/ 17 w 17"/>
                <a:gd name="T7" fmla="*/ 3 h 11"/>
                <a:gd name="T8" fmla="*/ 9 w 17"/>
                <a:gd name="T9" fmla="*/ 2 h 11"/>
              </a:gdLst>
              <a:ahLst/>
              <a:cxnLst>
                <a:cxn ang="0">
                  <a:pos x="T0" y="T1"/>
                </a:cxn>
                <a:cxn ang="0">
                  <a:pos x="T2" y="T3"/>
                </a:cxn>
                <a:cxn ang="0">
                  <a:pos x="T4" y="T5"/>
                </a:cxn>
                <a:cxn ang="0">
                  <a:pos x="T6" y="T7"/>
                </a:cxn>
                <a:cxn ang="0">
                  <a:pos x="T8" y="T9"/>
                </a:cxn>
              </a:cxnLst>
              <a:rect l="0" t="0" r="r" b="b"/>
              <a:pathLst>
                <a:path w="17" h="11">
                  <a:moveTo>
                    <a:pt x="9" y="2"/>
                  </a:moveTo>
                  <a:cubicBezTo>
                    <a:pt x="4" y="3"/>
                    <a:pt x="0" y="6"/>
                    <a:pt x="1" y="8"/>
                  </a:cubicBezTo>
                  <a:cubicBezTo>
                    <a:pt x="1" y="11"/>
                    <a:pt x="6" y="11"/>
                    <a:pt x="10" y="9"/>
                  </a:cubicBezTo>
                  <a:cubicBezTo>
                    <a:pt x="15" y="7"/>
                    <a:pt x="17" y="5"/>
                    <a:pt x="17" y="3"/>
                  </a:cubicBezTo>
                  <a:cubicBezTo>
                    <a:pt x="16" y="1"/>
                    <a:pt x="13"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74" name="Freeform 2177"/>
            <p:cNvSpPr/>
            <p:nvPr/>
          </p:nvSpPr>
          <p:spPr bwMode="auto">
            <a:xfrm>
              <a:off x="8660117" y="9747028"/>
              <a:ext cx="47625" cy="30163"/>
            </a:xfrm>
            <a:custGeom>
              <a:avLst/>
              <a:gdLst>
                <a:gd name="T0" fmla="*/ 1 w 18"/>
                <a:gd name="T1" fmla="*/ 9 h 11"/>
                <a:gd name="T2" fmla="*/ 11 w 18"/>
                <a:gd name="T3" fmla="*/ 9 h 11"/>
                <a:gd name="T4" fmla="*/ 17 w 18"/>
                <a:gd name="T5" fmla="*/ 2 h 11"/>
                <a:gd name="T6" fmla="*/ 8 w 18"/>
                <a:gd name="T7" fmla="*/ 2 h 11"/>
                <a:gd name="T8" fmla="*/ 1 w 18"/>
                <a:gd name="T9" fmla="*/ 9 h 11"/>
              </a:gdLst>
              <a:ahLst/>
              <a:cxnLst>
                <a:cxn ang="0">
                  <a:pos x="T0" y="T1"/>
                </a:cxn>
                <a:cxn ang="0">
                  <a:pos x="T2" y="T3"/>
                </a:cxn>
                <a:cxn ang="0">
                  <a:pos x="T4" y="T5"/>
                </a:cxn>
                <a:cxn ang="0">
                  <a:pos x="T6" y="T7"/>
                </a:cxn>
                <a:cxn ang="0">
                  <a:pos x="T8" y="T9"/>
                </a:cxn>
              </a:cxnLst>
              <a:rect l="0" t="0" r="r" b="b"/>
              <a:pathLst>
                <a:path w="18" h="11">
                  <a:moveTo>
                    <a:pt x="1" y="9"/>
                  </a:moveTo>
                  <a:cubicBezTo>
                    <a:pt x="2" y="11"/>
                    <a:pt x="7" y="11"/>
                    <a:pt x="11" y="9"/>
                  </a:cubicBezTo>
                  <a:cubicBezTo>
                    <a:pt x="15" y="7"/>
                    <a:pt x="18" y="4"/>
                    <a:pt x="17" y="2"/>
                  </a:cubicBezTo>
                  <a:cubicBezTo>
                    <a:pt x="16" y="0"/>
                    <a:pt x="12" y="0"/>
                    <a:pt x="8" y="2"/>
                  </a:cubicBezTo>
                  <a:cubicBezTo>
                    <a:pt x="3" y="4"/>
                    <a:pt x="0" y="8"/>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75" name="Freeform 2178"/>
            <p:cNvSpPr/>
            <p:nvPr/>
          </p:nvSpPr>
          <p:spPr bwMode="auto">
            <a:xfrm>
              <a:off x="2802242" y="11077353"/>
              <a:ext cx="46038" cy="33338"/>
            </a:xfrm>
            <a:custGeom>
              <a:avLst/>
              <a:gdLst>
                <a:gd name="T0" fmla="*/ 7 w 17"/>
                <a:gd name="T1" fmla="*/ 2 h 12"/>
                <a:gd name="T2" fmla="*/ 0 w 17"/>
                <a:gd name="T3" fmla="*/ 2 h 12"/>
                <a:gd name="T4" fmla="*/ 10 w 17"/>
                <a:gd name="T5" fmla="*/ 10 h 12"/>
                <a:gd name="T6" fmla="*/ 16 w 17"/>
                <a:gd name="T7" fmla="*/ 10 h 12"/>
                <a:gd name="T8" fmla="*/ 7 w 17"/>
                <a:gd name="T9" fmla="*/ 2 h 12"/>
              </a:gdLst>
              <a:ahLst/>
              <a:cxnLst>
                <a:cxn ang="0">
                  <a:pos x="T0" y="T1"/>
                </a:cxn>
                <a:cxn ang="0">
                  <a:pos x="T2" y="T3"/>
                </a:cxn>
                <a:cxn ang="0">
                  <a:pos x="T4" y="T5"/>
                </a:cxn>
                <a:cxn ang="0">
                  <a:pos x="T6" y="T7"/>
                </a:cxn>
                <a:cxn ang="0">
                  <a:pos x="T8" y="T9"/>
                </a:cxn>
              </a:cxnLst>
              <a:rect l="0" t="0" r="r" b="b"/>
              <a:pathLst>
                <a:path w="17" h="12">
                  <a:moveTo>
                    <a:pt x="7" y="2"/>
                  </a:moveTo>
                  <a:cubicBezTo>
                    <a:pt x="2" y="0"/>
                    <a:pt x="0" y="0"/>
                    <a:pt x="0" y="2"/>
                  </a:cubicBezTo>
                  <a:cubicBezTo>
                    <a:pt x="1" y="5"/>
                    <a:pt x="6" y="8"/>
                    <a:pt x="10" y="10"/>
                  </a:cubicBezTo>
                  <a:cubicBezTo>
                    <a:pt x="14" y="12"/>
                    <a:pt x="17" y="12"/>
                    <a:pt x="16" y="10"/>
                  </a:cubicBezTo>
                  <a:cubicBezTo>
                    <a:pt x="16" y="8"/>
                    <a:pt x="11" y="4"/>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76" name="Freeform 2179"/>
            <p:cNvSpPr/>
            <p:nvPr/>
          </p:nvSpPr>
          <p:spPr bwMode="auto">
            <a:xfrm>
              <a:off x="3019729" y="11183716"/>
              <a:ext cx="46038" cy="30163"/>
            </a:xfrm>
            <a:custGeom>
              <a:avLst/>
              <a:gdLst>
                <a:gd name="T0" fmla="*/ 8 w 17"/>
                <a:gd name="T1" fmla="*/ 3 h 11"/>
                <a:gd name="T2" fmla="*/ 1 w 17"/>
                <a:gd name="T3" fmla="*/ 2 h 11"/>
                <a:gd name="T4" fmla="*/ 9 w 17"/>
                <a:gd name="T5" fmla="*/ 9 h 11"/>
                <a:gd name="T6" fmla="*/ 17 w 17"/>
                <a:gd name="T7" fmla="*/ 10 h 11"/>
                <a:gd name="T8" fmla="*/ 8 w 17"/>
                <a:gd name="T9" fmla="*/ 3 h 11"/>
              </a:gdLst>
              <a:ahLst/>
              <a:cxnLst>
                <a:cxn ang="0">
                  <a:pos x="T0" y="T1"/>
                </a:cxn>
                <a:cxn ang="0">
                  <a:pos x="T2" y="T3"/>
                </a:cxn>
                <a:cxn ang="0">
                  <a:pos x="T4" y="T5"/>
                </a:cxn>
                <a:cxn ang="0">
                  <a:pos x="T6" y="T7"/>
                </a:cxn>
                <a:cxn ang="0">
                  <a:pos x="T8" y="T9"/>
                </a:cxn>
              </a:cxnLst>
              <a:rect l="0" t="0" r="r" b="b"/>
              <a:pathLst>
                <a:path w="17" h="11">
                  <a:moveTo>
                    <a:pt x="8" y="3"/>
                  </a:moveTo>
                  <a:cubicBezTo>
                    <a:pt x="4" y="1"/>
                    <a:pt x="0" y="0"/>
                    <a:pt x="1" y="2"/>
                  </a:cubicBezTo>
                  <a:cubicBezTo>
                    <a:pt x="1" y="4"/>
                    <a:pt x="5" y="7"/>
                    <a:pt x="9" y="9"/>
                  </a:cubicBezTo>
                  <a:cubicBezTo>
                    <a:pt x="13" y="11"/>
                    <a:pt x="17" y="11"/>
                    <a:pt x="17" y="10"/>
                  </a:cubicBezTo>
                  <a:cubicBezTo>
                    <a:pt x="17" y="8"/>
                    <a:pt x="13" y="5"/>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77" name="Freeform 2180"/>
            <p:cNvSpPr/>
            <p:nvPr/>
          </p:nvSpPr>
          <p:spPr bwMode="auto">
            <a:xfrm>
              <a:off x="3237217" y="11274203"/>
              <a:ext cx="46038" cy="23813"/>
            </a:xfrm>
            <a:custGeom>
              <a:avLst/>
              <a:gdLst>
                <a:gd name="T0" fmla="*/ 8 w 17"/>
                <a:gd name="T1" fmla="*/ 1 h 9"/>
                <a:gd name="T2" fmla="*/ 1 w 17"/>
                <a:gd name="T3" fmla="*/ 2 h 9"/>
                <a:gd name="T4" fmla="*/ 10 w 17"/>
                <a:gd name="T5" fmla="*/ 8 h 9"/>
                <a:gd name="T6" fmla="*/ 17 w 17"/>
                <a:gd name="T7" fmla="*/ 7 h 9"/>
                <a:gd name="T8" fmla="*/ 8 w 17"/>
                <a:gd name="T9" fmla="*/ 1 h 9"/>
              </a:gdLst>
              <a:ahLst/>
              <a:cxnLst>
                <a:cxn ang="0">
                  <a:pos x="T0" y="T1"/>
                </a:cxn>
                <a:cxn ang="0">
                  <a:pos x="T2" y="T3"/>
                </a:cxn>
                <a:cxn ang="0">
                  <a:pos x="T4" y="T5"/>
                </a:cxn>
                <a:cxn ang="0">
                  <a:pos x="T6" y="T7"/>
                </a:cxn>
                <a:cxn ang="0">
                  <a:pos x="T8" y="T9"/>
                </a:cxn>
              </a:cxnLst>
              <a:rect l="0" t="0" r="r" b="b"/>
              <a:pathLst>
                <a:path w="17" h="9">
                  <a:moveTo>
                    <a:pt x="8" y="1"/>
                  </a:moveTo>
                  <a:cubicBezTo>
                    <a:pt x="3" y="0"/>
                    <a:pt x="0" y="0"/>
                    <a:pt x="1" y="2"/>
                  </a:cubicBezTo>
                  <a:cubicBezTo>
                    <a:pt x="1" y="4"/>
                    <a:pt x="6" y="6"/>
                    <a:pt x="10" y="8"/>
                  </a:cubicBezTo>
                  <a:cubicBezTo>
                    <a:pt x="14" y="9"/>
                    <a:pt x="17" y="9"/>
                    <a:pt x="17" y="7"/>
                  </a:cubicBezTo>
                  <a:cubicBezTo>
                    <a:pt x="16" y="5"/>
                    <a:pt x="12" y="3"/>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78" name="Freeform 2181"/>
            <p:cNvSpPr/>
            <p:nvPr/>
          </p:nvSpPr>
          <p:spPr bwMode="auto">
            <a:xfrm>
              <a:off x="3453117" y="11332941"/>
              <a:ext cx="46038" cy="19050"/>
            </a:xfrm>
            <a:custGeom>
              <a:avLst/>
              <a:gdLst>
                <a:gd name="T0" fmla="*/ 8 w 17"/>
                <a:gd name="T1" fmla="*/ 1 h 7"/>
                <a:gd name="T2" fmla="*/ 0 w 17"/>
                <a:gd name="T3" fmla="*/ 2 h 7"/>
                <a:gd name="T4" fmla="*/ 9 w 17"/>
                <a:gd name="T5" fmla="*/ 6 h 7"/>
                <a:gd name="T6" fmla="*/ 16 w 17"/>
                <a:gd name="T7" fmla="*/ 5 h 7"/>
                <a:gd name="T8" fmla="*/ 8 w 17"/>
                <a:gd name="T9" fmla="*/ 1 h 7"/>
              </a:gdLst>
              <a:ahLst/>
              <a:cxnLst>
                <a:cxn ang="0">
                  <a:pos x="T0" y="T1"/>
                </a:cxn>
                <a:cxn ang="0">
                  <a:pos x="T2" y="T3"/>
                </a:cxn>
                <a:cxn ang="0">
                  <a:pos x="T4" y="T5"/>
                </a:cxn>
                <a:cxn ang="0">
                  <a:pos x="T6" y="T7"/>
                </a:cxn>
                <a:cxn ang="0">
                  <a:pos x="T8" y="T9"/>
                </a:cxn>
              </a:cxnLst>
              <a:rect l="0" t="0" r="r" b="b"/>
              <a:pathLst>
                <a:path w="17" h="7">
                  <a:moveTo>
                    <a:pt x="8" y="1"/>
                  </a:moveTo>
                  <a:cubicBezTo>
                    <a:pt x="4" y="0"/>
                    <a:pt x="0" y="0"/>
                    <a:pt x="0" y="2"/>
                  </a:cubicBezTo>
                  <a:cubicBezTo>
                    <a:pt x="1" y="3"/>
                    <a:pt x="4" y="5"/>
                    <a:pt x="9" y="6"/>
                  </a:cubicBezTo>
                  <a:cubicBezTo>
                    <a:pt x="13" y="7"/>
                    <a:pt x="16" y="6"/>
                    <a:pt x="16" y="5"/>
                  </a:cubicBezTo>
                  <a:cubicBezTo>
                    <a:pt x="17" y="4"/>
                    <a:pt x="13" y="2"/>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79" name="Freeform 2182"/>
            <p:cNvSpPr/>
            <p:nvPr/>
          </p:nvSpPr>
          <p:spPr bwMode="auto">
            <a:xfrm>
              <a:off x="3670604" y="11351991"/>
              <a:ext cx="44450" cy="15875"/>
            </a:xfrm>
            <a:custGeom>
              <a:avLst/>
              <a:gdLst>
                <a:gd name="T0" fmla="*/ 7 w 16"/>
                <a:gd name="T1" fmla="*/ 0 h 6"/>
                <a:gd name="T2" fmla="*/ 0 w 16"/>
                <a:gd name="T3" fmla="*/ 3 h 6"/>
                <a:gd name="T4" fmla="*/ 8 w 16"/>
                <a:gd name="T5" fmla="*/ 6 h 6"/>
                <a:gd name="T6" fmla="*/ 16 w 16"/>
                <a:gd name="T7" fmla="*/ 3 h 6"/>
                <a:gd name="T8" fmla="*/ 7 w 16"/>
                <a:gd name="T9" fmla="*/ 0 h 6"/>
              </a:gdLst>
              <a:ahLst/>
              <a:cxnLst>
                <a:cxn ang="0">
                  <a:pos x="T0" y="T1"/>
                </a:cxn>
                <a:cxn ang="0">
                  <a:pos x="T2" y="T3"/>
                </a:cxn>
                <a:cxn ang="0">
                  <a:pos x="T4" y="T5"/>
                </a:cxn>
                <a:cxn ang="0">
                  <a:pos x="T6" y="T7"/>
                </a:cxn>
                <a:cxn ang="0">
                  <a:pos x="T8" y="T9"/>
                </a:cxn>
              </a:cxnLst>
              <a:rect l="0" t="0" r="r" b="b"/>
              <a:pathLst>
                <a:path w="16" h="6">
                  <a:moveTo>
                    <a:pt x="7" y="0"/>
                  </a:moveTo>
                  <a:cubicBezTo>
                    <a:pt x="3" y="0"/>
                    <a:pt x="0" y="1"/>
                    <a:pt x="0" y="3"/>
                  </a:cubicBezTo>
                  <a:cubicBezTo>
                    <a:pt x="0" y="4"/>
                    <a:pt x="4" y="6"/>
                    <a:pt x="8" y="6"/>
                  </a:cubicBezTo>
                  <a:cubicBezTo>
                    <a:pt x="12" y="6"/>
                    <a:pt x="16" y="4"/>
                    <a:pt x="16" y="3"/>
                  </a:cubicBezTo>
                  <a:cubicBezTo>
                    <a:pt x="16" y="2"/>
                    <a:pt x="12"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80" name="Freeform 2183"/>
            <p:cNvSpPr/>
            <p:nvPr/>
          </p:nvSpPr>
          <p:spPr bwMode="auto">
            <a:xfrm>
              <a:off x="3883329" y="11329766"/>
              <a:ext cx="46038" cy="17463"/>
            </a:xfrm>
            <a:custGeom>
              <a:avLst/>
              <a:gdLst>
                <a:gd name="T0" fmla="*/ 8 w 17"/>
                <a:gd name="T1" fmla="*/ 0 h 6"/>
                <a:gd name="T2" fmla="*/ 0 w 17"/>
                <a:gd name="T3" fmla="*/ 4 h 6"/>
                <a:gd name="T4" fmla="*/ 9 w 17"/>
                <a:gd name="T5" fmla="*/ 5 h 6"/>
                <a:gd name="T6" fmla="*/ 16 w 17"/>
                <a:gd name="T7" fmla="*/ 2 h 6"/>
                <a:gd name="T8" fmla="*/ 8 w 17"/>
                <a:gd name="T9" fmla="*/ 0 h 6"/>
              </a:gdLst>
              <a:ahLst/>
              <a:cxnLst>
                <a:cxn ang="0">
                  <a:pos x="T0" y="T1"/>
                </a:cxn>
                <a:cxn ang="0">
                  <a:pos x="T2" y="T3"/>
                </a:cxn>
                <a:cxn ang="0">
                  <a:pos x="T4" y="T5"/>
                </a:cxn>
                <a:cxn ang="0">
                  <a:pos x="T6" y="T7"/>
                </a:cxn>
                <a:cxn ang="0">
                  <a:pos x="T8" y="T9"/>
                </a:cxn>
              </a:cxnLst>
              <a:rect l="0" t="0" r="r" b="b"/>
              <a:pathLst>
                <a:path w="17" h="6">
                  <a:moveTo>
                    <a:pt x="8" y="0"/>
                  </a:moveTo>
                  <a:cubicBezTo>
                    <a:pt x="3" y="1"/>
                    <a:pt x="0" y="3"/>
                    <a:pt x="0" y="4"/>
                  </a:cubicBezTo>
                  <a:cubicBezTo>
                    <a:pt x="1" y="5"/>
                    <a:pt x="5" y="6"/>
                    <a:pt x="9" y="5"/>
                  </a:cubicBezTo>
                  <a:cubicBezTo>
                    <a:pt x="13" y="5"/>
                    <a:pt x="17" y="3"/>
                    <a:pt x="16" y="2"/>
                  </a:cubicBezTo>
                  <a:cubicBezTo>
                    <a:pt x="16" y="0"/>
                    <a:pt x="12"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81" name="Freeform 2184"/>
            <p:cNvSpPr/>
            <p:nvPr/>
          </p:nvSpPr>
          <p:spPr bwMode="auto">
            <a:xfrm>
              <a:off x="4097642" y="11290078"/>
              <a:ext cx="42863" cy="19050"/>
            </a:xfrm>
            <a:custGeom>
              <a:avLst/>
              <a:gdLst>
                <a:gd name="T0" fmla="*/ 7 w 16"/>
                <a:gd name="T1" fmla="*/ 1 h 7"/>
                <a:gd name="T2" fmla="*/ 0 w 16"/>
                <a:gd name="T3" fmla="*/ 5 h 7"/>
                <a:gd name="T4" fmla="*/ 9 w 16"/>
                <a:gd name="T5" fmla="*/ 6 h 7"/>
                <a:gd name="T6" fmla="*/ 16 w 16"/>
                <a:gd name="T7" fmla="*/ 2 h 7"/>
                <a:gd name="T8" fmla="*/ 7 w 16"/>
                <a:gd name="T9" fmla="*/ 1 h 7"/>
              </a:gdLst>
              <a:ahLst/>
              <a:cxnLst>
                <a:cxn ang="0">
                  <a:pos x="T0" y="T1"/>
                </a:cxn>
                <a:cxn ang="0">
                  <a:pos x="T2" y="T3"/>
                </a:cxn>
                <a:cxn ang="0">
                  <a:pos x="T4" y="T5"/>
                </a:cxn>
                <a:cxn ang="0">
                  <a:pos x="T6" y="T7"/>
                </a:cxn>
                <a:cxn ang="0">
                  <a:pos x="T8" y="T9"/>
                </a:cxn>
              </a:cxnLst>
              <a:rect l="0" t="0" r="r" b="b"/>
              <a:pathLst>
                <a:path w="16" h="7">
                  <a:moveTo>
                    <a:pt x="7" y="1"/>
                  </a:moveTo>
                  <a:cubicBezTo>
                    <a:pt x="3" y="2"/>
                    <a:pt x="0" y="4"/>
                    <a:pt x="0" y="5"/>
                  </a:cubicBezTo>
                  <a:cubicBezTo>
                    <a:pt x="1" y="7"/>
                    <a:pt x="4" y="7"/>
                    <a:pt x="9" y="6"/>
                  </a:cubicBezTo>
                  <a:cubicBezTo>
                    <a:pt x="13" y="5"/>
                    <a:pt x="16" y="3"/>
                    <a:pt x="16" y="2"/>
                  </a:cubicBezTo>
                  <a:cubicBezTo>
                    <a:pt x="16" y="0"/>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82" name="Freeform 2185"/>
            <p:cNvSpPr/>
            <p:nvPr/>
          </p:nvSpPr>
          <p:spPr bwMode="auto">
            <a:xfrm>
              <a:off x="4308779" y="11236103"/>
              <a:ext cx="46038" cy="20638"/>
            </a:xfrm>
            <a:custGeom>
              <a:avLst/>
              <a:gdLst>
                <a:gd name="T0" fmla="*/ 7 w 17"/>
                <a:gd name="T1" fmla="*/ 2 h 8"/>
                <a:gd name="T2" fmla="*/ 1 w 17"/>
                <a:gd name="T3" fmla="*/ 7 h 8"/>
                <a:gd name="T4" fmla="*/ 10 w 17"/>
                <a:gd name="T5" fmla="*/ 7 h 8"/>
                <a:gd name="T6" fmla="*/ 16 w 17"/>
                <a:gd name="T7" fmla="*/ 2 h 8"/>
                <a:gd name="T8" fmla="*/ 7 w 17"/>
                <a:gd name="T9" fmla="*/ 2 h 8"/>
              </a:gdLst>
              <a:ahLst/>
              <a:cxnLst>
                <a:cxn ang="0">
                  <a:pos x="T0" y="T1"/>
                </a:cxn>
                <a:cxn ang="0">
                  <a:pos x="T2" y="T3"/>
                </a:cxn>
                <a:cxn ang="0">
                  <a:pos x="T4" y="T5"/>
                </a:cxn>
                <a:cxn ang="0">
                  <a:pos x="T6" y="T7"/>
                </a:cxn>
                <a:cxn ang="0">
                  <a:pos x="T8" y="T9"/>
                </a:cxn>
              </a:cxnLst>
              <a:rect l="0" t="0" r="r" b="b"/>
              <a:pathLst>
                <a:path w="17" h="8">
                  <a:moveTo>
                    <a:pt x="7" y="2"/>
                  </a:moveTo>
                  <a:cubicBezTo>
                    <a:pt x="3" y="3"/>
                    <a:pt x="0" y="5"/>
                    <a:pt x="1" y="7"/>
                  </a:cubicBezTo>
                  <a:cubicBezTo>
                    <a:pt x="1" y="8"/>
                    <a:pt x="6" y="8"/>
                    <a:pt x="10" y="7"/>
                  </a:cubicBezTo>
                  <a:cubicBezTo>
                    <a:pt x="14" y="5"/>
                    <a:pt x="17" y="3"/>
                    <a:pt x="16" y="2"/>
                  </a:cubicBezTo>
                  <a:cubicBezTo>
                    <a:pt x="15" y="0"/>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83" name="Freeform 2186"/>
            <p:cNvSpPr/>
            <p:nvPr/>
          </p:nvSpPr>
          <p:spPr bwMode="auto">
            <a:xfrm>
              <a:off x="4519917" y="11171016"/>
              <a:ext cx="46038" cy="20638"/>
            </a:xfrm>
            <a:custGeom>
              <a:avLst/>
              <a:gdLst>
                <a:gd name="T0" fmla="*/ 1 w 17"/>
                <a:gd name="T1" fmla="*/ 7 h 8"/>
                <a:gd name="T2" fmla="*/ 10 w 17"/>
                <a:gd name="T3" fmla="*/ 7 h 8"/>
                <a:gd name="T4" fmla="*/ 16 w 17"/>
                <a:gd name="T5" fmla="*/ 2 h 8"/>
                <a:gd name="T6" fmla="*/ 7 w 17"/>
                <a:gd name="T7" fmla="*/ 2 h 8"/>
                <a:gd name="T8" fmla="*/ 1 w 17"/>
                <a:gd name="T9" fmla="*/ 7 h 8"/>
              </a:gdLst>
              <a:ahLst/>
              <a:cxnLst>
                <a:cxn ang="0">
                  <a:pos x="T0" y="T1"/>
                </a:cxn>
                <a:cxn ang="0">
                  <a:pos x="T2" y="T3"/>
                </a:cxn>
                <a:cxn ang="0">
                  <a:pos x="T4" y="T5"/>
                </a:cxn>
                <a:cxn ang="0">
                  <a:pos x="T6" y="T7"/>
                </a:cxn>
                <a:cxn ang="0">
                  <a:pos x="T8" y="T9"/>
                </a:cxn>
              </a:cxnLst>
              <a:rect l="0" t="0" r="r" b="b"/>
              <a:pathLst>
                <a:path w="17" h="8">
                  <a:moveTo>
                    <a:pt x="1" y="7"/>
                  </a:moveTo>
                  <a:cubicBezTo>
                    <a:pt x="2" y="8"/>
                    <a:pt x="6" y="8"/>
                    <a:pt x="10" y="7"/>
                  </a:cubicBezTo>
                  <a:cubicBezTo>
                    <a:pt x="14" y="5"/>
                    <a:pt x="17" y="3"/>
                    <a:pt x="16" y="2"/>
                  </a:cubicBezTo>
                  <a:cubicBezTo>
                    <a:pt x="16" y="0"/>
                    <a:pt x="12" y="0"/>
                    <a:pt x="7" y="2"/>
                  </a:cubicBezTo>
                  <a:cubicBezTo>
                    <a:pt x="3" y="3"/>
                    <a:pt x="0" y="6"/>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84" name="Freeform 2187"/>
            <p:cNvSpPr/>
            <p:nvPr/>
          </p:nvSpPr>
          <p:spPr bwMode="auto">
            <a:xfrm>
              <a:off x="4732642" y="11094816"/>
              <a:ext cx="46038" cy="23813"/>
            </a:xfrm>
            <a:custGeom>
              <a:avLst/>
              <a:gdLst>
                <a:gd name="T0" fmla="*/ 8 w 17"/>
                <a:gd name="T1" fmla="*/ 2 h 9"/>
                <a:gd name="T2" fmla="*/ 1 w 17"/>
                <a:gd name="T3" fmla="*/ 8 h 9"/>
                <a:gd name="T4" fmla="*/ 9 w 17"/>
                <a:gd name="T5" fmla="*/ 8 h 9"/>
                <a:gd name="T6" fmla="*/ 17 w 17"/>
                <a:gd name="T7" fmla="*/ 2 h 9"/>
                <a:gd name="T8" fmla="*/ 8 w 17"/>
                <a:gd name="T9" fmla="*/ 2 h 9"/>
              </a:gdLst>
              <a:ahLst/>
              <a:cxnLst>
                <a:cxn ang="0">
                  <a:pos x="T0" y="T1"/>
                </a:cxn>
                <a:cxn ang="0">
                  <a:pos x="T2" y="T3"/>
                </a:cxn>
                <a:cxn ang="0">
                  <a:pos x="T4" y="T5"/>
                </a:cxn>
                <a:cxn ang="0">
                  <a:pos x="T6" y="T7"/>
                </a:cxn>
                <a:cxn ang="0">
                  <a:pos x="T8" y="T9"/>
                </a:cxn>
              </a:cxnLst>
              <a:rect l="0" t="0" r="r" b="b"/>
              <a:pathLst>
                <a:path w="17" h="9">
                  <a:moveTo>
                    <a:pt x="8" y="2"/>
                  </a:moveTo>
                  <a:cubicBezTo>
                    <a:pt x="4" y="3"/>
                    <a:pt x="0" y="6"/>
                    <a:pt x="1" y="8"/>
                  </a:cubicBezTo>
                  <a:cubicBezTo>
                    <a:pt x="1" y="9"/>
                    <a:pt x="5" y="9"/>
                    <a:pt x="9" y="8"/>
                  </a:cubicBezTo>
                  <a:cubicBezTo>
                    <a:pt x="13" y="6"/>
                    <a:pt x="17" y="3"/>
                    <a:pt x="17" y="2"/>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85" name="Freeform 2188"/>
            <p:cNvSpPr/>
            <p:nvPr/>
          </p:nvSpPr>
          <p:spPr bwMode="auto">
            <a:xfrm>
              <a:off x="4943779" y="11010678"/>
              <a:ext cx="46038" cy="26988"/>
            </a:xfrm>
            <a:custGeom>
              <a:avLst/>
              <a:gdLst>
                <a:gd name="T0" fmla="*/ 8 w 17"/>
                <a:gd name="T1" fmla="*/ 2 h 10"/>
                <a:gd name="T2" fmla="*/ 1 w 17"/>
                <a:gd name="T3" fmla="*/ 8 h 10"/>
                <a:gd name="T4" fmla="*/ 10 w 17"/>
                <a:gd name="T5" fmla="*/ 8 h 10"/>
                <a:gd name="T6" fmla="*/ 16 w 17"/>
                <a:gd name="T7" fmla="*/ 2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3" y="4"/>
                    <a:pt x="0" y="7"/>
                    <a:pt x="1" y="8"/>
                  </a:cubicBezTo>
                  <a:cubicBezTo>
                    <a:pt x="1" y="10"/>
                    <a:pt x="5" y="9"/>
                    <a:pt x="10" y="8"/>
                  </a:cubicBezTo>
                  <a:cubicBezTo>
                    <a:pt x="14" y="6"/>
                    <a:pt x="17" y="3"/>
                    <a:pt x="16" y="2"/>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86" name="Freeform 2189"/>
            <p:cNvSpPr/>
            <p:nvPr/>
          </p:nvSpPr>
          <p:spPr bwMode="auto">
            <a:xfrm>
              <a:off x="5154917" y="10920191"/>
              <a:ext cx="44450" cy="26988"/>
            </a:xfrm>
            <a:custGeom>
              <a:avLst/>
              <a:gdLst>
                <a:gd name="T0" fmla="*/ 8 w 16"/>
                <a:gd name="T1" fmla="*/ 2 h 10"/>
                <a:gd name="T2" fmla="*/ 1 w 16"/>
                <a:gd name="T3" fmla="*/ 8 h 10"/>
                <a:gd name="T4" fmla="*/ 9 w 16"/>
                <a:gd name="T5" fmla="*/ 8 h 10"/>
                <a:gd name="T6" fmla="*/ 16 w 16"/>
                <a:gd name="T7" fmla="*/ 1 h 10"/>
                <a:gd name="T8" fmla="*/ 8 w 16"/>
                <a:gd name="T9" fmla="*/ 2 h 10"/>
              </a:gdLst>
              <a:ahLst/>
              <a:cxnLst>
                <a:cxn ang="0">
                  <a:pos x="T0" y="T1"/>
                </a:cxn>
                <a:cxn ang="0">
                  <a:pos x="T2" y="T3"/>
                </a:cxn>
                <a:cxn ang="0">
                  <a:pos x="T4" y="T5"/>
                </a:cxn>
                <a:cxn ang="0">
                  <a:pos x="T6" y="T7"/>
                </a:cxn>
                <a:cxn ang="0">
                  <a:pos x="T8" y="T9"/>
                </a:cxn>
              </a:cxnLst>
              <a:rect l="0" t="0" r="r" b="b"/>
              <a:pathLst>
                <a:path w="16" h="10">
                  <a:moveTo>
                    <a:pt x="8" y="2"/>
                  </a:moveTo>
                  <a:cubicBezTo>
                    <a:pt x="4" y="3"/>
                    <a:pt x="0" y="6"/>
                    <a:pt x="1" y="8"/>
                  </a:cubicBezTo>
                  <a:cubicBezTo>
                    <a:pt x="1" y="10"/>
                    <a:pt x="5" y="9"/>
                    <a:pt x="9" y="8"/>
                  </a:cubicBezTo>
                  <a:cubicBezTo>
                    <a:pt x="13" y="6"/>
                    <a:pt x="16" y="3"/>
                    <a:pt x="16" y="1"/>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87" name="Freeform 2190"/>
            <p:cNvSpPr/>
            <p:nvPr/>
          </p:nvSpPr>
          <p:spPr bwMode="auto">
            <a:xfrm>
              <a:off x="5367642" y="10823353"/>
              <a:ext cx="46038" cy="30163"/>
            </a:xfrm>
            <a:custGeom>
              <a:avLst/>
              <a:gdLst>
                <a:gd name="T0" fmla="*/ 8 w 17"/>
                <a:gd name="T1" fmla="*/ 3 h 11"/>
                <a:gd name="T2" fmla="*/ 1 w 17"/>
                <a:gd name="T3" fmla="*/ 9 h 11"/>
                <a:gd name="T4" fmla="*/ 9 w 17"/>
                <a:gd name="T5" fmla="*/ 8 h 11"/>
                <a:gd name="T6" fmla="*/ 16 w 17"/>
                <a:gd name="T7" fmla="*/ 2 h 11"/>
                <a:gd name="T8" fmla="*/ 8 w 17"/>
                <a:gd name="T9" fmla="*/ 3 h 11"/>
              </a:gdLst>
              <a:ahLst/>
              <a:cxnLst>
                <a:cxn ang="0">
                  <a:pos x="T0" y="T1"/>
                </a:cxn>
                <a:cxn ang="0">
                  <a:pos x="T2" y="T3"/>
                </a:cxn>
                <a:cxn ang="0">
                  <a:pos x="T4" y="T5"/>
                </a:cxn>
                <a:cxn ang="0">
                  <a:pos x="T6" y="T7"/>
                </a:cxn>
                <a:cxn ang="0">
                  <a:pos x="T8" y="T9"/>
                </a:cxn>
              </a:cxnLst>
              <a:rect l="0" t="0" r="r" b="b"/>
              <a:pathLst>
                <a:path w="17" h="11">
                  <a:moveTo>
                    <a:pt x="8" y="3"/>
                  </a:moveTo>
                  <a:cubicBezTo>
                    <a:pt x="3" y="5"/>
                    <a:pt x="0" y="8"/>
                    <a:pt x="1" y="9"/>
                  </a:cubicBezTo>
                  <a:cubicBezTo>
                    <a:pt x="1" y="11"/>
                    <a:pt x="5" y="10"/>
                    <a:pt x="9" y="8"/>
                  </a:cubicBezTo>
                  <a:cubicBezTo>
                    <a:pt x="13" y="7"/>
                    <a:pt x="17" y="3"/>
                    <a:pt x="16" y="2"/>
                  </a:cubicBezTo>
                  <a:cubicBezTo>
                    <a:pt x="16" y="0"/>
                    <a:pt x="12" y="1"/>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88" name="Freeform 2191"/>
            <p:cNvSpPr/>
            <p:nvPr/>
          </p:nvSpPr>
          <p:spPr bwMode="auto">
            <a:xfrm>
              <a:off x="5578779" y="10724928"/>
              <a:ext cx="42863" cy="26988"/>
            </a:xfrm>
            <a:custGeom>
              <a:avLst/>
              <a:gdLst>
                <a:gd name="T0" fmla="*/ 8 w 16"/>
                <a:gd name="T1" fmla="*/ 2 h 10"/>
                <a:gd name="T2" fmla="*/ 0 w 16"/>
                <a:gd name="T3" fmla="*/ 9 h 10"/>
                <a:gd name="T4" fmla="*/ 8 w 16"/>
                <a:gd name="T5" fmla="*/ 8 h 10"/>
                <a:gd name="T6" fmla="*/ 16 w 16"/>
                <a:gd name="T7" fmla="*/ 2 h 10"/>
                <a:gd name="T8" fmla="*/ 8 w 16"/>
                <a:gd name="T9" fmla="*/ 2 h 10"/>
              </a:gdLst>
              <a:ahLst/>
              <a:cxnLst>
                <a:cxn ang="0">
                  <a:pos x="T0" y="T1"/>
                </a:cxn>
                <a:cxn ang="0">
                  <a:pos x="T2" y="T3"/>
                </a:cxn>
                <a:cxn ang="0">
                  <a:pos x="T4" y="T5"/>
                </a:cxn>
                <a:cxn ang="0">
                  <a:pos x="T6" y="T7"/>
                </a:cxn>
                <a:cxn ang="0">
                  <a:pos x="T8" y="T9"/>
                </a:cxn>
              </a:cxnLst>
              <a:rect l="0" t="0" r="r" b="b"/>
              <a:pathLst>
                <a:path w="16" h="10">
                  <a:moveTo>
                    <a:pt x="8" y="2"/>
                  </a:moveTo>
                  <a:cubicBezTo>
                    <a:pt x="3" y="4"/>
                    <a:pt x="0" y="7"/>
                    <a:pt x="0" y="9"/>
                  </a:cubicBezTo>
                  <a:cubicBezTo>
                    <a:pt x="1" y="10"/>
                    <a:pt x="4" y="10"/>
                    <a:pt x="8" y="8"/>
                  </a:cubicBezTo>
                  <a:cubicBezTo>
                    <a:pt x="13" y="7"/>
                    <a:pt x="16" y="3"/>
                    <a:pt x="16" y="2"/>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89" name="Freeform 2192"/>
            <p:cNvSpPr/>
            <p:nvPr/>
          </p:nvSpPr>
          <p:spPr bwMode="auto">
            <a:xfrm>
              <a:off x="2583167" y="10961466"/>
              <a:ext cx="46038" cy="34925"/>
            </a:xfrm>
            <a:custGeom>
              <a:avLst/>
              <a:gdLst>
                <a:gd name="T0" fmla="*/ 8 w 17"/>
                <a:gd name="T1" fmla="*/ 3 h 13"/>
                <a:gd name="T2" fmla="*/ 1 w 17"/>
                <a:gd name="T3" fmla="*/ 2 h 13"/>
                <a:gd name="T4" fmla="*/ 10 w 17"/>
                <a:gd name="T5" fmla="*/ 11 h 13"/>
                <a:gd name="T6" fmla="*/ 17 w 17"/>
                <a:gd name="T7" fmla="*/ 11 h 13"/>
                <a:gd name="T8" fmla="*/ 8 w 17"/>
                <a:gd name="T9" fmla="*/ 3 h 13"/>
              </a:gdLst>
              <a:ahLst/>
              <a:cxnLst>
                <a:cxn ang="0">
                  <a:pos x="T0" y="T1"/>
                </a:cxn>
                <a:cxn ang="0">
                  <a:pos x="T2" y="T3"/>
                </a:cxn>
                <a:cxn ang="0">
                  <a:pos x="T4" y="T5"/>
                </a:cxn>
                <a:cxn ang="0">
                  <a:pos x="T6" y="T7"/>
                </a:cxn>
                <a:cxn ang="0">
                  <a:pos x="T8" y="T9"/>
                </a:cxn>
              </a:cxnLst>
              <a:rect l="0" t="0" r="r" b="b"/>
              <a:pathLst>
                <a:path w="17" h="13">
                  <a:moveTo>
                    <a:pt x="8" y="3"/>
                  </a:moveTo>
                  <a:cubicBezTo>
                    <a:pt x="3" y="0"/>
                    <a:pt x="0" y="0"/>
                    <a:pt x="1" y="2"/>
                  </a:cubicBezTo>
                  <a:cubicBezTo>
                    <a:pt x="1" y="5"/>
                    <a:pt x="5" y="9"/>
                    <a:pt x="10" y="11"/>
                  </a:cubicBezTo>
                  <a:cubicBezTo>
                    <a:pt x="14" y="13"/>
                    <a:pt x="17" y="13"/>
                    <a:pt x="17" y="11"/>
                  </a:cubicBezTo>
                  <a:cubicBezTo>
                    <a:pt x="17" y="9"/>
                    <a:pt x="12" y="5"/>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90" name="Freeform 2193"/>
            <p:cNvSpPr/>
            <p:nvPr/>
          </p:nvSpPr>
          <p:spPr bwMode="auto">
            <a:xfrm>
              <a:off x="2365679" y="10842403"/>
              <a:ext cx="46038" cy="38100"/>
            </a:xfrm>
            <a:custGeom>
              <a:avLst/>
              <a:gdLst>
                <a:gd name="T0" fmla="*/ 8 w 17"/>
                <a:gd name="T1" fmla="*/ 3 h 14"/>
                <a:gd name="T2" fmla="*/ 0 w 17"/>
                <a:gd name="T3" fmla="*/ 3 h 14"/>
                <a:gd name="T4" fmla="*/ 9 w 17"/>
                <a:gd name="T5" fmla="*/ 12 h 14"/>
                <a:gd name="T6" fmla="*/ 17 w 17"/>
                <a:gd name="T7" fmla="*/ 12 h 14"/>
                <a:gd name="T8" fmla="*/ 8 w 17"/>
                <a:gd name="T9" fmla="*/ 3 h 14"/>
              </a:gdLst>
              <a:ahLst/>
              <a:cxnLst>
                <a:cxn ang="0">
                  <a:pos x="T0" y="T1"/>
                </a:cxn>
                <a:cxn ang="0">
                  <a:pos x="T2" y="T3"/>
                </a:cxn>
                <a:cxn ang="0">
                  <a:pos x="T4" y="T5"/>
                </a:cxn>
                <a:cxn ang="0">
                  <a:pos x="T6" y="T7"/>
                </a:cxn>
                <a:cxn ang="0">
                  <a:pos x="T8" y="T9"/>
                </a:cxn>
              </a:cxnLst>
              <a:rect l="0" t="0" r="r" b="b"/>
              <a:pathLst>
                <a:path w="17" h="14">
                  <a:moveTo>
                    <a:pt x="8" y="3"/>
                  </a:moveTo>
                  <a:cubicBezTo>
                    <a:pt x="4" y="0"/>
                    <a:pt x="0" y="0"/>
                    <a:pt x="0" y="3"/>
                  </a:cubicBezTo>
                  <a:cubicBezTo>
                    <a:pt x="1" y="6"/>
                    <a:pt x="5" y="10"/>
                    <a:pt x="9" y="12"/>
                  </a:cubicBezTo>
                  <a:cubicBezTo>
                    <a:pt x="13" y="14"/>
                    <a:pt x="17" y="14"/>
                    <a:pt x="17" y="12"/>
                  </a:cubicBezTo>
                  <a:cubicBezTo>
                    <a:pt x="17" y="10"/>
                    <a:pt x="12" y="5"/>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91" name="Freeform 2194"/>
            <p:cNvSpPr/>
            <p:nvPr/>
          </p:nvSpPr>
          <p:spPr bwMode="auto">
            <a:xfrm>
              <a:off x="2148192" y="10731278"/>
              <a:ext cx="46038" cy="39688"/>
            </a:xfrm>
            <a:custGeom>
              <a:avLst/>
              <a:gdLst>
                <a:gd name="T0" fmla="*/ 7 w 17"/>
                <a:gd name="T1" fmla="*/ 2 h 15"/>
                <a:gd name="T2" fmla="*/ 0 w 17"/>
                <a:gd name="T3" fmla="*/ 4 h 15"/>
                <a:gd name="T4" fmla="*/ 9 w 17"/>
                <a:gd name="T5" fmla="*/ 13 h 15"/>
                <a:gd name="T6" fmla="*/ 16 w 17"/>
                <a:gd name="T7" fmla="*/ 11 h 15"/>
                <a:gd name="T8" fmla="*/ 7 w 17"/>
                <a:gd name="T9" fmla="*/ 2 h 15"/>
              </a:gdLst>
              <a:ahLst/>
              <a:cxnLst>
                <a:cxn ang="0">
                  <a:pos x="T0" y="T1"/>
                </a:cxn>
                <a:cxn ang="0">
                  <a:pos x="T2" y="T3"/>
                </a:cxn>
                <a:cxn ang="0">
                  <a:pos x="T4" y="T5"/>
                </a:cxn>
                <a:cxn ang="0">
                  <a:pos x="T6" y="T7"/>
                </a:cxn>
                <a:cxn ang="0">
                  <a:pos x="T8" y="T9"/>
                </a:cxn>
              </a:cxnLst>
              <a:rect l="0" t="0" r="r" b="b"/>
              <a:pathLst>
                <a:path w="17" h="15">
                  <a:moveTo>
                    <a:pt x="7" y="2"/>
                  </a:moveTo>
                  <a:cubicBezTo>
                    <a:pt x="3" y="0"/>
                    <a:pt x="0" y="1"/>
                    <a:pt x="0" y="4"/>
                  </a:cubicBezTo>
                  <a:cubicBezTo>
                    <a:pt x="1" y="7"/>
                    <a:pt x="5" y="11"/>
                    <a:pt x="9" y="13"/>
                  </a:cubicBezTo>
                  <a:cubicBezTo>
                    <a:pt x="14" y="15"/>
                    <a:pt x="17" y="14"/>
                    <a:pt x="16" y="11"/>
                  </a:cubicBezTo>
                  <a:cubicBezTo>
                    <a:pt x="16" y="9"/>
                    <a:pt x="12" y="4"/>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92" name="Freeform 2195"/>
            <p:cNvSpPr/>
            <p:nvPr/>
          </p:nvSpPr>
          <p:spPr bwMode="auto">
            <a:xfrm>
              <a:off x="1930704" y="10636028"/>
              <a:ext cx="46038" cy="38100"/>
            </a:xfrm>
            <a:custGeom>
              <a:avLst/>
              <a:gdLst>
                <a:gd name="T0" fmla="*/ 8 w 17"/>
                <a:gd name="T1" fmla="*/ 2 h 14"/>
                <a:gd name="T2" fmla="*/ 0 w 17"/>
                <a:gd name="T3" fmla="*/ 4 h 14"/>
                <a:gd name="T4" fmla="*/ 9 w 17"/>
                <a:gd name="T5" fmla="*/ 13 h 14"/>
                <a:gd name="T6" fmla="*/ 16 w 17"/>
                <a:gd name="T7" fmla="*/ 11 h 14"/>
                <a:gd name="T8" fmla="*/ 8 w 17"/>
                <a:gd name="T9" fmla="*/ 2 h 14"/>
              </a:gdLst>
              <a:ahLst/>
              <a:cxnLst>
                <a:cxn ang="0">
                  <a:pos x="T0" y="T1"/>
                </a:cxn>
                <a:cxn ang="0">
                  <a:pos x="T2" y="T3"/>
                </a:cxn>
                <a:cxn ang="0">
                  <a:pos x="T4" y="T5"/>
                </a:cxn>
                <a:cxn ang="0">
                  <a:pos x="T6" y="T7"/>
                </a:cxn>
                <a:cxn ang="0">
                  <a:pos x="T8" y="T9"/>
                </a:cxn>
              </a:cxnLst>
              <a:rect l="0" t="0" r="r" b="b"/>
              <a:pathLst>
                <a:path w="17" h="14">
                  <a:moveTo>
                    <a:pt x="8" y="2"/>
                  </a:moveTo>
                  <a:cubicBezTo>
                    <a:pt x="3" y="0"/>
                    <a:pt x="0" y="1"/>
                    <a:pt x="0" y="4"/>
                  </a:cubicBezTo>
                  <a:cubicBezTo>
                    <a:pt x="1" y="7"/>
                    <a:pt x="4" y="11"/>
                    <a:pt x="9" y="13"/>
                  </a:cubicBezTo>
                  <a:cubicBezTo>
                    <a:pt x="13" y="14"/>
                    <a:pt x="17" y="14"/>
                    <a:pt x="16" y="11"/>
                  </a:cubicBezTo>
                  <a:cubicBezTo>
                    <a:pt x="16" y="8"/>
                    <a:pt x="12" y="4"/>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93" name="Freeform 2196"/>
            <p:cNvSpPr/>
            <p:nvPr/>
          </p:nvSpPr>
          <p:spPr bwMode="auto">
            <a:xfrm>
              <a:off x="1716392" y="10563003"/>
              <a:ext cx="44450" cy="36513"/>
            </a:xfrm>
            <a:custGeom>
              <a:avLst/>
              <a:gdLst>
                <a:gd name="T0" fmla="*/ 7 w 16"/>
                <a:gd name="T1" fmla="*/ 1 h 14"/>
                <a:gd name="T2" fmla="*/ 0 w 16"/>
                <a:gd name="T3" fmla="*/ 5 h 14"/>
                <a:gd name="T4" fmla="*/ 8 w 16"/>
                <a:gd name="T5" fmla="*/ 13 h 14"/>
                <a:gd name="T6" fmla="*/ 16 w 16"/>
                <a:gd name="T7" fmla="*/ 10 h 14"/>
                <a:gd name="T8" fmla="*/ 7 w 16"/>
                <a:gd name="T9" fmla="*/ 1 h 14"/>
              </a:gdLst>
              <a:ahLst/>
              <a:cxnLst>
                <a:cxn ang="0">
                  <a:pos x="T0" y="T1"/>
                </a:cxn>
                <a:cxn ang="0">
                  <a:pos x="T2" y="T3"/>
                </a:cxn>
                <a:cxn ang="0">
                  <a:pos x="T4" y="T5"/>
                </a:cxn>
                <a:cxn ang="0">
                  <a:pos x="T6" y="T7"/>
                </a:cxn>
                <a:cxn ang="0">
                  <a:pos x="T8" y="T9"/>
                </a:cxn>
              </a:cxnLst>
              <a:rect l="0" t="0" r="r" b="b"/>
              <a:pathLst>
                <a:path w="16" h="14">
                  <a:moveTo>
                    <a:pt x="7" y="1"/>
                  </a:moveTo>
                  <a:cubicBezTo>
                    <a:pt x="3" y="0"/>
                    <a:pt x="0" y="1"/>
                    <a:pt x="0" y="5"/>
                  </a:cubicBezTo>
                  <a:cubicBezTo>
                    <a:pt x="0" y="8"/>
                    <a:pt x="4" y="11"/>
                    <a:pt x="8" y="13"/>
                  </a:cubicBezTo>
                  <a:cubicBezTo>
                    <a:pt x="12" y="14"/>
                    <a:pt x="16" y="13"/>
                    <a:pt x="16" y="10"/>
                  </a:cubicBezTo>
                  <a:cubicBezTo>
                    <a:pt x="16" y="7"/>
                    <a:pt x="12" y="3"/>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94" name="Freeform 2197"/>
            <p:cNvSpPr/>
            <p:nvPr/>
          </p:nvSpPr>
          <p:spPr bwMode="auto">
            <a:xfrm>
              <a:off x="1498904" y="10518553"/>
              <a:ext cx="47625" cy="38100"/>
            </a:xfrm>
            <a:custGeom>
              <a:avLst/>
              <a:gdLst>
                <a:gd name="T0" fmla="*/ 8 w 17"/>
                <a:gd name="T1" fmla="*/ 1 h 14"/>
                <a:gd name="T2" fmla="*/ 1 w 17"/>
                <a:gd name="T3" fmla="*/ 6 h 14"/>
                <a:gd name="T4" fmla="*/ 9 w 17"/>
                <a:gd name="T5" fmla="*/ 13 h 14"/>
                <a:gd name="T6" fmla="*/ 17 w 17"/>
                <a:gd name="T7" fmla="*/ 8 h 14"/>
                <a:gd name="T8" fmla="*/ 8 w 17"/>
                <a:gd name="T9" fmla="*/ 1 h 14"/>
              </a:gdLst>
              <a:ahLst/>
              <a:cxnLst>
                <a:cxn ang="0">
                  <a:pos x="T0" y="T1"/>
                </a:cxn>
                <a:cxn ang="0">
                  <a:pos x="T2" y="T3"/>
                </a:cxn>
                <a:cxn ang="0">
                  <a:pos x="T4" y="T5"/>
                </a:cxn>
                <a:cxn ang="0">
                  <a:pos x="T6" y="T7"/>
                </a:cxn>
                <a:cxn ang="0">
                  <a:pos x="T8" y="T9"/>
                </a:cxn>
              </a:cxnLst>
              <a:rect l="0" t="0" r="r" b="b"/>
              <a:pathLst>
                <a:path w="17" h="14">
                  <a:moveTo>
                    <a:pt x="8" y="1"/>
                  </a:moveTo>
                  <a:cubicBezTo>
                    <a:pt x="4" y="0"/>
                    <a:pt x="0" y="3"/>
                    <a:pt x="1" y="6"/>
                  </a:cubicBezTo>
                  <a:cubicBezTo>
                    <a:pt x="1" y="9"/>
                    <a:pt x="5" y="13"/>
                    <a:pt x="9" y="13"/>
                  </a:cubicBezTo>
                  <a:cubicBezTo>
                    <a:pt x="13" y="14"/>
                    <a:pt x="17" y="12"/>
                    <a:pt x="17" y="8"/>
                  </a:cubicBezTo>
                  <a:cubicBezTo>
                    <a:pt x="17" y="5"/>
                    <a:pt x="12" y="2"/>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95" name="Freeform 2198"/>
            <p:cNvSpPr/>
            <p:nvPr/>
          </p:nvSpPr>
          <p:spPr bwMode="auto">
            <a:xfrm>
              <a:off x="1287767" y="10515378"/>
              <a:ext cx="46038" cy="36513"/>
            </a:xfrm>
            <a:custGeom>
              <a:avLst/>
              <a:gdLst>
                <a:gd name="T0" fmla="*/ 7 w 17"/>
                <a:gd name="T1" fmla="*/ 0 h 13"/>
                <a:gd name="T2" fmla="*/ 0 w 17"/>
                <a:gd name="T3" fmla="*/ 7 h 13"/>
                <a:gd name="T4" fmla="*/ 9 w 17"/>
                <a:gd name="T5" fmla="*/ 12 h 13"/>
                <a:gd name="T6" fmla="*/ 16 w 17"/>
                <a:gd name="T7" fmla="*/ 5 h 13"/>
                <a:gd name="T8" fmla="*/ 7 w 17"/>
                <a:gd name="T9" fmla="*/ 0 h 13"/>
              </a:gdLst>
              <a:ahLst/>
              <a:cxnLst>
                <a:cxn ang="0">
                  <a:pos x="T0" y="T1"/>
                </a:cxn>
                <a:cxn ang="0">
                  <a:pos x="T2" y="T3"/>
                </a:cxn>
                <a:cxn ang="0">
                  <a:pos x="T4" y="T5"/>
                </a:cxn>
                <a:cxn ang="0">
                  <a:pos x="T6" y="T7"/>
                </a:cxn>
                <a:cxn ang="0">
                  <a:pos x="T8" y="T9"/>
                </a:cxn>
              </a:cxnLst>
              <a:rect l="0" t="0" r="r" b="b"/>
              <a:pathLst>
                <a:path w="17" h="13">
                  <a:moveTo>
                    <a:pt x="7" y="0"/>
                  </a:moveTo>
                  <a:cubicBezTo>
                    <a:pt x="3" y="0"/>
                    <a:pt x="0" y="3"/>
                    <a:pt x="0" y="7"/>
                  </a:cubicBezTo>
                  <a:cubicBezTo>
                    <a:pt x="1" y="10"/>
                    <a:pt x="5" y="13"/>
                    <a:pt x="9" y="12"/>
                  </a:cubicBezTo>
                  <a:cubicBezTo>
                    <a:pt x="13" y="12"/>
                    <a:pt x="17" y="9"/>
                    <a:pt x="16" y="5"/>
                  </a:cubicBezTo>
                  <a:cubicBezTo>
                    <a:pt x="16" y="2"/>
                    <a:pt x="11"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96" name="Freeform 2199"/>
            <p:cNvSpPr/>
            <p:nvPr/>
          </p:nvSpPr>
          <p:spPr bwMode="auto">
            <a:xfrm>
              <a:off x="1076629" y="10551891"/>
              <a:ext cx="46038" cy="38100"/>
            </a:xfrm>
            <a:custGeom>
              <a:avLst/>
              <a:gdLst>
                <a:gd name="T0" fmla="*/ 8 w 17"/>
                <a:gd name="T1" fmla="*/ 1 h 14"/>
                <a:gd name="T2" fmla="*/ 1 w 17"/>
                <a:gd name="T3" fmla="*/ 9 h 14"/>
                <a:gd name="T4" fmla="*/ 9 w 17"/>
                <a:gd name="T5" fmla="*/ 13 h 14"/>
                <a:gd name="T6" fmla="*/ 16 w 17"/>
                <a:gd name="T7" fmla="*/ 5 h 14"/>
                <a:gd name="T8" fmla="*/ 8 w 17"/>
                <a:gd name="T9" fmla="*/ 1 h 14"/>
              </a:gdLst>
              <a:ahLst/>
              <a:cxnLst>
                <a:cxn ang="0">
                  <a:pos x="T0" y="T1"/>
                </a:cxn>
                <a:cxn ang="0">
                  <a:pos x="T2" y="T3"/>
                </a:cxn>
                <a:cxn ang="0">
                  <a:pos x="T4" y="T5"/>
                </a:cxn>
                <a:cxn ang="0">
                  <a:pos x="T6" y="T7"/>
                </a:cxn>
                <a:cxn ang="0">
                  <a:pos x="T8" y="T9"/>
                </a:cxn>
              </a:cxnLst>
              <a:rect l="0" t="0" r="r" b="b"/>
              <a:pathLst>
                <a:path w="17" h="14">
                  <a:moveTo>
                    <a:pt x="8" y="1"/>
                  </a:moveTo>
                  <a:cubicBezTo>
                    <a:pt x="4" y="2"/>
                    <a:pt x="0" y="6"/>
                    <a:pt x="1" y="9"/>
                  </a:cubicBezTo>
                  <a:cubicBezTo>
                    <a:pt x="1" y="13"/>
                    <a:pt x="5" y="14"/>
                    <a:pt x="9" y="13"/>
                  </a:cubicBezTo>
                  <a:cubicBezTo>
                    <a:pt x="13" y="12"/>
                    <a:pt x="17" y="9"/>
                    <a:pt x="16" y="5"/>
                  </a:cubicBezTo>
                  <a:cubicBezTo>
                    <a:pt x="16" y="2"/>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97" name="Freeform 2200"/>
            <p:cNvSpPr/>
            <p:nvPr/>
          </p:nvSpPr>
          <p:spPr bwMode="auto">
            <a:xfrm>
              <a:off x="867079" y="10640791"/>
              <a:ext cx="46038" cy="41275"/>
            </a:xfrm>
            <a:custGeom>
              <a:avLst/>
              <a:gdLst>
                <a:gd name="T0" fmla="*/ 8 w 17"/>
                <a:gd name="T1" fmla="*/ 2 h 15"/>
                <a:gd name="T2" fmla="*/ 1 w 17"/>
                <a:gd name="T3" fmla="*/ 12 h 15"/>
                <a:gd name="T4" fmla="*/ 9 w 17"/>
                <a:gd name="T5" fmla="*/ 13 h 15"/>
                <a:gd name="T6" fmla="*/ 16 w 17"/>
                <a:gd name="T7" fmla="*/ 3 h 15"/>
                <a:gd name="T8" fmla="*/ 8 w 17"/>
                <a:gd name="T9" fmla="*/ 2 h 15"/>
              </a:gdLst>
              <a:ahLst/>
              <a:cxnLst>
                <a:cxn ang="0">
                  <a:pos x="T0" y="T1"/>
                </a:cxn>
                <a:cxn ang="0">
                  <a:pos x="T2" y="T3"/>
                </a:cxn>
                <a:cxn ang="0">
                  <a:pos x="T4" y="T5"/>
                </a:cxn>
                <a:cxn ang="0">
                  <a:pos x="T6" y="T7"/>
                </a:cxn>
                <a:cxn ang="0">
                  <a:pos x="T8" y="T9"/>
                </a:cxn>
              </a:cxnLst>
              <a:rect l="0" t="0" r="r" b="b"/>
              <a:pathLst>
                <a:path w="17" h="15">
                  <a:moveTo>
                    <a:pt x="8" y="2"/>
                  </a:moveTo>
                  <a:cubicBezTo>
                    <a:pt x="3" y="4"/>
                    <a:pt x="0" y="9"/>
                    <a:pt x="1" y="12"/>
                  </a:cubicBezTo>
                  <a:cubicBezTo>
                    <a:pt x="1" y="15"/>
                    <a:pt x="5" y="15"/>
                    <a:pt x="9" y="13"/>
                  </a:cubicBezTo>
                  <a:cubicBezTo>
                    <a:pt x="13" y="11"/>
                    <a:pt x="17" y="6"/>
                    <a:pt x="16" y="3"/>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98" name="Freeform 2201"/>
            <p:cNvSpPr/>
            <p:nvPr/>
          </p:nvSpPr>
          <p:spPr bwMode="auto">
            <a:xfrm>
              <a:off x="663879" y="10805891"/>
              <a:ext cx="42863" cy="55563"/>
            </a:xfrm>
            <a:custGeom>
              <a:avLst/>
              <a:gdLst>
                <a:gd name="T0" fmla="*/ 7 w 16"/>
                <a:gd name="T1" fmla="*/ 5 h 20"/>
                <a:gd name="T2" fmla="*/ 0 w 16"/>
                <a:gd name="T3" fmla="*/ 17 h 20"/>
                <a:gd name="T4" fmla="*/ 8 w 16"/>
                <a:gd name="T5" fmla="*/ 15 h 20"/>
                <a:gd name="T6" fmla="*/ 15 w 16"/>
                <a:gd name="T7" fmla="*/ 3 h 20"/>
                <a:gd name="T8" fmla="*/ 7 w 16"/>
                <a:gd name="T9" fmla="*/ 5 h 20"/>
              </a:gdLst>
              <a:ahLst/>
              <a:cxnLst>
                <a:cxn ang="0">
                  <a:pos x="T0" y="T1"/>
                </a:cxn>
                <a:cxn ang="0">
                  <a:pos x="T2" y="T3"/>
                </a:cxn>
                <a:cxn ang="0">
                  <a:pos x="T4" y="T5"/>
                </a:cxn>
                <a:cxn ang="0">
                  <a:pos x="T6" y="T7"/>
                </a:cxn>
                <a:cxn ang="0">
                  <a:pos x="T8" y="T9"/>
                </a:cxn>
              </a:cxnLst>
              <a:rect l="0" t="0" r="r" b="b"/>
              <a:pathLst>
                <a:path w="16" h="20">
                  <a:moveTo>
                    <a:pt x="7" y="5"/>
                  </a:moveTo>
                  <a:cubicBezTo>
                    <a:pt x="3" y="9"/>
                    <a:pt x="0" y="14"/>
                    <a:pt x="0" y="17"/>
                  </a:cubicBezTo>
                  <a:cubicBezTo>
                    <a:pt x="1" y="20"/>
                    <a:pt x="4" y="19"/>
                    <a:pt x="8" y="15"/>
                  </a:cubicBezTo>
                  <a:cubicBezTo>
                    <a:pt x="12" y="11"/>
                    <a:pt x="16" y="5"/>
                    <a:pt x="15" y="3"/>
                  </a:cubicBezTo>
                  <a:cubicBezTo>
                    <a:pt x="15" y="0"/>
                    <a:pt x="12" y="1"/>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199" name="Freeform 2202"/>
            <p:cNvSpPr/>
            <p:nvPr/>
          </p:nvSpPr>
          <p:spPr bwMode="auto">
            <a:xfrm>
              <a:off x="460679" y="11023378"/>
              <a:ext cx="42863" cy="57150"/>
            </a:xfrm>
            <a:custGeom>
              <a:avLst/>
              <a:gdLst>
                <a:gd name="T0" fmla="*/ 7 w 16"/>
                <a:gd name="T1" fmla="*/ 7 h 21"/>
                <a:gd name="T2" fmla="*/ 0 w 16"/>
                <a:gd name="T3" fmla="*/ 19 h 21"/>
                <a:gd name="T4" fmla="*/ 8 w 16"/>
                <a:gd name="T5" fmla="*/ 14 h 21"/>
                <a:gd name="T6" fmla="*/ 15 w 16"/>
                <a:gd name="T7" fmla="*/ 2 h 21"/>
                <a:gd name="T8" fmla="*/ 7 w 16"/>
                <a:gd name="T9" fmla="*/ 7 h 21"/>
              </a:gdLst>
              <a:ahLst/>
              <a:cxnLst>
                <a:cxn ang="0">
                  <a:pos x="T0" y="T1"/>
                </a:cxn>
                <a:cxn ang="0">
                  <a:pos x="T2" y="T3"/>
                </a:cxn>
                <a:cxn ang="0">
                  <a:pos x="T4" y="T5"/>
                </a:cxn>
                <a:cxn ang="0">
                  <a:pos x="T6" y="T7"/>
                </a:cxn>
                <a:cxn ang="0">
                  <a:pos x="T8" y="T9"/>
                </a:cxn>
              </a:cxnLst>
              <a:rect l="0" t="0" r="r" b="b"/>
              <a:pathLst>
                <a:path w="16" h="21">
                  <a:moveTo>
                    <a:pt x="7" y="7"/>
                  </a:moveTo>
                  <a:cubicBezTo>
                    <a:pt x="2" y="12"/>
                    <a:pt x="0" y="17"/>
                    <a:pt x="0" y="19"/>
                  </a:cubicBezTo>
                  <a:cubicBezTo>
                    <a:pt x="1" y="21"/>
                    <a:pt x="4" y="19"/>
                    <a:pt x="8" y="14"/>
                  </a:cubicBezTo>
                  <a:cubicBezTo>
                    <a:pt x="12" y="10"/>
                    <a:pt x="16" y="4"/>
                    <a:pt x="15" y="2"/>
                  </a:cubicBezTo>
                  <a:cubicBezTo>
                    <a:pt x="15" y="0"/>
                    <a:pt x="11" y="2"/>
                    <a:pt x="7"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00" name="Freeform 2203"/>
            <p:cNvSpPr/>
            <p:nvPr/>
          </p:nvSpPr>
          <p:spPr bwMode="auto">
            <a:xfrm>
              <a:off x="255892" y="11259916"/>
              <a:ext cx="41275" cy="53975"/>
            </a:xfrm>
            <a:custGeom>
              <a:avLst/>
              <a:gdLst>
                <a:gd name="T0" fmla="*/ 7 w 15"/>
                <a:gd name="T1" fmla="*/ 7 h 20"/>
                <a:gd name="T2" fmla="*/ 0 w 15"/>
                <a:gd name="T3" fmla="*/ 18 h 20"/>
                <a:gd name="T4" fmla="*/ 8 w 15"/>
                <a:gd name="T5" fmla="*/ 13 h 20"/>
                <a:gd name="T6" fmla="*/ 15 w 15"/>
                <a:gd name="T7" fmla="*/ 1 h 20"/>
                <a:gd name="T8" fmla="*/ 7 w 15"/>
                <a:gd name="T9" fmla="*/ 7 h 20"/>
              </a:gdLst>
              <a:ahLst/>
              <a:cxnLst>
                <a:cxn ang="0">
                  <a:pos x="T0" y="T1"/>
                </a:cxn>
                <a:cxn ang="0">
                  <a:pos x="T2" y="T3"/>
                </a:cxn>
                <a:cxn ang="0">
                  <a:pos x="T4" y="T5"/>
                </a:cxn>
                <a:cxn ang="0">
                  <a:pos x="T6" y="T7"/>
                </a:cxn>
                <a:cxn ang="0">
                  <a:pos x="T8" y="T9"/>
                </a:cxn>
              </a:cxnLst>
              <a:rect l="0" t="0" r="r" b="b"/>
              <a:pathLst>
                <a:path w="15" h="20">
                  <a:moveTo>
                    <a:pt x="7" y="7"/>
                  </a:moveTo>
                  <a:cubicBezTo>
                    <a:pt x="3" y="12"/>
                    <a:pt x="0" y="17"/>
                    <a:pt x="0" y="18"/>
                  </a:cubicBezTo>
                  <a:cubicBezTo>
                    <a:pt x="0" y="20"/>
                    <a:pt x="4" y="17"/>
                    <a:pt x="8" y="13"/>
                  </a:cubicBezTo>
                  <a:cubicBezTo>
                    <a:pt x="12" y="8"/>
                    <a:pt x="15" y="3"/>
                    <a:pt x="15" y="1"/>
                  </a:cubicBezTo>
                  <a:cubicBezTo>
                    <a:pt x="15" y="0"/>
                    <a:pt x="11" y="2"/>
                    <a:pt x="7"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01" name="Freeform 2204"/>
            <p:cNvSpPr/>
            <p:nvPr/>
          </p:nvSpPr>
          <p:spPr bwMode="auto">
            <a:xfrm>
              <a:off x="49517" y="11482166"/>
              <a:ext cx="44450" cy="46038"/>
            </a:xfrm>
            <a:custGeom>
              <a:avLst/>
              <a:gdLst>
                <a:gd name="T0" fmla="*/ 8 w 16"/>
                <a:gd name="T1" fmla="*/ 7 h 17"/>
                <a:gd name="T2" fmla="*/ 0 w 16"/>
                <a:gd name="T3" fmla="*/ 16 h 17"/>
                <a:gd name="T4" fmla="*/ 8 w 16"/>
                <a:gd name="T5" fmla="*/ 11 h 17"/>
                <a:gd name="T6" fmla="*/ 16 w 16"/>
                <a:gd name="T7" fmla="*/ 2 h 17"/>
                <a:gd name="T8" fmla="*/ 8 w 16"/>
                <a:gd name="T9" fmla="*/ 7 h 17"/>
              </a:gdLst>
              <a:ahLst/>
              <a:cxnLst>
                <a:cxn ang="0">
                  <a:pos x="T0" y="T1"/>
                </a:cxn>
                <a:cxn ang="0">
                  <a:pos x="T2" y="T3"/>
                </a:cxn>
                <a:cxn ang="0">
                  <a:pos x="T4" y="T5"/>
                </a:cxn>
                <a:cxn ang="0">
                  <a:pos x="T6" y="T7"/>
                </a:cxn>
                <a:cxn ang="0">
                  <a:pos x="T8" y="T9"/>
                </a:cxn>
              </a:cxnLst>
              <a:rect l="0" t="0" r="r" b="b"/>
              <a:pathLst>
                <a:path w="16" h="17">
                  <a:moveTo>
                    <a:pt x="8" y="7"/>
                  </a:moveTo>
                  <a:cubicBezTo>
                    <a:pt x="4" y="11"/>
                    <a:pt x="0" y="15"/>
                    <a:pt x="0" y="16"/>
                  </a:cubicBezTo>
                  <a:cubicBezTo>
                    <a:pt x="1" y="17"/>
                    <a:pt x="4" y="15"/>
                    <a:pt x="8" y="11"/>
                  </a:cubicBezTo>
                  <a:cubicBezTo>
                    <a:pt x="12" y="7"/>
                    <a:pt x="16" y="3"/>
                    <a:pt x="16" y="2"/>
                  </a:cubicBezTo>
                  <a:cubicBezTo>
                    <a:pt x="16" y="0"/>
                    <a:pt x="12" y="3"/>
                    <a:pt x="8"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02" name="Freeform 2205"/>
            <p:cNvSpPr/>
            <p:nvPr/>
          </p:nvSpPr>
          <p:spPr bwMode="auto">
            <a:xfrm>
              <a:off x="-155271" y="11669491"/>
              <a:ext cx="42863" cy="33338"/>
            </a:xfrm>
            <a:custGeom>
              <a:avLst/>
              <a:gdLst>
                <a:gd name="T0" fmla="*/ 9 w 16"/>
                <a:gd name="T1" fmla="*/ 7 h 12"/>
                <a:gd name="T2" fmla="*/ 16 w 16"/>
                <a:gd name="T3" fmla="*/ 1 h 12"/>
                <a:gd name="T4" fmla="*/ 7 w 16"/>
                <a:gd name="T5" fmla="*/ 6 h 12"/>
                <a:gd name="T6" fmla="*/ 0 w 16"/>
                <a:gd name="T7" fmla="*/ 12 h 12"/>
                <a:gd name="T8" fmla="*/ 9 w 16"/>
                <a:gd name="T9" fmla="*/ 7 h 12"/>
              </a:gdLst>
              <a:ahLst/>
              <a:cxnLst>
                <a:cxn ang="0">
                  <a:pos x="T0" y="T1"/>
                </a:cxn>
                <a:cxn ang="0">
                  <a:pos x="T2" y="T3"/>
                </a:cxn>
                <a:cxn ang="0">
                  <a:pos x="T4" y="T5"/>
                </a:cxn>
                <a:cxn ang="0">
                  <a:pos x="T6" y="T7"/>
                </a:cxn>
                <a:cxn ang="0">
                  <a:pos x="T8" y="T9"/>
                </a:cxn>
              </a:cxnLst>
              <a:rect l="0" t="0" r="r" b="b"/>
              <a:pathLst>
                <a:path w="16" h="12">
                  <a:moveTo>
                    <a:pt x="9" y="7"/>
                  </a:moveTo>
                  <a:cubicBezTo>
                    <a:pt x="13" y="4"/>
                    <a:pt x="16" y="1"/>
                    <a:pt x="16" y="1"/>
                  </a:cubicBezTo>
                  <a:cubicBezTo>
                    <a:pt x="15" y="0"/>
                    <a:pt x="11" y="2"/>
                    <a:pt x="7" y="6"/>
                  </a:cubicBezTo>
                  <a:cubicBezTo>
                    <a:pt x="3" y="9"/>
                    <a:pt x="0" y="11"/>
                    <a:pt x="0" y="12"/>
                  </a:cubicBezTo>
                  <a:cubicBezTo>
                    <a:pt x="1" y="12"/>
                    <a:pt x="5" y="10"/>
                    <a:pt x="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03" name="Freeform 2206"/>
            <p:cNvSpPr/>
            <p:nvPr/>
          </p:nvSpPr>
          <p:spPr bwMode="auto">
            <a:xfrm>
              <a:off x="11484279" y="8464328"/>
              <a:ext cx="46038" cy="26988"/>
            </a:xfrm>
            <a:custGeom>
              <a:avLst/>
              <a:gdLst>
                <a:gd name="T0" fmla="*/ 1 w 17"/>
                <a:gd name="T1" fmla="*/ 4 h 10"/>
                <a:gd name="T2" fmla="*/ 9 w 17"/>
                <a:gd name="T3" fmla="*/ 10 h 10"/>
                <a:gd name="T4" fmla="*/ 17 w 17"/>
                <a:gd name="T5" fmla="*/ 5 h 10"/>
                <a:gd name="T6" fmla="*/ 8 w 17"/>
                <a:gd name="T7" fmla="*/ 0 h 10"/>
                <a:gd name="T8" fmla="*/ 1 w 17"/>
                <a:gd name="T9" fmla="*/ 4 h 10"/>
              </a:gdLst>
              <a:ahLst/>
              <a:cxnLst>
                <a:cxn ang="0">
                  <a:pos x="T0" y="T1"/>
                </a:cxn>
                <a:cxn ang="0">
                  <a:pos x="T2" y="T3"/>
                </a:cxn>
                <a:cxn ang="0">
                  <a:pos x="T4" y="T5"/>
                </a:cxn>
                <a:cxn ang="0">
                  <a:pos x="T6" y="T7"/>
                </a:cxn>
                <a:cxn ang="0">
                  <a:pos x="T8" y="T9"/>
                </a:cxn>
              </a:cxnLst>
              <a:rect l="0" t="0" r="r" b="b"/>
              <a:pathLst>
                <a:path w="17" h="10">
                  <a:moveTo>
                    <a:pt x="1" y="4"/>
                  </a:moveTo>
                  <a:cubicBezTo>
                    <a:pt x="1" y="7"/>
                    <a:pt x="5" y="10"/>
                    <a:pt x="9" y="10"/>
                  </a:cubicBezTo>
                  <a:cubicBezTo>
                    <a:pt x="13" y="10"/>
                    <a:pt x="17" y="8"/>
                    <a:pt x="17" y="5"/>
                  </a:cubicBezTo>
                  <a:cubicBezTo>
                    <a:pt x="16" y="2"/>
                    <a:pt x="12" y="0"/>
                    <a:pt x="8" y="0"/>
                  </a:cubicBezTo>
                  <a:cubicBezTo>
                    <a:pt x="3" y="0"/>
                    <a:pt x="0" y="1"/>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04" name="Freeform 2207"/>
            <p:cNvSpPr/>
            <p:nvPr/>
          </p:nvSpPr>
          <p:spPr bwMode="auto">
            <a:xfrm>
              <a:off x="11269967" y="8464328"/>
              <a:ext cx="46038" cy="23813"/>
            </a:xfrm>
            <a:custGeom>
              <a:avLst/>
              <a:gdLst>
                <a:gd name="T0" fmla="*/ 7 w 17"/>
                <a:gd name="T1" fmla="*/ 0 h 9"/>
                <a:gd name="T2" fmla="*/ 0 w 17"/>
                <a:gd name="T3" fmla="*/ 5 h 9"/>
                <a:gd name="T4" fmla="*/ 9 w 17"/>
                <a:gd name="T5" fmla="*/ 9 h 9"/>
                <a:gd name="T6" fmla="*/ 16 w 17"/>
                <a:gd name="T7" fmla="*/ 4 h 9"/>
                <a:gd name="T8" fmla="*/ 7 w 17"/>
                <a:gd name="T9" fmla="*/ 0 h 9"/>
              </a:gdLst>
              <a:ahLst/>
              <a:cxnLst>
                <a:cxn ang="0">
                  <a:pos x="T0" y="T1"/>
                </a:cxn>
                <a:cxn ang="0">
                  <a:pos x="T2" y="T3"/>
                </a:cxn>
                <a:cxn ang="0">
                  <a:pos x="T4" y="T5"/>
                </a:cxn>
                <a:cxn ang="0">
                  <a:pos x="T6" y="T7"/>
                </a:cxn>
                <a:cxn ang="0">
                  <a:pos x="T8" y="T9"/>
                </a:cxn>
              </a:cxnLst>
              <a:rect l="0" t="0" r="r" b="b"/>
              <a:pathLst>
                <a:path w="17" h="9">
                  <a:moveTo>
                    <a:pt x="7" y="0"/>
                  </a:moveTo>
                  <a:cubicBezTo>
                    <a:pt x="3" y="0"/>
                    <a:pt x="0" y="2"/>
                    <a:pt x="0" y="5"/>
                  </a:cubicBezTo>
                  <a:cubicBezTo>
                    <a:pt x="1" y="7"/>
                    <a:pt x="5" y="9"/>
                    <a:pt x="9" y="9"/>
                  </a:cubicBezTo>
                  <a:cubicBezTo>
                    <a:pt x="13" y="8"/>
                    <a:pt x="17" y="6"/>
                    <a:pt x="16" y="4"/>
                  </a:cubicBezTo>
                  <a:cubicBezTo>
                    <a:pt x="16" y="2"/>
                    <a:pt x="12"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05" name="Freeform 2208"/>
            <p:cNvSpPr/>
            <p:nvPr/>
          </p:nvSpPr>
          <p:spPr bwMode="auto">
            <a:xfrm>
              <a:off x="11055654" y="8491316"/>
              <a:ext cx="46038" cy="30163"/>
            </a:xfrm>
            <a:custGeom>
              <a:avLst/>
              <a:gdLst>
                <a:gd name="T0" fmla="*/ 8 w 17"/>
                <a:gd name="T1" fmla="*/ 1 h 11"/>
                <a:gd name="T2" fmla="*/ 1 w 17"/>
                <a:gd name="T3" fmla="*/ 8 h 11"/>
                <a:gd name="T4" fmla="*/ 9 w 17"/>
                <a:gd name="T5" fmla="*/ 10 h 11"/>
                <a:gd name="T6" fmla="*/ 17 w 17"/>
                <a:gd name="T7" fmla="*/ 4 h 11"/>
                <a:gd name="T8" fmla="*/ 8 w 17"/>
                <a:gd name="T9" fmla="*/ 1 h 11"/>
              </a:gdLst>
              <a:ahLst/>
              <a:cxnLst>
                <a:cxn ang="0">
                  <a:pos x="T0" y="T1"/>
                </a:cxn>
                <a:cxn ang="0">
                  <a:pos x="T2" y="T3"/>
                </a:cxn>
                <a:cxn ang="0">
                  <a:pos x="T4" y="T5"/>
                </a:cxn>
                <a:cxn ang="0">
                  <a:pos x="T6" y="T7"/>
                </a:cxn>
                <a:cxn ang="0">
                  <a:pos x="T8" y="T9"/>
                </a:cxn>
              </a:cxnLst>
              <a:rect l="0" t="0" r="r" b="b"/>
              <a:pathLst>
                <a:path w="17" h="11">
                  <a:moveTo>
                    <a:pt x="8" y="1"/>
                  </a:moveTo>
                  <a:cubicBezTo>
                    <a:pt x="3" y="3"/>
                    <a:pt x="0" y="5"/>
                    <a:pt x="1" y="8"/>
                  </a:cubicBezTo>
                  <a:cubicBezTo>
                    <a:pt x="1" y="10"/>
                    <a:pt x="5" y="11"/>
                    <a:pt x="9" y="10"/>
                  </a:cubicBezTo>
                  <a:cubicBezTo>
                    <a:pt x="13" y="9"/>
                    <a:pt x="17" y="6"/>
                    <a:pt x="17" y="4"/>
                  </a:cubicBezTo>
                  <a:cubicBezTo>
                    <a:pt x="16" y="1"/>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06" name="Freeform 2209"/>
            <p:cNvSpPr/>
            <p:nvPr/>
          </p:nvSpPr>
          <p:spPr bwMode="auto">
            <a:xfrm>
              <a:off x="10847692" y="8569103"/>
              <a:ext cx="42863" cy="30163"/>
            </a:xfrm>
            <a:custGeom>
              <a:avLst/>
              <a:gdLst>
                <a:gd name="T0" fmla="*/ 7 w 16"/>
                <a:gd name="T1" fmla="*/ 1 h 11"/>
                <a:gd name="T2" fmla="*/ 0 w 16"/>
                <a:gd name="T3" fmla="*/ 8 h 11"/>
                <a:gd name="T4" fmla="*/ 9 w 16"/>
                <a:gd name="T5" fmla="*/ 10 h 11"/>
                <a:gd name="T6" fmla="*/ 16 w 16"/>
                <a:gd name="T7" fmla="*/ 2 h 11"/>
                <a:gd name="T8" fmla="*/ 7 w 16"/>
                <a:gd name="T9" fmla="*/ 1 h 11"/>
              </a:gdLst>
              <a:ahLst/>
              <a:cxnLst>
                <a:cxn ang="0">
                  <a:pos x="T0" y="T1"/>
                </a:cxn>
                <a:cxn ang="0">
                  <a:pos x="T2" y="T3"/>
                </a:cxn>
                <a:cxn ang="0">
                  <a:pos x="T4" y="T5"/>
                </a:cxn>
                <a:cxn ang="0">
                  <a:pos x="T6" y="T7"/>
                </a:cxn>
                <a:cxn ang="0">
                  <a:pos x="T8" y="T9"/>
                </a:cxn>
              </a:cxnLst>
              <a:rect l="0" t="0" r="r" b="b"/>
              <a:pathLst>
                <a:path w="16" h="11">
                  <a:moveTo>
                    <a:pt x="7" y="1"/>
                  </a:moveTo>
                  <a:cubicBezTo>
                    <a:pt x="3" y="3"/>
                    <a:pt x="0" y="6"/>
                    <a:pt x="0" y="8"/>
                  </a:cubicBezTo>
                  <a:cubicBezTo>
                    <a:pt x="1" y="11"/>
                    <a:pt x="4" y="11"/>
                    <a:pt x="9" y="10"/>
                  </a:cubicBezTo>
                  <a:cubicBezTo>
                    <a:pt x="13" y="8"/>
                    <a:pt x="16" y="4"/>
                    <a:pt x="16" y="2"/>
                  </a:cubicBezTo>
                  <a:cubicBezTo>
                    <a:pt x="16" y="0"/>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07" name="Freeform 2210"/>
            <p:cNvSpPr/>
            <p:nvPr/>
          </p:nvSpPr>
          <p:spPr bwMode="auto">
            <a:xfrm>
              <a:off x="10634967" y="8659591"/>
              <a:ext cx="46038" cy="31750"/>
            </a:xfrm>
            <a:custGeom>
              <a:avLst/>
              <a:gdLst>
                <a:gd name="T0" fmla="*/ 8 w 17"/>
                <a:gd name="T1" fmla="*/ 2 h 12"/>
                <a:gd name="T2" fmla="*/ 1 w 17"/>
                <a:gd name="T3" fmla="*/ 10 h 12"/>
                <a:gd name="T4" fmla="*/ 9 w 17"/>
                <a:gd name="T5" fmla="*/ 10 h 12"/>
                <a:gd name="T6" fmla="*/ 16 w 17"/>
                <a:gd name="T7" fmla="*/ 2 h 12"/>
                <a:gd name="T8" fmla="*/ 8 w 17"/>
                <a:gd name="T9" fmla="*/ 2 h 12"/>
              </a:gdLst>
              <a:ahLst/>
              <a:cxnLst>
                <a:cxn ang="0">
                  <a:pos x="T0" y="T1"/>
                </a:cxn>
                <a:cxn ang="0">
                  <a:pos x="T2" y="T3"/>
                </a:cxn>
                <a:cxn ang="0">
                  <a:pos x="T4" y="T5"/>
                </a:cxn>
                <a:cxn ang="0">
                  <a:pos x="T6" y="T7"/>
                </a:cxn>
                <a:cxn ang="0">
                  <a:pos x="T8" y="T9"/>
                </a:cxn>
              </a:cxnLst>
              <a:rect l="0" t="0" r="r" b="b"/>
              <a:pathLst>
                <a:path w="17" h="12">
                  <a:moveTo>
                    <a:pt x="8" y="2"/>
                  </a:moveTo>
                  <a:cubicBezTo>
                    <a:pt x="3" y="4"/>
                    <a:pt x="0" y="7"/>
                    <a:pt x="1" y="10"/>
                  </a:cubicBezTo>
                  <a:cubicBezTo>
                    <a:pt x="1" y="12"/>
                    <a:pt x="5" y="12"/>
                    <a:pt x="9" y="10"/>
                  </a:cubicBezTo>
                  <a:cubicBezTo>
                    <a:pt x="13" y="9"/>
                    <a:pt x="17" y="5"/>
                    <a:pt x="16" y="2"/>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08" name="Freeform 2211"/>
            <p:cNvSpPr/>
            <p:nvPr/>
          </p:nvSpPr>
          <p:spPr bwMode="auto">
            <a:xfrm>
              <a:off x="10428592" y="8759603"/>
              <a:ext cx="41275" cy="34925"/>
            </a:xfrm>
            <a:custGeom>
              <a:avLst/>
              <a:gdLst>
                <a:gd name="T0" fmla="*/ 7 w 15"/>
                <a:gd name="T1" fmla="*/ 2 h 13"/>
                <a:gd name="T2" fmla="*/ 0 w 15"/>
                <a:gd name="T3" fmla="*/ 10 h 13"/>
                <a:gd name="T4" fmla="*/ 8 w 15"/>
                <a:gd name="T5" fmla="*/ 11 h 13"/>
                <a:gd name="T6" fmla="*/ 15 w 15"/>
                <a:gd name="T7" fmla="*/ 3 h 13"/>
                <a:gd name="T8" fmla="*/ 7 w 15"/>
                <a:gd name="T9" fmla="*/ 2 h 13"/>
              </a:gdLst>
              <a:ahLst/>
              <a:cxnLst>
                <a:cxn ang="0">
                  <a:pos x="T0" y="T1"/>
                </a:cxn>
                <a:cxn ang="0">
                  <a:pos x="T2" y="T3"/>
                </a:cxn>
                <a:cxn ang="0">
                  <a:pos x="T4" y="T5"/>
                </a:cxn>
                <a:cxn ang="0">
                  <a:pos x="T6" y="T7"/>
                </a:cxn>
                <a:cxn ang="0">
                  <a:pos x="T8" y="T9"/>
                </a:cxn>
              </a:cxnLst>
              <a:rect l="0" t="0" r="r" b="b"/>
              <a:pathLst>
                <a:path w="15" h="13">
                  <a:moveTo>
                    <a:pt x="7" y="2"/>
                  </a:moveTo>
                  <a:cubicBezTo>
                    <a:pt x="3" y="4"/>
                    <a:pt x="0" y="7"/>
                    <a:pt x="0" y="10"/>
                  </a:cubicBezTo>
                  <a:cubicBezTo>
                    <a:pt x="0" y="12"/>
                    <a:pt x="3" y="13"/>
                    <a:pt x="8" y="11"/>
                  </a:cubicBezTo>
                  <a:cubicBezTo>
                    <a:pt x="12" y="9"/>
                    <a:pt x="15" y="5"/>
                    <a:pt x="15" y="3"/>
                  </a:cubicBezTo>
                  <a:cubicBezTo>
                    <a:pt x="15" y="0"/>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09" name="Freeform 2212"/>
            <p:cNvSpPr/>
            <p:nvPr/>
          </p:nvSpPr>
          <p:spPr bwMode="auto">
            <a:xfrm>
              <a:off x="10217454" y="8867553"/>
              <a:ext cx="42863" cy="36513"/>
            </a:xfrm>
            <a:custGeom>
              <a:avLst/>
              <a:gdLst>
                <a:gd name="T0" fmla="*/ 8 w 16"/>
                <a:gd name="T1" fmla="*/ 2 h 13"/>
                <a:gd name="T2" fmla="*/ 1 w 16"/>
                <a:gd name="T3" fmla="*/ 10 h 13"/>
                <a:gd name="T4" fmla="*/ 9 w 16"/>
                <a:gd name="T5" fmla="*/ 11 h 13"/>
                <a:gd name="T6" fmla="*/ 16 w 16"/>
                <a:gd name="T7" fmla="*/ 3 h 13"/>
                <a:gd name="T8" fmla="*/ 8 w 16"/>
                <a:gd name="T9" fmla="*/ 2 h 13"/>
              </a:gdLst>
              <a:ahLst/>
              <a:cxnLst>
                <a:cxn ang="0">
                  <a:pos x="T0" y="T1"/>
                </a:cxn>
                <a:cxn ang="0">
                  <a:pos x="T2" y="T3"/>
                </a:cxn>
                <a:cxn ang="0">
                  <a:pos x="T4" y="T5"/>
                </a:cxn>
                <a:cxn ang="0">
                  <a:pos x="T6" y="T7"/>
                </a:cxn>
                <a:cxn ang="0">
                  <a:pos x="T8" y="T9"/>
                </a:cxn>
              </a:cxnLst>
              <a:rect l="0" t="0" r="r" b="b"/>
              <a:pathLst>
                <a:path w="16" h="13">
                  <a:moveTo>
                    <a:pt x="8" y="2"/>
                  </a:moveTo>
                  <a:cubicBezTo>
                    <a:pt x="4" y="4"/>
                    <a:pt x="0" y="8"/>
                    <a:pt x="1" y="10"/>
                  </a:cubicBezTo>
                  <a:cubicBezTo>
                    <a:pt x="1" y="13"/>
                    <a:pt x="5" y="13"/>
                    <a:pt x="9" y="11"/>
                  </a:cubicBezTo>
                  <a:cubicBezTo>
                    <a:pt x="13" y="9"/>
                    <a:pt x="16" y="5"/>
                    <a:pt x="16" y="3"/>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10" name="Freeform 2213"/>
            <p:cNvSpPr/>
            <p:nvPr/>
          </p:nvSpPr>
          <p:spPr bwMode="auto">
            <a:xfrm>
              <a:off x="10007904" y="8981853"/>
              <a:ext cx="46038" cy="38100"/>
            </a:xfrm>
            <a:custGeom>
              <a:avLst/>
              <a:gdLst>
                <a:gd name="T0" fmla="*/ 8 w 17"/>
                <a:gd name="T1" fmla="*/ 2 h 14"/>
                <a:gd name="T2" fmla="*/ 1 w 17"/>
                <a:gd name="T3" fmla="*/ 11 h 14"/>
                <a:gd name="T4" fmla="*/ 9 w 17"/>
                <a:gd name="T5" fmla="*/ 11 h 14"/>
                <a:gd name="T6" fmla="*/ 17 w 17"/>
                <a:gd name="T7" fmla="*/ 2 h 14"/>
                <a:gd name="T8" fmla="*/ 8 w 17"/>
                <a:gd name="T9" fmla="*/ 2 h 14"/>
              </a:gdLst>
              <a:ahLst/>
              <a:cxnLst>
                <a:cxn ang="0">
                  <a:pos x="T0" y="T1"/>
                </a:cxn>
                <a:cxn ang="0">
                  <a:pos x="T2" y="T3"/>
                </a:cxn>
                <a:cxn ang="0">
                  <a:pos x="T4" y="T5"/>
                </a:cxn>
                <a:cxn ang="0">
                  <a:pos x="T6" y="T7"/>
                </a:cxn>
                <a:cxn ang="0">
                  <a:pos x="T8" y="T9"/>
                </a:cxn>
              </a:cxnLst>
              <a:rect l="0" t="0" r="r" b="b"/>
              <a:pathLst>
                <a:path w="17" h="14">
                  <a:moveTo>
                    <a:pt x="8" y="2"/>
                  </a:moveTo>
                  <a:cubicBezTo>
                    <a:pt x="3" y="4"/>
                    <a:pt x="0" y="8"/>
                    <a:pt x="1" y="11"/>
                  </a:cubicBezTo>
                  <a:cubicBezTo>
                    <a:pt x="1" y="13"/>
                    <a:pt x="5" y="14"/>
                    <a:pt x="9" y="11"/>
                  </a:cubicBezTo>
                  <a:cubicBezTo>
                    <a:pt x="13" y="9"/>
                    <a:pt x="17" y="4"/>
                    <a:pt x="17" y="2"/>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11" name="Freeform 2214"/>
            <p:cNvSpPr/>
            <p:nvPr/>
          </p:nvSpPr>
          <p:spPr bwMode="auto">
            <a:xfrm>
              <a:off x="9801529" y="9099328"/>
              <a:ext cx="44450" cy="38100"/>
            </a:xfrm>
            <a:custGeom>
              <a:avLst/>
              <a:gdLst>
                <a:gd name="T0" fmla="*/ 7 w 16"/>
                <a:gd name="T1" fmla="*/ 2 h 14"/>
                <a:gd name="T2" fmla="*/ 0 w 16"/>
                <a:gd name="T3" fmla="*/ 11 h 14"/>
                <a:gd name="T4" fmla="*/ 9 w 16"/>
                <a:gd name="T5" fmla="*/ 12 h 14"/>
                <a:gd name="T6" fmla="*/ 16 w 16"/>
                <a:gd name="T7" fmla="*/ 2 h 14"/>
                <a:gd name="T8" fmla="*/ 7 w 16"/>
                <a:gd name="T9" fmla="*/ 2 h 14"/>
              </a:gdLst>
              <a:ahLst/>
              <a:cxnLst>
                <a:cxn ang="0">
                  <a:pos x="T0" y="T1"/>
                </a:cxn>
                <a:cxn ang="0">
                  <a:pos x="T2" y="T3"/>
                </a:cxn>
                <a:cxn ang="0">
                  <a:pos x="T4" y="T5"/>
                </a:cxn>
                <a:cxn ang="0">
                  <a:pos x="T6" y="T7"/>
                </a:cxn>
                <a:cxn ang="0">
                  <a:pos x="T8" y="T9"/>
                </a:cxn>
              </a:cxnLst>
              <a:rect l="0" t="0" r="r" b="b"/>
              <a:pathLst>
                <a:path w="16" h="14">
                  <a:moveTo>
                    <a:pt x="7" y="2"/>
                  </a:moveTo>
                  <a:cubicBezTo>
                    <a:pt x="3" y="4"/>
                    <a:pt x="0" y="8"/>
                    <a:pt x="0" y="11"/>
                  </a:cubicBezTo>
                  <a:cubicBezTo>
                    <a:pt x="1" y="14"/>
                    <a:pt x="4" y="14"/>
                    <a:pt x="9" y="12"/>
                  </a:cubicBezTo>
                  <a:cubicBezTo>
                    <a:pt x="13" y="9"/>
                    <a:pt x="16" y="5"/>
                    <a:pt x="16" y="2"/>
                  </a:cubicBezTo>
                  <a:cubicBezTo>
                    <a:pt x="15" y="0"/>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12" name="Freeform 2216"/>
            <p:cNvSpPr/>
            <p:nvPr/>
          </p:nvSpPr>
          <p:spPr bwMode="auto">
            <a:xfrm>
              <a:off x="9593566" y="9215215"/>
              <a:ext cx="42863" cy="38100"/>
            </a:xfrm>
            <a:custGeom>
              <a:avLst/>
              <a:gdLst>
                <a:gd name="T0" fmla="*/ 7 w 16"/>
                <a:gd name="T1" fmla="*/ 3 h 14"/>
                <a:gd name="T2" fmla="*/ 0 w 16"/>
                <a:gd name="T3" fmla="*/ 12 h 14"/>
                <a:gd name="T4" fmla="*/ 9 w 16"/>
                <a:gd name="T5" fmla="*/ 12 h 14"/>
                <a:gd name="T6" fmla="*/ 16 w 16"/>
                <a:gd name="T7" fmla="*/ 3 h 14"/>
                <a:gd name="T8" fmla="*/ 7 w 16"/>
                <a:gd name="T9" fmla="*/ 3 h 14"/>
              </a:gdLst>
              <a:ahLst/>
              <a:cxnLst>
                <a:cxn ang="0">
                  <a:pos x="T0" y="T1"/>
                </a:cxn>
                <a:cxn ang="0">
                  <a:pos x="T2" y="T3"/>
                </a:cxn>
                <a:cxn ang="0">
                  <a:pos x="T4" y="T5"/>
                </a:cxn>
                <a:cxn ang="0">
                  <a:pos x="T6" y="T7"/>
                </a:cxn>
                <a:cxn ang="0">
                  <a:pos x="T8" y="T9"/>
                </a:cxn>
              </a:cxnLst>
              <a:rect l="0" t="0" r="r" b="b"/>
              <a:pathLst>
                <a:path w="16" h="14">
                  <a:moveTo>
                    <a:pt x="7" y="3"/>
                  </a:moveTo>
                  <a:cubicBezTo>
                    <a:pt x="3" y="5"/>
                    <a:pt x="0" y="9"/>
                    <a:pt x="0" y="12"/>
                  </a:cubicBezTo>
                  <a:cubicBezTo>
                    <a:pt x="1" y="14"/>
                    <a:pt x="5" y="14"/>
                    <a:pt x="9" y="12"/>
                  </a:cubicBezTo>
                  <a:cubicBezTo>
                    <a:pt x="13" y="10"/>
                    <a:pt x="16" y="5"/>
                    <a:pt x="16" y="3"/>
                  </a:cubicBezTo>
                  <a:cubicBezTo>
                    <a:pt x="15" y="0"/>
                    <a:pt x="11" y="0"/>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13" name="Freeform 2217"/>
            <p:cNvSpPr/>
            <p:nvPr/>
          </p:nvSpPr>
          <p:spPr bwMode="auto">
            <a:xfrm>
              <a:off x="9384016" y="9332690"/>
              <a:ext cx="42863" cy="38100"/>
            </a:xfrm>
            <a:custGeom>
              <a:avLst/>
              <a:gdLst>
                <a:gd name="T0" fmla="*/ 8 w 16"/>
                <a:gd name="T1" fmla="*/ 2 h 14"/>
                <a:gd name="T2" fmla="*/ 1 w 16"/>
                <a:gd name="T3" fmla="*/ 11 h 14"/>
                <a:gd name="T4" fmla="*/ 9 w 16"/>
                <a:gd name="T5" fmla="*/ 12 h 14"/>
                <a:gd name="T6" fmla="*/ 16 w 16"/>
                <a:gd name="T7" fmla="*/ 3 h 14"/>
                <a:gd name="T8" fmla="*/ 8 w 16"/>
                <a:gd name="T9" fmla="*/ 2 h 14"/>
              </a:gdLst>
              <a:ahLst/>
              <a:cxnLst>
                <a:cxn ang="0">
                  <a:pos x="T0" y="T1"/>
                </a:cxn>
                <a:cxn ang="0">
                  <a:pos x="T2" y="T3"/>
                </a:cxn>
                <a:cxn ang="0">
                  <a:pos x="T4" y="T5"/>
                </a:cxn>
                <a:cxn ang="0">
                  <a:pos x="T6" y="T7"/>
                </a:cxn>
                <a:cxn ang="0">
                  <a:pos x="T8" y="T9"/>
                </a:cxn>
              </a:cxnLst>
              <a:rect l="0" t="0" r="r" b="b"/>
              <a:pathLst>
                <a:path w="16" h="14">
                  <a:moveTo>
                    <a:pt x="8" y="2"/>
                  </a:moveTo>
                  <a:cubicBezTo>
                    <a:pt x="4" y="4"/>
                    <a:pt x="0" y="8"/>
                    <a:pt x="1" y="11"/>
                  </a:cubicBezTo>
                  <a:cubicBezTo>
                    <a:pt x="1" y="14"/>
                    <a:pt x="4" y="14"/>
                    <a:pt x="9" y="12"/>
                  </a:cubicBezTo>
                  <a:cubicBezTo>
                    <a:pt x="13" y="10"/>
                    <a:pt x="16" y="6"/>
                    <a:pt x="16" y="3"/>
                  </a:cubicBezTo>
                  <a:cubicBezTo>
                    <a:pt x="16" y="1"/>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14" name="Freeform 2218"/>
            <p:cNvSpPr/>
            <p:nvPr/>
          </p:nvSpPr>
          <p:spPr bwMode="auto">
            <a:xfrm>
              <a:off x="9174466" y="9446990"/>
              <a:ext cx="44450" cy="34925"/>
            </a:xfrm>
            <a:custGeom>
              <a:avLst/>
              <a:gdLst>
                <a:gd name="T0" fmla="*/ 8 w 16"/>
                <a:gd name="T1" fmla="*/ 2 h 13"/>
                <a:gd name="T2" fmla="*/ 1 w 16"/>
                <a:gd name="T3" fmla="*/ 10 h 13"/>
                <a:gd name="T4" fmla="*/ 9 w 16"/>
                <a:gd name="T5" fmla="*/ 11 h 13"/>
                <a:gd name="T6" fmla="*/ 16 w 16"/>
                <a:gd name="T7" fmla="*/ 2 h 13"/>
                <a:gd name="T8" fmla="*/ 8 w 16"/>
                <a:gd name="T9" fmla="*/ 2 h 13"/>
              </a:gdLst>
              <a:ahLst/>
              <a:cxnLst>
                <a:cxn ang="0">
                  <a:pos x="T0" y="T1"/>
                </a:cxn>
                <a:cxn ang="0">
                  <a:pos x="T2" y="T3"/>
                </a:cxn>
                <a:cxn ang="0">
                  <a:pos x="T4" y="T5"/>
                </a:cxn>
                <a:cxn ang="0">
                  <a:pos x="T6" y="T7"/>
                </a:cxn>
                <a:cxn ang="0">
                  <a:pos x="T8" y="T9"/>
                </a:cxn>
              </a:cxnLst>
              <a:rect l="0" t="0" r="r" b="b"/>
              <a:pathLst>
                <a:path w="16" h="13">
                  <a:moveTo>
                    <a:pt x="8" y="2"/>
                  </a:moveTo>
                  <a:cubicBezTo>
                    <a:pt x="3" y="4"/>
                    <a:pt x="0" y="8"/>
                    <a:pt x="1" y="10"/>
                  </a:cubicBezTo>
                  <a:cubicBezTo>
                    <a:pt x="1" y="13"/>
                    <a:pt x="5" y="13"/>
                    <a:pt x="9" y="11"/>
                  </a:cubicBezTo>
                  <a:cubicBezTo>
                    <a:pt x="13" y="9"/>
                    <a:pt x="16" y="5"/>
                    <a:pt x="16" y="2"/>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15" name="Freeform 2219"/>
            <p:cNvSpPr/>
            <p:nvPr/>
          </p:nvSpPr>
          <p:spPr bwMode="auto">
            <a:xfrm>
              <a:off x="8966504" y="9551765"/>
              <a:ext cx="46038" cy="33338"/>
            </a:xfrm>
            <a:custGeom>
              <a:avLst/>
              <a:gdLst>
                <a:gd name="T0" fmla="*/ 7 w 17"/>
                <a:gd name="T1" fmla="*/ 2 h 12"/>
                <a:gd name="T2" fmla="*/ 1 w 17"/>
                <a:gd name="T3" fmla="*/ 10 h 12"/>
                <a:gd name="T4" fmla="*/ 9 w 17"/>
                <a:gd name="T5" fmla="*/ 10 h 12"/>
                <a:gd name="T6" fmla="*/ 16 w 17"/>
                <a:gd name="T7" fmla="*/ 2 h 12"/>
                <a:gd name="T8" fmla="*/ 7 w 17"/>
                <a:gd name="T9" fmla="*/ 2 h 12"/>
              </a:gdLst>
              <a:ahLst/>
              <a:cxnLst>
                <a:cxn ang="0">
                  <a:pos x="T0" y="T1"/>
                </a:cxn>
                <a:cxn ang="0">
                  <a:pos x="T2" y="T3"/>
                </a:cxn>
                <a:cxn ang="0">
                  <a:pos x="T4" y="T5"/>
                </a:cxn>
                <a:cxn ang="0">
                  <a:pos x="T6" y="T7"/>
                </a:cxn>
                <a:cxn ang="0">
                  <a:pos x="T8" y="T9"/>
                </a:cxn>
              </a:cxnLst>
              <a:rect l="0" t="0" r="r" b="b"/>
              <a:pathLst>
                <a:path w="17" h="12">
                  <a:moveTo>
                    <a:pt x="7" y="2"/>
                  </a:moveTo>
                  <a:cubicBezTo>
                    <a:pt x="3" y="4"/>
                    <a:pt x="0" y="7"/>
                    <a:pt x="1" y="10"/>
                  </a:cubicBezTo>
                  <a:cubicBezTo>
                    <a:pt x="1" y="12"/>
                    <a:pt x="5" y="12"/>
                    <a:pt x="9" y="10"/>
                  </a:cubicBezTo>
                  <a:cubicBezTo>
                    <a:pt x="13" y="8"/>
                    <a:pt x="17" y="4"/>
                    <a:pt x="16" y="2"/>
                  </a:cubicBezTo>
                  <a:cubicBezTo>
                    <a:pt x="16" y="0"/>
                    <a:pt x="12"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16" name="Freeform 2220"/>
            <p:cNvSpPr/>
            <p:nvPr/>
          </p:nvSpPr>
          <p:spPr bwMode="auto">
            <a:xfrm>
              <a:off x="8756954" y="9650190"/>
              <a:ext cx="46038" cy="31750"/>
            </a:xfrm>
            <a:custGeom>
              <a:avLst/>
              <a:gdLst>
                <a:gd name="T0" fmla="*/ 7 w 17"/>
                <a:gd name="T1" fmla="*/ 2 h 12"/>
                <a:gd name="T2" fmla="*/ 1 w 17"/>
                <a:gd name="T3" fmla="*/ 9 h 12"/>
                <a:gd name="T4" fmla="*/ 10 w 17"/>
                <a:gd name="T5" fmla="*/ 10 h 12"/>
                <a:gd name="T6" fmla="*/ 16 w 17"/>
                <a:gd name="T7" fmla="*/ 2 h 12"/>
                <a:gd name="T8" fmla="*/ 7 w 17"/>
                <a:gd name="T9" fmla="*/ 2 h 12"/>
              </a:gdLst>
              <a:ahLst/>
              <a:cxnLst>
                <a:cxn ang="0">
                  <a:pos x="T0" y="T1"/>
                </a:cxn>
                <a:cxn ang="0">
                  <a:pos x="T2" y="T3"/>
                </a:cxn>
                <a:cxn ang="0">
                  <a:pos x="T4" y="T5"/>
                </a:cxn>
                <a:cxn ang="0">
                  <a:pos x="T6" y="T7"/>
                </a:cxn>
                <a:cxn ang="0">
                  <a:pos x="T8" y="T9"/>
                </a:cxn>
              </a:cxnLst>
              <a:rect l="0" t="0" r="r" b="b"/>
              <a:pathLst>
                <a:path w="17" h="12">
                  <a:moveTo>
                    <a:pt x="7" y="2"/>
                  </a:moveTo>
                  <a:cubicBezTo>
                    <a:pt x="2" y="4"/>
                    <a:pt x="0" y="7"/>
                    <a:pt x="1" y="9"/>
                  </a:cubicBezTo>
                  <a:cubicBezTo>
                    <a:pt x="1" y="12"/>
                    <a:pt x="6" y="12"/>
                    <a:pt x="10" y="10"/>
                  </a:cubicBezTo>
                  <a:cubicBezTo>
                    <a:pt x="14" y="8"/>
                    <a:pt x="17" y="4"/>
                    <a:pt x="16" y="2"/>
                  </a:cubicBezTo>
                  <a:cubicBezTo>
                    <a:pt x="15" y="0"/>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17" name="Freeform 2221"/>
            <p:cNvSpPr/>
            <p:nvPr/>
          </p:nvSpPr>
          <p:spPr bwMode="auto">
            <a:xfrm>
              <a:off x="5789916" y="10624915"/>
              <a:ext cx="44450" cy="30163"/>
            </a:xfrm>
            <a:custGeom>
              <a:avLst/>
              <a:gdLst>
                <a:gd name="T0" fmla="*/ 8 w 16"/>
                <a:gd name="T1" fmla="*/ 2 h 11"/>
                <a:gd name="T2" fmla="*/ 0 w 16"/>
                <a:gd name="T3" fmla="*/ 9 h 11"/>
                <a:gd name="T4" fmla="*/ 8 w 16"/>
                <a:gd name="T5" fmla="*/ 9 h 11"/>
                <a:gd name="T6" fmla="*/ 16 w 16"/>
                <a:gd name="T7" fmla="*/ 2 h 11"/>
                <a:gd name="T8" fmla="*/ 8 w 16"/>
                <a:gd name="T9" fmla="*/ 2 h 11"/>
              </a:gdLst>
              <a:ahLst/>
              <a:cxnLst>
                <a:cxn ang="0">
                  <a:pos x="T0" y="T1"/>
                </a:cxn>
                <a:cxn ang="0">
                  <a:pos x="T2" y="T3"/>
                </a:cxn>
                <a:cxn ang="0">
                  <a:pos x="T4" y="T5"/>
                </a:cxn>
                <a:cxn ang="0">
                  <a:pos x="T6" y="T7"/>
                </a:cxn>
                <a:cxn ang="0">
                  <a:pos x="T8" y="T9"/>
                </a:cxn>
              </a:cxnLst>
              <a:rect l="0" t="0" r="r" b="b"/>
              <a:pathLst>
                <a:path w="16" h="11">
                  <a:moveTo>
                    <a:pt x="8" y="2"/>
                  </a:moveTo>
                  <a:cubicBezTo>
                    <a:pt x="3" y="4"/>
                    <a:pt x="0" y="7"/>
                    <a:pt x="0" y="9"/>
                  </a:cubicBezTo>
                  <a:cubicBezTo>
                    <a:pt x="0" y="11"/>
                    <a:pt x="4" y="11"/>
                    <a:pt x="8" y="9"/>
                  </a:cubicBezTo>
                  <a:cubicBezTo>
                    <a:pt x="12" y="7"/>
                    <a:pt x="16" y="4"/>
                    <a:pt x="16" y="2"/>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18" name="Freeform 2222"/>
            <p:cNvSpPr/>
            <p:nvPr/>
          </p:nvSpPr>
          <p:spPr bwMode="auto">
            <a:xfrm>
              <a:off x="5999466" y="10524903"/>
              <a:ext cx="46038" cy="28575"/>
            </a:xfrm>
            <a:custGeom>
              <a:avLst/>
              <a:gdLst>
                <a:gd name="T0" fmla="*/ 8 w 17"/>
                <a:gd name="T1" fmla="*/ 3 h 11"/>
                <a:gd name="T2" fmla="*/ 1 w 17"/>
                <a:gd name="T3" fmla="*/ 9 h 11"/>
                <a:gd name="T4" fmla="*/ 10 w 17"/>
                <a:gd name="T5" fmla="*/ 9 h 11"/>
                <a:gd name="T6" fmla="*/ 17 w 17"/>
                <a:gd name="T7" fmla="*/ 2 h 11"/>
                <a:gd name="T8" fmla="*/ 8 w 17"/>
                <a:gd name="T9" fmla="*/ 3 h 11"/>
              </a:gdLst>
              <a:ahLst/>
              <a:cxnLst>
                <a:cxn ang="0">
                  <a:pos x="T0" y="T1"/>
                </a:cxn>
                <a:cxn ang="0">
                  <a:pos x="T2" y="T3"/>
                </a:cxn>
                <a:cxn ang="0">
                  <a:pos x="T4" y="T5"/>
                </a:cxn>
                <a:cxn ang="0">
                  <a:pos x="T6" y="T7"/>
                </a:cxn>
                <a:cxn ang="0">
                  <a:pos x="T8" y="T9"/>
                </a:cxn>
              </a:cxnLst>
              <a:rect l="0" t="0" r="r" b="b"/>
              <a:pathLst>
                <a:path w="17" h="11">
                  <a:moveTo>
                    <a:pt x="8" y="3"/>
                  </a:moveTo>
                  <a:cubicBezTo>
                    <a:pt x="3" y="5"/>
                    <a:pt x="0" y="8"/>
                    <a:pt x="1" y="9"/>
                  </a:cubicBezTo>
                  <a:cubicBezTo>
                    <a:pt x="2" y="11"/>
                    <a:pt x="6" y="11"/>
                    <a:pt x="10" y="9"/>
                  </a:cubicBezTo>
                  <a:cubicBezTo>
                    <a:pt x="14" y="7"/>
                    <a:pt x="17" y="3"/>
                    <a:pt x="17" y="2"/>
                  </a:cubicBezTo>
                  <a:cubicBezTo>
                    <a:pt x="16" y="0"/>
                    <a:pt x="12" y="1"/>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19" name="Freeform 2223"/>
            <p:cNvSpPr/>
            <p:nvPr/>
          </p:nvSpPr>
          <p:spPr bwMode="auto">
            <a:xfrm>
              <a:off x="6210604" y="10426478"/>
              <a:ext cx="47625" cy="30163"/>
            </a:xfrm>
            <a:custGeom>
              <a:avLst/>
              <a:gdLst>
                <a:gd name="T0" fmla="*/ 8 w 17"/>
                <a:gd name="T1" fmla="*/ 2 h 11"/>
                <a:gd name="T2" fmla="*/ 1 w 17"/>
                <a:gd name="T3" fmla="*/ 9 h 11"/>
                <a:gd name="T4" fmla="*/ 9 w 17"/>
                <a:gd name="T5" fmla="*/ 9 h 11"/>
                <a:gd name="T6" fmla="*/ 17 w 17"/>
                <a:gd name="T7" fmla="*/ 2 h 11"/>
                <a:gd name="T8" fmla="*/ 8 w 17"/>
                <a:gd name="T9" fmla="*/ 2 h 11"/>
              </a:gdLst>
              <a:ahLst/>
              <a:cxnLst>
                <a:cxn ang="0">
                  <a:pos x="T0" y="T1"/>
                </a:cxn>
                <a:cxn ang="0">
                  <a:pos x="T2" y="T3"/>
                </a:cxn>
                <a:cxn ang="0">
                  <a:pos x="T4" y="T5"/>
                </a:cxn>
                <a:cxn ang="0">
                  <a:pos x="T6" y="T7"/>
                </a:cxn>
                <a:cxn ang="0">
                  <a:pos x="T8" y="T9"/>
                </a:cxn>
              </a:cxnLst>
              <a:rect l="0" t="0" r="r" b="b"/>
              <a:pathLst>
                <a:path w="17" h="11">
                  <a:moveTo>
                    <a:pt x="8" y="2"/>
                  </a:moveTo>
                  <a:cubicBezTo>
                    <a:pt x="3" y="4"/>
                    <a:pt x="0" y="7"/>
                    <a:pt x="1" y="9"/>
                  </a:cubicBezTo>
                  <a:cubicBezTo>
                    <a:pt x="1" y="11"/>
                    <a:pt x="5" y="11"/>
                    <a:pt x="9" y="9"/>
                  </a:cubicBezTo>
                  <a:cubicBezTo>
                    <a:pt x="13" y="7"/>
                    <a:pt x="17" y="4"/>
                    <a:pt x="17" y="2"/>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20" name="Freeform 2224"/>
            <p:cNvSpPr/>
            <p:nvPr/>
          </p:nvSpPr>
          <p:spPr bwMode="auto">
            <a:xfrm>
              <a:off x="6423329" y="10331228"/>
              <a:ext cx="46038" cy="30163"/>
            </a:xfrm>
            <a:custGeom>
              <a:avLst/>
              <a:gdLst>
                <a:gd name="T0" fmla="*/ 7 w 17"/>
                <a:gd name="T1" fmla="*/ 3 h 11"/>
                <a:gd name="T2" fmla="*/ 1 w 17"/>
                <a:gd name="T3" fmla="*/ 9 h 11"/>
                <a:gd name="T4" fmla="*/ 10 w 17"/>
                <a:gd name="T5" fmla="*/ 9 h 11"/>
                <a:gd name="T6" fmla="*/ 16 w 17"/>
                <a:gd name="T7" fmla="*/ 2 h 11"/>
                <a:gd name="T8" fmla="*/ 7 w 17"/>
                <a:gd name="T9" fmla="*/ 3 h 11"/>
              </a:gdLst>
              <a:ahLst/>
              <a:cxnLst>
                <a:cxn ang="0">
                  <a:pos x="T0" y="T1"/>
                </a:cxn>
                <a:cxn ang="0">
                  <a:pos x="T2" y="T3"/>
                </a:cxn>
                <a:cxn ang="0">
                  <a:pos x="T4" y="T5"/>
                </a:cxn>
                <a:cxn ang="0">
                  <a:pos x="T6" y="T7"/>
                </a:cxn>
                <a:cxn ang="0">
                  <a:pos x="T8" y="T9"/>
                </a:cxn>
              </a:cxnLst>
              <a:rect l="0" t="0" r="r" b="b"/>
              <a:pathLst>
                <a:path w="17" h="11">
                  <a:moveTo>
                    <a:pt x="7" y="3"/>
                  </a:moveTo>
                  <a:cubicBezTo>
                    <a:pt x="3" y="5"/>
                    <a:pt x="0" y="8"/>
                    <a:pt x="1" y="9"/>
                  </a:cubicBezTo>
                  <a:cubicBezTo>
                    <a:pt x="2" y="11"/>
                    <a:pt x="6" y="11"/>
                    <a:pt x="10" y="9"/>
                  </a:cubicBezTo>
                  <a:cubicBezTo>
                    <a:pt x="14" y="7"/>
                    <a:pt x="17" y="4"/>
                    <a:pt x="16" y="2"/>
                  </a:cubicBezTo>
                  <a:cubicBezTo>
                    <a:pt x="15" y="0"/>
                    <a:pt x="11" y="1"/>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21" name="Freeform 2225"/>
            <p:cNvSpPr/>
            <p:nvPr/>
          </p:nvSpPr>
          <p:spPr bwMode="auto">
            <a:xfrm>
              <a:off x="6634466" y="10243915"/>
              <a:ext cx="46038" cy="28575"/>
            </a:xfrm>
            <a:custGeom>
              <a:avLst/>
              <a:gdLst>
                <a:gd name="T0" fmla="*/ 8 w 17"/>
                <a:gd name="T1" fmla="*/ 2 h 10"/>
                <a:gd name="T2" fmla="*/ 1 w 17"/>
                <a:gd name="T3" fmla="*/ 8 h 10"/>
                <a:gd name="T4" fmla="*/ 9 w 17"/>
                <a:gd name="T5" fmla="*/ 8 h 10"/>
                <a:gd name="T6" fmla="*/ 16 w 17"/>
                <a:gd name="T7" fmla="*/ 2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3" y="3"/>
                    <a:pt x="0" y="6"/>
                    <a:pt x="1" y="8"/>
                  </a:cubicBezTo>
                  <a:cubicBezTo>
                    <a:pt x="1" y="10"/>
                    <a:pt x="5" y="10"/>
                    <a:pt x="9" y="8"/>
                  </a:cubicBezTo>
                  <a:cubicBezTo>
                    <a:pt x="13" y="7"/>
                    <a:pt x="17" y="3"/>
                    <a:pt x="16" y="2"/>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22" name="Freeform 2226"/>
            <p:cNvSpPr/>
            <p:nvPr/>
          </p:nvSpPr>
          <p:spPr bwMode="auto">
            <a:xfrm>
              <a:off x="6847191" y="10162953"/>
              <a:ext cx="46038" cy="26988"/>
            </a:xfrm>
            <a:custGeom>
              <a:avLst/>
              <a:gdLst>
                <a:gd name="T0" fmla="*/ 8 w 17"/>
                <a:gd name="T1" fmla="*/ 1 h 10"/>
                <a:gd name="T2" fmla="*/ 1 w 17"/>
                <a:gd name="T3" fmla="*/ 8 h 10"/>
                <a:gd name="T4" fmla="*/ 9 w 17"/>
                <a:gd name="T5" fmla="*/ 8 h 10"/>
                <a:gd name="T6" fmla="*/ 17 w 17"/>
                <a:gd name="T7" fmla="*/ 2 h 10"/>
                <a:gd name="T8" fmla="*/ 8 w 17"/>
                <a:gd name="T9" fmla="*/ 1 h 10"/>
              </a:gdLst>
              <a:ahLst/>
              <a:cxnLst>
                <a:cxn ang="0">
                  <a:pos x="T0" y="T1"/>
                </a:cxn>
                <a:cxn ang="0">
                  <a:pos x="T2" y="T3"/>
                </a:cxn>
                <a:cxn ang="0">
                  <a:pos x="T4" y="T5"/>
                </a:cxn>
                <a:cxn ang="0">
                  <a:pos x="T6" y="T7"/>
                </a:cxn>
                <a:cxn ang="0">
                  <a:pos x="T8" y="T9"/>
                </a:cxn>
              </a:cxnLst>
              <a:rect l="0" t="0" r="r" b="b"/>
              <a:pathLst>
                <a:path w="17" h="10">
                  <a:moveTo>
                    <a:pt x="8" y="1"/>
                  </a:moveTo>
                  <a:cubicBezTo>
                    <a:pt x="3" y="3"/>
                    <a:pt x="0" y="6"/>
                    <a:pt x="1" y="8"/>
                  </a:cubicBezTo>
                  <a:cubicBezTo>
                    <a:pt x="1" y="10"/>
                    <a:pt x="5" y="10"/>
                    <a:pt x="9" y="8"/>
                  </a:cubicBezTo>
                  <a:cubicBezTo>
                    <a:pt x="13" y="7"/>
                    <a:pt x="17" y="4"/>
                    <a:pt x="17" y="2"/>
                  </a:cubicBezTo>
                  <a:cubicBezTo>
                    <a:pt x="16" y="0"/>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23" name="Freeform 2227"/>
            <p:cNvSpPr/>
            <p:nvPr/>
          </p:nvSpPr>
          <p:spPr bwMode="auto">
            <a:xfrm>
              <a:off x="7058329" y="10089928"/>
              <a:ext cx="46038" cy="26988"/>
            </a:xfrm>
            <a:custGeom>
              <a:avLst/>
              <a:gdLst>
                <a:gd name="T0" fmla="*/ 8 w 17"/>
                <a:gd name="T1" fmla="*/ 1 h 10"/>
                <a:gd name="T2" fmla="*/ 1 w 17"/>
                <a:gd name="T3" fmla="*/ 7 h 10"/>
                <a:gd name="T4" fmla="*/ 9 w 17"/>
                <a:gd name="T5" fmla="*/ 8 h 10"/>
                <a:gd name="T6" fmla="*/ 17 w 17"/>
                <a:gd name="T7" fmla="*/ 2 h 10"/>
                <a:gd name="T8" fmla="*/ 8 w 17"/>
                <a:gd name="T9" fmla="*/ 1 h 10"/>
              </a:gdLst>
              <a:ahLst/>
              <a:cxnLst>
                <a:cxn ang="0">
                  <a:pos x="T0" y="T1"/>
                </a:cxn>
                <a:cxn ang="0">
                  <a:pos x="T2" y="T3"/>
                </a:cxn>
                <a:cxn ang="0">
                  <a:pos x="T4" y="T5"/>
                </a:cxn>
                <a:cxn ang="0">
                  <a:pos x="T6" y="T7"/>
                </a:cxn>
                <a:cxn ang="0">
                  <a:pos x="T8" y="T9"/>
                </a:cxn>
              </a:cxnLst>
              <a:rect l="0" t="0" r="r" b="b"/>
              <a:pathLst>
                <a:path w="17" h="10">
                  <a:moveTo>
                    <a:pt x="8" y="1"/>
                  </a:moveTo>
                  <a:cubicBezTo>
                    <a:pt x="3" y="2"/>
                    <a:pt x="0" y="5"/>
                    <a:pt x="1" y="7"/>
                  </a:cubicBezTo>
                  <a:cubicBezTo>
                    <a:pt x="1" y="9"/>
                    <a:pt x="5" y="10"/>
                    <a:pt x="9" y="8"/>
                  </a:cubicBezTo>
                  <a:cubicBezTo>
                    <a:pt x="13" y="7"/>
                    <a:pt x="17" y="4"/>
                    <a:pt x="17" y="2"/>
                  </a:cubicBezTo>
                  <a:cubicBezTo>
                    <a:pt x="16" y="0"/>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24" name="Freeform 2228"/>
            <p:cNvSpPr/>
            <p:nvPr/>
          </p:nvSpPr>
          <p:spPr bwMode="auto">
            <a:xfrm>
              <a:off x="7272641" y="10024840"/>
              <a:ext cx="42863" cy="26988"/>
            </a:xfrm>
            <a:custGeom>
              <a:avLst/>
              <a:gdLst>
                <a:gd name="T0" fmla="*/ 8 w 16"/>
                <a:gd name="T1" fmla="*/ 1 h 10"/>
                <a:gd name="T2" fmla="*/ 0 w 16"/>
                <a:gd name="T3" fmla="*/ 7 h 10"/>
                <a:gd name="T4" fmla="*/ 8 w 16"/>
                <a:gd name="T5" fmla="*/ 9 h 10"/>
                <a:gd name="T6" fmla="*/ 16 w 16"/>
                <a:gd name="T7" fmla="*/ 4 h 10"/>
                <a:gd name="T8" fmla="*/ 8 w 16"/>
                <a:gd name="T9" fmla="*/ 1 h 10"/>
              </a:gdLst>
              <a:ahLst/>
              <a:cxnLst>
                <a:cxn ang="0">
                  <a:pos x="T0" y="T1"/>
                </a:cxn>
                <a:cxn ang="0">
                  <a:pos x="T2" y="T3"/>
                </a:cxn>
                <a:cxn ang="0">
                  <a:pos x="T4" y="T5"/>
                </a:cxn>
                <a:cxn ang="0">
                  <a:pos x="T6" y="T7"/>
                </a:cxn>
                <a:cxn ang="0">
                  <a:pos x="T8" y="T9"/>
                </a:cxn>
              </a:cxnLst>
              <a:rect l="0" t="0" r="r" b="b"/>
              <a:pathLst>
                <a:path w="16" h="10">
                  <a:moveTo>
                    <a:pt x="8" y="1"/>
                  </a:moveTo>
                  <a:cubicBezTo>
                    <a:pt x="3" y="2"/>
                    <a:pt x="0" y="5"/>
                    <a:pt x="0" y="7"/>
                  </a:cubicBezTo>
                  <a:cubicBezTo>
                    <a:pt x="0" y="10"/>
                    <a:pt x="4" y="10"/>
                    <a:pt x="8" y="9"/>
                  </a:cubicBezTo>
                  <a:cubicBezTo>
                    <a:pt x="12" y="8"/>
                    <a:pt x="16" y="6"/>
                    <a:pt x="16" y="4"/>
                  </a:cubicBezTo>
                  <a:cubicBezTo>
                    <a:pt x="16" y="1"/>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25" name="Freeform 2229"/>
            <p:cNvSpPr/>
            <p:nvPr/>
          </p:nvSpPr>
          <p:spPr bwMode="auto">
            <a:xfrm>
              <a:off x="7483779" y="9975628"/>
              <a:ext cx="46038" cy="25400"/>
            </a:xfrm>
            <a:custGeom>
              <a:avLst/>
              <a:gdLst>
                <a:gd name="T0" fmla="*/ 8 w 17"/>
                <a:gd name="T1" fmla="*/ 1 h 9"/>
                <a:gd name="T2" fmla="*/ 1 w 17"/>
                <a:gd name="T3" fmla="*/ 6 h 9"/>
                <a:gd name="T4" fmla="*/ 9 w 17"/>
                <a:gd name="T5" fmla="*/ 9 h 9"/>
                <a:gd name="T6" fmla="*/ 16 w 17"/>
                <a:gd name="T7" fmla="*/ 3 h 9"/>
                <a:gd name="T8" fmla="*/ 8 w 17"/>
                <a:gd name="T9" fmla="*/ 1 h 9"/>
              </a:gdLst>
              <a:ahLst/>
              <a:cxnLst>
                <a:cxn ang="0">
                  <a:pos x="T0" y="T1"/>
                </a:cxn>
                <a:cxn ang="0">
                  <a:pos x="T2" y="T3"/>
                </a:cxn>
                <a:cxn ang="0">
                  <a:pos x="T4" y="T5"/>
                </a:cxn>
                <a:cxn ang="0">
                  <a:pos x="T6" y="T7"/>
                </a:cxn>
                <a:cxn ang="0">
                  <a:pos x="T8" y="T9"/>
                </a:cxn>
              </a:cxnLst>
              <a:rect l="0" t="0" r="r" b="b"/>
              <a:pathLst>
                <a:path w="17" h="9">
                  <a:moveTo>
                    <a:pt x="8" y="1"/>
                  </a:moveTo>
                  <a:cubicBezTo>
                    <a:pt x="3" y="1"/>
                    <a:pt x="0" y="4"/>
                    <a:pt x="1" y="6"/>
                  </a:cubicBezTo>
                  <a:cubicBezTo>
                    <a:pt x="1" y="8"/>
                    <a:pt x="5" y="9"/>
                    <a:pt x="9" y="9"/>
                  </a:cubicBezTo>
                  <a:cubicBezTo>
                    <a:pt x="13" y="8"/>
                    <a:pt x="17" y="5"/>
                    <a:pt x="16" y="3"/>
                  </a:cubicBezTo>
                  <a:cubicBezTo>
                    <a:pt x="16" y="1"/>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26" name="Freeform 2230"/>
            <p:cNvSpPr/>
            <p:nvPr/>
          </p:nvSpPr>
          <p:spPr bwMode="auto">
            <a:xfrm>
              <a:off x="7698091" y="9937528"/>
              <a:ext cx="44450" cy="25400"/>
            </a:xfrm>
            <a:custGeom>
              <a:avLst/>
              <a:gdLst>
                <a:gd name="T0" fmla="*/ 8 w 16"/>
                <a:gd name="T1" fmla="*/ 1 h 9"/>
                <a:gd name="T2" fmla="*/ 0 w 16"/>
                <a:gd name="T3" fmla="*/ 6 h 9"/>
                <a:gd name="T4" fmla="*/ 8 w 16"/>
                <a:gd name="T5" fmla="*/ 9 h 9"/>
                <a:gd name="T6" fmla="*/ 16 w 16"/>
                <a:gd name="T7" fmla="*/ 4 h 9"/>
                <a:gd name="T8" fmla="*/ 8 w 16"/>
                <a:gd name="T9" fmla="*/ 1 h 9"/>
              </a:gdLst>
              <a:ahLst/>
              <a:cxnLst>
                <a:cxn ang="0">
                  <a:pos x="T0" y="T1"/>
                </a:cxn>
                <a:cxn ang="0">
                  <a:pos x="T2" y="T3"/>
                </a:cxn>
                <a:cxn ang="0">
                  <a:pos x="T4" y="T5"/>
                </a:cxn>
                <a:cxn ang="0">
                  <a:pos x="T6" y="T7"/>
                </a:cxn>
                <a:cxn ang="0">
                  <a:pos x="T8" y="T9"/>
                </a:cxn>
              </a:cxnLst>
              <a:rect l="0" t="0" r="r" b="b"/>
              <a:pathLst>
                <a:path w="16" h="9">
                  <a:moveTo>
                    <a:pt x="8" y="1"/>
                  </a:moveTo>
                  <a:cubicBezTo>
                    <a:pt x="3" y="1"/>
                    <a:pt x="0" y="3"/>
                    <a:pt x="0" y="6"/>
                  </a:cubicBezTo>
                  <a:cubicBezTo>
                    <a:pt x="1" y="8"/>
                    <a:pt x="4" y="9"/>
                    <a:pt x="8" y="9"/>
                  </a:cubicBezTo>
                  <a:cubicBezTo>
                    <a:pt x="13" y="9"/>
                    <a:pt x="16" y="6"/>
                    <a:pt x="16" y="4"/>
                  </a:cubicBezTo>
                  <a:cubicBezTo>
                    <a:pt x="16" y="2"/>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27" name="Freeform 2231"/>
            <p:cNvSpPr/>
            <p:nvPr/>
          </p:nvSpPr>
          <p:spPr bwMode="auto">
            <a:xfrm>
              <a:off x="7912404" y="9910540"/>
              <a:ext cx="44450" cy="26988"/>
            </a:xfrm>
            <a:custGeom>
              <a:avLst/>
              <a:gdLst>
                <a:gd name="T0" fmla="*/ 7 w 16"/>
                <a:gd name="T1" fmla="*/ 1 h 10"/>
                <a:gd name="T2" fmla="*/ 0 w 16"/>
                <a:gd name="T3" fmla="*/ 6 h 10"/>
                <a:gd name="T4" fmla="*/ 8 w 16"/>
                <a:gd name="T5" fmla="*/ 9 h 10"/>
                <a:gd name="T6" fmla="*/ 16 w 16"/>
                <a:gd name="T7" fmla="*/ 4 h 10"/>
                <a:gd name="T8" fmla="*/ 7 w 16"/>
                <a:gd name="T9" fmla="*/ 1 h 10"/>
              </a:gdLst>
              <a:ahLst/>
              <a:cxnLst>
                <a:cxn ang="0">
                  <a:pos x="T0" y="T1"/>
                </a:cxn>
                <a:cxn ang="0">
                  <a:pos x="T2" y="T3"/>
                </a:cxn>
                <a:cxn ang="0">
                  <a:pos x="T4" y="T5"/>
                </a:cxn>
                <a:cxn ang="0">
                  <a:pos x="T6" y="T7"/>
                </a:cxn>
                <a:cxn ang="0">
                  <a:pos x="T8" y="T9"/>
                </a:cxn>
              </a:cxnLst>
              <a:rect l="0" t="0" r="r" b="b"/>
              <a:pathLst>
                <a:path w="16" h="10">
                  <a:moveTo>
                    <a:pt x="7" y="1"/>
                  </a:moveTo>
                  <a:cubicBezTo>
                    <a:pt x="3" y="1"/>
                    <a:pt x="0" y="4"/>
                    <a:pt x="0" y="6"/>
                  </a:cubicBezTo>
                  <a:cubicBezTo>
                    <a:pt x="0" y="8"/>
                    <a:pt x="4" y="10"/>
                    <a:pt x="8" y="9"/>
                  </a:cubicBezTo>
                  <a:cubicBezTo>
                    <a:pt x="12" y="9"/>
                    <a:pt x="16" y="6"/>
                    <a:pt x="16" y="4"/>
                  </a:cubicBezTo>
                  <a:cubicBezTo>
                    <a:pt x="16" y="2"/>
                    <a:pt x="12"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28" name="Freeform 2232"/>
            <p:cNvSpPr/>
            <p:nvPr/>
          </p:nvSpPr>
          <p:spPr bwMode="auto">
            <a:xfrm>
              <a:off x="8125129" y="9869265"/>
              <a:ext cx="42863" cy="28575"/>
            </a:xfrm>
            <a:custGeom>
              <a:avLst/>
              <a:gdLst>
                <a:gd name="T0" fmla="*/ 7 w 16"/>
                <a:gd name="T1" fmla="*/ 1 h 10"/>
                <a:gd name="T2" fmla="*/ 0 w 16"/>
                <a:gd name="T3" fmla="*/ 7 h 10"/>
                <a:gd name="T4" fmla="*/ 9 w 16"/>
                <a:gd name="T5" fmla="*/ 9 h 10"/>
                <a:gd name="T6" fmla="*/ 16 w 16"/>
                <a:gd name="T7" fmla="*/ 3 h 10"/>
                <a:gd name="T8" fmla="*/ 7 w 16"/>
                <a:gd name="T9" fmla="*/ 1 h 10"/>
              </a:gdLst>
              <a:ahLst/>
              <a:cxnLst>
                <a:cxn ang="0">
                  <a:pos x="T0" y="T1"/>
                </a:cxn>
                <a:cxn ang="0">
                  <a:pos x="T2" y="T3"/>
                </a:cxn>
                <a:cxn ang="0">
                  <a:pos x="T4" y="T5"/>
                </a:cxn>
                <a:cxn ang="0">
                  <a:pos x="T6" y="T7"/>
                </a:cxn>
                <a:cxn ang="0">
                  <a:pos x="T8" y="T9"/>
                </a:cxn>
              </a:cxnLst>
              <a:rect l="0" t="0" r="r" b="b"/>
              <a:pathLst>
                <a:path w="16" h="10">
                  <a:moveTo>
                    <a:pt x="7" y="1"/>
                  </a:moveTo>
                  <a:cubicBezTo>
                    <a:pt x="3" y="2"/>
                    <a:pt x="0" y="4"/>
                    <a:pt x="0" y="7"/>
                  </a:cubicBezTo>
                  <a:cubicBezTo>
                    <a:pt x="1" y="9"/>
                    <a:pt x="5" y="10"/>
                    <a:pt x="9" y="9"/>
                  </a:cubicBezTo>
                  <a:cubicBezTo>
                    <a:pt x="13" y="8"/>
                    <a:pt x="16" y="5"/>
                    <a:pt x="16" y="3"/>
                  </a:cubicBezTo>
                  <a:cubicBezTo>
                    <a:pt x="15" y="1"/>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29" name="Freeform 2233"/>
            <p:cNvSpPr/>
            <p:nvPr/>
          </p:nvSpPr>
          <p:spPr bwMode="auto">
            <a:xfrm>
              <a:off x="8336266" y="9810528"/>
              <a:ext cx="44450" cy="30163"/>
            </a:xfrm>
            <a:custGeom>
              <a:avLst/>
              <a:gdLst>
                <a:gd name="T0" fmla="*/ 7 w 16"/>
                <a:gd name="T1" fmla="*/ 1 h 11"/>
                <a:gd name="T2" fmla="*/ 0 w 16"/>
                <a:gd name="T3" fmla="*/ 8 h 11"/>
                <a:gd name="T4" fmla="*/ 9 w 16"/>
                <a:gd name="T5" fmla="*/ 9 h 11"/>
                <a:gd name="T6" fmla="*/ 16 w 16"/>
                <a:gd name="T7" fmla="*/ 3 h 11"/>
                <a:gd name="T8" fmla="*/ 7 w 16"/>
                <a:gd name="T9" fmla="*/ 1 h 11"/>
              </a:gdLst>
              <a:ahLst/>
              <a:cxnLst>
                <a:cxn ang="0">
                  <a:pos x="T0" y="T1"/>
                </a:cxn>
                <a:cxn ang="0">
                  <a:pos x="T2" y="T3"/>
                </a:cxn>
                <a:cxn ang="0">
                  <a:pos x="T4" y="T5"/>
                </a:cxn>
                <a:cxn ang="0">
                  <a:pos x="T6" y="T7"/>
                </a:cxn>
                <a:cxn ang="0">
                  <a:pos x="T8" y="T9"/>
                </a:cxn>
              </a:cxnLst>
              <a:rect l="0" t="0" r="r" b="b"/>
              <a:pathLst>
                <a:path w="16" h="11">
                  <a:moveTo>
                    <a:pt x="7" y="1"/>
                  </a:moveTo>
                  <a:cubicBezTo>
                    <a:pt x="2" y="3"/>
                    <a:pt x="0" y="6"/>
                    <a:pt x="0" y="8"/>
                  </a:cubicBezTo>
                  <a:cubicBezTo>
                    <a:pt x="1" y="10"/>
                    <a:pt x="5" y="11"/>
                    <a:pt x="9" y="9"/>
                  </a:cubicBezTo>
                  <a:cubicBezTo>
                    <a:pt x="13" y="8"/>
                    <a:pt x="16" y="5"/>
                    <a:pt x="16" y="3"/>
                  </a:cubicBezTo>
                  <a:cubicBezTo>
                    <a:pt x="15" y="0"/>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30" name="Freeform 2234"/>
            <p:cNvSpPr/>
            <p:nvPr/>
          </p:nvSpPr>
          <p:spPr bwMode="auto">
            <a:xfrm>
              <a:off x="8545816" y="9737503"/>
              <a:ext cx="46038" cy="28575"/>
            </a:xfrm>
            <a:custGeom>
              <a:avLst/>
              <a:gdLst>
                <a:gd name="T0" fmla="*/ 8 w 17"/>
                <a:gd name="T1" fmla="*/ 1 h 11"/>
                <a:gd name="T2" fmla="*/ 1 w 17"/>
                <a:gd name="T3" fmla="*/ 8 h 11"/>
                <a:gd name="T4" fmla="*/ 10 w 17"/>
                <a:gd name="T5" fmla="*/ 9 h 11"/>
                <a:gd name="T6" fmla="*/ 17 w 17"/>
                <a:gd name="T7" fmla="*/ 2 h 11"/>
                <a:gd name="T8" fmla="*/ 8 w 17"/>
                <a:gd name="T9" fmla="*/ 1 h 11"/>
              </a:gdLst>
              <a:ahLst/>
              <a:cxnLst>
                <a:cxn ang="0">
                  <a:pos x="T0" y="T1"/>
                </a:cxn>
                <a:cxn ang="0">
                  <a:pos x="T2" y="T3"/>
                </a:cxn>
                <a:cxn ang="0">
                  <a:pos x="T4" y="T5"/>
                </a:cxn>
                <a:cxn ang="0">
                  <a:pos x="T6" y="T7"/>
                </a:cxn>
                <a:cxn ang="0">
                  <a:pos x="T8" y="T9"/>
                </a:cxn>
              </a:cxnLst>
              <a:rect l="0" t="0" r="r" b="b"/>
              <a:pathLst>
                <a:path w="17" h="11">
                  <a:moveTo>
                    <a:pt x="8" y="1"/>
                  </a:moveTo>
                  <a:cubicBezTo>
                    <a:pt x="3" y="3"/>
                    <a:pt x="0" y="6"/>
                    <a:pt x="1" y="8"/>
                  </a:cubicBezTo>
                  <a:cubicBezTo>
                    <a:pt x="2" y="11"/>
                    <a:pt x="5" y="11"/>
                    <a:pt x="10" y="9"/>
                  </a:cubicBezTo>
                  <a:cubicBezTo>
                    <a:pt x="14" y="8"/>
                    <a:pt x="17" y="4"/>
                    <a:pt x="17" y="2"/>
                  </a:cubicBezTo>
                  <a:cubicBezTo>
                    <a:pt x="16" y="0"/>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31" name="Freeform 2235"/>
            <p:cNvSpPr/>
            <p:nvPr/>
          </p:nvSpPr>
          <p:spPr bwMode="auto">
            <a:xfrm>
              <a:off x="2680004" y="10961465"/>
              <a:ext cx="46038" cy="38100"/>
            </a:xfrm>
            <a:custGeom>
              <a:avLst/>
              <a:gdLst>
                <a:gd name="T0" fmla="*/ 8 w 17"/>
                <a:gd name="T1" fmla="*/ 3 h 14"/>
                <a:gd name="T2" fmla="*/ 1 w 17"/>
                <a:gd name="T3" fmla="*/ 3 h 14"/>
                <a:gd name="T4" fmla="*/ 9 w 17"/>
                <a:gd name="T5" fmla="*/ 11 h 14"/>
                <a:gd name="T6" fmla="*/ 16 w 17"/>
                <a:gd name="T7" fmla="*/ 12 h 14"/>
                <a:gd name="T8" fmla="*/ 8 w 17"/>
                <a:gd name="T9" fmla="*/ 3 h 14"/>
              </a:gdLst>
              <a:ahLst/>
              <a:cxnLst>
                <a:cxn ang="0">
                  <a:pos x="T0" y="T1"/>
                </a:cxn>
                <a:cxn ang="0">
                  <a:pos x="T2" y="T3"/>
                </a:cxn>
                <a:cxn ang="0">
                  <a:pos x="T4" y="T5"/>
                </a:cxn>
                <a:cxn ang="0">
                  <a:pos x="T6" y="T7"/>
                </a:cxn>
                <a:cxn ang="0">
                  <a:pos x="T8" y="T9"/>
                </a:cxn>
              </a:cxnLst>
              <a:rect l="0" t="0" r="r" b="b"/>
              <a:pathLst>
                <a:path w="17" h="14">
                  <a:moveTo>
                    <a:pt x="8" y="3"/>
                  </a:moveTo>
                  <a:cubicBezTo>
                    <a:pt x="4" y="0"/>
                    <a:pt x="0" y="0"/>
                    <a:pt x="1" y="3"/>
                  </a:cubicBezTo>
                  <a:cubicBezTo>
                    <a:pt x="1" y="5"/>
                    <a:pt x="5" y="8"/>
                    <a:pt x="9" y="11"/>
                  </a:cubicBezTo>
                  <a:cubicBezTo>
                    <a:pt x="13" y="14"/>
                    <a:pt x="17" y="14"/>
                    <a:pt x="16" y="12"/>
                  </a:cubicBezTo>
                  <a:cubicBezTo>
                    <a:pt x="16" y="9"/>
                    <a:pt x="12" y="5"/>
                    <a:pt x="8"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32" name="Freeform 2236"/>
            <p:cNvSpPr/>
            <p:nvPr/>
          </p:nvSpPr>
          <p:spPr bwMode="auto">
            <a:xfrm>
              <a:off x="2897491" y="11080528"/>
              <a:ext cx="46038" cy="33338"/>
            </a:xfrm>
            <a:custGeom>
              <a:avLst/>
              <a:gdLst>
                <a:gd name="T0" fmla="*/ 8 w 17"/>
                <a:gd name="T1" fmla="*/ 2 h 12"/>
                <a:gd name="T2" fmla="*/ 1 w 17"/>
                <a:gd name="T3" fmla="*/ 3 h 12"/>
                <a:gd name="T4" fmla="*/ 10 w 17"/>
                <a:gd name="T5" fmla="*/ 10 h 12"/>
                <a:gd name="T6" fmla="*/ 17 w 17"/>
                <a:gd name="T7" fmla="*/ 10 h 12"/>
                <a:gd name="T8" fmla="*/ 8 w 17"/>
                <a:gd name="T9" fmla="*/ 2 h 12"/>
              </a:gdLst>
              <a:ahLst/>
              <a:cxnLst>
                <a:cxn ang="0">
                  <a:pos x="T0" y="T1"/>
                </a:cxn>
                <a:cxn ang="0">
                  <a:pos x="T2" y="T3"/>
                </a:cxn>
                <a:cxn ang="0">
                  <a:pos x="T4" y="T5"/>
                </a:cxn>
                <a:cxn ang="0">
                  <a:pos x="T6" y="T7"/>
                </a:cxn>
                <a:cxn ang="0">
                  <a:pos x="T8" y="T9"/>
                </a:cxn>
              </a:cxnLst>
              <a:rect l="0" t="0" r="r" b="b"/>
              <a:pathLst>
                <a:path w="17" h="12">
                  <a:moveTo>
                    <a:pt x="8" y="2"/>
                  </a:moveTo>
                  <a:cubicBezTo>
                    <a:pt x="3" y="0"/>
                    <a:pt x="0" y="1"/>
                    <a:pt x="1" y="3"/>
                  </a:cubicBezTo>
                  <a:cubicBezTo>
                    <a:pt x="2" y="5"/>
                    <a:pt x="6" y="8"/>
                    <a:pt x="10" y="10"/>
                  </a:cubicBezTo>
                  <a:cubicBezTo>
                    <a:pt x="14" y="12"/>
                    <a:pt x="17" y="12"/>
                    <a:pt x="17" y="10"/>
                  </a:cubicBezTo>
                  <a:cubicBezTo>
                    <a:pt x="16" y="8"/>
                    <a:pt x="12" y="4"/>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33" name="Freeform 2237"/>
            <p:cNvSpPr/>
            <p:nvPr/>
          </p:nvSpPr>
          <p:spPr bwMode="auto">
            <a:xfrm>
              <a:off x="3116566" y="11186890"/>
              <a:ext cx="44450" cy="26988"/>
            </a:xfrm>
            <a:custGeom>
              <a:avLst/>
              <a:gdLst>
                <a:gd name="T0" fmla="*/ 8 w 16"/>
                <a:gd name="T1" fmla="*/ 2 h 10"/>
                <a:gd name="T2" fmla="*/ 0 w 16"/>
                <a:gd name="T3" fmla="*/ 1 h 10"/>
                <a:gd name="T4" fmla="*/ 9 w 16"/>
                <a:gd name="T5" fmla="*/ 8 h 10"/>
                <a:gd name="T6" fmla="*/ 16 w 16"/>
                <a:gd name="T7" fmla="*/ 8 h 10"/>
                <a:gd name="T8" fmla="*/ 8 w 16"/>
                <a:gd name="T9" fmla="*/ 2 h 10"/>
              </a:gdLst>
              <a:ahLst/>
              <a:cxnLst>
                <a:cxn ang="0">
                  <a:pos x="T0" y="T1"/>
                </a:cxn>
                <a:cxn ang="0">
                  <a:pos x="T2" y="T3"/>
                </a:cxn>
                <a:cxn ang="0">
                  <a:pos x="T4" y="T5"/>
                </a:cxn>
                <a:cxn ang="0">
                  <a:pos x="T6" y="T7"/>
                </a:cxn>
                <a:cxn ang="0">
                  <a:pos x="T8" y="T9"/>
                </a:cxn>
              </a:cxnLst>
              <a:rect l="0" t="0" r="r" b="b"/>
              <a:pathLst>
                <a:path w="16" h="10">
                  <a:moveTo>
                    <a:pt x="8" y="2"/>
                  </a:moveTo>
                  <a:cubicBezTo>
                    <a:pt x="4" y="0"/>
                    <a:pt x="0" y="0"/>
                    <a:pt x="0" y="1"/>
                  </a:cubicBezTo>
                  <a:cubicBezTo>
                    <a:pt x="1" y="3"/>
                    <a:pt x="5" y="6"/>
                    <a:pt x="9" y="8"/>
                  </a:cubicBezTo>
                  <a:cubicBezTo>
                    <a:pt x="13" y="10"/>
                    <a:pt x="16" y="10"/>
                    <a:pt x="16" y="8"/>
                  </a:cubicBezTo>
                  <a:cubicBezTo>
                    <a:pt x="16" y="7"/>
                    <a:pt x="13" y="4"/>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34" name="Freeform 2238"/>
            <p:cNvSpPr/>
            <p:nvPr/>
          </p:nvSpPr>
          <p:spPr bwMode="auto">
            <a:xfrm>
              <a:off x="3334054" y="11264678"/>
              <a:ext cx="46038" cy="22225"/>
            </a:xfrm>
            <a:custGeom>
              <a:avLst/>
              <a:gdLst>
                <a:gd name="T0" fmla="*/ 8 w 17"/>
                <a:gd name="T1" fmla="*/ 1 h 8"/>
                <a:gd name="T2" fmla="*/ 1 w 17"/>
                <a:gd name="T3" fmla="*/ 2 h 8"/>
                <a:gd name="T4" fmla="*/ 10 w 17"/>
                <a:gd name="T5" fmla="*/ 7 h 8"/>
                <a:gd name="T6" fmla="*/ 16 w 17"/>
                <a:gd name="T7" fmla="*/ 6 h 8"/>
                <a:gd name="T8" fmla="*/ 8 w 17"/>
                <a:gd name="T9" fmla="*/ 1 h 8"/>
              </a:gdLst>
              <a:ahLst/>
              <a:cxnLst>
                <a:cxn ang="0">
                  <a:pos x="T0" y="T1"/>
                </a:cxn>
                <a:cxn ang="0">
                  <a:pos x="T2" y="T3"/>
                </a:cxn>
                <a:cxn ang="0">
                  <a:pos x="T4" y="T5"/>
                </a:cxn>
                <a:cxn ang="0">
                  <a:pos x="T6" y="T7"/>
                </a:cxn>
                <a:cxn ang="0">
                  <a:pos x="T8" y="T9"/>
                </a:cxn>
              </a:cxnLst>
              <a:rect l="0" t="0" r="r" b="b"/>
              <a:pathLst>
                <a:path w="17" h="8">
                  <a:moveTo>
                    <a:pt x="8" y="1"/>
                  </a:moveTo>
                  <a:cubicBezTo>
                    <a:pt x="4" y="0"/>
                    <a:pt x="0" y="0"/>
                    <a:pt x="1" y="2"/>
                  </a:cubicBezTo>
                  <a:cubicBezTo>
                    <a:pt x="1" y="4"/>
                    <a:pt x="5" y="6"/>
                    <a:pt x="10" y="7"/>
                  </a:cubicBezTo>
                  <a:cubicBezTo>
                    <a:pt x="14" y="8"/>
                    <a:pt x="17" y="8"/>
                    <a:pt x="16" y="6"/>
                  </a:cubicBezTo>
                  <a:cubicBezTo>
                    <a:pt x="15" y="4"/>
                    <a:pt x="11" y="2"/>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35" name="Freeform 2239"/>
            <p:cNvSpPr/>
            <p:nvPr/>
          </p:nvSpPr>
          <p:spPr bwMode="auto">
            <a:xfrm>
              <a:off x="3548366" y="11309128"/>
              <a:ext cx="46038" cy="15875"/>
            </a:xfrm>
            <a:custGeom>
              <a:avLst/>
              <a:gdLst>
                <a:gd name="T0" fmla="*/ 7 w 17"/>
                <a:gd name="T1" fmla="*/ 0 h 6"/>
                <a:gd name="T2" fmla="*/ 1 w 17"/>
                <a:gd name="T3" fmla="*/ 3 h 6"/>
                <a:gd name="T4" fmla="*/ 11 w 17"/>
                <a:gd name="T5" fmla="*/ 6 h 6"/>
                <a:gd name="T6" fmla="*/ 16 w 17"/>
                <a:gd name="T7" fmla="*/ 4 h 6"/>
                <a:gd name="T8" fmla="*/ 7 w 17"/>
                <a:gd name="T9" fmla="*/ 0 h 6"/>
              </a:gdLst>
              <a:ahLst/>
              <a:cxnLst>
                <a:cxn ang="0">
                  <a:pos x="T0" y="T1"/>
                </a:cxn>
                <a:cxn ang="0">
                  <a:pos x="T2" y="T3"/>
                </a:cxn>
                <a:cxn ang="0">
                  <a:pos x="T4" y="T5"/>
                </a:cxn>
                <a:cxn ang="0">
                  <a:pos x="T6" y="T7"/>
                </a:cxn>
                <a:cxn ang="0">
                  <a:pos x="T8" y="T9"/>
                </a:cxn>
              </a:cxnLst>
              <a:rect l="0" t="0" r="r" b="b"/>
              <a:pathLst>
                <a:path w="17" h="6">
                  <a:moveTo>
                    <a:pt x="7" y="0"/>
                  </a:moveTo>
                  <a:cubicBezTo>
                    <a:pt x="3" y="0"/>
                    <a:pt x="0" y="1"/>
                    <a:pt x="1" y="3"/>
                  </a:cubicBezTo>
                  <a:cubicBezTo>
                    <a:pt x="2" y="4"/>
                    <a:pt x="7" y="6"/>
                    <a:pt x="11" y="6"/>
                  </a:cubicBezTo>
                  <a:cubicBezTo>
                    <a:pt x="15" y="6"/>
                    <a:pt x="17" y="5"/>
                    <a:pt x="16" y="4"/>
                  </a:cubicBezTo>
                  <a:cubicBezTo>
                    <a:pt x="16" y="2"/>
                    <a:pt x="11"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36" name="Freeform 2240"/>
            <p:cNvSpPr/>
            <p:nvPr/>
          </p:nvSpPr>
          <p:spPr bwMode="auto">
            <a:xfrm>
              <a:off x="3762679" y="11302778"/>
              <a:ext cx="46038" cy="19050"/>
            </a:xfrm>
            <a:custGeom>
              <a:avLst/>
              <a:gdLst>
                <a:gd name="T0" fmla="*/ 7 w 17"/>
                <a:gd name="T1" fmla="*/ 1 h 7"/>
                <a:gd name="T2" fmla="*/ 1 w 17"/>
                <a:gd name="T3" fmla="*/ 5 h 7"/>
                <a:gd name="T4" fmla="*/ 10 w 17"/>
                <a:gd name="T5" fmla="*/ 6 h 7"/>
                <a:gd name="T6" fmla="*/ 16 w 17"/>
                <a:gd name="T7" fmla="*/ 2 h 7"/>
                <a:gd name="T8" fmla="*/ 7 w 17"/>
                <a:gd name="T9" fmla="*/ 1 h 7"/>
              </a:gdLst>
              <a:ahLst/>
              <a:cxnLst>
                <a:cxn ang="0">
                  <a:pos x="T0" y="T1"/>
                </a:cxn>
                <a:cxn ang="0">
                  <a:pos x="T2" y="T3"/>
                </a:cxn>
                <a:cxn ang="0">
                  <a:pos x="T4" y="T5"/>
                </a:cxn>
                <a:cxn ang="0">
                  <a:pos x="T6" y="T7"/>
                </a:cxn>
                <a:cxn ang="0">
                  <a:pos x="T8" y="T9"/>
                </a:cxn>
              </a:cxnLst>
              <a:rect l="0" t="0" r="r" b="b"/>
              <a:pathLst>
                <a:path w="17" h="7">
                  <a:moveTo>
                    <a:pt x="7" y="1"/>
                  </a:moveTo>
                  <a:cubicBezTo>
                    <a:pt x="3" y="1"/>
                    <a:pt x="0" y="3"/>
                    <a:pt x="1" y="5"/>
                  </a:cubicBezTo>
                  <a:cubicBezTo>
                    <a:pt x="2" y="6"/>
                    <a:pt x="6" y="7"/>
                    <a:pt x="10" y="6"/>
                  </a:cubicBezTo>
                  <a:cubicBezTo>
                    <a:pt x="14" y="6"/>
                    <a:pt x="17" y="4"/>
                    <a:pt x="16" y="2"/>
                  </a:cubicBezTo>
                  <a:cubicBezTo>
                    <a:pt x="15" y="1"/>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37" name="Freeform 2241"/>
            <p:cNvSpPr/>
            <p:nvPr/>
          </p:nvSpPr>
          <p:spPr bwMode="auto">
            <a:xfrm>
              <a:off x="3976991" y="11271028"/>
              <a:ext cx="46038" cy="22225"/>
            </a:xfrm>
            <a:custGeom>
              <a:avLst/>
              <a:gdLst>
                <a:gd name="T0" fmla="*/ 8 w 17"/>
                <a:gd name="T1" fmla="*/ 1 h 8"/>
                <a:gd name="T2" fmla="*/ 1 w 17"/>
                <a:gd name="T3" fmla="*/ 5 h 8"/>
                <a:gd name="T4" fmla="*/ 10 w 17"/>
                <a:gd name="T5" fmla="*/ 7 h 8"/>
                <a:gd name="T6" fmla="*/ 16 w 17"/>
                <a:gd name="T7" fmla="*/ 2 h 8"/>
                <a:gd name="T8" fmla="*/ 8 w 17"/>
                <a:gd name="T9" fmla="*/ 1 h 8"/>
              </a:gdLst>
              <a:ahLst/>
              <a:cxnLst>
                <a:cxn ang="0">
                  <a:pos x="T0" y="T1"/>
                </a:cxn>
                <a:cxn ang="0">
                  <a:pos x="T2" y="T3"/>
                </a:cxn>
                <a:cxn ang="0">
                  <a:pos x="T4" y="T5"/>
                </a:cxn>
                <a:cxn ang="0">
                  <a:pos x="T6" y="T7"/>
                </a:cxn>
                <a:cxn ang="0">
                  <a:pos x="T8" y="T9"/>
                </a:cxn>
              </a:cxnLst>
              <a:rect l="0" t="0" r="r" b="b"/>
              <a:pathLst>
                <a:path w="17" h="8">
                  <a:moveTo>
                    <a:pt x="8" y="1"/>
                  </a:moveTo>
                  <a:cubicBezTo>
                    <a:pt x="4" y="1"/>
                    <a:pt x="0" y="4"/>
                    <a:pt x="1" y="5"/>
                  </a:cubicBezTo>
                  <a:cubicBezTo>
                    <a:pt x="1" y="7"/>
                    <a:pt x="5" y="8"/>
                    <a:pt x="10" y="7"/>
                  </a:cubicBezTo>
                  <a:cubicBezTo>
                    <a:pt x="14" y="6"/>
                    <a:pt x="17" y="4"/>
                    <a:pt x="16" y="2"/>
                  </a:cubicBezTo>
                  <a:cubicBezTo>
                    <a:pt x="15" y="1"/>
                    <a:pt x="11"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38" name="Freeform 2242"/>
            <p:cNvSpPr/>
            <p:nvPr/>
          </p:nvSpPr>
          <p:spPr bwMode="auto">
            <a:xfrm>
              <a:off x="4189716" y="11221815"/>
              <a:ext cx="46038" cy="23813"/>
            </a:xfrm>
            <a:custGeom>
              <a:avLst/>
              <a:gdLst>
                <a:gd name="T0" fmla="*/ 7 w 17"/>
                <a:gd name="T1" fmla="*/ 2 h 9"/>
                <a:gd name="T2" fmla="*/ 1 w 17"/>
                <a:gd name="T3" fmla="*/ 7 h 9"/>
                <a:gd name="T4" fmla="*/ 10 w 17"/>
                <a:gd name="T5" fmla="*/ 8 h 9"/>
                <a:gd name="T6" fmla="*/ 16 w 17"/>
                <a:gd name="T7" fmla="*/ 3 h 9"/>
                <a:gd name="T8" fmla="*/ 7 w 17"/>
                <a:gd name="T9" fmla="*/ 2 h 9"/>
              </a:gdLst>
              <a:ahLst/>
              <a:cxnLst>
                <a:cxn ang="0">
                  <a:pos x="T0" y="T1"/>
                </a:cxn>
                <a:cxn ang="0">
                  <a:pos x="T2" y="T3"/>
                </a:cxn>
                <a:cxn ang="0">
                  <a:pos x="T4" y="T5"/>
                </a:cxn>
                <a:cxn ang="0">
                  <a:pos x="T6" y="T7"/>
                </a:cxn>
                <a:cxn ang="0">
                  <a:pos x="T8" y="T9"/>
                </a:cxn>
              </a:cxnLst>
              <a:rect l="0" t="0" r="r" b="b"/>
              <a:pathLst>
                <a:path w="17" h="9">
                  <a:moveTo>
                    <a:pt x="7" y="2"/>
                  </a:moveTo>
                  <a:cubicBezTo>
                    <a:pt x="3" y="3"/>
                    <a:pt x="0" y="6"/>
                    <a:pt x="1" y="7"/>
                  </a:cubicBezTo>
                  <a:cubicBezTo>
                    <a:pt x="2" y="8"/>
                    <a:pt x="6" y="9"/>
                    <a:pt x="10" y="8"/>
                  </a:cubicBezTo>
                  <a:cubicBezTo>
                    <a:pt x="14" y="7"/>
                    <a:pt x="17" y="4"/>
                    <a:pt x="16" y="3"/>
                  </a:cubicBezTo>
                  <a:cubicBezTo>
                    <a:pt x="16" y="1"/>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39" name="Freeform 2243"/>
            <p:cNvSpPr/>
            <p:nvPr/>
          </p:nvSpPr>
          <p:spPr bwMode="auto">
            <a:xfrm>
              <a:off x="4404029" y="11161490"/>
              <a:ext cx="42863" cy="25400"/>
            </a:xfrm>
            <a:custGeom>
              <a:avLst/>
              <a:gdLst>
                <a:gd name="T0" fmla="*/ 7 w 16"/>
                <a:gd name="T1" fmla="*/ 2 h 9"/>
                <a:gd name="T2" fmla="*/ 1 w 16"/>
                <a:gd name="T3" fmla="*/ 8 h 9"/>
                <a:gd name="T4" fmla="*/ 9 w 16"/>
                <a:gd name="T5" fmla="*/ 8 h 9"/>
                <a:gd name="T6" fmla="*/ 16 w 16"/>
                <a:gd name="T7" fmla="*/ 2 h 9"/>
                <a:gd name="T8" fmla="*/ 7 w 16"/>
                <a:gd name="T9" fmla="*/ 2 h 9"/>
              </a:gdLst>
              <a:ahLst/>
              <a:cxnLst>
                <a:cxn ang="0">
                  <a:pos x="T0" y="T1"/>
                </a:cxn>
                <a:cxn ang="0">
                  <a:pos x="T2" y="T3"/>
                </a:cxn>
                <a:cxn ang="0">
                  <a:pos x="T4" y="T5"/>
                </a:cxn>
                <a:cxn ang="0">
                  <a:pos x="T6" y="T7"/>
                </a:cxn>
                <a:cxn ang="0">
                  <a:pos x="T8" y="T9"/>
                </a:cxn>
              </a:cxnLst>
              <a:rect l="0" t="0" r="r" b="b"/>
              <a:pathLst>
                <a:path w="16" h="9">
                  <a:moveTo>
                    <a:pt x="7" y="2"/>
                  </a:moveTo>
                  <a:cubicBezTo>
                    <a:pt x="2" y="3"/>
                    <a:pt x="0" y="6"/>
                    <a:pt x="1" y="8"/>
                  </a:cubicBezTo>
                  <a:cubicBezTo>
                    <a:pt x="2" y="9"/>
                    <a:pt x="5" y="9"/>
                    <a:pt x="9" y="8"/>
                  </a:cubicBezTo>
                  <a:cubicBezTo>
                    <a:pt x="13" y="7"/>
                    <a:pt x="16" y="4"/>
                    <a:pt x="16" y="2"/>
                  </a:cubicBezTo>
                  <a:cubicBezTo>
                    <a:pt x="15" y="1"/>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40" name="Freeform 2244"/>
            <p:cNvSpPr/>
            <p:nvPr/>
          </p:nvSpPr>
          <p:spPr bwMode="auto">
            <a:xfrm>
              <a:off x="4615166" y="11091640"/>
              <a:ext cx="44450" cy="23813"/>
            </a:xfrm>
            <a:custGeom>
              <a:avLst/>
              <a:gdLst>
                <a:gd name="T0" fmla="*/ 7 w 16"/>
                <a:gd name="T1" fmla="*/ 2 h 9"/>
                <a:gd name="T2" fmla="*/ 1 w 16"/>
                <a:gd name="T3" fmla="*/ 8 h 9"/>
                <a:gd name="T4" fmla="*/ 9 w 16"/>
                <a:gd name="T5" fmla="*/ 8 h 9"/>
                <a:gd name="T6" fmla="*/ 16 w 16"/>
                <a:gd name="T7" fmla="*/ 2 h 9"/>
                <a:gd name="T8" fmla="*/ 7 w 16"/>
                <a:gd name="T9" fmla="*/ 2 h 9"/>
              </a:gdLst>
              <a:ahLst/>
              <a:cxnLst>
                <a:cxn ang="0">
                  <a:pos x="T0" y="T1"/>
                </a:cxn>
                <a:cxn ang="0">
                  <a:pos x="T2" y="T3"/>
                </a:cxn>
                <a:cxn ang="0">
                  <a:pos x="T4" y="T5"/>
                </a:cxn>
                <a:cxn ang="0">
                  <a:pos x="T6" y="T7"/>
                </a:cxn>
                <a:cxn ang="0">
                  <a:pos x="T8" y="T9"/>
                </a:cxn>
              </a:cxnLst>
              <a:rect l="0" t="0" r="r" b="b"/>
              <a:pathLst>
                <a:path w="16" h="9">
                  <a:moveTo>
                    <a:pt x="7" y="2"/>
                  </a:moveTo>
                  <a:cubicBezTo>
                    <a:pt x="2" y="4"/>
                    <a:pt x="0" y="7"/>
                    <a:pt x="1" y="8"/>
                  </a:cubicBezTo>
                  <a:cubicBezTo>
                    <a:pt x="2" y="9"/>
                    <a:pt x="6" y="9"/>
                    <a:pt x="9" y="8"/>
                  </a:cubicBezTo>
                  <a:cubicBezTo>
                    <a:pt x="14" y="6"/>
                    <a:pt x="16" y="4"/>
                    <a:pt x="16" y="2"/>
                  </a:cubicBezTo>
                  <a:cubicBezTo>
                    <a:pt x="15" y="0"/>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41" name="Freeform 2245"/>
            <p:cNvSpPr/>
            <p:nvPr/>
          </p:nvSpPr>
          <p:spPr bwMode="auto">
            <a:xfrm>
              <a:off x="4827891" y="11010678"/>
              <a:ext cx="46038" cy="26988"/>
            </a:xfrm>
            <a:custGeom>
              <a:avLst/>
              <a:gdLst>
                <a:gd name="T0" fmla="*/ 7 w 17"/>
                <a:gd name="T1" fmla="*/ 2 h 10"/>
                <a:gd name="T2" fmla="*/ 1 w 17"/>
                <a:gd name="T3" fmla="*/ 9 h 10"/>
                <a:gd name="T4" fmla="*/ 9 w 17"/>
                <a:gd name="T5" fmla="*/ 8 h 10"/>
                <a:gd name="T6" fmla="*/ 16 w 17"/>
                <a:gd name="T7" fmla="*/ 2 h 10"/>
                <a:gd name="T8" fmla="*/ 7 w 17"/>
                <a:gd name="T9" fmla="*/ 2 h 10"/>
              </a:gdLst>
              <a:ahLst/>
              <a:cxnLst>
                <a:cxn ang="0">
                  <a:pos x="T0" y="T1"/>
                </a:cxn>
                <a:cxn ang="0">
                  <a:pos x="T2" y="T3"/>
                </a:cxn>
                <a:cxn ang="0">
                  <a:pos x="T4" y="T5"/>
                </a:cxn>
                <a:cxn ang="0">
                  <a:pos x="T6" y="T7"/>
                </a:cxn>
                <a:cxn ang="0">
                  <a:pos x="T8" y="T9"/>
                </a:cxn>
              </a:cxnLst>
              <a:rect l="0" t="0" r="r" b="b"/>
              <a:pathLst>
                <a:path w="17" h="10">
                  <a:moveTo>
                    <a:pt x="7" y="2"/>
                  </a:moveTo>
                  <a:cubicBezTo>
                    <a:pt x="2" y="4"/>
                    <a:pt x="0" y="7"/>
                    <a:pt x="1" y="9"/>
                  </a:cubicBezTo>
                  <a:cubicBezTo>
                    <a:pt x="2" y="10"/>
                    <a:pt x="6" y="10"/>
                    <a:pt x="9" y="8"/>
                  </a:cubicBezTo>
                  <a:cubicBezTo>
                    <a:pt x="14" y="7"/>
                    <a:pt x="17" y="4"/>
                    <a:pt x="16" y="2"/>
                  </a:cubicBezTo>
                  <a:cubicBezTo>
                    <a:pt x="15" y="0"/>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42" name="Freeform 2246"/>
            <p:cNvSpPr/>
            <p:nvPr/>
          </p:nvSpPr>
          <p:spPr bwMode="auto">
            <a:xfrm>
              <a:off x="5039029" y="10923365"/>
              <a:ext cx="42863" cy="26988"/>
            </a:xfrm>
            <a:custGeom>
              <a:avLst/>
              <a:gdLst>
                <a:gd name="T0" fmla="*/ 8 w 16"/>
                <a:gd name="T1" fmla="*/ 1 h 10"/>
                <a:gd name="T2" fmla="*/ 1 w 16"/>
                <a:gd name="T3" fmla="*/ 8 h 10"/>
                <a:gd name="T4" fmla="*/ 8 w 16"/>
                <a:gd name="T5" fmla="*/ 8 h 10"/>
                <a:gd name="T6" fmla="*/ 16 w 16"/>
                <a:gd name="T7" fmla="*/ 2 h 10"/>
                <a:gd name="T8" fmla="*/ 8 w 16"/>
                <a:gd name="T9" fmla="*/ 1 h 10"/>
              </a:gdLst>
              <a:ahLst/>
              <a:cxnLst>
                <a:cxn ang="0">
                  <a:pos x="T0" y="T1"/>
                </a:cxn>
                <a:cxn ang="0">
                  <a:pos x="T2" y="T3"/>
                </a:cxn>
                <a:cxn ang="0">
                  <a:pos x="T4" y="T5"/>
                </a:cxn>
                <a:cxn ang="0">
                  <a:pos x="T6" y="T7"/>
                </a:cxn>
                <a:cxn ang="0">
                  <a:pos x="T8" y="T9"/>
                </a:cxn>
              </a:cxnLst>
              <a:rect l="0" t="0" r="r" b="b"/>
              <a:pathLst>
                <a:path w="16" h="10">
                  <a:moveTo>
                    <a:pt x="8" y="1"/>
                  </a:moveTo>
                  <a:cubicBezTo>
                    <a:pt x="4" y="3"/>
                    <a:pt x="0" y="6"/>
                    <a:pt x="1" y="8"/>
                  </a:cubicBezTo>
                  <a:cubicBezTo>
                    <a:pt x="1" y="10"/>
                    <a:pt x="4" y="10"/>
                    <a:pt x="8" y="8"/>
                  </a:cubicBezTo>
                  <a:cubicBezTo>
                    <a:pt x="13" y="7"/>
                    <a:pt x="16" y="4"/>
                    <a:pt x="16" y="2"/>
                  </a:cubicBezTo>
                  <a:cubicBezTo>
                    <a:pt x="16" y="0"/>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43" name="Freeform 2247"/>
            <p:cNvSpPr/>
            <p:nvPr/>
          </p:nvSpPr>
          <p:spPr bwMode="auto">
            <a:xfrm>
              <a:off x="5250166" y="10828115"/>
              <a:ext cx="44450" cy="30163"/>
            </a:xfrm>
            <a:custGeom>
              <a:avLst/>
              <a:gdLst>
                <a:gd name="T0" fmla="*/ 8 w 16"/>
                <a:gd name="T1" fmla="*/ 2 h 11"/>
                <a:gd name="T2" fmla="*/ 1 w 16"/>
                <a:gd name="T3" fmla="*/ 9 h 11"/>
                <a:gd name="T4" fmla="*/ 9 w 16"/>
                <a:gd name="T5" fmla="*/ 8 h 11"/>
                <a:gd name="T6" fmla="*/ 15 w 16"/>
                <a:gd name="T7" fmla="*/ 1 h 11"/>
                <a:gd name="T8" fmla="*/ 8 w 16"/>
                <a:gd name="T9" fmla="*/ 2 h 11"/>
              </a:gdLst>
              <a:ahLst/>
              <a:cxnLst>
                <a:cxn ang="0">
                  <a:pos x="T0" y="T1"/>
                </a:cxn>
                <a:cxn ang="0">
                  <a:pos x="T2" y="T3"/>
                </a:cxn>
                <a:cxn ang="0">
                  <a:pos x="T4" y="T5"/>
                </a:cxn>
                <a:cxn ang="0">
                  <a:pos x="T6" y="T7"/>
                </a:cxn>
                <a:cxn ang="0">
                  <a:pos x="T8" y="T9"/>
                </a:cxn>
              </a:cxnLst>
              <a:rect l="0" t="0" r="r" b="b"/>
              <a:pathLst>
                <a:path w="16" h="11">
                  <a:moveTo>
                    <a:pt x="8" y="2"/>
                  </a:moveTo>
                  <a:cubicBezTo>
                    <a:pt x="4" y="3"/>
                    <a:pt x="0" y="7"/>
                    <a:pt x="1" y="9"/>
                  </a:cubicBezTo>
                  <a:cubicBezTo>
                    <a:pt x="1" y="11"/>
                    <a:pt x="5" y="10"/>
                    <a:pt x="9" y="8"/>
                  </a:cubicBezTo>
                  <a:cubicBezTo>
                    <a:pt x="14" y="6"/>
                    <a:pt x="16" y="3"/>
                    <a:pt x="15" y="1"/>
                  </a:cubicBezTo>
                  <a:cubicBezTo>
                    <a:pt x="15" y="0"/>
                    <a:pt x="11"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44" name="Freeform 2248"/>
            <p:cNvSpPr/>
            <p:nvPr/>
          </p:nvSpPr>
          <p:spPr bwMode="auto">
            <a:xfrm>
              <a:off x="5462891" y="10731278"/>
              <a:ext cx="42863" cy="28575"/>
            </a:xfrm>
            <a:custGeom>
              <a:avLst/>
              <a:gdLst>
                <a:gd name="T0" fmla="*/ 6 w 16"/>
                <a:gd name="T1" fmla="*/ 2 h 11"/>
                <a:gd name="T2" fmla="*/ 1 w 16"/>
                <a:gd name="T3" fmla="*/ 9 h 11"/>
                <a:gd name="T4" fmla="*/ 9 w 16"/>
                <a:gd name="T5" fmla="*/ 8 h 11"/>
                <a:gd name="T6" fmla="*/ 15 w 16"/>
                <a:gd name="T7" fmla="*/ 1 h 11"/>
                <a:gd name="T8" fmla="*/ 6 w 16"/>
                <a:gd name="T9" fmla="*/ 2 h 11"/>
              </a:gdLst>
              <a:ahLst/>
              <a:cxnLst>
                <a:cxn ang="0">
                  <a:pos x="T0" y="T1"/>
                </a:cxn>
                <a:cxn ang="0">
                  <a:pos x="T2" y="T3"/>
                </a:cxn>
                <a:cxn ang="0">
                  <a:pos x="T4" y="T5"/>
                </a:cxn>
                <a:cxn ang="0">
                  <a:pos x="T6" y="T7"/>
                </a:cxn>
                <a:cxn ang="0">
                  <a:pos x="T8" y="T9"/>
                </a:cxn>
              </a:cxnLst>
              <a:rect l="0" t="0" r="r" b="b"/>
              <a:pathLst>
                <a:path w="16" h="11">
                  <a:moveTo>
                    <a:pt x="6" y="2"/>
                  </a:moveTo>
                  <a:cubicBezTo>
                    <a:pt x="2" y="4"/>
                    <a:pt x="0" y="8"/>
                    <a:pt x="1" y="9"/>
                  </a:cubicBezTo>
                  <a:cubicBezTo>
                    <a:pt x="2" y="11"/>
                    <a:pt x="5" y="10"/>
                    <a:pt x="9" y="8"/>
                  </a:cubicBezTo>
                  <a:cubicBezTo>
                    <a:pt x="13" y="6"/>
                    <a:pt x="16" y="3"/>
                    <a:pt x="15" y="1"/>
                  </a:cubicBezTo>
                  <a:cubicBezTo>
                    <a:pt x="15" y="0"/>
                    <a:pt x="10" y="0"/>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45" name="Freeform 2249"/>
            <p:cNvSpPr/>
            <p:nvPr/>
          </p:nvSpPr>
          <p:spPr bwMode="auto">
            <a:xfrm>
              <a:off x="2460929" y="10836053"/>
              <a:ext cx="47625" cy="41275"/>
            </a:xfrm>
            <a:custGeom>
              <a:avLst/>
              <a:gdLst>
                <a:gd name="T0" fmla="*/ 7 w 18"/>
                <a:gd name="T1" fmla="*/ 2 h 15"/>
                <a:gd name="T2" fmla="*/ 2 w 18"/>
                <a:gd name="T3" fmla="*/ 4 h 15"/>
                <a:gd name="T4" fmla="*/ 10 w 18"/>
                <a:gd name="T5" fmla="*/ 12 h 15"/>
                <a:gd name="T6" fmla="*/ 17 w 18"/>
                <a:gd name="T7" fmla="*/ 11 h 15"/>
                <a:gd name="T8" fmla="*/ 7 w 18"/>
                <a:gd name="T9" fmla="*/ 2 h 15"/>
              </a:gdLst>
              <a:ahLst/>
              <a:cxnLst>
                <a:cxn ang="0">
                  <a:pos x="T0" y="T1"/>
                </a:cxn>
                <a:cxn ang="0">
                  <a:pos x="T2" y="T3"/>
                </a:cxn>
                <a:cxn ang="0">
                  <a:pos x="T4" y="T5"/>
                </a:cxn>
                <a:cxn ang="0">
                  <a:pos x="T6" y="T7"/>
                </a:cxn>
                <a:cxn ang="0">
                  <a:pos x="T8" y="T9"/>
                </a:cxn>
              </a:cxnLst>
              <a:rect l="0" t="0" r="r" b="b"/>
              <a:pathLst>
                <a:path w="18" h="15">
                  <a:moveTo>
                    <a:pt x="7" y="2"/>
                  </a:moveTo>
                  <a:cubicBezTo>
                    <a:pt x="3" y="0"/>
                    <a:pt x="0" y="1"/>
                    <a:pt x="2" y="4"/>
                  </a:cubicBezTo>
                  <a:cubicBezTo>
                    <a:pt x="3" y="6"/>
                    <a:pt x="6" y="10"/>
                    <a:pt x="10" y="12"/>
                  </a:cubicBezTo>
                  <a:cubicBezTo>
                    <a:pt x="15" y="15"/>
                    <a:pt x="18" y="14"/>
                    <a:pt x="17" y="11"/>
                  </a:cubicBezTo>
                  <a:cubicBezTo>
                    <a:pt x="16" y="9"/>
                    <a:pt x="12" y="4"/>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46" name="Freeform 2250"/>
            <p:cNvSpPr/>
            <p:nvPr/>
          </p:nvSpPr>
          <p:spPr bwMode="auto">
            <a:xfrm>
              <a:off x="2243441" y="10713815"/>
              <a:ext cx="46038" cy="41275"/>
            </a:xfrm>
            <a:custGeom>
              <a:avLst/>
              <a:gdLst>
                <a:gd name="T0" fmla="*/ 7 w 17"/>
                <a:gd name="T1" fmla="*/ 2 h 15"/>
                <a:gd name="T2" fmla="*/ 1 w 17"/>
                <a:gd name="T3" fmla="*/ 4 h 15"/>
                <a:gd name="T4" fmla="*/ 10 w 17"/>
                <a:gd name="T5" fmla="*/ 13 h 15"/>
                <a:gd name="T6" fmla="*/ 16 w 17"/>
                <a:gd name="T7" fmla="*/ 11 h 15"/>
                <a:gd name="T8" fmla="*/ 7 w 17"/>
                <a:gd name="T9" fmla="*/ 2 h 15"/>
              </a:gdLst>
              <a:ahLst/>
              <a:cxnLst>
                <a:cxn ang="0">
                  <a:pos x="T0" y="T1"/>
                </a:cxn>
                <a:cxn ang="0">
                  <a:pos x="T2" y="T3"/>
                </a:cxn>
                <a:cxn ang="0">
                  <a:pos x="T4" y="T5"/>
                </a:cxn>
                <a:cxn ang="0">
                  <a:pos x="T6" y="T7"/>
                </a:cxn>
                <a:cxn ang="0">
                  <a:pos x="T8" y="T9"/>
                </a:cxn>
              </a:cxnLst>
              <a:rect l="0" t="0" r="r" b="b"/>
              <a:pathLst>
                <a:path w="17" h="15">
                  <a:moveTo>
                    <a:pt x="7" y="2"/>
                  </a:moveTo>
                  <a:cubicBezTo>
                    <a:pt x="3" y="0"/>
                    <a:pt x="0" y="1"/>
                    <a:pt x="1" y="4"/>
                  </a:cubicBezTo>
                  <a:cubicBezTo>
                    <a:pt x="2" y="7"/>
                    <a:pt x="6" y="11"/>
                    <a:pt x="10" y="13"/>
                  </a:cubicBezTo>
                  <a:cubicBezTo>
                    <a:pt x="14" y="15"/>
                    <a:pt x="17" y="15"/>
                    <a:pt x="16" y="11"/>
                  </a:cubicBezTo>
                  <a:cubicBezTo>
                    <a:pt x="15" y="8"/>
                    <a:pt x="11" y="4"/>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47" name="Freeform 2251"/>
            <p:cNvSpPr/>
            <p:nvPr/>
          </p:nvSpPr>
          <p:spPr bwMode="auto">
            <a:xfrm>
              <a:off x="2025954" y="10605865"/>
              <a:ext cx="46038" cy="41275"/>
            </a:xfrm>
            <a:custGeom>
              <a:avLst/>
              <a:gdLst>
                <a:gd name="T0" fmla="*/ 8 w 17"/>
                <a:gd name="T1" fmla="*/ 2 h 15"/>
                <a:gd name="T2" fmla="*/ 1 w 17"/>
                <a:gd name="T3" fmla="*/ 4 h 15"/>
                <a:gd name="T4" fmla="*/ 10 w 17"/>
                <a:gd name="T5" fmla="*/ 13 h 15"/>
                <a:gd name="T6" fmla="*/ 16 w 17"/>
                <a:gd name="T7" fmla="*/ 10 h 15"/>
                <a:gd name="T8" fmla="*/ 8 w 17"/>
                <a:gd name="T9" fmla="*/ 2 h 15"/>
              </a:gdLst>
              <a:ahLst/>
              <a:cxnLst>
                <a:cxn ang="0">
                  <a:pos x="T0" y="T1"/>
                </a:cxn>
                <a:cxn ang="0">
                  <a:pos x="T2" y="T3"/>
                </a:cxn>
                <a:cxn ang="0">
                  <a:pos x="T4" y="T5"/>
                </a:cxn>
                <a:cxn ang="0">
                  <a:pos x="T6" y="T7"/>
                </a:cxn>
                <a:cxn ang="0">
                  <a:pos x="T8" y="T9"/>
                </a:cxn>
              </a:cxnLst>
              <a:rect l="0" t="0" r="r" b="b"/>
              <a:pathLst>
                <a:path w="17" h="15">
                  <a:moveTo>
                    <a:pt x="8" y="2"/>
                  </a:moveTo>
                  <a:cubicBezTo>
                    <a:pt x="4" y="0"/>
                    <a:pt x="0" y="1"/>
                    <a:pt x="1" y="4"/>
                  </a:cubicBezTo>
                  <a:cubicBezTo>
                    <a:pt x="1" y="7"/>
                    <a:pt x="5" y="11"/>
                    <a:pt x="10" y="13"/>
                  </a:cubicBezTo>
                  <a:cubicBezTo>
                    <a:pt x="14" y="15"/>
                    <a:pt x="17" y="14"/>
                    <a:pt x="16" y="10"/>
                  </a:cubicBezTo>
                  <a:cubicBezTo>
                    <a:pt x="15" y="7"/>
                    <a:pt x="11" y="3"/>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48" name="Freeform 2252"/>
            <p:cNvSpPr/>
            <p:nvPr/>
          </p:nvSpPr>
          <p:spPr bwMode="auto">
            <a:xfrm>
              <a:off x="1808466" y="10515378"/>
              <a:ext cx="46038" cy="38100"/>
            </a:xfrm>
            <a:custGeom>
              <a:avLst/>
              <a:gdLst>
                <a:gd name="T0" fmla="*/ 7 w 17"/>
                <a:gd name="T1" fmla="*/ 1 h 14"/>
                <a:gd name="T2" fmla="*/ 1 w 17"/>
                <a:gd name="T3" fmla="*/ 5 h 14"/>
                <a:gd name="T4" fmla="*/ 10 w 17"/>
                <a:gd name="T5" fmla="*/ 13 h 14"/>
                <a:gd name="T6" fmla="*/ 16 w 17"/>
                <a:gd name="T7" fmla="*/ 9 h 14"/>
                <a:gd name="T8" fmla="*/ 7 w 17"/>
                <a:gd name="T9" fmla="*/ 1 h 14"/>
              </a:gdLst>
              <a:ahLst/>
              <a:cxnLst>
                <a:cxn ang="0">
                  <a:pos x="T0" y="T1"/>
                </a:cxn>
                <a:cxn ang="0">
                  <a:pos x="T2" y="T3"/>
                </a:cxn>
                <a:cxn ang="0">
                  <a:pos x="T4" y="T5"/>
                </a:cxn>
                <a:cxn ang="0">
                  <a:pos x="T6" y="T7"/>
                </a:cxn>
                <a:cxn ang="0">
                  <a:pos x="T8" y="T9"/>
                </a:cxn>
              </a:cxnLst>
              <a:rect l="0" t="0" r="r" b="b"/>
              <a:pathLst>
                <a:path w="17" h="14">
                  <a:moveTo>
                    <a:pt x="7" y="1"/>
                  </a:moveTo>
                  <a:cubicBezTo>
                    <a:pt x="3" y="0"/>
                    <a:pt x="0" y="2"/>
                    <a:pt x="1" y="5"/>
                  </a:cubicBezTo>
                  <a:cubicBezTo>
                    <a:pt x="2" y="8"/>
                    <a:pt x="6" y="11"/>
                    <a:pt x="10" y="13"/>
                  </a:cubicBezTo>
                  <a:cubicBezTo>
                    <a:pt x="14" y="14"/>
                    <a:pt x="17" y="13"/>
                    <a:pt x="16" y="9"/>
                  </a:cubicBezTo>
                  <a:cubicBezTo>
                    <a:pt x="15" y="6"/>
                    <a:pt x="11" y="2"/>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49" name="Freeform 2253"/>
            <p:cNvSpPr/>
            <p:nvPr/>
          </p:nvSpPr>
          <p:spPr bwMode="auto">
            <a:xfrm>
              <a:off x="1597329" y="10453465"/>
              <a:ext cx="41275" cy="38100"/>
            </a:xfrm>
            <a:custGeom>
              <a:avLst/>
              <a:gdLst>
                <a:gd name="T0" fmla="*/ 7 w 15"/>
                <a:gd name="T1" fmla="*/ 1 h 14"/>
                <a:gd name="T2" fmla="*/ 0 w 15"/>
                <a:gd name="T3" fmla="*/ 5 h 14"/>
                <a:gd name="T4" fmla="*/ 7 w 15"/>
                <a:gd name="T5" fmla="*/ 12 h 14"/>
                <a:gd name="T6" fmla="*/ 15 w 15"/>
                <a:gd name="T7" fmla="*/ 10 h 14"/>
                <a:gd name="T8" fmla="*/ 7 w 15"/>
                <a:gd name="T9" fmla="*/ 1 h 14"/>
              </a:gdLst>
              <a:ahLst/>
              <a:cxnLst>
                <a:cxn ang="0">
                  <a:pos x="T0" y="T1"/>
                </a:cxn>
                <a:cxn ang="0">
                  <a:pos x="T2" y="T3"/>
                </a:cxn>
                <a:cxn ang="0">
                  <a:pos x="T4" y="T5"/>
                </a:cxn>
                <a:cxn ang="0">
                  <a:pos x="T6" y="T7"/>
                </a:cxn>
                <a:cxn ang="0">
                  <a:pos x="T8" y="T9"/>
                </a:cxn>
              </a:cxnLst>
              <a:rect l="0" t="0" r="r" b="b"/>
              <a:pathLst>
                <a:path w="15" h="14">
                  <a:moveTo>
                    <a:pt x="7" y="1"/>
                  </a:moveTo>
                  <a:cubicBezTo>
                    <a:pt x="3" y="0"/>
                    <a:pt x="0" y="2"/>
                    <a:pt x="0" y="5"/>
                  </a:cubicBezTo>
                  <a:cubicBezTo>
                    <a:pt x="0" y="8"/>
                    <a:pt x="3" y="11"/>
                    <a:pt x="7" y="12"/>
                  </a:cubicBezTo>
                  <a:cubicBezTo>
                    <a:pt x="11" y="14"/>
                    <a:pt x="15" y="13"/>
                    <a:pt x="15" y="10"/>
                  </a:cubicBezTo>
                  <a:cubicBezTo>
                    <a:pt x="15" y="6"/>
                    <a:pt x="12" y="3"/>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50" name="Freeform 2254"/>
            <p:cNvSpPr/>
            <p:nvPr/>
          </p:nvSpPr>
          <p:spPr bwMode="auto">
            <a:xfrm>
              <a:off x="1379841" y="10429653"/>
              <a:ext cx="46038" cy="31750"/>
            </a:xfrm>
            <a:custGeom>
              <a:avLst/>
              <a:gdLst>
                <a:gd name="T0" fmla="*/ 7 w 17"/>
                <a:gd name="T1" fmla="*/ 0 h 12"/>
                <a:gd name="T2" fmla="*/ 1 w 17"/>
                <a:gd name="T3" fmla="*/ 7 h 12"/>
                <a:gd name="T4" fmla="*/ 10 w 17"/>
                <a:gd name="T5" fmla="*/ 12 h 12"/>
                <a:gd name="T6" fmla="*/ 16 w 17"/>
                <a:gd name="T7" fmla="*/ 6 h 12"/>
                <a:gd name="T8" fmla="*/ 7 w 17"/>
                <a:gd name="T9" fmla="*/ 0 h 12"/>
              </a:gdLst>
              <a:ahLst/>
              <a:cxnLst>
                <a:cxn ang="0">
                  <a:pos x="T0" y="T1"/>
                </a:cxn>
                <a:cxn ang="0">
                  <a:pos x="T2" y="T3"/>
                </a:cxn>
                <a:cxn ang="0">
                  <a:pos x="T4" y="T5"/>
                </a:cxn>
                <a:cxn ang="0">
                  <a:pos x="T6" y="T7"/>
                </a:cxn>
                <a:cxn ang="0">
                  <a:pos x="T8" y="T9"/>
                </a:cxn>
              </a:cxnLst>
              <a:rect l="0" t="0" r="r" b="b"/>
              <a:pathLst>
                <a:path w="17" h="12">
                  <a:moveTo>
                    <a:pt x="7" y="0"/>
                  </a:moveTo>
                  <a:cubicBezTo>
                    <a:pt x="3" y="1"/>
                    <a:pt x="0" y="4"/>
                    <a:pt x="1" y="7"/>
                  </a:cubicBezTo>
                  <a:cubicBezTo>
                    <a:pt x="2" y="10"/>
                    <a:pt x="6" y="12"/>
                    <a:pt x="10" y="12"/>
                  </a:cubicBezTo>
                  <a:cubicBezTo>
                    <a:pt x="14" y="12"/>
                    <a:pt x="17" y="10"/>
                    <a:pt x="16" y="6"/>
                  </a:cubicBezTo>
                  <a:cubicBezTo>
                    <a:pt x="15" y="3"/>
                    <a:pt x="11"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51" name="Freeform 2255"/>
            <p:cNvSpPr/>
            <p:nvPr/>
          </p:nvSpPr>
          <p:spPr bwMode="auto">
            <a:xfrm>
              <a:off x="1168704" y="10445528"/>
              <a:ext cx="46038" cy="34925"/>
            </a:xfrm>
            <a:custGeom>
              <a:avLst/>
              <a:gdLst>
                <a:gd name="T0" fmla="*/ 7 w 17"/>
                <a:gd name="T1" fmla="*/ 1 h 13"/>
                <a:gd name="T2" fmla="*/ 1 w 17"/>
                <a:gd name="T3" fmla="*/ 9 h 13"/>
                <a:gd name="T4" fmla="*/ 11 w 17"/>
                <a:gd name="T5" fmla="*/ 12 h 13"/>
                <a:gd name="T6" fmla="*/ 16 w 17"/>
                <a:gd name="T7" fmla="*/ 5 h 13"/>
                <a:gd name="T8" fmla="*/ 7 w 17"/>
                <a:gd name="T9" fmla="*/ 1 h 13"/>
              </a:gdLst>
              <a:ahLst/>
              <a:cxnLst>
                <a:cxn ang="0">
                  <a:pos x="T0" y="T1"/>
                </a:cxn>
                <a:cxn ang="0">
                  <a:pos x="T2" y="T3"/>
                </a:cxn>
                <a:cxn ang="0">
                  <a:pos x="T4" y="T5"/>
                </a:cxn>
                <a:cxn ang="0">
                  <a:pos x="T6" y="T7"/>
                </a:cxn>
                <a:cxn ang="0">
                  <a:pos x="T8" y="T9"/>
                </a:cxn>
              </a:cxnLst>
              <a:rect l="0" t="0" r="r" b="b"/>
              <a:pathLst>
                <a:path w="17" h="13">
                  <a:moveTo>
                    <a:pt x="7" y="1"/>
                  </a:moveTo>
                  <a:cubicBezTo>
                    <a:pt x="3" y="2"/>
                    <a:pt x="0" y="6"/>
                    <a:pt x="1" y="9"/>
                  </a:cubicBezTo>
                  <a:cubicBezTo>
                    <a:pt x="2" y="12"/>
                    <a:pt x="7" y="13"/>
                    <a:pt x="11" y="12"/>
                  </a:cubicBezTo>
                  <a:cubicBezTo>
                    <a:pt x="14" y="11"/>
                    <a:pt x="17" y="8"/>
                    <a:pt x="16" y="5"/>
                  </a:cubicBezTo>
                  <a:cubicBezTo>
                    <a:pt x="15" y="2"/>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52" name="Freeform 2256"/>
            <p:cNvSpPr/>
            <p:nvPr/>
          </p:nvSpPr>
          <p:spPr bwMode="auto">
            <a:xfrm>
              <a:off x="959154" y="10510615"/>
              <a:ext cx="44450" cy="41275"/>
            </a:xfrm>
            <a:custGeom>
              <a:avLst/>
              <a:gdLst>
                <a:gd name="T0" fmla="*/ 8 w 16"/>
                <a:gd name="T1" fmla="*/ 2 h 15"/>
                <a:gd name="T2" fmla="*/ 1 w 16"/>
                <a:gd name="T3" fmla="*/ 11 h 15"/>
                <a:gd name="T4" fmla="*/ 10 w 16"/>
                <a:gd name="T5" fmla="*/ 13 h 15"/>
                <a:gd name="T6" fmla="*/ 16 w 16"/>
                <a:gd name="T7" fmla="*/ 5 h 15"/>
                <a:gd name="T8" fmla="*/ 8 w 16"/>
                <a:gd name="T9" fmla="*/ 2 h 15"/>
              </a:gdLst>
              <a:ahLst/>
              <a:cxnLst>
                <a:cxn ang="0">
                  <a:pos x="T0" y="T1"/>
                </a:cxn>
                <a:cxn ang="0">
                  <a:pos x="T2" y="T3"/>
                </a:cxn>
                <a:cxn ang="0">
                  <a:pos x="T4" y="T5"/>
                </a:cxn>
                <a:cxn ang="0">
                  <a:pos x="T6" y="T7"/>
                </a:cxn>
                <a:cxn ang="0">
                  <a:pos x="T8" y="T9"/>
                </a:cxn>
              </a:cxnLst>
              <a:rect l="0" t="0" r="r" b="b"/>
              <a:pathLst>
                <a:path w="16" h="15">
                  <a:moveTo>
                    <a:pt x="8" y="2"/>
                  </a:moveTo>
                  <a:cubicBezTo>
                    <a:pt x="4" y="4"/>
                    <a:pt x="0" y="8"/>
                    <a:pt x="1" y="11"/>
                  </a:cubicBezTo>
                  <a:cubicBezTo>
                    <a:pt x="1" y="14"/>
                    <a:pt x="5" y="15"/>
                    <a:pt x="10" y="13"/>
                  </a:cubicBezTo>
                  <a:cubicBezTo>
                    <a:pt x="13" y="11"/>
                    <a:pt x="16" y="8"/>
                    <a:pt x="16" y="5"/>
                  </a:cubicBezTo>
                  <a:cubicBezTo>
                    <a:pt x="16" y="2"/>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53" name="Freeform 2257"/>
            <p:cNvSpPr/>
            <p:nvPr/>
          </p:nvSpPr>
          <p:spPr bwMode="auto">
            <a:xfrm>
              <a:off x="752779" y="10647140"/>
              <a:ext cx="44450" cy="47625"/>
            </a:xfrm>
            <a:custGeom>
              <a:avLst/>
              <a:gdLst>
                <a:gd name="T0" fmla="*/ 7 w 16"/>
                <a:gd name="T1" fmla="*/ 4 h 18"/>
                <a:gd name="T2" fmla="*/ 1 w 16"/>
                <a:gd name="T3" fmla="*/ 16 h 18"/>
                <a:gd name="T4" fmla="*/ 10 w 16"/>
                <a:gd name="T5" fmla="*/ 12 h 18"/>
                <a:gd name="T6" fmla="*/ 15 w 16"/>
                <a:gd name="T7" fmla="*/ 2 h 18"/>
                <a:gd name="T8" fmla="*/ 7 w 16"/>
                <a:gd name="T9" fmla="*/ 4 h 18"/>
              </a:gdLst>
              <a:ahLst/>
              <a:cxnLst>
                <a:cxn ang="0">
                  <a:pos x="T0" y="T1"/>
                </a:cxn>
                <a:cxn ang="0">
                  <a:pos x="T2" y="T3"/>
                </a:cxn>
                <a:cxn ang="0">
                  <a:pos x="T4" y="T5"/>
                </a:cxn>
                <a:cxn ang="0">
                  <a:pos x="T6" y="T7"/>
                </a:cxn>
                <a:cxn ang="0">
                  <a:pos x="T8" y="T9"/>
                </a:cxn>
              </a:cxnLst>
              <a:rect l="0" t="0" r="r" b="b"/>
              <a:pathLst>
                <a:path w="16" h="18">
                  <a:moveTo>
                    <a:pt x="7" y="4"/>
                  </a:moveTo>
                  <a:cubicBezTo>
                    <a:pt x="3" y="8"/>
                    <a:pt x="0" y="14"/>
                    <a:pt x="1" y="16"/>
                  </a:cubicBezTo>
                  <a:cubicBezTo>
                    <a:pt x="2" y="18"/>
                    <a:pt x="6" y="17"/>
                    <a:pt x="10" y="12"/>
                  </a:cubicBezTo>
                  <a:cubicBezTo>
                    <a:pt x="14" y="9"/>
                    <a:pt x="16" y="5"/>
                    <a:pt x="15" y="2"/>
                  </a:cubicBezTo>
                  <a:cubicBezTo>
                    <a:pt x="15" y="0"/>
                    <a:pt x="11" y="0"/>
                    <a:pt x="7"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54" name="Freeform 2258"/>
            <p:cNvSpPr/>
            <p:nvPr/>
          </p:nvSpPr>
          <p:spPr bwMode="auto">
            <a:xfrm>
              <a:off x="549579" y="10855103"/>
              <a:ext cx="42863" cy="53975"/>
            </a:xfrm>
            <a:custGeom>
              <a:avLst/>
              <a:gdLst>
                <a:gd name="T0" fmla="*/ 7 w 16"/>
                <a:gd name="T1" fmla="*/ 6 h 20"/>
                <a:gd name="T2" fmla="*/ 1 w 16"/>
                <a:gd name="T3" fmla="*/ 19 h 20"/>
                <a:gd name="T4" fmla="*/ 8 w 16"/>
                <a:gd name="T5" fmla="*/ 15 h 20"/>
                <a:gd name="T6" fmla="*/ 15 w 16"/>
                <a:gd name="T7" fmla="*/ 2 h 20"/>
                <a:gd name="T8" fmla="*/ 7 w 16"/>
                <a:gd name="T9" fmla="*/ 6 h 20"/>
              </a:gdLst>
              <a:ahLst/>
              <a:cxnLst>
                <a:cxn ang="0">
                  <a:pos x="T0" y="T1"/>
                </a:cxn>
                <a:cxn ang="0">
                  <a:pos x="T2" y="T3"/>
                </a:cxn>
                <a:cxn ang="0">
                  <a:pos x="T4" y="T5"/>
                </a:cxn>
                <a:cxn ang="0">
                  <a:pos x="T6" y="T7"/>
                </a:cxn>
                <a:cxn ang="0">
                  <a:pos x="T8" y="T9"/>
                </a:cxn>
              </a:cxnLst>
              <a:rect l="0" t="0" r="r" b="b"/>
              <a:pathLst>
                <a:path w="16" h="20">
                  <a:moveTo>
                    <a:pt x="7" y="6"/>
                  </a:moveTo>
                  <a:cubicBezTo>
                    <a:pt x="3" y="11"/>
                    <a:pt x="0" y="17"/>
                    <a:pt x="1" y="19"/>
                  </a:cubicBezTo>
                  <a:cubicBezTo>
                    <a:pt x="1" y="20"/>
                    <a:pt x="4" y="19"/>
                    <a:pt x="8" y="15"/>
                  </a:cubicBezTo>
                  <a:cubicBezTo>
                    <a:pt x="12" y="10"/>
                    <a:pt x="16" y="5"/>
                    <a:pt x="15" y="2"/>
                  </a:cubicBezTo>
                  <a:cubicBezTo>
                    <a:pt x="15" y="0"/>
                    <a:pt x="11" y="2"/>
                    <a:pt x="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55" name="Freeform 2259"/>
            <p:cNvSpPr/>
            <p:nvPr/>
          </p:nvSpPr>
          <p:spPr bwMode="auto">
            <a:xfrm>
              <a:off x="349554" y="11099578"/>
              <a:ext cx="39688" cy="57150"/>
            </a:xfrm>
            <a:custGeom>
              <a:avLst/>
              <a:gdLst>
                <a:gd name="T0" fmla="*/ 7 w 15"/>
                <a:gd name="T1" fmla="*/ 6 h 21"/>
                <a:gd name="T2" fmla="*/ 0 w 15"/>
                <a:gd name="T3" fmla="*/ 19 h 21"/>
                <a:gd name="T4" fmla="*/ 8 w 15"/>
                <a:gd name="T5" fmla="*/ 13 h 21"/>
                <a:gd name="T6" fmla="*/ 14 w 15"/>
                <a:gd name="T7" fmla="*/ 1 h 21"/>
                <a:gd name="T8" fmla="*/ 7 w 15"/>
                <a:gd name="T9" fmla="*/ 6 h 21"/>
              </a:gdLst>
              <a:ahLst/>
              <a:cxnLst>
                <a:cxn ang="0">
                  <a:pos x="T0" y="T1"/>
                </a:cxn>
                <a:cxn ang="0">
                  <a:pos x="T2" y="T3"/>
                </a:cxn>
                <a:cxn ang="0">
                  <a:pos x="T4" y="T5"/>
                </a:cxn>
                <a:cxn ang="0">
                  <a:pos x="T6" y="T7"/>
                </a:cxn>
                <a:cxn ang="0">
                  <a:pos x="T8" y="T9"/>
                </a:cxn>
              </a:cxnLst>
              <a:rect l="0" t="0" r="r" b="b"/>
              <a:pathLst>
                <a:path w="15" h="21">
                  <a:moveTo>
                    <a:pt x="7" y="6"/>
                  </a:moveTo>
                  <a:cubicBezTo>
                    <a:pt x="3" y="11"/>
                    <a:pt x="0" y="17"/>
                    <a:pt x="0" y="19"/>
                  </a:cubicBezTo>
                  <a:cubicBezTo>
                    <a:pt x="0" y="21"/>
                    <a:pt x="4" y="18"/>
                    <a:pt x="8" y="13"/>
                  </a:cubicBezTo>
                  <a:cubicBezTo>
                    <a:pt x="12" y="8"/>
                    <a:pt x="15" y="2"/>
                    <a:pt x="14" y="1"/>
                  </a:cubicBezTo>
                  <a:cubicBezTo>
                    <a:pt x="14" y="0"/>
                    <a:pt x="10" y="2"/>
                    <a:pt x="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56" name="Freeform 2260"/>
            <p:cNvSpPr/>
            <p:nvPr/>
          </p:nvSpPr>
          <p:spPr bwMode="auto">
            <a:xfrm>
              <a:off x="144766" y="11344053"/>
              <a:ext cx="41275" cy="52388"/>
            </a:xfrm>
            <a:custGeom>
              <a:avLst/>
              <a:gdLst>
                <a:gd name="T0" fmla="*/ 7 w 15"/>
                <a:gd name="T1" fmla="*/ 7 h 19"/>
                <a:gd name="T2" fmla="*/ 0 w 15"/>
                <a:gd name="T3" fmla="*/ 18 h 19"/>
                <a:gd name="T4" fmla="*/ 6 w 15"/>
                <a:gd name="T5" fmla="*/ 14 h 19"/>
                <a:gd name="T6" fmla="*/ 14 w 15"/>
                <a:gd name="T7" fmla="*/ 2 h 19"/>
                <a:gd name="T8" fmla="*/ 7 w 15"/>
                <a:gd name="T9" fmla="*/ 7 h 19"/>
              </a:gdLst>
              <a:ahLst/>
              <a:cxnLst>
                <a:cxn ang="0">
                  <a:pos x="T0" y="T1"/>
                </a:cxn>
                <a:cxn ang="0">
                  <a:pos x="T2" y="T3"/>
                </a:cxn>
                <a:cxn ang="0">
                  <a:pos x="T4" y="T5"/>
                </a:cxn>
                <a:cxn ang="0">
                  <a:pos x="T6" y="T7"/>
                </a:cxn>
                <a:cxn ang="0">
                  <a:pos x="T8" y="T9"/>
                </a:cxn>
              </a:cxnLst>
              <a:rect l="0" t="0" r="r" b="b"/>
              <a:pathLst>
                <a:path w="15" h="19">
                  <a:moveTo>
                    <a:pt x="7" y="7"/>
                  </a:moveTo>
                  <a:cubicBezTo>
                    <a:pt x="3" y="11"/>
                    <a:pt x="0" y="16"/>
                    <a:pt x="0" y="18"/>
                  </a:cubicBezTo>
                  <a:cubicBezTo>
                    <a:pt x="0" y="19"/>
                    <a:pt x="3" y="18"/>
                    <a:pt x="6" y="14"/>
                  </a:cubicBezTo>
                  <a:cubicBezTo>
                    <a:pt x="10" y="9"/>
                    <a:pt x="14" y="4"/>
                    <a:pt x="14" y="2"/>
                  </a:cubicBezTo>
                  <a:cubicBezTo>
                    <a:pt x="15" y="0"/>
                    <a:pt x="11" y="2"/>
                    <a:pt x="7"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57" name="Freeform 2261"/>
            <p:cNvSpPr/>
            <p:nvPr/>
          </p:nvSpPr>
          <p:spPr bwMode="auto">
            <a:xfrm>
              <a:off x="-63197" y="11564715"/>
              <a:ext cx="42863" cy="39688"/>
            </a:xfrm>
            <a:custGeom>
              <a:avLst/>
              <a:gdLst>
                <a:gd name="T0" fmla="*/ 1 w 16"/>
                <a:gd name="T1" fmla="*/ 15 h 15"/>
                <a:gd name="T2" fmla="*/ 9 w 16"/>
                <a:gd name="T3" fmla="*/ 9 h 15"/>
                <a:gd name="T4" fmla="*/ 16 w 16"/>
                <a:gd name="T5" fmla="*/ 1 h 15"/>
                <a:gd name="T6" fmla="*/ 7 w 16"/>
                <a:gd name="T7" fmla="*/ 7 h 15"/>
                <a:gd name="T8" fmla="*/ 1 w 16"/>
                <a:gd name="T9" fmla="*/ 15 h 15"/>
              </a:gdLst>
              <a:ahLst/>
              <a:cxnLst>
                <a:cxn ang="0">
                  <a:pos x="T0" y="T1"/>
                </a:cxn>
                <a:cxn ang="0">
                  <a:pos x="T2" y="T3"/>
                </a:cxn>
                <a:cxn ang="0">
                  <a:pos x="T4" y="T5"/>
                </a:cxn>
                <a:cxn ang="0">
                  <a:pos x="T6" y="T7"/>
                </a:cxn>
                <a:cxn ang="0">
                  <a:pos x="T8" y="T9"/>
                </a:cxn>
              </a:cxnLst>
              <a:rect l="0" t="0" r="r" b="b"/>
              <a:pathLst>
                <a:path w="16" h="15">
                  <a:moveTo>
                    <a:pt x="1" y="15"/>
                  </a:moveTo>
                  <a:cubicBezTo>
                    <a:pt x="2" y="15"/>
                    <a:pt x="6" y="13"/>
                    <a:pt x="9" y="9"/>
                  </a:cubicBezTo>
                  <a:cubicBezTo>
                    <a:pt x="13" y="5"/>
                    <a:pt x="16" y="2"/>
                    <a:pt x="16" y="1"/>
                  </a:cubicBezTo>
                  <a:cubicBezTo>
                    <a:pt x="15" y="0"/>
                    <a:pt x="11" y="3"/>
                    <a:pt x="7" y="7"/>
                  </a:cubicBezTo>
                  <a:cubicBezTo>
                    <a:pt x="3" y="11"/>
                    <a:pt x="0" y="14"/>
                    <a:pt x="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58" name="Freeform 2262"/>
            <p:cNvSpPr/>
            <p:nvPr/>
          </p:nvSpPr>
          <p:spPr bwMode="auto">
            <a:xfrm>
              <a:off x="-269572" y="11729815"/>
              <a:ext cx="42863" cy="23813"/>
            </a:xfrm>
            <a:custGeom>
              <a:avLst/>
              <a:gdLst>
                <a:gd name="T0" fmla="*/ 15 w 16"/>
                <a:gd name="T1" fmla="*/ 0 h 9"/>
                <a:gd name="T2" fmla="*/ 7 w 16"/>
                <a:gd name="T3" fmla="*/ 4 h 9"/>
                <a:gd name="T4" fmla="*/ 1 w 16"/>
                <a:gd name="T5" fmla="*/ 9 h 9"/>
                <a:gd name="T6" fmla="*/ 10 w 16"/>
                <a:gd name="T7" fmla="*/ 5 h 9"/>
                <a:gd name="T8" fmla="*/ 15 w 16"/>
                <a:gd name="T9" fmla="*/ 0 h 9"/>
              </a:gdLst>
              <a:ahLst/>
              <a:cxnLst>
                <a:cxn ang="0">
                  <a:pos x="T0" y="T1"/>
                </a:cxn>
                <a:cxn ang="0">
                  <a:pos x="T2" y="T3"/>
                </a:cxn>
                <a:cxn ang="0">
                  <a:pos x="T4" y="T5"/>
                </a:cxn>
                <a:cxn ang="0">
                  <a:pos x="T6" y="T7"/>
                </a:cxn>
                <a:cxn ang="0">
                  <a:pos x="T8" y="T9"/>
                </a:cxn>
              </a:cxnLst>
              <a:rect l="0" t="0" r="r" b="b"/>
              <a:pathLst>
                <a:path w="16" h="9">
                  <a:moveTo>
                    <a:pt x="15" y="0"/>
                  </a:moveTo>
                  <a:cubicBezTo>
                    <a:pt x="15" y="0"/>
                    <a:pt x="11" y="1"/>
                    <a:pt x="7" y="4"/>
                  </a:cubicBezTo>
                  <a:cubicBezTo>
                    <a:pt x="3" y="6"/>
                    <a:pt x="0" y="8"/>
                    <a:pt x="1" y="9"/>
                  </a:cubicBezTo>
                  <a:cubicBezTo>
                    <a:pt x="1" y="9"/>
                    <a:pt x="5" y="7"/>
                    <a:pt x="10" y="5"/>
                  </a:cubicBezTo>
                  <a:cubicBezTo>
                    <a:pt x="13" y="3"/>
                    <a:pt x="16" y="1"/>
                    <a:pt x="1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59" name="Freeform 2263"/>
            <p:cNvSpPr/>
            <p:nvPr/>
          </p:nvSpPr>
          <p:spPr bwMode="auto">
            <a:xfrm>
              <a:off x="11579529" y="8399240"/>
              <a:ext cx="46038" cy="26988"/>
            </a:xfrm>
            <a:custGeom>
              <a:avLst/>
              <a:gdLst>
                <a:gd name="T0" fmla="*/ 1 w 17"/>
                <a:gd name="T1" fmla="*/ 6 h 10"/>
                <a:gd name="T2" fmla="*/ 10 w 17"/>
                <a:gd name="T3" fmla="*/ 10 h 10"/>
                <a:gd name="T4" fmla="*/ 16 w 17"/>
                <a:gd name="T5" fmla="*/ 5 h 10"/>
                <a:gd name="T6" fmla="*/ 7 w 17"/>
                <a:gd name="T7" fmla="*/ 0 h 10"/>
                <a:gd name="T8" fmla="*/ 1 w 17"/>
                <a:gd name="T9" fmla="*/ 6 h 10"/>
              </a:gdLst>
              <a:ahLst/>
              <a:cxnLst>
                <a:cxn ang="0">
                  <a:pos x="T0" y="T1"/>
                </a:cxn>
                <a:cxn ang="0">
                  <a:pos x="T2" y="T3"/>
                </a:cxn>
                <a:cxn ang="0">
                  <a:pos x="T4" y="T5"/>
                </a:cxn>
                <a:cxn ang="0">
                  <a:pos x="T6" y="T7"/>
                </a:cxn>
                <a:cxn ang="0">
                  <a:pos x="T8" y="T9"/>
                </a:cxn>
              </a:cxnLst>
              <a:rect l="0" t="0" r="r" b="b"/>
              <a:pathLst>
                <a:path w="17" h="10">
                  <a:moveTo>
                    <a:pt x="1" y="6"/>
                  </a:moveTo>
                  <a:cubicBezTo>
                    <a:pt x="2" y="8"/>
                    <a:pt x="6" y="10"/>
                    <a:pt x="10" y="10"/>
                  </a:cubicBezTo>
                  <a:cubicBezTo>
                    <a:pt x="14" y="10"/>
                    <a:pt x="17" y="7"/>
                    <a:pt x="16" y="5"/>
                  </a:cubicBezTo>
                  <a:cubicBezTo>
                    <a:pt x="16" y="2"/>
                    <a:pt x="11" y="0"/>
                    <a:pt x="7" y="0"/>
                  </a:cubicBezTo>
                  <a:cubicBezTo>
                    <a:pt x="3" y="1"/>
                    <a:pt x="0" y="3"/>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60" name="Freeform 2264"/>
            <p:cNvSpPr/>
            <p:nvPr/>
          </p:nvSpPr>
          <p:spPr bwMode="auto">
            <a:xfrm>
              <a:off x="11365216" y="8404003"/>
              <a:ext cx="46038" cy="22225"/>
            </a:xfrm>
            <a:custGeom>
              <a:avLst/>
              <a:gdLst>
                <a:gd name="T0" fmla="*/ 7 w 17"/>
                <a:gd name="T1" fmla="*/ 1 h 8"/>
                <a:gd name="T2" fmla="*/ 1 w 17"/>
                <a:gd name="T3" fmla="*/ 5 h 8"/>
                <a:gd name="T4" fmla="*/ 9 w 17"/>
                <a:gd name="T5" fmla="*/ 8 h 8"/>
                <a:gd name="T6" fmla="*/ 16 w 17"/>
                <a:gd name="T7" fmla="*/ 4 h 8"/>
                <a:gd name="T8" fmla="*/ 7 w 17"/>
                <a:gd name="T9" fmla="*/ 1 h 8"/>
              </a:gdLst>
              <a:ahLst/>
              <a:cxnLst>
                <a:cxn ang="0">
                  <a:pos x="T0" y="T1"/>
                </a:cxn>
                <a:cxn ang="0">
                  <a:pos x="T2" y="T3"/>
                </a:cxn>
                <a:cxn ang="0">
                  <a:pos x="T4" y="T5"/>
                </a:cxn>
                <a:cxn ang="0">
                  <a:pos x="T6" y="T7"/>
                </a:cxn>
                <a:cxn ang="0">
                  <a:pos x="T8" y="T9"/>
                </a:cxn>
              </a:cxnLst>
              <a:rect l="0" t="0" r="r" b="b"/>
              <a:pathLst>
                <a:path w="17" h="8">
                  <a:moveTo>
                    <a:pt x="7" y="1"/>
                  </a:moveTo>
                  <a:cubicBezTo>
                    <a:pt x="3" y="1"/>
                    <a:pt x="0" y="3"/>
                    <a:pt x="1" y="5"/>
                  </a:cubicBezTo>
                  <a:cubicBezTo>
                    <a:pt x="2" y="7"/>
                    <a:pt x="6" y="8"/>
                    <a:pt x="9" y="8"/>
                  </a:cubicBezTo>
                  <a:cubicBezTo>
                    <a:pt x="14" y="8"/>
                    <a:pt x="17" y="6"/>
                    <a:pt x="16" y="4"/>
                  </a:cubicBezTo>
                  <a:cubicBezTo>
                    <a:pt x="15" y="2"/>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61" name="Freeform 2265"/>
            <p:cNvSpPr/>
            <p:nvPr/>
          </p:nvSpPr>
          <p:spPr bwMode="auto">
            <a:xfrm>
              <a:off x="11154079" y="8426228"/>
              <a:ext cx="39688" cy="19050"/>
            </a:xfrm>
            <a:custGeom>
              <a:avLst/>
              <a:gdLst>
                <a:gd name="T0" fmla="*/ 8 w 15"/>
                <a:gd name="T1" fmla="*/ 1 h 7"/>
                <a:gd name="T2" fmla="*/ 0 w 15"/>
                <a:gd name="T3" fmla="*/ 5 h 7"/>
                <a:gd name="T4" fmla="*/ 7 w 15"/>
                <a:gd name="T5" fmla="*/ 7 h 7"/>
                <a:gd name="T6" fmla="*/ 15 w 15"/>
                <a:gd name="T7" fmla="*/ 3 h 7"/>
                <a:gd name="T8" fmla="*/ 8 w 15"/>
                <a:gd name="T9" fmla="*/ 1 h 7"/>
              </a:gdLst>
              <a:ahLst/>
              <a:cxnLst>
                <a:cxn ang="0">
                  <a:pos x="T0" y="T1"/>
                </a:cxn>
                <a:cxn ang="0">
                  <a:pos x="T2" y="T3"/>
                </a:cxn>
                <a:cxn ang="0">
                  <a:pos x="T4" y="T5"/>
                </a:cxn>
                <a:cxn ang="0">
                  <a:pos x="T6" y="T7"/>
                </a:cxn>
                <a:cxn ang="0">
                  <a:pos x="T8" y="T9"/>
                </a:cxn>
              </a:cxnLst>
              <a:rect l="0" t="0" r="r" b="b"/>
              <a:pathLst>
                <a:path w="15" h="7">
                  <a:moveTo>
                    <a:pt x="8" y="1"/>
                  </a:moveTo>
                  <a:cubicBezTo>
                    <a:pt x="4" y="1"/>
                    <a:pt x="0" y="3"/>
                    <a:pt x="0" y="5"/>
                  </a:cubicBezTo>
                  <a:cubicBezTo>
                    <a:pt x="0" y="6"/>
                    <a:pt x="3" y="7"/>
                    <a:pt x="7" y="7"/>
                  </a:cubicBezTo>
                  <a:cubicBezTo>
                    <a:pt x="11" y="7"/>
                    <a:pt x="15" y="5"/>
                    <a:pt x="15" y="3"/>
                  </a:cubicBezTo>
                  <a:cubicBezTo>
                    <a:pt x="15" y="1"/>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62" name="Freeform 2266"/>
            <p:cNvSpPr/>
            <p:nvPr/>
          </p:nvSpPr>
          <p:spPr bwMode="auto">
            <a:xfrm>
              <a:off x="10939766" y="8480203"/>
              <a:ext cx="46038" cy="23813"/>
            </a:xfrm>
            <a:custGeom>
              <a:avLst/>
              <a:gdLst>
                <a:gd name="T0" fmla="*/ 1 w 17"/>
                <a:gd name="T1" fmla="*/ 8 h 9"/>
                <a:gd name="T2" fmla="*/ 9 w 17"/>
                <a:gd name="T3" fmla="*/ 8 h 9"/>
                <a:gd name="T4" fmla="*/ 16 w 17"/>
                <a:gd name="T5" fmla="*/ 2 h 9"/>
                <a:gd name="T6" fmla="*/ 7 w 17"/>
                <a:gd name="T7" fmla="*/ 2 h 9"/>
                <a:gd name="T8" fmla="*/ 1 w 17"/>
                <a:gd name="T9" fmla="*/ 8 h 9"/>
              </a:gdLst>
              <a:ahLst/>
              <a:cxnLst>
                <a:cxn ang="0">
                  <a:pos x="T0" y="T1"/>
                </a:cxn>
                <a:cxn ang="0">
                  <a:pos x="T2" y="T3"/>
                </a:cxn>
                <a:cxn ang="0">
                  <a:pos x="T4" y="T5"/>
                </a:cxn>
                <a:cxn ang="0">
                  <a:pos x="T6" y="T7"/>
                </a:cxn>
                <a:cxn ang="0">
                  <a:pos x="T8" y="T9"/>
                </a:cxn>
              </a:cxnLst>
              <a:rect l="0" t="0" r="r" b="b"/>
              <a:pathLst>
                <a:path w="17" h="9">
                  <a:moveTo>
                    <a:pt x="1" y="8"/>
                  </a:moveTo>
                  <a:cubicBezTo>
                    <a:pt x="2" y="9"/>
                    <a:pt x="6" y="9"/>
                    <a:pt x="9" y="8"/>
                  </a:cubicBezTo>
                  <a:cubicBezTo>
                    <a:pt x="14" y="6"/>
                    <a:pt x="17" y="3"/>
                    <a:pt x="16" y="2"/>
                  </a:cubicBezTo>
                  <a:cubicBezTo>
                    <a:pt x="15" y="0"/>
                    <a:pt x="11" y="1"/>
                    <a:pt x="7" y="2"/>
                  </a:cubicBezTo>
                  <a:cubicBezTo>
                    <a:pt x="3" y="4"/>
                    <a:pt x="0" y="7"/>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63" name="Freeform 2267"/>
            <p:cNvSpPr/>
            <p:nvPr/>
          </p:nvSpPr>
          <p:spPr bwMode="auto">
            <a:xfrm>
              <a:off x="10730216" y="8567515"/>
              <a:ext cx="42863" cy="26988"/>
            </a:xfrm>
            <a:custGeom>
              <a:avLst/>
              <a:gdLst>
                <a:gd name="T0" fmla="*/ 0 w 16"/>
                <a:gd name="T1" fmla="*/ 8 h 10"/>
                <a:gd name="T2" fmla="*/ 9 w 16"/>
                <a:gd name="T3" fmla="*/ 7 h 10"/>
                <a:gd name="T4" fmla="*/ 15 w 16"/>
                <a:gd name="T5" fmla="*/ 1 h 10"/>
                <a:gd name="T6" fmla="*/ 8 w 16"/>
                <a:gd name="T7" fmla="*/ 2 h 10"/>
                <a:gd name="T8" fmla="*/ 0 w 16"/>
                <a:gd name="T9" fmla="*/ 8 h 10"/>
              </a:gdLst>
              <a:ahLst/>
              <a:cxnLst>
                <a:cxn ang="0">
                  <a:pos x="T0" y="T1"/>
                </a:cxn>
                <a:cxn ang="0">
                  <a:pos x="T2" y="T3"/>
                </a:cxn>
                <a:cxn ang="0">
                  <a:pos x="T4" y="T5"/>
                </a:cxn>
                <a:cxn ang="0">
                  <a:pos x="T6" y="T7"/>
                </a:cxn>
                <a:cxn ang="0">
                  <a:pos x="T8" y="T9"/>
                </a:cxn>
              </a:cxnLst>
              <a:rect l="0" t="0" r="r" b="b"/>
              <a:pathLst>
                <a:path w="16" h="10">
                  <a:moveTo>
                    <a:pt x="0" y="8"/>
                  </a:moveTo>
                  <a:cubicBezTo>
                    <a:pt x="1" y="10"/>
                    <a:pt x="5" y="9"/>
                    <a:pt x="9" y="7"/>
                  </a:cubicBezTo>
                  <a:cubicBezTo>
                    <a:pt x="13" y="6"/>
                    <a:pt x="16" y="3"/>
                    <a:pt x="15" y="1"/>
                  </a:cubicBezTo>
                  <a:cubicBezTo>
                    <a:pt x="15" y="0"/>
                    <a:pt x="11" y="0"/>
                    <a:pt x="8" y="2"/>
                  </a:cubicBezTo>
                  <a:cubicBezTo>
                    <a:pt x="4" y="3"/>
                    <a:pt x="0" y="6"/>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64" name="Freeform 2268"/>
            <p:cNvSpPr/>
            <p:nvPr/>
          </p:nvSpPr>
          <p:spPr bwMode="auto">
            <a:xfrm>
              <a:off x="10520666" y="8661178"/>
              <a:ext cx="44450" cy="28575"/>
            </a:xfrm>
            <a:custGeom>
              <a:avLst/>
              <a:gdLst>
                <a:gd name="T0" fmla="*/ 0 w 16"/>
                <a:gd name="T1" fmla="*/ 8 h 10"/>
                <a:gd name="T2" fmla="*/ 9 w 16"/>
                <a:gd name="T3" fmla="*/ 8 h 10"/>
                <a:gd name="T4" fmla="*/ 15 w 16"/>
                <a:gd name="T5" fmla="*/ 1 h 10"/>
                <a:gd name="T6" fmla="*/ 7 w 16"/>
                <a:gd name="T7" fmla="*/ 2 h 10"/>
                <a:gd name="T8" fmla="*/ 0 w 16"/>
                <a:gd name="T9" fmla="*/ 8 h 10"/>
              </a:gdLst>
              <a:ahLst/>
              <a:cxnLst>
                <a:cxn ang="0">
                  <a:pos x="T0" y="T1"/>
                </a:cxn>
                <a:cxn ang="0">
                  <a:pos x="T2" y="T3"/>
                </a:cxn>
                <a:cxn ang="0">
                  <a:pos x="T4" y="T5"/>
                </a:cxn>
                <a:cxn ang="0">
                  <a:pos x="T6" y="T7"/>
                </a:cxn>
                <a:cxn ang="0">
                  <a:pos x="T8" y="T9"/>
                </a:cxn>
              </a:cxnLst>
              <a:rect l="0" t="0" r="r" b="b"/>
              <a:pathLst>
                <a:path w="16" h="10">
                  <a:moveTo>
                    <a:pt x="0" y="8"/>
                  </a:moveTo>
                  <a:cubicBezTo>
                    <a:pt x="1" y="10"/>
                    <a:pt x="5" y="10"/>
                    <a:pt x="9" y="8"/>
                  </a:cubicBezTo>
                  <a:cubicBezTo>
                    <a:pt x="13" y="6"/>
                    <a:pt x="16" y="3"/>
                    <a:pt x="15" y="1"/>
                  </a:cubicBezTo>
                  <a:cubicBezTo>
                    <a:pt x="14" y="0"/>
                    <a:pt x="11" y="0"/>
                    <a:pt x="7" y="2"/>
                  </a:cubicBezTo>
                  <a:cubicBezTo>
                    <a:pt x="3" y="4"/>
                    <a:pt x="0" y="7"/>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65" name="Freeform 2269"/>
            <p:cNvSpPr/>
            <p:nvPr/>
          </p:nvSpPr>
          <p:spPr bwMode="auto">
            <a:xfrm>
              <a:off x="10309529" y="8762778"/>
              <a:ext cx="46038" cy="30163"/>
            </a:xfrm>
            <a:custGeom>
              <a:avLst/>
              <a:gdLst>
                <a:gd name="T0" fmla="*/ 2 w 17"/>
                <a:gd name="T1" fmla="*/ 10 h 11"/>
                <a:gd name="T2" fmla="*/ 10 w 17"/>
                <a:gd name="T3" fmla="*/ 9 h 11"/>
                <a:gd name="T4" fmla="*/ 16 w 17"/>
                <a:gd name="T5" fmla="*/ 2 h 11"/>
                <a:gd name="T6" fmla="*/ 7 w 17"/>
                <a:gd name="T7" fmla="*/ 3 h 11"/>
                <a:gd name="T8" fmla="*/ 2 w 17"/>
                <a:gd name="T9" fmla="*/ 10 h 11"/>
              </a:gdLst>
              <a:ahLst/>
              <a:cxnLst>
                <a:cxn ang="0">
                  <a:pos x="T0" y="T1"/>
                </a:cxn>
                <a:cxn ang="0">
                  <a:pos x="T2" y="T3"/>
                </a:cxn>
                <a:cxn ang="0">
                  <a:pos x="T4" y="T5"/>
                </a:cxn>
                <a:cxn ang="0">
                  <a:pos x="T6" y="T7"/>
                </a:cxn>
                <a:cxn ang="0">
                  <a:pos x="T8" y="T9"/>
                </a:cxn>
              </a:cxnLst>
              <a:rect l="0" t="0" r="r" b="b"/>
              <a:pathLst>
                <a:path w="17" h="11">
                  <a:moveTo>
                    <a:pt x="2" y="10"/>
                  </a:moveTo>
                  <a:cubicBezTo>
                    <a:pt x="3" y="11"/>
                    <a:pt x="6" y="11"/>
                    <a:pt x="10" y="9"/>
                  </a:cubicBezTo>
                  <a:cubicBezTo>
                    <a:pt x="14" y="7"/>
                    <a:pt x="17" y="4"/>
                    <a:pt x="16" y="2"/>
                  </a:cubicBezTo>
                  <a:cubicBezTo>
                    <a:pt x="15" y="0"/>
                    <a:pt x="11" y="1"/>
                    <a:pt x="7" y="3"/>
                  </a:cubicBezTo>
                  <a:cubicBezTo>
                    <a:pt x="3" y="6"/>
                    <a:pt x="0" y="9"/>
                    <a:pt x="2"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66" name="Freeform 2270"/>
            <p:cNvSpPr/>
            <p:nvPr/>
          </p:nvSpPr>
          <p:spPr bwMode="auto">
            <a:xfrm>
              <a:off x="10099979" y="8870728"/>
              <a:ext cx="47625" cy="33338"/>
            </a:xfrm>
            <a:custGeom>
              <a:avLst/>
              <a:gdLst>
                <a:gd name="T0" fmla="*/ 7 w 17"/>
                <a:gd name="T1" fmla="*/ 3 h 12"/>
                <a:gd name="T2" fmla="*/ 2 w 17"/>
                <a:gd name="T3" fmla="*/ 11 h 12"/>
                <a:gd name="T4" fmla="*/ 10 w 17"/>
                <a:gd name="T5" fmla="*/ 9 h 12"/>
                <a:gd name="T6" fmla="*/ 16 w 17"/>
                <a:gd name="T7" fmla="*/ 2 h 12"/>
                <a:gd name="T8" fmla="*/ 7 w 17"/>
                <a:gd name="T9" fmla="*/ 3 h 12"/>
              </a:gdLst>
              <a:ahLst/>
              <a:cxnLst>
                <a:cxn ang="0">
                  <a:pos x="T0" y="T1"/>
                </a:cxn>
                <a:cxn ang="0">
                  <a:pos x="T2" y="T3"/>
                </a:cxn>
                <a:cxn ang="0">
                  <a:pos x="T4" y="T5"/>
                </a:cxn>
                <a:cxn ang="0">
                  <a:pos x="T6" y="T7"/>
                </a:cxn>
                <a:cxn ang="0">
                  <a:pos x="T8" y="T9"/>
                </a:cxn>
              </a:cxnLst>
              <a:rect l="0" t="0" r="r" b="b"/>
              <a:pathLst>
                <a:path w="17" h="12">
                  <a:moveTo>
                    <a:pt x="7" y="3"/>
                  </a:moveTo>
                  <a:cubicBezTo>
                    <a:pt x="3" y="6"/>
                    <a:pt x="0" y="9"/>
                    <a:pt x="2" y="11"/>
                  </a:cubicBezTo>
                  <a:cubicBezTo>
                    <a:pt x="2" y="12"/>
                    <a:pt x="6" y="11"/>
                    <a:pt x="10" y="9"/>
                  </a:cubicBezTo>
                  <a:cubicBezTo>
                    <a:pt x="14" y="7"/>
                    <a:pt x="17" y="4"/>
                    <a:pt x="16" y="2"/>
                  </a:cubicBezTo>
                  <a:cubicBezTo>
                    <a:pt x="15" y="0"/>
                    <a:pt x="11" y="1"/>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67" name="Freeform 2271"/>
            <p:cNvSpPr/>
            <p:nvPr/>
          </p:nvSpPr>
          <p:spPr bwMode="auto">
            <a:xfrm>
              <a:off x="9895191" y="8985028"/>
              <a:ext cx="42863" cy="31750"/>
            </a:xfrm>
            <a:custGeom>
              <a:avLst/>
              <a:gdLst>
                <a:gd name="T0" fmla="*/ 7 w 16"/>
                <a:gd name="T1" fmla="*/ 2 h 12"/>
                <a:gd name="T2" fmla="*/ 0 w 16"/>
                <a:gd name="T3" fmla="*/ 10 h 12"/>
                <a:gd name="T4" fmla="*/ 9 w 16"/>
                <a:gd name="T5" fmla="*/ 9 h 12"/>
                <a:gd name="T6" fmla="*/ 15 w 16"/>
                <a:gd name="T7" fmla="*/ 2 h 12"/>
                <a:gd name="T8" fmla="*/ 7 w 16"/>
                <a:gd name="T9" fmla="*/ 2 h 12"/>
              </a:gdLst>
              <a:ahLst/>
              <a:cxnLst>
                <a:cxn ang="0">
                  <a:pos x="T0" y="T1"/>
                </a:cxn>
                <a:cxn ang="0">
                  <a:pos x="T2" y="T3"/>
                </a:cxn>
                <a:cxn ang="0">
                  <a:pos x="T4" y="T5"/>
                </a:cxn>
                <a:cxn ang="0">
                  <a:pos x="T6" y="T7"/>
                </a:cxn>
                <a:cxn ang="0">
                  <a:pos x="T8" y="T9"/>
                </a:cxn>
              </a:cxnLst>
              <a:rect l="0" t="0" r="r" b="b"/>
              <a:pathLst>
                <a:path w="16" h="12">
                  <a:moveTo>
                    <a:pt x="7" y="2"/>
                  </a:moveTo>
                  <a:cubicBezTo>
                    <a:pt x="3" y="4"/>
                    <a:pt x="0" y="8"/>
                    <a:pt x="0" y="10"/>
                  </a:cubicBezTo>
                  <a:cubicBezTo>
                    <a:pt x="1" y="12"/>
                    <a:pt x="5" y="11"/>
                    <a:pt x="9" y="9"/>
                  </a:cubicBezTo>
                  <a:cubicBezTo>
                    <a:pt x="13" y="7"/>
                    <a:pt x="16" y="4"/>
                    <a:pt x="15" y="2"/>
                  </a:cubicBezTo>
                  <a:cubicBezTo>
                    <a:pt x="15" y="0"/>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68" name="Freeform 2272"/>
            <p:cNvSpPr/>
            <p:nvPr/>
          </p:nvSpPr>
          <p:spPr bwMode="auto">
            <a:xfrm>
              <a:off x="9685641" y="9099328"/>
              <a:ext cx="42863" cy="31750"/>
            </a:xfrm>
            <a:custGeom>
              <a:avLst/>
              <a:gdLst>
                <a:gd name="T0" fmla="*/ 7 w 16"/>
                <a:gd name="T1" fmla="*/ 2 h 12"/>
                <a:gd name="T2" fmla="*/ 1 w 16"/>
                <a:gd name="T3" fmla="*/ 10 h 12"/>
                <a:gd name="T4" fmla="*/ 8 w 16"/>
                <a:gd name="T5" fmla="*/ 10 h 12"/>
                <a:gd name="T6" fmla="*/ 15 w 16"/>
                <a:gd name="T7" fmla="*/ 2 h 12"/>
                <a:gd name="T8" fmla="*/ 7 w 16"/>
                <a:gd name="T9" fmla="*/ 2 h 12"/>
              </a:gdLst>
              <a:ahLst/>
              <a:cxnLst>
                <a:cxn ang="0">
                  <a:pos x="T0" y="T1"/>
                </a:cxn>
                <a:cxn ang="0">
                  <a:pos x="T2" y="T3"/>
                </a:cxn>
                <a:cxn ang="0">
                  <a:pos x="T4" y="T5"/>
                </a:cxn>
                <a:cxn ang="0">
                  <a:pos x="T6" y="T7"/>
                </a:cxn>
                <a:cxn ang="0">
                  <a:pos x="T8" y="T9"/>
                </a:cxn>
              </a:cxnLst>
              <a:rect l="0" t="0" r="r" b="b"/>
              <a:pathLst>
                <a:path w="16" h="12">
                  <a:moveTo>
                    <a:pt x="7" y="2"/>
                  </a:moveTo>
                  <a:cubicBezTo>
                    <a:pt x="3" y="4"/>
                    <a:pt x="0" y="8"/>
                    <a:pt x="1" y="10"/>
                  </a:cubicBezTo>
                  <a:cubicBezTo>
                    <a:pt x="1" y="12"/>
                    <a:pt x="4" y="12"/>
                    <a:pt x="8" y="10"/>
                  </a:cubicBezTo>
                  <a:cubicBezTo>
                    <a:pt x="13" y="8"/>
                    <a:pt x="16" y="5"/>
                    <a:pt x="15" y="2"/>
                  </a:cubicBezTo>
                  <a:cubicBezTo>
                    <a:pt x="15" y="0"/>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69" name="Freeform 2273"/>
            <p:cNvSpPr/>
            <p:nvPr/>
          </p:nvSpPr>
          <p:spPr bwMode="auto">
            <a:xfrm>
              <a:off x="9476091" y="9213628"/>
              <a:ext cx="44450" cy="34925"/>
            </a:xfrm>
            <a:custGeom>
              <a:avLst/>
              <a:gdLst>
                <a:gd name="T0" fmla="*/ 8 w 16"/>
                <a:gd name="T1" fmla="*/ 2 h 13"/>
                <a:gd name="T2" fmla="*/ 1 w 16"/>
                <a:gd name="T3" fmla="*/ 11 h 13"/>
                <a:gd name="T4" fmla="*/ 10 w 16"/>
                <a:gd name="T5" fmla="*/ 10 h 13"/>
                <a:gd name="T6" fmla="*/ 16 w 16"/>
                <a:gd name="T7" fmla="*/ 3 h 13"/>
                <a:gd name="T8" fmla="*/ 8 w 16"/>
                <a:gd name="T9" fmla="*/ 2 h 13"/>
              </a:gdLst>
              <a:ahLst/>
              <a:cxnLst>
                <a:cxn ang="0">
                  <a:pos x="T0" y="T1"/>
                </a:cxn>
                <a:cxn ang="0">
                  <a:pos x="T2" y="T3"/>
                </a:cxn>
                <a:cxn ang="0">
                  <a:pos x="T4" y="T5"/>
                </a:cxn>
                <a:cxn ang="0">
                  <a:pos x="T6" y="T7"/>
                </a:cxn>
                <a:cxn ang="0">
                  <a:pos x="T8" y="T9"/>
                </a:cxn>
              </a:cxnLst>
              <a:rect l="0" t="0" r="r" b="b"/>
              <a:pathLst>
                <a:path w="16" h="13">
                  <a:moveTo>
                    <a:pt x="8" y="2"/>
                  </a:moveTo>
                  <a:cubicBezTo>
                    <a:pt x="4" y="4"/>
                    <a:pt x="0" y="8"/>
                    <a:pt x="1" y="11"/>
                  </a:cubicBezTo>
                  <a:cubicBezTo>
                    <a:pt x="1" y="13"/>
                    <a:pt x="5" y="13"/>
                    <a:pt x="10" y="10"/>
                  </a:cubicBezTo>
                  <a:cubicBezTo>
                    <a:pt x="13" y="8"/>
                    <a:pt x="16" y="5"/>
                    <a:pt x="16" y="3"/>
                  </a:cubicBezTo>
                  <a:cubicBezTo>
                    <a:pt x="16" y="0"/>
                    <a:pt x="12"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70" name="Freeform 2274"/>
            <p:cNvSpPr/>
            <p:nvPr/>
          </p:nvSpPr>
          <p:spPr bwMode="auto">
            <a:xfrm>
              <a:off x="9269716" y="9326340"/>
              <a:ext cx="44450" cy="36513"/>
            </a:xfrm>
            <a:custGeom>
              <a:avLst/>
              <a:gdLst>
                <a:gd name="T0" fmla="*/ 7 w 16"/>
                <a:gd name="T1" fmla="*/ 1 h 13"/>
                <a:gd name="T2" fmla="*/ 0 w 16"/>
                <a:gd name="T3" fmla="*/ 10 h 13"/>
                <a:gd name="T4" fmla="*/ 8 w 16"/>
                <a:gd name="T5" fmla="*/ 10 h 13"/>
                <a:gd name="T6" fmla="*/ 15 w 16"/>
                <a:gd name="T7" fmla="*/ 2 h 13"/>
                <a:gd name="T8" fmla="*/ 7 w 16"/>
                <a:gd name="T9" fmla="*/ 1 h 13"/>
              </a:gdLst>
              <a:ahLst/>
              <a:cxnLst>
                <a:cxn ang="0">
                  <a:pos x="T0" y="T1"/>
                </a:cxn>
                <a:cxn ang="0">
                  <a:pos x="T2" y="T3"/>
                </a:cxn>
                <a:cxn ang="0">
                  <a:pos x="T4" y="T5"/>
                </a:cxn>
                <a:cxn ang="0">
                  <a:pos x="T6" y="T7"/>
                </a:cxn>
                <a:cxn ang="0">
                  <a:pos x="T8" y="T9"/>
                </a:cxn>
              </a:cxnLst>
              <a:rect l="0" t="0" r="r" b="b"/>
              <a:pathLst>
                <a:path w="16" h="13">
                  <a:moveTo>
                    <a:pt x="7" y="1"/>
                  </a:moveTo>
                  <a:cubicBezTo>
                    <a:pt x="3" y="3"/>
                    <a:pt x="0" y="7"/>
                    <a:pt x="0" y="10"/>
                  </a:cubicBezTo>
                  <a:cubicBezTo>
                    <a:pt x="0" y="12"/>
                    <a:pt x="4" y="13"/>
                    <a:pt x="8" y="10"/>
                  </a:cubicBezTo>
                  <a:cubicBezTo>
                    <a:pt x="13" y="8"/>
                    <a:pt x="16" y="4"/>
                    <a:pt x="15" y="2"/>
                  </a:cubicBezTo>
                  <a:cubicBezTo>
                    <a:pt x="14" y="0"/>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71" name="Freeform 2275"/>
            <p:cNvSpPr/>
            <p:nvPr/>
          </p:nvSpPr>
          <p:spPr bwMode="auto">
            <a:xfrm>
              <a:off x="9058579" y="9432703"/>
              <a:ext cx="42863" cy="34925"/>
            </a:xfrm>
            <a:custGeom>
              <a:avLst/>
              <a:gdLst>
                <a:gd name="T0" fmla="*/ 7 w 16"/>
                <a:gd name="T1" fmla="*/ 2 h 13"/>
                <a:gd name="T2" fmla="*/ 1 w 16"/>
                <a:gd name="T3" fmla="*/ 11 h 13"/>
                <a:gd name="T4" fmla="*/ 10 w 16"/>
                <a:gd name="T5" fmla="*/ 11 h 13"/>
                <a:gd name="T6" fmla="*/ 16 w 16"/>
                <a:gd name="T7" fmla="*/ 3 h 13"/>
                <a:gd name="T8" fmla="*/ 7 w 16"/>
                <a:gd name="T9" fmla="*/ 2 h 13"/>
              </a:gdLst>
              <a:ahLst/>
              <a:cxnLst>
                <a:cxn ang="0">
                  <a:pos x="T0" y="T1"/>
                </a:cxn>
                <a:cxn ang="0">
                  <a:pos x="T2" y="T3"/>
                </a:cxn>
                <a:cxn ang="0">
                  <a:pos x="T4" y="T5"/>
                </a:cxn>
                <a:cxn ang="0">
                  <a:pos x="T6" y="T7"/>
                </a:cxn>
                <a:cxn ang="0">
                  <a:pos x="T8" y="T9"/>
                </a:cxn>
              </a:cxnLst>
              <a:rect l="0" t="0" r="r" b="b"/>
              <a:pathLst>
                <a:path w="16" h="13">
                  <a:moveTo>
                    <a:pt x="7" y="2"/>
                  </a:moveTo>
                  <a:cubicBezTo>
                    <a:pt x="3" y="5"/>
                    <a:pt x="0" y="9"/>
                    <a:pt x="1" y="11"/>
                  </a:cubicBezTo>
                  <a:cubicBezTo>
                    <a:pt x="2" y="13"/>
                    <a:pt x="6" y="13"/>
                    <a:pt x="10" y="11"/>
                  </a:cubicBezTo>
                  <a:cubicBezTo>
                    <a:pt x="14" y="9"/>
                    <a:pt x="16" y="5"/>
                    <a:pt x="16" y="3"/>
                  </a:cubicBezTo>
                  <a:cubicBezTo>
                    <a:pt x="15" y="1"/>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72" name="Freeform 2276"/>
            <p:cNvSpPr/>
            <p:nvPr/>
          </p:nvSpPr>
          <p:spPr bwMode="auto">
            <a:xfrm>
              <a:off x="8852204" y="9532715"/>
              <a:ext cx="41275" cy="38100"/>
            </a:xfrm>
            <a:custGeom>
              <a:avLst/>
              <a:gdLst>
                <a:gd name="T0" fmla="*/ 7 w 15"/>
                <a:gd name="T1" fmla="*/ 2 h 14"/>
                <a:gd name="T2" fmla="*/ 0 w 15"/>
                <a:gd name="T3" fmla="*/ 10 h 14"/>
                <a:gd name="T4" fmla="*/ 6 w 15"/>
                <a:gd name="T5" fmla="*/ 13 h 14"/>
                <a:gd name="T6" fmla="*/ 15 w 15"/>
                <a:gd name="T7" fmla="*/ 5 h 14"/>
                <a:gd name="T8" fmla="*/ 7 w 15"/>
                <a:gd name="T9" fmla="*/ 2 h 14"/>
              </a:gdLst>
              <a:ahLst/>
              <a:cxnLst>
                <a:cxn ang="0">
                  <a:pos x="T0" y="T1"/>
                </a:cxn>
                <a:cxn ang="0">
                  <a:pos x="T2" y="T3"/>
                </a:cxn>
                <a:cxn ang="0">
                  <a:pos x="T4" y="T5"/>
                </a:cxn>
                <a:cxn ang="0">
                  <a:pos x="T6" y="T7"/>
                </a:cxn>
                <a:cxn ang="0">
                  <a:pos x="T8" y="T9"/>
                </a:cxn>
              </a:cxnLst>
              <a:rect l="0" t="0" r="r" b="b"/>
              <a:pathLst>
                <a:path w="15" h="14">
                  <a:moveTo>
                    <a:pt x="7" y="2"/>
                  </a:moveTo>
                  <a:cubicBezTo>
                    <a:pt x="3" y="4"/>
                    <a:pt x="0" y="7"/>
                    <a:pt x="0" y="10"/>
                  </a:cubicBezTo>
                  <a:cubicBezTo>
                    <a:pt x="0" y="13"/>
                    <a:pt x="3" y="14"/>
                    <a:pt x="6" y="13"/>
                  </a:cubicBezTo>
                  <a:cubicBezTo>
                    <a:pt x="11" y="12"/>
                    <a:pt x="15" y="8"/>
                    <a:pt x="15" y="5"/>
                  </a:cubicBezTo>
                  <a:cubicBezTo>
                    <a:pt x="15" y="2"/>
                    <a:pt x="12"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73" name="Freeform 2277"/>
            <p:cNvSpPr/>
            <p:nvPr/>
          </p:nvSpPr>
          <p:spPr bwMode="auto">
            <a:xfrm>
              <a:off x="5670854" y="10628090"/>
              <a:ext cx="46038" cy="31750"/>
            </a:xfrm>
            <a:custGeom>
              <a:avLst/>
              <a:gdLst>
                <a:gd name="T0" fmla="*/ 7 w 17"/>
                <a:gd name="T1" fmla="*/ 3 h 12"/>
                <a:gd name="T2" fmla="*/ 1 w 17"/>
                <a:gd name="T3" fmla="*/ 10 h 12"/>
                <a:gd name="T4" fmla="*/ 10 w 17"/>
                <a:gd name="T5" fmla="*/ 10 h 12"/>
                <a:gd name="T6" fmla="*/ 16 w 17"/>
                <a:gd name="T7" fmla="*/ 2 h 12"/>
                <a:gd name="T8" fmla="*/ 7 w 17"/>
                <a:gd name="T9" fmla="*/ 3 h 12"/>
              </a:gdLst>
              <a:ahLst/>
              <a:cxnLst>
                <a:cxn ang="0">
                  <a:pos x="T0" y="T1"/>
                </a:cxn>
                <a:cxn ang="0">
                  <a:pos x="T2" y="T3"/>
                </a:cxn>
                <a:cxn ang="0">
                  <a:pos x="T4" y="T5"/>
                </a:cxn>
                <a:cxn ang="0">
                  <a:pos x="T6" y="T7"/>
                </a:cxn>
                <a:cxn ang="0">
                  <a:pos x="T8" y="T9"/>
                </a:cxn>
              </a:cxnLst>
              <a:rect l="0" t="0" r="r" b="b"/>
              <a:pathLst>
                <a:path w="17" h="12">
                  <a:moveTo>
                    <a:pt x="7" y="3"/>
                  </a:moveTo>
                  <a:cubicBezTo>
                    <a:pt x="3" y="5"/>
                    <a:pt x="0" y="9"/>
                    <a:pt x="1" y="10"/>
                  </a:cubicBezTo>
                  <a:cubicBezTo>
                    <a:pt x="2" y="12"/>
                    <a:pt x="6" y="11"/>
                    <a:pt x="10" y="10"/>
                  </a:cubicBezTo>
                  <a:cubicBezTo>
                    <a:pt x="14" y="8"/>
                    <a:pt x="17" y="4"/>
                    <a:pt x="16" y="2"/>
                  </a:cubicBezTo>
                  <a:cubicBezTo>
                    <a:pt x="16" y="0"/>
                    <a:pt x="11" y="1"/>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74" name="Freeform 2278"/>
            <p:cNvSpPr/>
            <p:nvPr/>
          </p:nvSpPr>
          <p:spPr bwMode="auto">
            <a:xfrm>
              <a:off x="5883579" y="10526490"/>
              <a:ext cx="46038" cy="30163"/>
            </a:xfrm>
            <a:custGeom>
              <a:avLst/>
              <a:gdLst>
                <a:gd name="T0" fmla="*/ 7 w 17"/>
                <a:gd name="T1" fmla="*/ 2 h 11"/>
                <a:gd name="T2" fmla="*/ 1 w 17"/>
                <a:gd name="T3" fmla="*/ 10 h 11"/>
                <a:gd name="T4" fmla="*/ 9 w 17"/>
                <a:gd name="T5" fmla="*/ 9 h 11"/>
                <a:gd name="T6" fmla="*/ 16 w 17"/>
                <a:gd name="T7" fmla="*/ 2 h 11"/>
                <a:gd name="T8" fmla="*/ 7 w 17"/>
                <a:gd name="T9" fmla="*/ 2 h 11"/>
              </a:gdLst>
              <a:ahLst/>
              <a:cxnLst>
                <a:cxn ang="0">
                  <a:pos x="T0" y="T1"/>
                </a:cxn>
                <a:cxn ang="0">
                  <a:pos x="T2" y="T3"/>
                </a:cxn>
                <a:cxn ang="0">
                  <a:pos x="T4" y="T5"/>
                </a:cxn>
                <a:cxn ang="0">
                  <a:pos x="T6" y="T7"/>
                </a:cxn>
                <a:cxn ang="0">
                  <a:pos x="T8" y="T9"/>
                </a:cxn>
              </a:cxnLst>
              <a:rect l="0" t="0" r="r" b="b"/>
              <a:pathLst>
                <a:path w="17" h="11">
                  <a:moveTo>
                    <a:pt x="7" y="2"/>
                  </a:moveTo>
                  <a:cubicBezTo>
                    <a:pt x="3" y="5"/>
                    <a:pt x="0" y="8"/>
                    <a:pt x="1" y="10"/>
                  </a:cubicBezTo>
                  <a:cubicBezTo>
                    <a:pt x="2" y="11"/>
                    <a:pt x="6" y="11"/>
                    <a:pt x="9" y="9"/>
                  </a:cubicBezTo>
                  <a:cubicBezTo>
                    <a:pt x="14" y="7"/>
                    <a:pt x="17" y="4"/>
                    <a:pt x="16" y="2"/>
                  </a:cubicBezTo>
                  <a:cubicBezTo>
                    <a:pt x="15" y="0"/>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75" name="Freeform 2279"/>
            <p:cNvSpPr/>
            <p:nvPr/>
          </p:nvSpPr>
          <p:spPr bwMode="auto">
            <a:xfrm>
              <a:off x="6097891" y="10426478"/>
              <a:ext cx="42863" cy="30163"/>
            </a:xfrm>
            <a:custGeom>
              <a:avLst/>
              <a:gdLst>
                <a:gd name="T0" fmla="*/ 7 w 16"/>
                <a:gd name="T1" fmla="*/ 2 h 11"/>
                <a:gd name="T2" fmla="*/ 0 w 16"/>
                <a:gd name="T3" fmla="*/ 9 h 11"/>
                <a:gd name="T4" fmla="*/ 9 w 16"/>
                <a:gd name="T5" fmla="*/ 9 h 11"/>
                <a:gd name="T6" fmla="*/ 15 w 16"/>
                <a:gd name="T7" fmla="*/ 2 h 11"/>
                <a:gd name="T8" fmla="*/ 7 w 16"/>
                <a:gd name="T9" fmla="*/ 2 h 11"/>
              </a:gdLst>
              <a:ahLst/>
              <a:cxnLst>
                <a:cxn ang="0">
                  <a:pos x="T0" y="T1"/>
                </a:cxn>
                <a:cxn ang="0">
                  <a:pos x="T2" y="T3"/>
                </a:cxn>
                <a:cxn ang="0">
                  <a:pos x="T4" y="T5"/>
                </a:cxn>
                <a:cxn ang="0">
                  <a:pos x="T6" y="T7"/>
                </a:cxn>
                <a:cxn ang="0">
                  <a:pos x="T8" y="T9"/>
                </a:cxn>
              </a:cxnLst>
              <a:rect l="0" t="0" r="r" b="b"/>
              <a:pathLst>
                <a:path w="16" h="11">
                  <a:moveTo>
                    <a:pt x="7" y="2"/>
                  </a:moveTo>
                  <a:cubicBezTo>
                    <a:pt x="3" y="3"/>
                    <a:pt x="0" y="7"/>
                    <a:pt x="0" y="9"/>
                  </a:cubicBezTo>
                  <a:cubicBezTo>
                    <a:pt x="0" y="11"/>
                    <a:pt x="4" y="11"/>
                    <a:pt x="9" y="9"/>
                  </a:cubicBezTo>
                  <a:cubicBezTo>
                    <a:pt x="13" y="7"/>
                    <a:pt x="16" y="4"/>
                    <a:pt x="15" y="2"/>
                  </a:cubicBezTo>
                  <a:cubicBezTo>
                    <a:pt x="14" y="0"/>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76" name="Freeform 2280"/>
            <p:cNvSpPr/>
            <p:nvPr/>
          </p:nvSpPr>
          <p:spPr bwMode="auto">
            <a:xfrm>
              <a:off x="6305854" y="10328053"/>
              <a:ext cx="44450" cy="30163"/>
            </a:xfrm>
            <a:custGeom>
              <a:avLst/>
              <a:gdLst>
                <a:gd name="T0" fmla="*/ 7 w 16"/>
                <a:gd name="T1" fmla="*/ 2 h 11"/>
                <a:gd name="T2" fmla="*/ 1 w 16"/>
                <a:gd name="T3" fmla="*/ 10 h 11"/>
                <a:gd name="T4" fmla="*/ 9 w 16"/>
                <a:gd name="T5" fmla="*/ 10 h 11"/>
                <a:gd name="T6" fmla="*/ 16 w 16"/>
                <a:gd name="T7" fmla="*/ 2 h 11"/>
                <a:gd name="T8" fmla="*/ 7 w 16"/>
                <a:gd name="T9" fmla="*/ 2 h 11"/>
              </a:gdLst>
              <a:ahLst/>
              <a:cxnLst>
                <a:cxn ang="0">
                  <a:pos x="T0" y="T1"/>
                </a:cxn>
                <a:cxn ang="0">
                  <a:pos x="T2" y="T3"/>
                </a:cxn>
                <a:cxn ang="0">
                  <a:pos x="T4" y="T5"/>
                </a:cxn>
                <a:cxn ang="0">
                  <a:pos x="T6" y="T7"/>
                </a:cxn>
                <a:cxn ang="0">
                  <a:pos x="T8" y="T9"/>
                </a:cxn>
              </a:cxnLst>
              <a:rect l="0" t="0" r="r" b="b"/>
              <a:pathLst>
                <a:path w="16" h="11">
                  <a:moveTo>
                    <a:pt x="7" y="2"/>
                  </a:moveTo>
                  <a:cubicBezTo>
                    <a:pt x="3" y="4"/>
                    <a:pt x="0" y="8"/>
                    <a:pt x="1" y="10"/>
                  </a:cubicBezTo>
                  <a:cubicBezTo>
                    <a:pt x="2" y="11"/>
                    <a:pt x="5" y="11"/>
                    <a:pt x="9" y="10"/>
                  </a:cubicBezTo>
                  <a:cubicBezTo>
                    <a:pt x="13" y="8"/>
                    <a:pt x="16" y="4"/>
                    <a:pt x="16" y="2"/>
                  </a:cubicBezTo>
                  <a:cubicBezTo>
                    <a:pt x="15" y="0"/>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77" name="Freeform 2281"/>
            <p:cNvSpPr/>
            <p:nvPr/>
          </p:nvSpPr>
          <p:spPr bwMode="auto">
            <a:xfrm>
              <a:off x="6518579" y="10234390"/>
              <a:ext cx="42863" cy="31750"/>
            </a:xfrm>
            <a:custGeom>
              <a:avLst/>
              <a:gdLst>
                <a:gd name="T0" fmla="*/ 7 w 16"/>
                <a:gd name="T1" fmla="*/ 3 h 12"/>
                <a:gd name="T2" fmla="*/ 1 w 16"/>
                <a:gd name="T3" fmla="*/ 10 h 12"/>
                <a:gd name="T4" fmla="*/ 9 w 16"/>
                <a:gd name="T5" fmla="*/ 10 h 12"/>
                <a:gd name="T6" fmla="*/ 16 w 16"/>
                <a:gd name="T7" fmla="*/ 3 h 12"/>
                <a:gd name="T8" fmla="*/ 7 w 16"/>
                <a:gd name="T9" fmla="*/ 3 h 12"/>
              </a:gdLst>
              <a:ahLst/>
              <a:cxnLst>
                <a:cxn ang="0">
                  <a:pos x="T0" y="T1"/>
                </a:cxn>
                <a:cxn ang="0">
                  <a:pos x="T2" y="T3"/>
                </a:cxn>
                <a:cxn ang="0">
                  <a:pos x="T4" y="T5"/>
                </a:cxn>
                <a:cxn ang="0">
                  <a:pos x="T6" y="T7"/>
                </a:cxn>
                <a:cxn ang="0">
                  <a:pos x="T8" y="T9"/>
                </a:cxn>
              </a:cxnLst>
              <a:rect l="0" t="0" r="r" b="b"/>
              <a:pathLst>
                <a:path w="16" h="12">
                  <a:moveTo>
                    <a:pt x="7" y="3"/>
                  </a:moveTo>
                  <a:cubicBezTo>
                    <a:pt x="3" y="5"/>
                    <a:pt x="0" y="8"/>
                    <a:pt x="1" y="10"/>
                  </a:cubicBezTo>
                  <a:cubicBezTo>
                    <a:pt x="2" y="12"/>
                    <a:pt x="5" y="12"/>
                    <a:pt x="9" y="10"/>
                  </a:cubicBezTo>
                  <a:cubicBezTo>
                    <a:pt x="13" y="8"/>
                    <a:pt x="16" y="5"/>
                    <a:pt x="16" y="3"/>
                  </a:cubicBezTo>
                  <a:cubicBezTo>
                    <a:pt x="15" y="1"/>
                    <a:pt x="11" y="0"/>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78" name="Freeform 2282"/>
            <p:cNvSpPr/>
            <p:nvPr/>
          </p:nvSpPr>
          <p:spPr bwMode="auto">
            <a:xfrm>
              <a:off x="6729716" y="10147078"/>
              <a:ext cx="42863" cy="31750"/>
            </a:xfrm>
            <a:custGeom>
              <a:avLst/>
              <a:gdLst>
                <a:gd name="T0" fmla="*/ 7 w 16"/>
                <a:gd name="T1" fmla="*/ 2 h 12"/>
                <a:gd name="T2" fmla="*/ 1 w 16"/>
                <a:gd name="T3" fmla="*/ 9 h 12"/>
                <a:gd name="T4" fmla="*/ 8 w 16"/>
                <a:gd name="T5" fmla="*/ 10 h 12"/>
                <a:gd name="T6" fmla="*/ 16 w 16"/>
                <a:gd name="T7" fmla="*/ 3 h 12"/>
                <a:gd name="T8" fmla="*/ 7 w 16"/>
                <a:gd name="T9" fmla="*/ 2 h 12"/>
              </a:gdLst>
              <a:ahLst/>
              <a:cxnLst>
                <a:cxn ang="0">
                  <a:pos x="T0" y="T1"/>
                </a:cxn>
                <a:cxn ang="0">
                  <a:pos x="T2" y="T3"/>
                </a:cxn>
                <a:cxn ang="0">
                  <a:pos x="T4" y="T5"/>
                </a:cxn>
                <a:cxn ang="0">
                  <a:pos x="T6" y="T7"/>
                </a:cxn>
                <a:cxn ang="0">
                  <a:pos x="T8" y="T9"/>
                </a:cxn>
              </a:cxnLst>
              <a:rect l="0" t="0" r="r" b="b"/>
              <a:pathLst>
                <a:path w="16" h="12">
                  <a:moveTo>
                    <a:pt x="7" y="2"/>
                  </a:moveTo>
                  <a:cubicBezTo>
                    <a:pt x="3" y="3"/>
                    <a:pt x="0" y="7"/>
                    <a:pt x="1" y="9"/>
                  </a:cubicBezTo>
                  <a:cubicBezTo>
                    <a:pt x="1" y="11"/>
                    <a:pt x="5" y="12"/>
                    <a:pt x="8" y="10"/>
                  </a:cubicBezTo>
                  <a:cubicBezTo>
                    <a:pt x="13" y="9"/>
                    <a:pt x="16" y="6"/>
                    <a:pt x="16" y="3"/>
                  </a:cubicBezTo>
                  <a:cubicBezTo>
                    <a:pt x="15" y="1"/>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79" name="Freeform 2283"/>
            <p:cNvSpPr/>
            <p:nvPr/>
          </p:nvSpPr>
          <p:spPr bwMode="auto">
            <a:xfrm>
              <a:off x="6940854" y="10067703"/>
              <a:ext cx="44450" cy="30163"/>
            </a:xfrm>
            <a:custGeom>
              <a:avLst/>
              <a:gdLst>
                <a:gd name="T0" fmla="*/ 1 w 16"/>
                <a:gd name="T1" fmla="*/ 8 h 11"/>
                <a:gd name="T2" fmla="*/ 10 w 16"/>
                <a:gd name="T3" fmla="*/ 10 h 11"/>
                <a:gd name="T4" fmla="*/ 16 w 16"/>
                <a:gd name="T5" fmla="*/ 3 h 11"/>
                <a:gd name="T6" fmla="*/ 8 w 16"/>
                <a:gd name="T7" fmla="*/ 1 h 11"/>
                <a:gd name="T8" fmla="*/ 1 w 16"/>
                <a:gd name="T9" fmla="*/ 8 h 11"/>
              </a:gdLst>
              <a:ahLst/>
              <a:cxnLst>
                <a:cxn ang="0">
                  <a:pos x="T0" y="T1"/>
                </a:cxn>
                <a:cxn ang="0">
                  <a:pos x="T2" y="T3"/>
                </a:cxn>
                <a:cxn ang="0">
                  <a:pos x="T4" y="T5"/>
                </a:cxn>
                <a:cxn ang="0">
                  <a:pos x="T6" y="T7"/>
                </a:cxn>
                <a:cxn ang="0">
                  <a:pos x="T8" y="T9"/>
                </a:cxn>
              </a:cxnLst>
              <a:rect l="0" t="0" r="r" b="b"/>
              <a:pathLst>
                <a:path w="16" h="11">
                  <a:moveTo>
                    <a:pt x="1" y="8"/>
                  </a:moveTo>
                  <a:cubicBezTo>
                    <a:pt x="1" y="11"/>
                    <a:pt x="5" y="11"/>
                    <a:pt x="10" y="10"/>
                  </a:cubicBezTo>
                  <a:cubicBezTo>
                    <a:pt x="13" y="8"/>
                    <a:pt x="16" y="6"/>
                    <a:pt x="16" y="3"/>
                  </a:cubicBezTo>
                  <a:cubicBezTo>
                    <a:pt x="16" y="1"/>
                    <a:pt x="12" y="0"/>
                    <a:pt x="8" y="1"/>
                  </a:cubicBezTo>
                  <a:cubicBezTo>
                    <a:pt x="4" y="2"/>
                    <a:pt x="0" y="6"/>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80" name="Freeform 2284"/>
            <p:cNvSpPr/>
            <p:nvPr/>
          </p:nvSpPr>
          <p:spPr bwMode="auto">
            <a:xfrm>
              <a:off x="7153579" y="9997853"/>
              <a:ext cx="42863" cy="30163"/>
            </a:xfrm>
            <a:custGeom>
              <a:avLst/>
              <a:gdLst>
                <a:gd name="T0" fmla="*/ 8 w 16"/>
                <a:gd name="T1" fmla="*/ 1 h 11"/>
                <a:gd name="T2" fmla="*/ 1 w 16"/>
                <a:gd name="T3" fmla="*/ 8 h 11"/>
                <a:gd name="T4" fmla="*/ 8 w 16"/>
                <a:gd name="T5" fmla="*/ 10 h 11"/>
                <a:gd name="T6" fmla="*/ 16 w 16"/>
                <a:gd name="T7" fmla="*/ 4 h 11"/>
                <a:gd name="T8" fmla="*/ 8 w 16"/>
                <a:gd name="T9" fmla="*/ 1 h 11"/>
              </a:gdLst>
              <a:ahLst/>
              <a:cxnLst>
                <a:cxn ang="0">
                  <a:pos x="T0" y="T1"/>
                </a:cxn>
                <a:cxn ang="0">
                  <a:pos x="T2" y="T3"/>
                </a:cxn>
                <a:cxn ang="0">
                  <a:pos x="T4" y="T5"/>
                </a:cxn>
                <a:cxn ang="0">
                  <a:pos x="T6" y="T7"/>
                </a:cxn>
                <a:cxn ang="0">
                  <a:pos x="T8" y="T9"/>
                </a:cxn>
              </a:cxnLst>
              <a:rect l="0" t="0" r="r" b="b"/>
              <a:pathLst>
                <a:path w="16" h="11">
                  <a:moveTo>
                    <a:pt x="8" y="1"/>
                  </a:moveTo>
                  <a:cubicBezTo>
                    <a:pt x="4" y="2"/>
                    <a:pt x="0" y="6"/>
                    <a:pt x="1" y="8"/>
                  </a:cubicBezTo>
                  <a:cubicBezTo>
                    <a:pt x="1" y="10"/>
                    <a:pt x="5" y="11"/>
                    <a:pt x="8" y="10"/>
                  </a:cubicBezTo>
                  <a:cubicBezTo>
                    <a:pt x="13" y="9"/>
                    <a:pt x="16" y="6"/>
                    <a:pt x="16" y="4"/>
                  </a:cubicBezTo>
                  <a:cubicBezTo>
                    <a:pt x="16" y="1"/>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81" name="Freeform 2285"/>
            <p:cNvSpPr/>
            <p:nvPr/>
          </p:nvSpPr>
          <p:spPr bwMode="auto">
            <a:xfrm>
              <a:off x="7367891" y="9937528"/>
              <a:ext cx="42863" cy="30163"/>
            </a:xfrm>
            <a:custGeom>
              <a:avLst/>
              <a:gdLst>
                <a:gd name="T0" fmla="*/ 7 w 16"/>
                <a:gd name="T1" fmla="*/ 1 h 11"/>
                <a:gd name="T2" fmla="*/ 0 w 16"/>
                <a:gd name="T3" fmla="*/ 8 h 11"/>
                <a:gd name="T4" fmla="*/ 8 w 16"/>
                <a:gd name="T5" fmla="*/ 10 h 11"/>
                <a:gd name="T6" fmla="*/ 15 w 16"/>
                <a:gd name="T7" fmla="*/ 4 h 11"/>
                <a:gd name="T8" fmla="*/ 7 w 16"/>
                <a:gd name="T9" fmla="*/ 1 h 11"/>
              </a:gdLst>
              <a:ahLst/>
              <a:cxnLst>
                <a:cxn ang="0">
                  <a:pos x="T0" y="T1"/>
                </a:cxn>
                <a:cxn ang="0">
                  <a:pos x="T2" y="T3"/>
                </a:cxn>
                <a:cxn ang="0">
                  <a:pos x="T4" y="T5"/>
                </a:cxn>
                <a:cxn ang="0">
                  <a:pos x="T6" y="T7"/>
                </a:cxn>
                <a:cxn ang="0">
                  <a:pos x="T8" y="T9"/>
                </a:cxn>
              </a:cxnLst>
              <a:rect l="0" t="0" r="r" b="b"/>
              <a:pathLst>
                <a:path w="16" h="11">
                  <a:moveTo>
                    <a:pt x="7" y="1"/>
                  </a:moveTo>
                  <a:cubicBezTo>
                    <a:pt x="3" y="2"/>
                    <a:pt x="0" y="6"/>
                    <a:pt x="0" y="8"/>
                  </a:cubicBezTo>
                  <a:cubicBezTo>
                    <a:pt x="1" y="10"/>
                    <a:pt x="4" y="11"/>
                    <a:pt x="8" y="10"/>
                  </a:cubicBezTo>
                  <a:cubicBezTo>
                    <a:pt x="13" y="9"/>
                    <a:pt x="16" y="6"/>
                    <a:pt x="15" y="4"/>
                  </a:cubicBezTo>
                  <a:cubicBezTo>
                    <a:pt x="15" y="1"/>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82" name="Freeform 2286"/>
            <p:cNvSpPr/>
            <p:nvPr/>
          </p:nvSpPr>
          <p:spPr bwMode="auto">
            <a:xfrm>
              <a:off x="7579029" y="9888315"/>
              <a:ext cx="46038" cy="33338"/>
            </a:xfrm>
            <a:custGeom>
              <a:avLst/>
              <a:gdLst>
                <a:gd name="T0" fmla="*/ 7 w 17"/>
                <a:gd name="T1" fmla="*/ 2 h 12"/>
                <a:gd name="T2" fmla="*/ 1 w 17"/>
                <a:gd name="T3" fmla="*/ 9 h 12"/>
                <a:gd name="T4" fmla="*/ 9 w 17"/>
                <a:gd name="T5" fmla="*/ 11 h 12"/>
                <a:gd name="T6" fmla="*/ 16 w 17"/>
                <a:gd name="T7" fmla="*/ 5 h 12"/>
                <a:gd name="T8" fmla="*/ 7 w 17"/>
                <a:gd name="T9" fmla="*/ 2 h 12"/>
              </a:gdLst>
              <a:ahLst/>
              <a:cxnLst>
                <a:cxn ang="0">
                  <a:pos x="T0" y="T1"/>
                </a:cxn>
                <a:cxn ang="0">
                  <a:pos x="T2" y="T3"/>
                </a:cxn>
                <a:cxn ang="0">
                  <a:pos x="T4" y="T5"/>
                </a:cxn>
                <a:cxn ang="0">
                  <a:pos x="T6" y="T7"/>
                </a:cxn>
                <a:cxn ang="0">
                  <a:pos x="T8" y="T9"/>
                </a:cxn>
              </a:cxnLst>
              <a:rect l="0" t="0" r="r" b="b"/>
              <a:pathLst>
                <a:path w="17" h="12">
                  <a:moveTo>
                    <a:pt x="7" y="2"/>
                  </a:moveTo>
                  <a:cubicBezTo>
                    <a:pt x="2" y="3"/>
                    <a:pt x="0" y="6"/>
                    <a:pt x="1" y="9"/>
                  </a:cubicBezTo>
                  <a:cubicBezTo>
                    <a:pt x="2" y="11"/>
                    <a:pt x="6" y="12"/>
                    <a:pt x="9" y="11"/>
                  </a:cubicBezTo>
                  <a:cubicBezTo>
                    <a:pt x="14" y="10"/>
                    <a:pt x="17" y="7"/>
                    <a:pt x="16" y="5"/>
                  </a:cubicBezTo>
                  <a:cubicBezTo>
                    <a:pt x="15" y="2"/>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83" name="Freeform 2287"/>
            <p:cNvSpPr/>
            <p:nvPr/>
          </p:nvSpPr>
          <p:spPr bwMode="auto">
            <a:xfrm>
              <a:off x="7793341" y="9859740"/>
              <a:ext cx="44450" cy="28575"/>
            </a:xfrm>
            <a:custGeom>
              <a:avLst/>
              <a:gdLst>
                <a:gd name="T0" fmla="*/ 7 w 16"/>
                <a:gd name="T1" fmla="*/ 0 h 11"/>
                <a:gd name="T2" fmla="*/ 0 w 16"/>
                <a:gd name="T3" fmla="*/ 6 h 11"/>
                <a:gd name="T4" fmla="*/ 9 w 16"/>
                <a:gd name="T5" fmla="*/ 10 h 11"/>
                <a:gd name="T6" fmla="*/ 16 w 16"/>
                <a:gd name="T7" fmla="*/ 5 h 11"/>
                <a:gd name="T8" fmla="*/ 7 w 16"/>
                <a:gd name="T9" fmla="*/ 0 h 11"/>
              </a:gdLst>
              <a:ahLst/>
              <a:cxnLst>
                <a:cxn ang="0">
                  <a:pos x="T0" y="T1"/>
                </a:cxn>
                <a:cxn ang="0">
                  <a:pos x="T2" y="T3"/>
                </a:cxn>
                <a:cxn ang="0">
                  <a:pos x="T4" y="T5"/>
                </a:cxn>
                <a:cxn ang="0">
                  <a:pos x="T6" y="T7"/>
                </a:cxn>
                <a:cxn ang="0">
                  <a:pos x="T8" y="T9"/>
                </a:cxn>
              </a:cxnLst>
              <a:rect l="0" t="0" r="r" b="b"/>
              <a:pathLst>
                <a:path w="16" h="11">
                  <a:moveTo>
                    <a:pt x="7" y="0"/>
                  </a:moveTo>
                  <a:cubicBezTo>
                    <a:pt x="3" y="1"/>
                    <a:pt x="0" y="4"/>
                    <a:pt x="0" y="6"/>
                  </a:cubicBezTo>
                  <a:cubicBezTo>
                    <a:pt x="1" y="9"/>
                    <a:pt x="5" y="11"/>
                    <a:pt x="9" y="10"/>
                  </a:cubicBezTo>
                  <a:cubicBezTo>
                    <a:pt x="13" y="9"/>
                    <a:pt x="16" y="7"/>
                    <a:pt x="16" y="5"/>
                  </a:cubicBezTo>
                  <a:cubicBezTo>
                    <a:pt x="15" y="2"/>
                    <a:pt x="11"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84" name="Freeform 2288"/>
            <p:cNvSpPr/>
            <p:nvPr/>
          </p:nvSpPr>
          <p:spPr bwMode="auto">
            <a:xfrm>
              <a:off x="8007654" y="9826403"/>
              <a:ext cx="41275" cy="30163"/>
            </a:xfrm>
            <a:custGeom>
              <a:avLst/>
              <a:gdLst>
                <a:gd name="T0" fmla="*/ 8 w 15"/>
                <a:gd name="T1" fmla="*/ 1 h 11"/>
                <a:gd name="T2" fmla="*/ 0 w 15"/>
                <a:gd name="T3" fmla="*/ 7 h 11"/>
                <a:gd name="T4" fmla="*/ 7 w 15"/>
                <a:gd name="T5" fmla="*/ 11 h 11"/>
                <a:gd name="T6" fmla="*/ 15 w 15"/>
                <a:gd name="T7" fmla="*/ 5 h 11"/>
                <a:gd name="T8" fmla="*/ 8 w 15"/>
                <a:gd name="T9" fmla="*/ 1 h 11"/>
              </a:gdLst>
              <a:ahLst/>
              <a:cxnLst>
                <a:cxn ang="0">
                  <a:pos x="T0" y="T1"/>
                </a:cxn>
                <a:cxn ang="0">
                  <a:pos x="T2" y="T3"/>
                </a:cxn>
                <a:cxn ang="0">
                  <a:pos x="T4" y="T5"/>
                </a:cxn>
                <a:cxn ang="0">
                  <a:pos x="T6" y="T7"/>
                </a:cxn>
                <a:cxn ang="0">
                  <a:pos x="T8" y="T9"/>
                </a:cxn>
              </a:cxnLst>
              <a:rect l="0" t="0" r="r" b="b"/>
              <a:pathLst>
                <a:path w="15" h="11">
                  <a:moveTo>
                    <a:pt x="8" y="1"/>
                  </a:moveTo>
                  <a:cubicBezTo>
                    <a:pt x="3" y="1"/>
                    <a:pt x="0" y="4"/>
                    <a:pt x="0" y="7"/>
                  </a:cubicBezTo>
                  <a:cubicBezTo>
                    <a:pt x="0" y="9"/>
                    <a:pt x="3" y="11"/>
                    <a:pt x="7" y="11"/>
                  </a:cubicBezTo>
                  <a:cubicBezTo>
                    <a:pt x="11" y="11"/>
                    <a:pt x="15" y="8"/>
                    <a:pt x="15" y="5"/>
                  </a:cubicBezTo>
                  <a:cubicBezTo>
                    <a:pt x="15" y="2"/>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85" name="Freeform 2289"/>
            <p:cNvSpPr/>
            <p:nvPr/>
          </p:nvSpPr>
          <p:spPr bwMode="auto">
            <a:xfrm>
              <a:off x="8217204" y="9775603"/>
              <a:ext cx="46038" cy="31750"/>
            </a:xfrm>
            <a:custGeom>
              <a:avLst/>
              <a:gdLst>
                <a:gd name="T0" fmla="*/ 7 w 17"/>
                <a:gd name="T1" fmla="*/ 2 h 12"/>
                <a:gd name="T2" fmla="*/ 1 w 17"/>
                <a:gd name="T3" fmla="*/ 9 h 12"/>
                <a:gd name="T4" fmla="*/ 10 w 17"/>
                <a:gd name="T5" fmla="*/ 11 h 12"/>
                <a:gd name="T6" fmla="*/ 16 w 17"/>
                <a:gd name="T7" fmla="*/ 4 h 12"/>
                <a:gd name="T8" fmla="*/ 7 w 17"/>
                <a:gd name="T9" fmla="*/ 2 h 12"/>
              </a:gdLst>
              <a:ahLst/>
              <a:cxnLst>
                <a:cxn ang="0">
                  <a:pos x="T0" y="T1"/>
                </a:cxn>
                <a:cxn ang="0">
                  <a:pos x="T2" y="T3"/>
                </a:cxn>
                <a:cxn ang="0">
                  <a:pos x="T4" y="T5"/>
                </a:cxn>
                <a:cxn ang="0">
                  <a:pos x="T6" y="T7"/>
                </a:cxn>
                <a:cxn ang="0">
                  <a:pos x="T8" y="T9"/>
                </a:cxn>
              </a:cxnLst>
              <a:rect l="0" t="0" r="r" b="b"/>
              <a:pathLst>
                <a:path w="17" h="12">
                  <a:moveTo>
                    <a:pt x="7" y="2"/>
                  </a:moveTo>
                  <a:cubicBezTo>
                    <a:pt x="3" y="3"/>
                    <a:pt x="0" y="7"/>
                    <a:pt x="1" y="9"/>
                  </a:cubicBezTo>
                  <a:cubicBezTo>
                    <a:pt x="2" y="12"/>
                    <a:pt x="6" y="12"/>
                    <a:pt x="10" y="11"/>
                  </a:cubicBezTo>
                  <a:cubicBezTo>
                    <a:pt x="14" y="10"/>
                    <a:pt x="17" y="7"/>
                    <a:pt x="16" y="4"/>
                  </a:cubicBezTo>
                  <a:cubicBezTo>
                    <a:pt x="15" y="2"/>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86" name="Freeform 2290"/>
            <p:cNvSpPr/>
            <p:nvPr/>
          </p:nvSpPr>
          <p:spPr bwMode="auto">
            <a:xfrm>
              <a:off x="8428341" y="9710515"/>
              <a:ext cx="46038" cy="31750"/>
            </a:xfrm>
            <a:custGeom>
              <a:avLst/>
              <a:gdLst>
                <a:gd name="T0" fmla="*/ 7 w 17"/>
                <a:gd name="T1" fmla="*/ 1 h 12"/>
                <a:gd name="T2" fmla="*/ 1 w 17"/>
                <a:gd name="T3" fmla="*/ 10 h 12"/>
                <a:gd name="T4" fmla="*/ 10 w 17"/>
                <a:gd name="T5" fmla="*/ 11 h 12"/>
                <a:gd name="T6" fmla="*/ 16 w 17"/>
                <a:gd name="T7" fmla="*/ 3 h 12"/>
                <a:gd name="T8" fmla="*/ 7 w 17"/>
                <a:gd name="T9" fmla="*/ 1 h 12"/>
              </a:gdLst>
              <a:ahLst/>
              <a:cxnLst>
                <a:cxn ang="0">
                  <a:pos x="T0" y="T1"/>
                </a:cxn>
                <a:cxn ang="0">
                  <a:pos x="T2" y="T3"/>
                </a:cxn>
                <a:cxn ang="0">
                  <a:pos x="T4" y="T5"/>
                </a:cxn>
                <a:cxn ang="0">
                  <a:pos x="T6" y="T7"/>
                </a:cxn>
                <a:cxn ang="0">
                  <a:pos x="T8" y="T9"/>
                </a:cxn>
              </a:cxnLst>
              <a:rect l="0" t="0" r="r" b="b"/>
              <a:pathLst>
                <a:path w="17" h="12">
                  <a:moveTo>
                    <a:pt x="7" y="1"/>
                  </a:moveTo>
                  <a:cubicBezTo>
                    <a:pt x="3" y="3"/>
                    <a:pt x="0" y="8"/>
                    <a:pt x="1" y="10"/>
                  </a:cubicBezTo>
                  <a:cubicBezTo>
                    <a:pt x="2" y="12"/>
                    <a:pt x="6" y="12"/>
                    <a:pt x="10" y="11"/>
                  </a:cubicBezTo>
                  <a:cubicBezTo>
                    <a:pt x="14" y="10"/>
                    <a:pt x="17" y="6"/>
                    <a:pt x="16" y="3"/>
                  </a:cubicBezTo>
                  <a:cubicBezTo>
                    <a:pt x="15" y="0"/>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87" name="Freeform 2291"/>
            <p:cNvSpPr/>
            <p:nvPr/>
          </p:nvSpPr>
          <p:spPr bwMode="auto">
            <a:xfrm>
              <a:off x="8641066" y="9627965"/>
              <a:ext cx="42863" cy="34925"/>
            </a:xfrm>
            <a:custGeom>
              <a:avLst/>
              <a:gdLst>
                <a:gd name="T0" fmla="*/ 8 w 16"/>
                <a:gd name="T1" fmla="*/ 1 h 13"/>
                <a:gd name="T2" fmla="*/ 0 w 16"/>
                <a:gd name="T3" fmla="*/ 9 h 13"/>
                <a:gd name="T4" fmla="*/ 7 w 16"/>
                <a:gd name="T5" fmla="*/ 12 h 13"/>
                <a:gd name="T6" fmla="*/ 16 w 16"/>
                <a:gd name="T7" fmla="*/ 4 h 13"/>
                <a:gd name="T8" fmla="*/ 8 w 16"/>
                <a:gd name="T9" fmla="*/ 1 h 13"/>
              </a:gdLst>
              <a:ahLst/>
              <a:cxnLst>
                <a:cxn ang="0">
                  <a:pos x="T0" y="T1"/>
                </a:cxn>
                <a:cxn ang="0">
                  <a:pos x="T2" y="T3"/>
                </a:cxn>
                <a:cxn ang="0">
                  <a:pos x="T4" y="T5"/>
                </a:cxn>
                <a:cxn ang="0">
                  <a:pos x="T6" y="T7"/>
                </a:cxn>
                <a:cxn ang="0">
                  <a:pos x="T8" y="T9"/>
                </a:cxn>
              </a:cxnLst>
              <a:rect l="0" t="0" r="r" b="b"/>
              <a:pathLst>
                <a:path w="16" h="13">
                  <a:moveTo>
                    <a:pt x="8" y="1"/>
                  </a:moveTo>
                  <a:cubicBezTo>
                    <a:pt x="4" y="2"/>
                    <a:pt x="0" y="6"/>
                    <a:pt x="0" y="9"/>
                  </a:cubicBezTo>
                  <a:cubicBezTo>
                    <a:pt x="0" y="12"/>
                    <a:pt x="3" y="13"/>
                    <a:pt x="7" y="12"/>
                  </a:cubicBezTo>
                  <a:cubicBezTo>
                    <a:pt x="12" y="11"/>
                    <a:pt x="15" y="8"/>
                    <a:pt x="16" y="4"/>
                  </a:cubicBezTo>
                  <a:cubicBezTo>
                    <a:pt x="16" y="1"/>
                    <a:pt x="12"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88" name="Freeform 2292"/>
            <p:cNvSpPr/>
            <p:nvPr/>
          </p:nvSpPr>
          <p:spPr bwMode="auto">
            <a:xfrm>
              <a:off x="2778429" y="10961465"/>
              <a:ext cx="46038" cy="38100"/>
            </a:xfrm>
            <a:custGeom>
              <a:avLst/>
              <a:gdLst>
                <a:gd name="T0" fmla="*/ 1 w 17"/>
                <a:gd name="T1" fmla="*/ 3 h 14"/>
                <a:gd name="T2" fmla="*/ 9 w 17"/>
                <a:gd name="T3" fmla="*/ 12 h 14"/>
                <a:gd name="T4" fmla="*/ 16 w 17"/>
                <a:gd name="T5" fmla="*/ 11 h 14"/>
                <a:gd name="T6" fmla="*/ 8 w 17"/>
                <a:gd name="T7" fmla="*/ 3 h 14"/>
                <a:gd name="T8" fmla="*/ 1 w 17"/>
                <a:gd name="T9" fmla="*/ 3 h 14"/>
              </a:gdLst>
              <a:ahLst/>
              <a:cxnLst>
                <a:cxn ang="0">
                  <a:pos x="T0" y="T1"/>
                </a:cxn>
                <a:cxn ang="0">
                  <a:pos x="T2" y="T3"/>
                </a:cxn>
                <a:cxn ang="0">
                  <a:pos x="T4" y="T5"/>
                </a:cxn>
                <a:cxn ang="0">
                  <a:pos x="T6" y="T7"/>
                </a:cxn>
                <a:cxn ang="0">
                  <a:pos x="T8" y="T9"/>
                </a:cxn>
              </a:cxnLst>
              <a:rect l="0" t="0" r="r" b="b"/>
              <a:pathLst>
                <a:path w="17" h="14">
                  <a:moveTo>
                    <a:pt x="1" y="3"/>
                  </a:moveTo>
                  <a:cubicBezTo>
                    <a:pt x="2" y="6"/>
                    <a:pt x="6" y="10"/>
                    <a:pt x="9" y="12"/>
                  </a:cubicBezTo>
                  <a:cubicBezTo>
                    <a:pt x="13" y="14"/>
                    <a:pt x="17" y="14"/>
                    <a:pt x="16" y="11"/>
                  </a:cubicBezTo>
                  <a:cubicBezTo>
                    <a:pt x="15" y="9"/>
                    <a:pt x="11" y="5"/>
                    <a:pt x="8" y="3"/>
                  </a:cubicBezTo>
                  <a:cubicBezTo>
                    <a:pt x="3" y="0"/>
                    <a:pt x="0" y="1"/>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89" name="Freeform 2293"/>
            <p:cNvSpPr/>
            <p:nvPr/>
          </p:nvSpPr>
          <p:spPr bwMode="auto">
            <a:xfrm>
              <a:off x="2997504" y="11080528"/>
              <a:ext cx="44450" cy="33338"/>
            </a:xfrm>
            <a:custGeom>
              <a:avLst/>
              <a:gdLst>
                <a:gd name="T0" fmla="*/ 8 w 16"/>
                <a:gd name="T1" fmla="*/ 2 h 12"/>
                <a:gd name="T2" fmla="*/ 1 w 16"/>
                <a:gd name="T3" fmla="*/ 2 h 12"/>
                <a:gd name="T4" fmla="*/ 8 w 16"/>
                <a:gd name="T5" fmla="*/ 10 h 12"/>
                <a:gd name="T6" fmla="*/ 16 w 16"/>
                <a:gd name="T7" fmla="*/ 10 h 12"/>
                <a:gd name="T8" fmla="*/ 8 w 16"/>
                <a:gd name="T9" fmla="*/ 2 h 12"/>
              </a:gdLst>
              <a:ahLst/>
              <a:cxnLst>
                <a:cxn ang="0">
                  <a:pos x="T0" y="T1"/>
                </a:cxn>
                <a:cxn ang="0">
                  <a:pos x="T2" y="T3"/>
                </a:cxn>
                <a:cxn ang="0">
                  <a:pos x="T4" y="T5"/>
                </a:cxn>
                <a:cxn ang="0">
                  <a:pos x="T6" y="T7"/>
                </a:cxn>
                <a:cxn ang="0">
                  <a:pos x="T8" y="T9"/>
                </a:cxn>
              </a:cxnLst>
              <a:rect l="0" t="0" r="r" b="b"/>
              <a:pathLst>
                <a:path w="16" h="12">
                  <a:moveTo>
                    <a:pt x="8" y="2"/>
                  </a:moveTo>
                  <a:cubicBezTo>
                    <a:pt x="4" y="0"/>
                    <a:pt x="1" y="0"/>
                    <a:pt x="1" y="2"/>
                  </a:cubicBezTo>
                  <a:cubicBezTo>
                    <a:pt x="0" y="3"/>
                    <a:pt x="4" y="7"/>
                    <a:pt x="8" y="10"/>
                  </a:cubicBezTo>
                  <a:cubicBezTo>
                    <a:pt x="12" y="12"/>
                    <a:pt x="16" y="12"/>
                    <a:pt x="16" y="10"/>
                  </a:cubicBezTo>
                  <a:cubicBezTo>
                    <a:pt x="15" y="8"/>
                    <a:pt x="12" y="4"/>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90" name="Freeform 2294"/>
            <p:cNvSpPr/>
            <p:nvPr/>
          </p:nvSpPr>
          <p:spPr bwMode="auto">
            <a:xfrm>
              <a:off x="3218166" y="11175778"/>
              <a:ext cx="39688" cy="30163"/>
            </a:xfrm>
            <a:custGeom>
              <a:avLst/>
              <a:gdLst>
                <a:gd name="T0" fmla="*/ 6 w 15"/>
                <a:gd name="T1" fmla="*/ 2 h 11"/>
                <a:gd name="T2" fmla="*/ 0 w 15"/>
                <a:gd name="T3" fmla="*/ 3 h 11"/>
                <a:gd name="T4" fmla="*/ 8 w 15"/>
                <a:gd name="T5" fmla="*/ 9 h 11"/>
                <a:gd name="T6" fmla="*/ 15 w 15"/>
                <a:gd name="T7" fmla="*/ 9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3" y="0"/>
                    <a:pt x="0" y="1"/>
                    <a:pt x="0" y="3"/>
                  </a:cubicBezTo>
                  <a:cubicBezTo>
                    <a:pt x="0" y="5"/>
                    <a:pt x="4" y="8"/>
                    <a:pt x="8" y="9"/>
                  </a:cubicBezTo>
                  <a:cubicBezTo>
                    <a:pt x="11" y="11"/>
                    <a:pt x="15" y="10"/>
                    <a:pt x="15" y="9"/>
                  </a:cubicBezTo>
                  <a:cubicBezTo>
                    <a:pt x="15" y="7"/>
                    <a:pt x="11" y="3"/>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91" name="Freeform 2295"/>
            <p:cNvSpPr/>
            <p:nvPr/>
          </p:nvSpPr>
          <p:spPr bwMode="auto">
            <a:xfrm>
              <a:off x="3432479" y="11240865"/>
              <a:ext cx="42863" cy="23813"/>
            </a:xfrm>
            <a:custGeom>
              <a:avLst/>
              <a:gdLst>
                <a:gd name="T0" fmla="*/ 7 w 16"/>
                <a:gd name="T1" fmla="*/ 1 h 9"/>
                <a:gd name="T2" fmla="*/ 1 w 16"/>
                <a:gd name="T3" fmla="*/ 4 h 9"/>
                <a:gd name="T4" fmla="*/ 9 w 16"/>
                <a:gd name="T5" fmla="*/ 8 h 9"/>
                <a:gd name="T6" fmla="*/ 15 w 16"/>
                <a:gd name="T7" fmla="*/ 6 h 9"/>
                <a:gd name="T8" fmla="*/ 7 w 16"/>
                <a:gd name="T9" fmla="*/ 1 h 9"/>
              </a:gdLst>
              <a:ahLst/>
              <a:cxnLst>
                <a:cxn ang="0">
                  <a:pos x="T0" y="T1"/>
                </a:cxn>
                <a:cxn ang="0">
                  <a:pos x="T2" y="T3"/>
                </a:cxn>
                <a:cxn ang="0">
                  <a:pos x="T4" y="T5"/>
                </a:cxn>
                <a:cxn ang="0">
                  <a:pos x="T6" y="T7"/>
                </a:cxn>
                <a:cxn ang="0">
                  <a:pos x="T8" y="T9"/>
                </a:cxn>
              </a:cxnLst>
              <a:rect l="0" t="0" r="r" b="b"/>
              <a:pathLst>
                <a:path w="16" h="9">
                  <a:moveTo>
                    <a:pt x="7" y="1"/>
                  </a:moveTo>
                  <a:cubicBezTo>
                    <a:pt x="3" y="0"/>
                    <a:pt x="0" y="1"/>
                    <a:pt x="1" y="4"/>
                  </a:cubicBezTo>
                  <a:cubicBezTo>
                    <a:pt x="2" y="6"/>
                    <a:pt x="5" y="8"/>
                    <a:pt x="9" y="8"/>
                  </a:cubicBezTo>
                  <a:cubicBezTo>
                    <a:pt x="13" y="9"/>
                    <a:pt x="16" y="8"/>
                    <a:pt x="15" y="6"/>
                  </a:cubicBezTo>
                  <a:cubicBezTo>
                    <a:pt x="15" y="4"/>
                    <a:pt x="11" y="2"/>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92" name="Freeform 2296"/>
            <p:cNvSpPr/>
            <p:nvPr/>
          </p:nvSpPr>
          <p:spPr bwMode="auto">
            <a:xfrm>
              <a:off x="3649966" y="11263090"/>
              <a:ext cx="39688" cy="20638"/>
            </a:xfrm>
            <a:custGeom>
              <a:avLst/>
              <a:gdLst>
                <a:gd name="T0" fmla="*/ 6 w 15"/>
                <a:gd name="T1" fmla="*/ 1 h 8"/>
                <a:gd name="T2" fmla="*/ 0 w 15"/>
                <a:gd name="T3" fmla="*/ 4 h 8"/>
                <a:gd name="T4" fmla="*/ 7 w 15"/>
                <a:gd name="T5" fmla="*/ 8 h 8"/>
                <a:gd name="T6" fmla="*/ 15 w 15"/>
                <a:gd name="T7" fmla="*/ 4 h 8"/>
                <a:gd name="T8" fmla="*/ 6 w 15"/>
                <a:gd name="T9" fmla="*/ 1 h 8"/>
              </a:gdLst>
              <a:ahLst/>
              <a:cxnLst>
                <a:cxn ang="0">
                  <a:pos x="T0" y="T1"/>
                </a:cxn>
                <a:cxn ang="0">
                  <a:pos x="T2" y="T3"/>
                </a:cxn>
                <a:cxn ang="0">
                  <a:pos x="T4" y="T5"/>
                </a:cxn>
                <a:cxn ang="0">
                  <a:pos x="T6" y="T7"/>
                </a:cxn>
                <a:cxn ang="0">
                  <a:pos x="T8" y="T9"/>
                </a:cxn>
              </a:cxnLst>
              <a:rect l="0" t="0" r="r" b="b"/>
              <a:pathLst>
                <a:path w="15" h="8">
                  <a:moveTo>
                    <a:pt x="6" y="1"/>
                  </a:moveTo>
                  <a:cubicBezTo>
                    <a:pt x="2" y="1"/>
                    <a:pt x="0" y="2"/>
                    <a:pt x="0" y="4"/>
                  </a:cubicBezTo>
                  <a:cubicBezTo>
                    <a:pt x="0" y="6"/>
                    <a:pt x="4" y="8"/>
                    <a:pt x="7" y="8"/>
                  </a:cubicBezTo>
                  <a:cubicBezTo>
                    <a:pt x="11" y="8"/>
                    <a:pt x="15" y="6"/>
                    <a:pt x="15" y="4"/>
                  </a:cubicBezTo>
                  <a:cubicBezTo>
                    <a:pt x="14" y="2"/>
                    <a:pt x="10"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93" name="Freeform 2297"/>
            <p:cNvSpPr/>
            <p:nvPr/>
          </p:nvSpPr>
          <p:spPr bwMode="auto">
            <a:xfrm>
              <a:off x="3864279" y="11240865"/>
              <a:ext cx="38100" cy="22225"/>
            </a:xfrm>
            <a:custGeom>
              <a:avLst/>
              <a:gdLst>
                <a:gd name="T0" fmla="*/ 6 w 14"/>
                <a:gd name="T1" fmla="*/ 0 h 8"/>
                <a:gd name="T2" fmla="*/ 0 w 14"/>
                <a:gd name="T3" fmla="*/ 5 h 8"/>
                <a:gd name="T4" fmla="*/ 8 w 14"/>
                <a:gd name="T5" fmla="*/ 7 h 8"/>
                <a:gd name="T6" fmla="*/ 14 w 14"/>
                <a:gd name="T7" fmla="*/ 3 h 8"/>
                <a:gd name="T8" fmla="*/ 6 w 14"/>
                <a:gd name="T9" fmla="*/ 0 h 8"/>
              </a:gdLst>
              <a:ahLst/>
              <a:cxnLst>
                <a:cxn ang="0">
                  <a:pos x="T0" y="T1"/>
                </a:cxn>
                <a:cxn ang="0">
                  <a:pos x="T2" y="T3"/>
                </a:cxn>
                <a:cxn ang="0">
                  <a:pos x="T4" y="T5"/>
                </a:cxn>
                <a:cxn ang="0">
                  <a:pos x="T6" y="T7"/>
                </a:cxn>
                <a:cxn ang="0">
                  <a:pos x="T8" y="T9"/>
                </a:cxn>
              </a:cxnLst>
              <a:rect l="0" t="0" r="r" b="b"/>
              <a:pathLst>
                <a:path w="14" h="8">
                  <a:moveTo>
                    <a:pt x="6" y="0"/>
                  </a:moveTo>
                  <a:cubicBezTo>
                    <a:pt x="2" y="1"/>
                    <a:pt x="0" y="3"/>
                    <a:pt x="0" y="5"/>
                  </a:cubicBezTo>
                  <a:cubicBezTo>
                    <a:pt x="0" y="7"/>
                    <a:pt x="4" y="8"/>
                    <a:pt x="8" y="7"/>
                  </a:cubicBezTo>
                  <a:cubicBezTo>
                    <a:pt x="11" y="7"/>
                    <a:pt x="14" y="5"/>
                    <a:pt x="14" y="3"/>
                  </a:cubicBezTo>
                  <a:cubicBezTo>
                    <a:pt x="14" y="1"/>
                    <a:pt x="10" y="0"/>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94" name="Freeform 2298"/>
            <p:cNvSpPr/>
            <p:nvPr/>
          </p:nvSpPr>
          <p:spPr bwMode="auto">
            <a:xfrm>
              <a:off x="4075416" y="11198003"/>
              <a:ext cx="41275" cy="26988"/>
            </a:xfrm>
            <a:custGeom>
              <a:avLst/>
              <a:gdLst>
                <a:gd name="T0" fmla="*/ 0 w 15"/>
                <a:gd name="T1" fmla="*/ 6 h 10"/>
                <a:gd name="T2" fmla="*/ 8 w 15"/>
                <a:gd name="T3" fmla="*/ 9 h 10"/>
                <a:gd name="T4" fmla="*/ 15 w 15"/>
                <a:gd name="T5" fmla="*/ 4 h 10"/>
                <a:gd name="T6" fmla="*/ 7 w 15"/>
                <a:gd name="T7" fmla="*/ 1 h 10"/>
                <a:gd name="T8" fmla="*/ 0 w 15"/>
                <a:gd name="T9" fmla="*/ 6 h 10"/>
              </a:gdLst>
              <a:ahLst/>
              <a:cxnLst>
                <a:cxn ang="0">
                  <a:pos x="T0" y="T1"/>
                </a:cxn>
                <a:cxn ang="0">
                  <a:pos x="T2" y="T3"/>
                </a:cxn>
                <a:cxn ang="0">
                  <a:pos x="T4" y="T5"/>
                </a:cxn>
                <a:cxn ang="0">
                  <a:pos x="T6" y="T7"/>
                </a:cxn>
                <a:cxn ang="0">
                  <a:pos x="T8" y="T9"/>
                </a:cxn>
              </a:cxnLst>
              <a:rect l="0" t="0" r="r" b="b"/>
              <a:pathLst>
                <a:path w="15" h="10">
                  <a:moveTo>
                    <a:pt x="0" y="6"/>
                  </a:moveTo>
                  <a:cubicBezTo>
                    <a:pt x="0" y="9"/>
                    <a:pt x="4" y="10"/>
                    <a:pt x="8" y="9"/>
                  </a:cubicBezTo>
                  <a:cubicBezTo>
                    <a:pt x="12" y="8"/>
                    <a:pt x="15" y="6"/>
                    <a:pt x="15" y="4"/>
                  </a:cubicBezTo>
                  <a:cubicBezTo>
                    <a:pt x="15" y="2"/>
                    <a:pt x="11" y="0"/>
                    <a:pt x="7" y="1"/>
                  </a:cubicBezTo>
                  <a:cubicBezTo>
                    <a:pt x="3" y="2"/>
                    <a:pt x="0" y="4"/>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95" name="Freeform 2299"/>
            <p:cNvSpPr/>
            <p:nvPr/>
          </p:nvSpPr>
          <p:spPr bwMode="auto">
            <a:xfrm>
              <a:off x="4286554" y="11142440"/>
              <a:ext cx="44450" cy="28575"/>
            </a:xfrm>
            <a:custGeom>
              <a:avLst/>
              <a:gdLst>
                <a:gd name="T0" fmla="*/ 6 w 16"/>
                <a:gd name="T1" fmla="*/ 2 h 10"/>
                <a:gd name="T2" fmla="*/ 1 w 16"/>
                <a:gd name="T3" fmla="*/ 7 h 10"/>
                <a:gd name="T4" fmla="*/ 8 w 16"/>
                <a:gd name="T5" fmla="*/ 9 h 10"/>
                <a:gd name="T6" fmla="*/ 15 w 16"/>
                <a:gd name="T7" fmla="*/ 3 h 10"/>
                <a:gd name="T8" fmla="*/ 6 w 16"/>
                <a:gd name="T9" fmla="*/ 2 h 10"/>
              </a:gdLst>
              <a:ahLst/>
              <a:cxnLst>
                <a:cxn ang="0">
                  <a:pos x="T0" y="T1"/>
                </a:cxn>
                <a:cxn ang="0">
                  <a:pos x="T2" y="T3"/>
                </a:cxn>
                <a:cxn ang="0">
                  <a:pos x="T4" y="T5"/>
                </a:cxn>
                <a:cxn ang="0">
                  <a:pos x="T6" y="T7"/>
                </a:cxn>
                <a:cxn ang="0">
                  <a:pos x="T8" y="T9"/>
                </a:cxn>
              </a:cxnLst>
              <a:rect l="0" t="0" r="r" b="b"/>
              <a:pathLst>
                <a:path w="16" h="10">
                  <a:moveTo>
                    <a:pt x="6" y="2"/>
                  </a:moveTo>
                  <a:cubicBezTo>
                    <a:pt x="3" y="3"/>
                    <a:pt x="0" y="5"/>
                    <a:pt x="1" y="7"/>
                  </a:cubicBezTo>
                  <a:cubicBezTo>
                    <a:pt x="1" y="9"/>
                    <a:pt x="4" y="10"/>
                    <a:pt x="8" y="9"/>
                  </a:cubicBezTo>
                  <a:cubicBezTo>
                    <a:pt x="12" y="8"/>
                    <a:pt x="16" y="5"/>
                    <a:pt x="15" y="3"/>
                  </a:cubicBezTo>
                  <a:cubicBezTo>
                    <a:pt x="15" y="1"/>
                    <a:pt x="11" y="0"/>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96" name="Freeform 2300"/>
            <p:cNvSpPr/>
            <p:nvPr/>
          </p:nvSpPr>
          <p:spPr bwMode="auto">
            <a:xfrm>
              <a:off x="4500866" y="11075765"/>
              <a:ext cx="38100" cy="30163"/>
            </a:xfrm>
            <a:custGeom>
              <a:avLst/>
              <a:gdLst>
                <a:gd name="T0" fmla="*/ 6 w 14"/>
                <a:gd name="T1" fmla="*/ 2 h 11"/>
                <a:gd name="T2" fmla="*/ 0 w 14"/>
                <a:gd name="T3" fmla="*/ 8 h 11"/>
                <a:gd name="T4" fmla="*/ 8 w 14"/>
                <a:gd name="T5" fmla="*/ 10 h 11"/>
                <a:gd name="T6" fmla="*/ 14 w 14"/>
                <a:gd name="T7" fmla="*/ 4 h 11"/>
                <a:gd name="T8" fmla="*/ 6 w 14"/>
                <a:gd name="T9" fmla="*/ 2 h 11"/>
              </a:gdLst>
              <a:ahLst/>
              <a:cxnLst>
                <a:cxn ang="0">
                  <a:pos x="T0" y="T1"/>
                </a:cxn>
                <a:cxn ang="0">
                  <a:pos x="T2" y="T3"/>
                </a:cxn>
                <a:cxn ang="0">
                  <a:pos x="T4" y="T5"/>
                </a:cxn>
                <a:cxn ang="0">
                  <a:pos x="T6" y="T7"/>
                </a:cxn>
                <a:cxn ang="0">
                  <a:pos x="T8" y="T9"/>
                </a:cxn>
              </a:cxnLst>
              <a:rect l="0" t="0" r="r" b="b"/>
              <a:pathLst>
                <a:path w="14" h="11">
                  <a:moveTo>
                    <a:pt x="6" y="2"/>
                  </a:moveTo>
                  <a:cubicBezTo>
                    <a:pt x="3" y="3"/>
                    <a:pt x="0" y="6"/>
                    <a:pt x="0" y="8"/>
                  </a:cubicBezTo>
                  <a:cubicBezTo>
                    <a:pt x="0" y="10"/>
                    <a:pt x="4" y="11"/>
                    <a:pt x="8" y="10"/>
                  </a:cubicBezTo>
                  <a:cubicBezTo>
                    <a:pt x="11" y="8"/>
                    <a:pt x="14" y="6"/>
                    <a:pt x="14" y="4"/>
                  </a:cubicBezTo>
                  <a:cubicBezTo>
                    <a:pt x="14" y="1"/>
                    <a:pt x="10" y="0"/>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97" name="Freeform 2301"/>
            <p:cNvSpPr/>
            <p:nvPr/>
          </p:nvSpPr>
          <p:spPr bwMode="auto">
            <a:xfrm>
              <a:off x="4713591" y="10999565"/>
              <a:ext cx="39688" cy="30163"/>
            </a:xfrm>
            <a:custGeom>
              <a:avLst/>
              <a:gdLst>
                <a:gd name="T0" fmla="*/ 6 w 15"/>
                <a:gd name="T1" fmla="*/ 2 h 11"/>
                <a:gd name="T2" fmla="*/ 0 w 15"/>
                <a:gd name="T3" fmla="*/ 8 h 11"/>
                <a:gd name="T4" fmla="*/ 7 w 15"/>
                <a:gd name="T5" fmla="*/ 10 h 11"/>
                <a:gd name="T6" fmla="*/ 15 w 15"/>
                <a:gd name="T7" fmla="*/ 3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2" y="3"/>
                    <a:pt x="0" y="6"/>
                    <a:pt x="0" y="8"/>
                  </a:cubicBezTo>
                  <a:cubicBezTo>
                    <a:pt x="0" y="10"/>
                    <a:pt x="4" y="11"/>
                    <a:pt x="7" y="10"/>
                  </a:cubicBezTo>
                  <a:cubicBezTo>
                    <a:pt x="11" y="8"/>
                    <a:pt x="15" y="5"/>
                    <a:pt x="15" y="3"/>
                  </a:cubicBezTo>
                  <a:cubicBezTo>
                    <a:pt x="14" y="1"/>
                    <a:pt x="10" y="0"/>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98" name="Freeform 2302"/>
            <p:cNvSpPr/>
            <p:nvPr/>
          </p:nvSpPr>
          <p:spPr bwMode="auto">
            <a:xfrm>
              <a:off x="4921554" y="10915428"/>
              <a:ext cx="44450" cy="30163"/>
            </a:xfrm>
            <a:custGeom>
              <a:avLst/>
              <a:gdLst>
                <a:gd name="T0" fmla="*/ 7 w 16"/>
                <a:gd name="T1" fmla="*/ 1 h 11"/>
                <a:gd name="T2" fmla="*/ 1 w 16"/>
                <a:gd name="T3" fmla="*/ 8 h 11"/>
                <a:gd name="T4" fmla="*/ 9 w 16"/>
                <a:gd name="T5" fmla="*/ 9 h 11"/>
                <a:gd name="T6" fmla="*/ 15 w 16"/>
                <a:gd name="T7" fmla="*/ 2 h 11"/>
                <a:gd name="T8" fmla="*/ 7 w 16"/>
                <a:gd name="T9" fmla="*/ 1 h 11"/>
              </a:gdLst>
              <a:ahLst/>
              <a:cxnLst>
                <a:cxn ang="0">
                  <a:pos x="T0" y="T1"/>
                </a:cxn>
                <a:cxn ang="0">
                  <a:pos x="T2" y="T3"/>
                </a:cxn>
                <a:cxn ang="0">
                  <a:pos x="T4" y="T5"/>
                </a:cxn>
                <a:cxn ang="0">
                  <a:pos x="T6" y="T7"/>
                </a:cxn>
                <a:cxn ang="0">
                  <a:pos x="T8" y="T9"/>
                </a:cxn>
              </a:cxnLst>
              <a:rect l="0" t="0" r="r" b="b"/>
              <a:pathLst>
                <a:path w="16" h="11">
                  <a:moveTo>
                    <a:pt x="7" y="1"/>
                  </a:moveTo>
                  <a:cubicBezTo>
                    <a:pt x="3" y="3"/>
                    <a:pt x="0" y="6"/>
                    <a:pt x="1" y="8"/>
                  </a:cubicBezTo>
                  <a:cubicBezTo>
                    <a:pt x="2" y="10"/>
                    <a:pt x="5" y="11"/>
                    <a:pt x="9" y="9"/>
                  </a:cubicBezTo>
                  <a:cubicBezTo>
                    <a:pt x="13" y="7"/>
                    <a:pt x="16" y="4"/>
                    <a:pt x="15" y="2"/>
                  </a:cubicBezTo>
                  <a:cubicBezTo>
                    <a:pt x="15" y="0"/>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299" name="Freeform 2303"/>
            <p:cNvSpPr/>
            <p:nvPr/>
          </p:nvSpPr>
          <p:spPr bwMode="auto">
            <a:xfrm>
              <a:off x="5135866" y="10820178"/>
              <a:ext cx="41275" cy="33338"/>
            </a:xfrm>
            <a:custGeom>
              <a:avLst/>
              <a:gdLst>
                <a:gd name="T0" fmla="*/ 0 w 15"/>
                <a:gd name="T1" fmla="*/ 9 h 12"/>
                <a:gd name="T2" fmla="*/ 7 w 15"/>
                <a:gd name="T3" fmla="*/ 11 h 12"/>
                <a:gd name="T4" fmla="*/ 14 w 15"/>
                <a:gd name="T5" fmla="*/ 3 h 12"/>
                <a:gd name="T6" fmla="*/ 7 w 15"/>
                <a:gd name="T7" fmla="*/ 2 h 12"/>
                <a:gd name="T8" fmla="*/ 0 w 15"/>
                <a:gd name="T9" fmla="*/ 9 h 12"/>
              </a:gdLst>
              <a:ahLst/>
              <a:cxnLst>
                <a:cxn ang="0">
                  <a:pos x="T0" y="T1"/>
                </a:cxn>
                <a:cxn ang="0">
                  <a:pos x="T2" y="T3"/>
                </a:cxn>
                <a:cxn ang="0">
                  <a:pos x="T4" y="T5"/>
                </a:cxn>
                <a:cxn ang="0">
                  <a:pos x="T6" y="T7"/>
                </a:cxn>
                <a:cxn ang="0">
                  <a:pos x="T8" y="T9"/>
                </a:cxn>
              </a:cxnLst>
              <a:rect l="0" t="0" r="r" b="b"/>
              <a:pathLst>
                <a:path w="15" h="12">
                  <a:moveTo>
                    <a:pt x="0" y="9"/>
                  </a:moveTo>
                  <a:cubicBezTo>
                    <a:pt x="0" y="11"/>
                    <a:pt x="3" y="12"/>
                    <a:pt x="7" y="11"/>
                  </a:cubicBezTo>
                  <a:cubicBezTo>
                    <a:pt x="11" y="9"/>
                    <a:pt x="15" y="5"/>
                    <a:pt x="14" y="3"/>
                  </a:cubicBezTo>
                  <a:cubicBezTo>
                    <a:pt x="14" y="1"/>
                    <a:pt x="11" y="0"/>
                    <a:pt x="7" y="2"/>
                  </a:cubicBezTo>
                  <a:cubicBezTo>
                    <a:pt x="3" y="3"/>
                    <a:pt x="0" y="6"/>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00" name="Freeform 2304"/>
            <p:cNvSpPr/>
            <p:nvPr/>
          </p:nvSpPr>
          <p:spPr bwMode="auto">
            <a:xfrm>
              <a:off x="5345416" y="10721753"/>
              <a:ext cx="42863" cy="36513"/>
            </a:xfrm>
            <a:custGeom>
              <a:avLst/>
              <a:gdLst>
                <a:gd name="T0" fmla="*/ 1 w 16"/>
                <a:gd name="T1" fmla="*/ 9 h 13"/>
                <a:gd name="T2" fmla="*/ 8 w 16"/>
                <a:gd name="T3" fmla="*/ 11 h 13"/>
                <a:gd name="T4" fmla="*/ 15 w 16"/>
                <a:gd name="T5" fmla="*/ 3 h 13"/>
                <a:gd name="T6" fmla="*/ 8 w 16"/>
                <a:gd name="T7" fmla="*/ 2 h 13"/>
                <a:gd name="T8" fmla="*/ 1 w 16"/>
                <a:gd name="T9" fmla="*/ 9 h 13"/>
              </a:gdLst>
              <a:ahLst/>
              <a:cxnLst>
                <a:cxn ang="0">
                  <a:pos x="T0" y="T1"/>
                </a:cxn>
                <a:cxn ang="0">
                  <a:pos x="T2" y="T3"/>
                </a:cxn>
                <a:cxn ang="0">
                  <a:pos x="T4" y="T5"/>
                </a:cxn>
                <a:cxn ang="0">
                  <a:pos x="T6" y="T7"/>
                </a:cxn>
                <a:cxn ang="0">
                  <a:pos x="T8" y="T9"/>
                </a:cxn>
              </a:cxnLst>
              <a:rect l="0" t="0" r="r" b="b"/>
              <a:pathLst>
                <a:path w="16" h="13">
                  <a:moveTo>
                    <a:pt x="1" y="9"/>
                  </a:moveTo>
                  <a:cubicBezTo>
                    <a:pt x="0" y="12"/>
                    <a:pt x="4" y="13"/>
                    <a:pt x="8" y="11"/>
                  </a:cubicBezTo>
                  <a:cubicBezTo>
                    <a:pt x="12" y="9"/>
                    <a:pt x="16" y="5"/>
                    <a:pt x="15" y="3"/>
                  </a:cubicBezTo>
                  <a:cubicBezTo>
                    <a:pt x="15" y="1"/>
                    <a:pt x="11" y="0"/>
                    <a:pt x="8" y="2"/>
                  </a:cubicBezTo>
                  <a:cubicBezTo>
                    <a:pt x="4" y="3"/>
                    <a:pt x="1" y="6"/>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01" name="Freeform 2305"/>
            <p:cNvSpPr/>
            <p:nvPr/>
          </p:nvSpPr>
          <p:spPr bwMode="auto">
            <a:xfrm>
              <a:off x="5556554" y="10621740"/>
              <a:ext cx="41275" cy="33338"/>
            </a:xfrm>
            <a:custGeom>
              <a:avLst/>
              <a:gdLst>
                <a:gd name="T0" fmla="*/ 6 w 15"/>
                <a:gd name="T1" fmla="*/ 2 h 12"/>
                <a:gd name="T2" fmla="*/ 1 w 15"/>
                <a:gd name="T3" fmla="*/ 10 h 12"/>
                <a:gd name="T4" fmla="*/ 8 w 15"/>
                <a:gd name="T5" fmla="*/ 11 h 12"/>
                <a:gd name="T6" fmla="*/ 15 w 15"/>
                <a:gd name="T7" fmla="*/ 3 h 12"/>
                <a:gd name="T8" fmla="*/ 6 w 15"/>
                <a:gd name="T9" fmla="*/ 2 h 12"/>
              </a:gdLst>
              <a:ahLst/>
              <a:cxnLst>
                <a:cxn ang="0">
                  <a:pos x="T0" y="T1"/>
                </a:cxn>
                <a:cxn ang="0">
                  <a:pos x="T2" y="T3"/>
                </a:cxn>
                <a:cxn ang="0">
                  <a:pos x="T4" y="T5"/>
                </a:cxn>
                <a:cxn ang="0">
                  <a:pos x="T6" y="T7"/>
                </a:cxn>
                <a:cxn ang="0">
                  <a:pos x="T8" y="T9"/>
                </a:cxn>
              </a:cxnLst>
              <a:rect l="0" t="0" r="r" b="b"/>
              <a:pathLst>
                <a:path w="15" h="12">
                  <a:moveTo>
                    <a:pt x="6" y="2"/>
                  </a:moveTo>
                  <a:cubicBezTo>
                    <a:pt x="3" y="4"/>
                    <a:pt x="0" y="7"/>
                    <a:pt x="1" y="10"/>
                  </a:cubicBezTo>
                  <a:cubicBezTo>
                    <a:pt x="1" y="12"/>
                    <a:pt x="4" y="12"/>
                    <a:pt x="8" y="11"/>
                  </a:cubicBezTo>
                  <a:cubicBezTo>
                    <a:pt x="12" y="9"/>
                    <a:pt x="15" y="5"/>
                    <a:pt x="15" y="3"/>
                  </a:cubicBezTo>
                  <a:cubicBezTo>
                    <a:pt x="15" y="0"/>
                    <a:pt x="11" y="0"/>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02" name="Freeform 2306"/>
            <p:cNvSpPr/>
            <p:nvPr/>
          </p:nvSpPr>
          <p:spPr bwMode="auto">
            <a:xfrm>
              <a:off x="2560941" y="10834465"/>
              <a:ext cx="42863" cy="36513"/>
            </a:xfrm>
            <a:custGeom>
              <a:avLst/>
              <a:gdLst>
                <a:gd name="T0" fmla="*/ 7 w 16"/>
                <a:gd name="T1" fmla="*/ 3 h 14"/>
                <a:gd name="T2" fmla="*/ 1 w 16"/>
                <a:gd name="T3" fmla="*/ 3 h 14"/>
                <a:gd name="T4" fmla="*/ 9 w 16"/>
                <a:gd name="T5" fmla="*/ 12 h 14"/>
                <a:gd name="T6" fmla="*/ 15 w 16"/>
                <a:gd name="T7" fmla="*/ 11 h 14"/>
                <a:gd name="T8" fmla="*/ 7 w 16"/>
                <a:gd name="T9" fmla="*/ 3 h 14"/>
              </a:gdLst>
              <a:ahLst/>
              <a:cxnLst>
                <a:cxn ang="0">
                  <a:pos x="T0" y="T1"/>
                </a:cxn>
                <a:cxn ang="0">
                  <a:pos x="T2" y="T3"/>
                </a:cxn>
                <a:cxn ang="0">
                  <a:pos x="T4" y="T5"/>
                </a:cxn>
                <a:cxn ang="0">
                  <a:pos x="T6" y="T7"/>
                </a:cxn>
                <a:cxn ang="0">
                  <a:pos x="T8" y="T9"/>
                </a:cxn>
              </a:cxnLst>
              <a:rect l="0" t="0" r="r" b="b"/>
              <a:pathLst>
                <a:path w="16" h="14">
                  <a:moveTo>
                    <a:pt x="7" y="3"/>
                  </a:moveTo>
                  <a:cubicBezTo>
                    <a:pt x="3" y="0"/>
                    <a:pt x="0" y="0"/>
                    <a:pt x="1" y="3"/>
                  </a:cubicBezTo>
                  <a:cubicBezTo>
                    <a:pt x="1" y="6"/>
                    <a:pt x="5" y="10"/>
                    <a:pt x="9" y="12"/>
                  </a:cubicBezTo>
                  <a:cubicBezTo>
                    <a:pt x="13" y="14"/>
                    <a:pt x="16" y="14"/>
                    <a:pt x="15" y="11"/>
                  </a:cubicBezTo>
                  <a:cubicBezTo>
                    <a:pt x="15" y="9"/>
                    <a:pt x="11" y="5"/>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03" name="Freeform 2307"/>
            <p:cNvSpPr/>
            <p:nvPr/>
          </p:nvSpPr>
          <p:spPr bwMode="auto">
            <a:xfrm>
              <a:off x="2343454" y="10702703"/>
              <a:ext cx="41275" cy="41275"/>
            </a:xfrm>
            <a:custGeom>
              <a:avLst/>
              <a:gdLst>
                <a:gd name="T0" fmla="*/ 6 w 15"/>
                <a:gd name="T1" fmla="*/ 2 h 15"/>
                <a:gd name="T2" fmla="*/ 0 w 15"/>
                <a:gd name="T3" fmla="*/ 3 h 15"/>
                <a:gd name="T4" fmla="*/ 7 w 15"/>
                <a:gd name="T5" fmla="*/ 12 h 15"/>
                <a:gd name="T6" fmla="*/ 15 w 15"/>
                <a:gd name="T7" fmla="*/ 12 h 15"/>
                <a:gd name="T8" fmla="*/ 6 w 15"/>
                <a:gd name="T9" fmla="*/ 2 h 15"/>
              </a:gdLst>
              <a:ahLst/>
              <a:cxnLst>
                <a:cxn ang="0">
                  <a:pos x="T0" y="T1"/>
                </a:cxn>
                <a:cxn ang="0">
                  <a:pos x="T2" y="T3"/>
                </a:cxn>
                <a:cxn ang="0">
                  <a:pos x="T4" y="T5"/>
                </a:cxn>
                <a:cxn ang="0">
                  <a:pos x="T6" y="T7"/>
                </a:cxn>
                <a:cxn ang="0">
                  <a:pos x="T8" y="T9"/>
                </a:cxn>
              </a:cxnLst>
              <a:rect l="0" t="0" r="r" b="b"/>
              <a:pathLst>
                <a:path w="15" h="15">
                  <a:moveTo>
                    <a:pt x="6" y="2"/>
                  </a:moveTo>
                  <a:cubicBezTo>
                    <a:pt x="2" y="0"/>
                    <a:pt x="0" y="1"/>
                    <a:pt x="0" y="3"/>
                  </a:cubicBezTo>
                  <a:cubicBezTo>
                    <a:pt x="0" y="6"/>
                    <a:pt x="4" y="10"/>
                    <a:pt x="7" y="12"/>
                  </a:cubicBezTo>
                  <a:cubicBezTo>
                    <a:pt x="11" y="15"/>
                    <a:pt x="15" y="15"/>
                    <a:pt x="15" y="12"/>
                  </a:cubicBezTo>
                  <a:cubicBezTo>
                    <a:pt x="15" y="9"/>
                    <a:pt x="10" y="5"/>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04" name="Freeform 2308"/>
            <p:cNvSpPr/>
            <p:nvPr/>
          </p:nvSpPr>
          <p:spPr bwMode="auto">
            <a:xfrm>
              <a:off x="2124379" y="10580465"/>
              <a:ext cx="42863" cy="41275"/>
            </a:xfrm>
            <a:custGeom>
              <a:avLst/>
              <a:gdLst>
                <a:gd name="T0" fmla="*/ 6 w 16"/>
                <a:gd name="T1" fmla="*/ 2 h 15"/>
                <a:gd name="T2" fmla="*/ 1 w 16"/>
                <a:gd name="T3" fmla="*/ 4 h 15"/>
                <a:gd name="T4" fmla="*/ 10 w 16"/>
                <a:gd name="T5" fmla="*/ 13 h 15"/>
                <a:gd name="T6" fmla="*/ 16 w 16"/>
                <a:gd name="T7" fmla="*/ 12 h 15"/>
                <a:gd name="T8" fmla="*/ 6 w 16"/>
                <a:gd name="T9" fmla="*/ 2 h 15"/>
              </a:gdLst>
              <a:ahLst/>
              <a:cxnLst>
                <a:cxn ang="0">
                  <a:pos x="T0" y="T1"/>
                </a:cxn>
                <a:cxn ang="0">
                  <a:pos x="T2" y="T3"/>
                </a:cxn>
                <a:cxn ang="0">
                  <a:pos x="T4" y="T5"/>
                </a:cxn>
                <a:cxn ang="0">
                  <a:pos x="T6" y="T7"/>
                </a:cxn>
                <a:cxn ang="0">
                  <a:pos x="T8" y="T9"/>
                </a:cxn>
              </a:cxnLst>
              <a:rect l="0" t="0" r="r" b="b"/>
              <a:pathLst>
                <a:path w="16" h="15">
                  <a:moveTo>
                    <a:pt x="6" y="2"/>
                  </a:moveTo>
                  <a:cubicBezTo>
                    <a:pt x="3" y="0"/>
                    <a:pt x="0" y="1"/>
                    <a:pt x="1" y="4"/>
                  </a:cubicBezTo>
                  <a:cubicBezTo>
                    <a:pt x="1" y="7"/>
                    <a:pt x="6" y="12"/>
                    <a:pt x="10" y="13"/>
                  </a:cubicBezTo>
                  <a:cubicBezTo>
                    <a:pt x="13" y="15"/>
                    <a:pt x="16" y="14"/>
                    <a:pt x="16" y="12"/>
                  </a:cubicBezTo>
                  <a:cubicBezTo>
                    <a:pt x="15" y="9"/>
                    <a:pt x="11" y="4"/>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05" name="Freeform 2309"/>
            <p:cNvSpPr/>
            <p:nvPr/>
          </p:nvSpPr>
          <p:spPr bwMode="auto">
            <a:xfrm>
              <a:off x="1906891" y="10475690"/>
              <a:ext cx="42863" cy="39688"/>
            </a:xfrm>
            <a:custGeom>
              <a:avLst/>
              <a:gdLst>
                <a:gd name="T0" fmla="*/ 7 w 16"/>
                <a:gd name="T1" fmla="*/ 2 h 15"/>
                <a:gd name="T2" fmla="*/ 1 w 16"/>
                <a:gd name="T3" fmla="*/ 4 h 15"/>
                <a:gd name="T4" fmla="*/ 8 w 16"/>
                <a:gd name="T5" fmla="*/ 13 h 15"/>
                <a:gd name="T6" fmla="*/ 16 w 16"/>
                <a:gd name="T7" fmla="*/ 11 h 15"/>
                <a:gd name="T8" fmla="*/ 7 w 16"/>
                <a:gd name="T9" fmla="*/ 2 h 15"/>
              </a:gdLst>
              <a:ahLst/>
              <a:cxnLst>
                <a:cxn ang="0">
                  <a:pos x="T0" y="T1"/>
                </a:cxn>
                <a:cxn ang="0">
                  <a:pos x="T2" y="T3"/>
                </a:cxn>
                <a:cxn ang="0">
                  <a:pos x="T4" y="T5"/>
                </a:cxn>
                <a:cxn ang="0">
                  <a:pos x="T6" y="T7"/>
                </a:cxn>
                <a:cxn ang="0">
                  <a:pos x="T8" y="T9"/>
                </a:cxn>
              </a:cxnLst>
              <a:rect l="0" t="0" r="r" b="b"/>
              <a:pathLst>
                <a:path w="16" h="15">
                  <a:moveTo>
                    <a:pt x="7" y="2"/>
                  </a:moveTo>
                  <a:cubicBezTo>
                    <a:pt x="3" y="0"/>
                    <a:pt x="0" y="1"/>
                    <a:pt x="1" y="4"/>
                  </a:cubicBezTo>
                  <a:cubicBezTo>
                    <a:pt x="1" y="7"/>
                    <a:pt x="4" y="11"/>
                    <a:pt x="8" y="13"/>
                  </a:cubicBezTo>
                  <a:cubicBezTo>
                    <a:pt x="12" y="15"/>
                    <a:pt x="16" y="14"/>
                    <a:pt x="16" y="11"/>
                  </a:cubicBezTo>
                  <a:cubicBezTo>
                    <a:pt x="15" y="8"/>
                    <a:pt x="11" y="3"/>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06" name="Freeform 2310"/>
            <p:cNvSpPr/>
            <p:nvPr/>
          </p:nvSpPr>
          <p:spPr bwMode="auto">
            <a:xfrm>
              <a:off x="1689404" y="10396315"/>
              <a:ext cx="46038" cy="38100"/>
            </a:xfrm>
            <a:custGeom>
              <a:avLst/>
              <a:gdLst>
                <a:gd name="T0" fmla="*/ 8 w 17"/>
                <a:gd name="T1" fmla="*/ 1 h 14"/>
                <a:gd name="T2" fmla="*/ 1 w 17"/>
                <a:gd name="T3" fmla="*/ 5 h 14"/>
                <a:gd name="T4" fmla="*/ 9 w 17"/>
                <a:gd name="T5" fmla="*/ 13 h 14"/>
                <a:gd name="T6" fmla="*/ 16 w 17"/>
                <a:gd name="T7" fmla="*/ 9 h 14"/>
                <a:gd name="T8" fmla="*/ 8 w 17"/>
                <a:gd name="T9" fmla="*/ 1 h 14"/>
              </a:gdLst>
              <a:ahLst/>
              <a:cxnLst>
                <a:cxn ang="0">
                  <a:pos x="T0" y="T1"/>
                </a:cxn>
                <a:cxn ang="0">
                  <a:pos x="T2" y="T3"/>
                </a:cxn>
                <a:cxn ang="0">
                  <a:pos x="T4" y="T5"/>
                </a:cxn>
                <a:cxn ang="0">
                  <a:pos x="T6" y="T7"/>
                </a:cxn>
                <a:cxn ang="0">
                  <a:pos x="T8" y="T9"/>
                </a:cxn>
              </a:cxnLst>
              <a:rect l="0" t="0" r="r" b="b"/>
              <a:pathLst>
                <a:path w="17" h="14">
                  <a:moveTo>
                    <a:pt x="8" y="1"/>
                  </a:moveTo>
                  <a:cubicBezTo>
                    <a:pt x="3" y="0"/>
                    <a:pt x="0" y="2"/>
                    <a:pt x="1" y="5"/>
                  </a:cubicBezTo>
                  <a:cubicBezTo>
                    <a:pt x="2" y="9"/>
                    <a:pt x="6" y="12"/>
                    <a:pt x="9" y="13"/>
                  </a:cubicBezTo>
                  <a:cubicBezTo>
                    <a:pt x="13" y="14"/>
                    <a:pt x="17" y="12"/>
                    <a:pt x="16" y="9"/>
                  </a:cubicBezTo>
                  <a:cubicBezTo>
                    <a:pt x="15" y="6"/>
                    <a:pt x="11" y="2"/>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07" name="Freeform 2311"/>
            <p:cNvSpPr/>
            <p:nvPr/>
          </p:nvSpPr>
          <p:spPr bwMode="auto">
            <a:xfrm>
              <a:off x="1475091" y="10350278"/>
              <a:ext cx="42863" cy="34925"/>
            </a:xfrm>
            <a:custGeom>
              <a:avLst/>
              <a:gdLst>
                <a:gd name="T0" fmla="*/ 8 w 16"/>
                <a:gd name="T1" fmla="*/ 1 h 13"/>
                <a:gd name="T2" fmla="*/ 1 w 16"/>
                <a:gd name="T3" fmla="*/ 7 h 13"/>
                <a:gd name="T4" fmla="*/ 9 w 16"/>
                <a:gd name="T5" fmla="*/ 13 h 13"/>
                <a:gd name="T6" fmla="*/ 16 w 16"/>
                <a:gd name="T7" fmla="*/ 7 h 13"/>
                <a:gd name="T8" fmla="*/ 8 w 16"/>
                <a:gd name="T9" fmla="*/ 1 h 13"/>
              </a:gdLst>
              <a:ahLst/>
              <a:cxnLst>
                <a:cxn ang="0">
                  <a:pos x="T0" y="T1"/>
                </a:cxn>
                <a:cxn ang="0">
                  <a:pos x="T2" y="T3"/>
                </a:cxn>
                <a:cxn ang="0">
                  <a:pos x="T4" y="T5"/>
                </a:cxn>
                <a:cxn ang="0">
                  <a:pos x="T6" y="T7"/>
                </a:cxn>
                <a:cxn ang="0">
                  <a:pos x="T8" y="T9"/>
                </a:cxn>
              </a:cxnLst>
              <a:rect l="0" t="0" r="r" b="b"/>
              <a:pathLst>
                <a:path w="16" h="13">
                  <a:moveTo>
                    <a:pt x="8" y="1"/>
                  </a:moveTo>
                  <a:cubicBezTo>
                    <a:pt x="3" y="0"/>
                    <a:pt x="0" y="3"/>
                    <a:pt x="1" y="7"/>
                  </a:cubicBezTo>
                  <a:cubicBezTo>
                    <a:pt x="2" y="10"/>
                    <a:pt x="6" y="13"/>
                    <a:pt x="9" y="13"/>
                  </a:cubicBezTo>
                  <a:cubicBezTo>
                    <a:pt x="13" y="13"/>
                    <a:pt x="16" y="11"/>
                    <a:pt x="16" y="7"/>
                  </a:cubicBezTo>
                  <a:cubicBezTo>
                    <a:pt x="15" y="5"/>
                    <a:pt x="11"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08" name="Freeform 2312"/>
            <p:cNvSpPr/>
            <p:nvPr/>
          </p:nvSpPr>
          <p:spPr bwMode="auto">
            <a:xfrm>
              <a:off x="1265541" y="10347103"/>
              <a:ext cx="38100" cy="36513"/>
            </a:xfrm>
            <a:custGeom>
              <a:avLst/>
              <a:gdLst>
                <a:gd name="T0" fmla="*/ 6 w 14"/>
                <a:gd name="T1" fmla="*/ 0 h 13"/>
                <a:gd name="T2" fmla="*/ 0 w 14"/>
                <a:gd name="T3" fmla="*/ 6 h 13"/>
                <a:gd name="T4" fmla="*/ 8 w 14"/>
                <a:gd name="T5" fmla="*/ 12 h 13"/>
                <a:gd name="T6" fmla="*/ 14 w 14"/>
                <a:gd name="T7" fmla="*/ 6 h 13"/>
                <a:gd name="T8" fmla="*/ 6 w 14"/>
                <a:gd name="T9" fmla="*/ 0 h 13"/>
              </a:gdLst>
              <a:ahLst/>
              <a:cxnLst>
                <a:cxn ang="0">
                  <a:pos x="T0" y="T1"/>
                </a:cxn>
                <a:cxn ang="0">
                  <a:pos x="T2" y="T3"/>
                </a:cxn>
                <a:cxn ang="0">
                  <a:pos x="T4" y="T5"/>
                </a:cxn>
                <a:cxn ang="0">
                  <a:pos x="T6" y="T7"/>
                </a:cxn>
                <a:cxn ang="0">
                  <a:pos x="T8" y="T9"/>
                </a:cxn>
              </a:cxnLst>
              <a:rect l="0" t="0" r="r" b="b"/>
              <a:pathLst>
                <a:path w="14" h="13">
                  <a:moveTo>
                    <a:pt x="6" y="0"/>
                  </a:moveTo>
                  <a:cubicBezTo>
                    <a:pt x="2" y="1"/>
                    <a:pt x="0" y="3"/>
                    <a:pt x="0" y="6"/>
                  </a:cubicBezTo>
                  <a:cubicBezTo>
                    <a:pt x="0" y="10"/>
                    <a:pt x="4" y="13"/>
                    <a:pt x="8" y="12"/>
                  </a:cubicBezTo>
                  <a:cubicBezTo>
                    <a:pt x="11" y="12"/>
                    <a:pt x="14" y="9"/>
                    <a:pt x="14" y="6"/>
                  </a:cubicBezTo>
                  <a:cubicBezTo>
                    <a:pt x="14" y="3"/>
                    <a:pt x="10" y="0"/>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09" name="Freeform 2313"/>
            <p:cNvSpPr/>
            <p:nvPr/>
          </p:nvSpPr>
          <p:spPr bwMode="auto">
            <a:xfrm>
              <a:off x="1054404" y="10391553"/>
              <a:ext cx="41275" cy="38100"/>
            </a:xfrm>
            <a:custGeom>
              <a:avLst/>
              <a:gdLst>
                <a:gd name="T0" fmla="*/ 6 w 15"/>
                <a:gd name="T1" fmla="*/ 1 h 14"/>
                <a:gd name="T2" fmla="*/ 0 w 15"/>
                <a:gd name="T3" fmla="*/ 9 h 14"/>
                <a:gd name="T4" fmla="*/ 8 w 15"/>
                <a:gd name="T5" fmla="*/ 13 h 14"/>
                <a:gd name="T6" fmla="*/ 15 w 15"/>
                <a:gd name="T7" fmla="*/ 5 h 14"/>
                <a:gd name="T8" fmla="*/ 6 w 15"/>
                <a:gd name="T9" fmla="*/ 1 h 14"/>
              </a:gdLst>
              <a:ahLst/>
              <a:cxnLst>
                <a:cxn ang="0">
                  <a:pos x="T0" y="T1"/>
                </a:cxn>
                <a:cxn ang="0">
                  <a:pos x="T2" y="T3"/>
                </a:cxn>
                <a:cxn ang="0">
                  <a:pos x="T4" y="T5"/>
                </a:cxn>
                <a:cxn ang="0">
                  <a:pos x="T6" y="T7"/>
                </a:cxn>
                <a:cxn ang="0">
                  <a:pos x="T8" y="T9"/>
                </a:cxn>
              </a:cxnLst>
              <a:rect l="0" t="0" r="r" b="b"/>
              <a:pathLst>
                <a:path w="15" h="14">
                  <a:moveTo>
                    <a:pt x="6" y="1"/>
                  </a:moveTo>
                  <a:cubicBezTo>
                    <a:pt x="3" y="3"/>
                    <a:pt x="0" y="6"/>
                    <a:pt x="0" y="9"/>
                  </a:cubicBezTo>
                  <a:cubicBezTo>
                    <a:pt x="0" y="12"/>
                    <a:pt x="4" y="14"/>
                    <a:pt x="8" y="13"/>
                  </a:cubicBezTo>
                  <a:cubicBezTo>
                    <a:pt x="12" y="11"/>
                    <a:pt x="15" y="8"/>
                    <a:pt x="15" y="5"/>
                  </a:cubicBezTo>
                  <a:cubicBezTo>
                    <a:pt x="15" y="2"/>
                    <a:pt x="11"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10" name="Freeform 2314"/>
            <p:cNvSpPr/>
            <p:nvPr/>
          </p:nvSpPr>
          <p:spPr bwMode="auto">
            <a:xfrm>
              <a:off x="844854" y="10491565"/>
              <a:ext cx="44450" cy="42863"/>
            </a:xfrm>
            <a:custGeom>
              <a:avLst/>
              <a:gdLst>
                <a:gd name="T0" fmla="*/ 6 w 16"/>
                <a:gd name="T1" fmla="*/ 4 h 16"/>
                <a:gd name="T2" fmla="*/ 1 w 16"/>
                <a:gd name="T3" fmla="*/ 13 h 16"/>
                <a:gd name="T4" fmla="*/ 9 w 16"/>
                <a:gd name="T5" fmla="*/ 13 h 16"/>
                <a:gd name="T6" fmla="*/ 15 w 16"/>
                <a:gd name="T7" fmla="*/ 3 h 16"/>
                <a:gd name="T8" fmla="*/ 6 w 16"/>
                <a:gd name="T9" fmla="*/ 4 h 16"/>
              </a:gdLst>
              <a:ahLst/>
              <a:cxnLst>
                <a:cxn ang="0">
                  <a:pos x="T0" y="T1"/>
                </a:cxn>
                <a:cxn ang="0">
                  <a:pos x="T2" y="T3"/>
                </a:cxn>
                <a:cxn ang="0">
                  <a:pos x="T4" y="T5"/>
                </a:cxn>
                <a:cxn ang="0">
                  <a:pos x="T6" y="T7"/>
                </a:cxn>
                <a:cxn ang="0">
                  <a:pos x="T8" y="T9"/>
                </a:cxn>
              </a:cxnLst>
              <a:rect l="0" t="0" r="r" b="b"/>
              <a:pathLst>
                <a:path w="16" h="16">
                  <a:moveTo>
                    <a:pt x="6" y="4"/>
                  </a:moveTo>
                  <a:cubicBezTo>
                    <a:pt x="2" y="7"/>
                    <a:pt x="0" y="11"/>
                    <a:pt x="1" y="13"/>
                  </a:cubicBezTo>
                  <a:cubicBezTo>
                    <a:pt x="2" y="16"/>
                    <a:pt x="5" y="15"/>
                    <a:pt x="9" y="13"/>
                  </a:cubicBezTo>
                  <a:cubicBezTo>
                    <a:pt x="13" y="10"/>
                    <a:pt x="16" y="5"/>
                    <a:pt x="15" y="3"/>
                  </a:cubicBezTo>
                  <a:cubicBezTo>
                    <a:pt x="14" y="0"/>
                    <a:pt x="9" y="0"/>
                    <a:pt x="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11" name="Freeform 2315"/>
            <p:cNvSpPr/>
            <p:nvPr/>
          </p:nvSpPr>
          <p:spPr bwMode="auto">
            <a:xfrm>
              <a:off x="641654" y="10682065"/>
              <a:ext cx="41275" cy="53975"/>
            </a:xfrm>
            <a:custGeom>
              <a:avLst/>
              <a:gdLst>
                <a:gd name="T0" fmla="*/ 7 w 15"/>
                <a:gd name="T1" fmla="*/ 5 h 20"/>
                <a:gd name="T2" fmla="*/ 1 w 15"/>
                <a:gd name="T3" fmla="*/ 18 h 20"/>
                <a:gd name="T4" fmla="*/ 8 w 15"/>
                <a:gd name="T5" fmla="*/ 14 h 20"/>
                <a:gd name="T6" fmla="*/ 14 w 15"/>
                <a:gd name="T7" fmla="*/ 2 h 20"/>
                <a:gd name="T8" fmla="*/ 7 w 15"/>
                <a:gd name="T9" fmla="*/ 5 h 20"/>
              </a:gdLst>
              <a:ahLst/>
              <a:cxnLst>
                <a:cxn ang="0">
                  <a:pos x="T0" y="T1"/>
                </a:cxn>
                <a:cxn ang="0">
                  <a:pos x="T2" y="T3"/>
                </a:cxn>
                <a:cxn ang="0">
                  <a:pos x="T4" y="T5"/>
                </a:cxn>
                <a:cxn ang="0">
                  <a:pos x="T6" y="T7"/>
                </a:cxn>
                <a:cxn ang="0">
                  <a:pos x="T8" y="T9"/>
                </a:cxn>
              </a:cxnLst>
              <a:rect l="0" t="0" r="r" b="b"/>
              <a:pathLst>
                <a:path w="15" h="20">
                  <a:moveTo>
                    <a:pt x="7" y="5"/>
                  </a:moveTo>
                  <a:cubicBezTo>
                    <a:pt x="3" y="10"/>
                    <a:pt x="0" y="16"/>
                    <a:pt x="1" y="18"/>
                  </a:cubicBezTo>
                  <a:cubicBezTo>
                    <a:pt x="1" y="20"/>
                    <a:pt x="5" y="18"/>
                    <a:pt x="8" y="14"/>
                  </a:cubicBezTo>
                  <a:cubicBezTo>
                    <a:pt x="12" y="10"/>
                    <a:pt x="15" y="4"/>
                    <a:pt x="14" y="2"/>
                  </a:cubicBezTo>
                  <a:cubicBezTo>
                    <a:pt x="14" y="0"/>
                    <a:pt x="10" y="1"/>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12" name="Freeform 2316"/>
            <p:cNvSpPr/>
            <p:nvPr/>
          </p:nvSpPr>
          <p:spPr bwMode="auto">
            <a:xfrm>
              <a:off x="438454" y="10923365"/>
              <a:ext cx="41275" cy="57150"/>
            </a:xfrm>
            <a:custGeom>
              <a:avLst/>
              <a:gdLst>
                <a:gd name="T0" fmla="*/ 6 w 15"/>
                <a:gd name="T1" fmla="*/ 8 h 21"/>
                <a:gd name="T2" fmla="*/ 1 w 15"/>
                <a:gd name="T3" fmla="*/ 19 h 21"/>
                <a:gd name="T4" fmla="*/ 8 w 15"/>
                <a:gd name="T5" fmla="*/ 15 h 21"/>
                <a:gd name="T6" fmla="*/ 15 w 15"/>
                <a:gd name="T7" fmla="*/ 2 h 21"/>
                <a:gd name="T8" fmla="*/ 6 w 15"/>
                <a:gd name="T9" fmla="*/ 8 h 21"/>
              </a:gdLst>
              <a:ahLst/>
              <a:cxnLst>
                <a:cxn ang="0">
                  <a:pos x="T0" y="T1"/>
                </a:cxn>
                <a:cxn ang="0">
                  <a:pos x="T2" y="T3"/>
                </a:cxn>
                <a:cxn ang="0">
                  <a:pos x="T4" y="T5"/>
                </a:cxn>
                <a:cxn ang="0">
                  <a:pos x="T6" y="T7"/>
                </a:cxn>
                <a:cxn ang="0">
                  <a:pos x="T8" y="T9"/>
                </a:cxn>
              </a:cxnLst>
              <a:rect l="0" t="0" r="r" b="b"/>
              <a:pathLst>
                <a:path w="15" h="21">
                  <a:moveTo>
                    <a:pt x="6" y="8"/>
                  </a:moveTo>
                  <a:cubicBezTo>
                    <a:pt x="3" y="13"/>
                    <a:pt x="0" y="18"/>
                    <a:pt x="1" y="19"/>
                  </a:cubicBezTo>
                  <a:cubicBezTo>
                    <a:pt x="1" y="21"/>
                    <a:pt x="4" y="19"/>
                    <a:pt x="8" y="15"/>
                  </a:cubicBezTo>
                  <a:cubicBezTo>
                    <a:pt x="11" y="11"/>
                    <a:pt x="15" y="4"/>
                    <a:pt x="15" y="2"/>
                  </a:cubicBezTo>
                  <a:cubicBezTo>
                    <a:pt x="14" y="0"/>
                    <a:pt x="10" y="3"/>
                    <a:pt x="6"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13" name="Freeform 2317"/>
            <p:cNvSpPr/>
            <p:nvPr/>
          </p:nvSpPr>
          <p:spPr bwMode="auto">
            <a:xfrm>
              <a:off x="236841" y="11183715"/>
              <a:ext cx="38100" cy="57150"/>
            </a:xfrm>
            <a:custGeom>
              <a:avLst/>
              <a:gdLst>
                <a:gd name="T0" fmla="*/ 5 w 14"/>
                <a:gd name="T1" fmla="*/ 9 h 21"/>
                <a:gd name="T2" fmla="*/ 0 w 14"/>
                <a:gd name="T3" fmla="*/ 19 h 21"/>
                <a:gd name="T4" fmla="*/ 9 w 14"/>
                <a:gd name="T5" fmla="*/ 12 h 21"/>
                <a:gd name="T6" fmla="*/ 14 w 14"/>
                <a:gd name="T7" fmla="*/ 2 h 21"/>
                <a:gd name="T8" fmla="*/ 5 w 14"/>
                <a:gd name="T9" fmla="*/ 9 h 21"/>
              </a:gdLst>
              <a:ahLst/>
              <a:cxnLst>
                <a:cxn ang="0">
                  <a:pos x="T0" y="T1"/>
                </a:cxn>
                <a:cxn ang="0">
                  <a:pos x="T2" y="T3"/>
                </a:cxn>
                <a:cxn ang="0">
                  <a:pos x="T4" y="T5"/>
                </a:cxn>
                <a:cxn ang="0">
                  <a:pos x="T6" y="T7"/>
                </a:cxn>
                <a:cxn ang="0">
                  <a:pos x="T8" y="T9"/>
                </a:cxn>
              </a:cxnLst>
              <a:rect l="0" t="0" r="r" b="b"/>
              <a:pathLst>
                <a:path w="14" h="21">
                  <a:moveTo>
                    <a:pt x="5" y="9"/>
                  </a:moveTo>
                  <a:cubicBezTo>
                    <a:pt x="2" y="13"/>
                    <a:pt x="0" y="18"/>
                    <a:pt x="0" y="19"/>
                  </a:cubicBezTo>
                  <a:cubicBezTo>
                    <a:pt x="1" y="21"/>
                    <a:pt x="5" y="17"/>
                    <a:pt x="9" y="12"/>
                  </a:cubicBezTo>
                  <a:cubicBezTo>
                    <a:pt x="12" y="8"/>
                    <a:pt x="14" y="3"/>
                    <a:pt x="14" y="2"/>
                  </a:cubicBezTo>
                  <a:cubicBezTo>
                    <a:pt x="14" y="0"/>
                    <a:pt x="10" y="3"/>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14" name="Freeform 2318"/>
            <p:cNvSpPr/>
            <p:nvPr/>
          </p:nvSpPr>
          <p:spPr bwMode="auto">
            <a:xfrm>
              <a:off x="33641" y="11431365"/>
              <a:ext cx="38100" cy="49213"/>
            </a:xfrm>
            <a:custGeom>
              <a:avLst/>
              <a:gdLst>
                <a:gd name="T0" fmla="*/ 5 w 14"/>
                <a:gd name="T1" fmla="*/ 8 h 18"/>
                <a:gd name="T2" fmla="*/ 0 w 14"/>
                <a:gd name="T3" fmla="*/ 17 h 18"/>
                <a:gd name="T4" fmla="*/ 8 w 14"/>
                <a:gd name="T5" fmla="*/ 10 h 18"/>
                <a:gd name="T6" fmla="*/ 14 w 14"/>
                <a:gd name="T7" fmla="*/ 1 h 18"/>
                <a:gd name="T8" fmla="*/ 5 w 14"/>
                <a:gd name="T9" fmla="*/ 8 h 18"/>
              </a:gdLst>
              <a:ahLst/>
              <a:cxnLst>
                <a:cxn ang="0">
                  <a:pos x="T0" y="T1"/>
                </a:cxn>
                <a:cxn ang="0">
                  <a:pos x="T2" y="T3"/>
                </a:cxn>
                <a:cxn ang="0">
                  <a:pos x="T4" y="T5"/>
                </a:cxn>
                <a:cxn ang="0">
                  <a:pos x="T6" y="T7"/>
                </a:cxn>
                <a:cxn ang="0">
                  <a:pos x="T8" y="T9"/>
                </a:cxn>
              </a:cxnLst>
              <a:rect l="0" t="0" r="r" b="b"/>
              <a:pathLst>
                <a:path w="14" h="18">
                  <a:moveTo>
                    <a:pt x="5" y="8"/>
                  </a:moveTo>
                  <a:cubicBezTo>
                    <a:pt x="2" y="12"/>
                    <a:pt x="0" y="16"/>
                    <a:pt x="0" y="17"/>
                  </a:cubicBezTo>
                  <a:cubicBezTo>
                    <a:pt x="0" y="18"/>
                    <a:pt x="5" y="15"/>
                    <a:pt x="8" y="10"/>
                  </a:cubicBezTo>
                  <a:cubicBezTo>
                    <a:pt x="12" y="7"/>
                    <a:pt x="14" y="2"/>
                    <a:pt x="14" y="1"/>
                  </a:cubicBezTo>
                  <a:cubicBezTo>
                    <a:pt x="14" y="0"/>
                    <a:pt x="10" y="4"/>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15" name="Freeform 2319"/>
            <p:cNvSpPr/>
            <p:nvPr/>
          </p:nvSpPr>
          <p:spPr bwMode="auto">
            <a:xfrm>
              <a:off x="-174322" y="11637740"/>
              <a:ext cx="42863" cy="31750"/>
            </a:xfrm>
            <a:custGeom>
              <a:avLst/>
              <a:gdLst>
                <a:gd name="T0" fmla="*/ 9 w 16"/>
                <a:gd name="T1" fmla="*/ 7 h 12"/>
                <a:gd name="T2" fmla="*/ 15 w 16"/>
                <a:gd name="T3" fmla="*/ 0 h 12"/>
                <a:gd name="T4" fmla="*/ 7 w 16"/>
                <a:gd name="T5" fmla="*/ 4 h 12"/>
                <a:gd name="T6" fmla="*/ 1 w 16"/>
                <a:gd name="T7" fmla="*/ 11 h 12"/>
                <a:gd name="T8" fmla="*/ 9 w 16"/>
                <a:gd name="T9" fmla="*/ 7 h 12"/>
              </a:gdLst>
              <a:ahLst/>
              <a:cxnLst>
                <a:cxn ang="0">
                  <a:pos x="T0" y="T1"/>
                </a:cxn>
                <a:cxn ang="0">
                  <a:pos x="T2" y="T3"/>
                </a:cxn>
                <a:cxn ang="0">
                  <a:pos x="T4" y="T5"/>
                </a:cxn>
                <a:cxn ang="0">
                  <a:pos x="T6" y="T7"/>
                </a:cxn>
                <a:cxn ang="0">
                  <a:pos x="T8" y="T9"/>
                </a:cxn>
              </a:cxnLst>
              <a:rect l="0" t="0" r="r" b="b"/>
              <a:pathLst>
                <a:path w="16" h="12">
                  <a:moveTo>
                    <a:pt x="9" y="7"/>
                  </a:moveTo>
                  <a:cubicBezTo>
                    <a:pt x="13" y="4"/>
                    <a:pt x="16" y="1"/>
                    <a:pt x="15" y="0"/>
                  </a:cubicBezTo>
                  <a:cubicBezTo>
                    <a:pt x="15" y="0"/>
                    <a:pt x="11" y="2"/>
                    <a:pt x="7" y="4"/>
                  </a:cubicBezTo>
                  <a:cubicBezTo>
                    <a:pt x="3" y="8"/>
                    <a:pt x="0" y="11"/>
                    <a:pt x="1" y="11"/>
                  </a:cubicBezTo>
                  <a:cubicBezTo>
                    <a:pt x="2" y="12"/>
                    <a:pt x="5" y="10"/>
                    <a:pt x="9"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16" name="Freeform 2320"/>
            <p:cNvSpPr/>
            <p:nvPr/>
          </p:nvSpPr>
          <p:spPr bwMode="auto">
            <a:xfrm>
              <a:off x="11463641" y="8346853"/>
              <a:ext cx="42863" cy="22225"/>
            </a:xfrm>
            <a:custGeom>
              <a:avLst/>
              <a:gdLst>
                <a:gd name="T0" fmla="*/ 1 w 16"/>
                <a:gd name="T1" fmla="*/ 5 h 8"/>
                <a:gd name="T2" fmla="*/ 9 w 16"/>
                <a:gd name="T3" fmla="*/ 7 h 8"/>
                <a:gd name="T4" fmla="*/ 15 w 16"/>
                <a:gd name="T5" fmla="*/ 3 h 8"/>
                <a:gd name="T6" fmla="*/ 7 w 16"/>
                <a:gd name="T7" fmla="*/ 0 h 8"/>
                <a:gd name="T8" fmla="*/ 1 w 16"/>
                <a:gd name="T9" fmla="*/ 5 h 8"/>
              </a:gdLst>
              <a:ahLst/>
              <a:cxnLst>
                <a:cxn ang="0">
                  <a:pos x="T0" y="T1"/>
                </a:cxn>
                <a:cxn ang="0">
                  <a:pos x="T2" y="T3"/>
                </a:cxn>
                <a:cxn ang="0">
                  <a:pos x="T4" y="T5"/>
                </a:cxn>
                <a:cxn ang="0">
                  <a:pos x="T6" y="T7"/>
                </a:cxn>
                <a:cxn ang="0">
                  <a:pos x="T8" y="T9"/>
                </a:cxn>
              </a:cxnLst>
              <a:rect l="0" t="0" r="r" b="b"/>
              <a:pathLst>
                <a:path w="16" h="8">
                  <a:moveTo>
                    <a:pt x="1" y="5"/>
                  </a:moveTo>
                  <a:cubicBezTo>
                    <a:pt x="2" y="6"/>
                    <a:pt x="5" y="8"/>
                    <a:pt x="9" y="7"/>
                  </a:cubicBezTo>
                  <a:cubicBezTo>
                    <a:pt x="13" y="7"/>
                    <a:pt x="16" y="5"/>
                    <a:pt x="15" y="3"/>
                  </a:cubicBezTo>
                  <a:cubicBezTo>
                    <a:pt x="15" y="1"/>
                    <a:pt x="11" y="0"/>
                    <a:pt x="7" y="0"/>
                  </a:cubicBezTo>
                  <a:cubicBezTo>
                    <a:pt x="3" y="1"/>
                    <a:pt x="0" y="3"/>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17" name="Freeform 2321"/>
            <p:cNvSpPr/>
            <p:nvPr/>
          </p:nvSpPr>
          <p:spPr bwMode="auto">
            <a:xfrm>
              <a:off x="11250916" y="8373840"/>
              <a:ext cx="41275" cy="15875"/>
            </a:xfrm>
            <a:custGeom>
              <a:avLst/>
              <a:gdLst>
                <a:gd name="T0" fmla="*/ 6 w 15"/>
                <a:gd name="T1" fmla="*/ 0 h 6"/>
                <a:gd name="T2" fmla="*/ 0 w 15"/>
                <a:gd name="T3" fmla="*/ 3 h 6"/>
                <a:gd name="T4" fmla="*/ 8 w 15"/>
                <a:gd name="T5" fmla="*/ 5 h 6"/>
                <a:gd name="T6" fmla="*/ 15 w 15"/>
                <a:gd name="T7" fmla="*/ 2 h 6"/>
                <a:gd name="T8" fmla="*/ 6 w 15"/>
                <a:gd name="T9" fmla="*/ 0 h 6"/>
              </a:gdLst>
              <a:ahLst/>
              <a:cxnLst>
                <a:cxn ang="0">
                  <a:pos x="T0" y="T1"/>
                </a:cxn>
                <a:cxn ang="0">
                  <a:pos x="T2" y="T3"/>
                </a:cxn>
                <a:cxn ang="0">
                  <a:pos x="T4" y="T5"/>
                </a:cxn>
                <a:cxn ang="0">
                  <a:pos x="T6" y="T7"/>
                </a:cxn>
                <a:cxn ang="0">
                  <a:pos x="T8" y="T9"/>
                </a:cxn>
              </a:cxnLst>
              <a:rect l="0" t="0" r="r" b="b"/>
              <a:pathLst>
                <a:path w="15" h="6">
                  <a:moveTo>
                    <a:pt x="6" y="0"/>
                  </a:moveTo>
                  <a:cubicBezTo>
                    <a:pt x="3" y="1"/>
                    <a:pt x="0" y="2"/>
                    <a:pt x="0" y="3"/>
                  </a:cubicBezTo>
                  <a:cubicBezTo>
                    <a:pt x="0" y="5"/>
                    <a:pt x="4" y="6"/>
                    <a:pt x="8" y="5"/>
                  </a:cubicBezTo>
                  <a:cubicBezTo>
                    <a:pt x="11" y="5"/>
                    <a:pt x="15" y="3"/>
                    <a:pt x="15" y="2"/>
                  </a:cubicBezTo>
                  <a:cubicBezTo>
                    <a:pt x="15" y="0"/>
                    <a:pt x="10" y="0"/>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18" name="Freeform 2322"/>
            <p:cNvSpPr/>
            <p:nvPr/>
          </p:nvSpPr>
          <p:spPr bwMode="auto">
            <a:xfrm>
              <a:off x="11036604" y="8415115"/>
              <a:ext cx="44450" cy="15875"/>
            </a:xfrm>
            <a:custGeom>
              <a:avLst/>
              <a:gdLst>
                <a:gd name="T0" fmla="*/ 7 w 16"/>
                <a:gd name="T1" fmla="*/ 1 h 6"/>
                <a:gd name="T2" fmla="*/ 1 w 16"/>
                <a:gd name="T3" fmla="*/ 4 h 6"/>
                <a:gd name="T4" fmla="*/ 8 w 16"/>
                <a:gd name="T5" fmla="*/ 5 h 6"/>
                <a:gd name="T6" fmla="*/ 15 w 16"/>
                <a:gd name="T7" fmla="*/ 1 h 6"/>
                <a:gd name="T8" fmla="*/ 7 w 16"/>
                <a:gd name="T9" fmla="*/ 1 h 6"/>
              </a:gdLst>
              <a:ahLst/>
              <a:cxnLst>
                <a:cxn ang="0">
                  <a:pos x="T0" y="T1"/>
                </a:cxn>
                <a:cxn ang="0">
                  <a:pos x="T2" y="T3"/>
                </a:cxn>
                <a:cxn ang="0">
                  <a:pos x="T4" y="T5"/>
                </a:cxn>
                <a:cxn ang="0">
                  <a:pos x="T6" y="T7"/>
                </a:cxn>
                <a:cxn ang="0">
                  <a:pos x="T8" y="T9"/>
                </a:cxn>
              </a:cxnLst>
              <a:rect l="0" t="0" r="r" b="b"/>
              <a:pathLst>
                <a:path w="16" h="6">
                  <a:moveTo>
                    <a:pt x="7" y="1"/>
                  </a:moveTo>
                  <a:cubicBezTo>
                    <a:pt x="3" y="2"/>
                    <a:pt x="0" y="3"/>
                    <a:pt x="1" y="4"/>
                  </a:cubicBezTo>
                  <a:cubicBezTo>
                    <a:pt x="1" y="5"/>
                    <a:pt x="5" y="6"/>
                    <a:pt x="8" y="5"/>
                  </a:cubicBezTo>
                  <a:cubicBezTo>
                    <a:pt x="12" y="4"/>
                    <a:pt x="16" y="2"/>
                    <a:pt x="15" y="1"/>
                  </a:cubicBezTo>
                  <a:cubicBezTo>
                    <a:pt x="14" y="0"/>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19" name="Freeform 2323"/>
            <p:cNvSpPr/>
            <p:nvPr/>
          </p:nvSpPr>
          <p:spPr bwMode="auto">
            <a:xfrm>
              <a:off x="10828641" y="8491315"/>
              <a:ext cx="38100" cy="20638"/>
            </a:xfrm>
            <a:custGeom>
              <a:avLst/>
              <a:gdLst>
                <a:gd name="T0" fmla="*/ 6 w 14"/>
                <a:gd name="T1" fmla="*/ 2 h 8"/>
                <a:gd name="T2" fmla="*/ 0 w 14"/>
                <a:gd name="T3" fmla="*/ 6 h 8"/>
                <a:gd name="T4" fmla="*/ 8 w 14"/>
                <a:gd name="T5" fmla="*/ 6 h 8"/>
                <a:gd name="T6" fmla="*/ 14 w 14"/>
                <a:gd name="T7" fmla="*/ 1 h 8"/>
                <a:gd name="T8" fmla="*/ 6 w 14"/>
                <a:gd name="T9" fmla="*/ 2 h 8"/>
              </a:gdLst>
              <a:ahLst/>
              <a:cxnLst>
                <a:cxn ang="0">
                  <a:pos x="T0" y="T1"/>
                </a:cxn>
                <a:cxn ang="0">
                  <a:pos x="T2" y="T3"/>
                </a:cxn>
                <a:cxn ang="0">
                  <a:pos x="T4" y="T5"/>
                </a:cxn>
                <a:cxn ang="0">
                  <a:pos x="T6" y="T7"/>
                </a:cxn>
                <a:cxn ang="0">
                  <a:pos x="T8" y="T9"/>
                </a:cxn>
              </a:cxnLst>
              <a:rect l="0" t="0" r="r" b="b"/>
              <a:pathLst>
                <a:path w="14" h="8">
                  <a:moveTo>
                    <a:pt x="6" y="2"/>
                  </a:moveTo>
                  <a:cubicBezTo>
                    <a:pt x="3" y="3"/>
                    <a:pt x="0" y="5"/>
                    <a:pt x="0" y="6"/>
                  </a:cubicBezTo>
                  <a:cubicBezTo>
                    <a:pt x="0" y="8"/>
                    <a:pt x="4" y="7"/>
                    <a:pt x="8" y="6"/>
                  </a:cubicBezTo>
                  <a:cubicBezTo>
                    <a:pt x="11" y="4"/>
                    <a:pt x="14" y="2"/>
                    <a:pt x="14" y="1"/>
                  </a:cubicBezTo>
                  <a:cubicBezTo>
                    <a:pt x="14" y="0"/>
                    <a:pt x="10" y="0"/>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20" name="Freeform 2324"/>
            <p:cNvSpPr/>
            <p:nvPr/>
          </p:nvSpPr>
          <p:spPr bwMode="auto">
            <a:xfrm>
              <a:off x="10615916" y="8580215"/>
              <a:ext cx="44450" cy="22225"/>
            </a:xfrm>
            <a:custGeom>
              <a:avLst/>
              <a:gdLst>
                <a:gd name="T0" fmla="*/ 7 w 16"/>
                <a:gd name="T1" fmla="*/ 2 h 8"/>
                <a:gd name="T2" fmla="*/ 1 w 16"/>
                <a:gd name="T3" fmla="*/ 7 h 8"/>
                <a:gd name="T4" fmla="*/ 8 w 16"/>
                <a:gd name="T5" fmla="*/ 6 h 8"/>
                <a:gd name="T6" fmla="*/ 15 w 16"/>
                <a:gd name="T7" fmla="*/ 0 h 8"/>
                <a:gd name="T8" fmla="*/ 7 w 16"/>
                <a:gd name="T9" fmla="*/ 2 h 8"/>
              </a:gdLst>
              <a:ahLst/>
              <a:cxnLst>
                <a:cxn ang="0">
                  <a:pos x="T0" y="T1"/>
                </a:cxn>
                <a:cxn ang="0">
                  <a:pos x="T2" y="T3"/>
                </a:cxn>
                <a:cxn ang="0">
                  <a:pos x="T4" y="T5"/>
                </a:cxn>
                <a:cxn ang="0">
                  <a:pos x="T6" y="T7"/>
                </a:cxn>
                <a:cxn ang="0">
                  <a:pos x="T8" y="T9"/>
                </a:cxn>
              </a:cxnLst>
              <a:rect l="0" t="0" r="r" b="b"/>
              <a:pathLst>
                <a:path w="16" h="8">
                  <a:moveTo>
                    <a:pt x="7" y="2"/>
                  </a:moveTo>
                  <a:cubicBezTo>
                    <a:pt x="3" y="4"/>
                    <a:pt x="0" y="6"/>
                    <a:pt x="1" y="7"/>
                  </a:cubicBezTo>
                  <a:cubicBezTo>
                    <a:pt x="2" y="8"/>
                    <a:pt x="5" y="7"/>
                    <a:pt x="8" y="6"/>
                  </a:cubicBezTo>
                  <a:cubicBezTo>
                    <a:pt x="12" y="4"/>
                    <a:pt x="16" y="1"/>
                    <a:pt x="15" y="0"/>
                  </a:cubicBezTo>
                  <a:cubicBezTo>
                    <a:pt x="14" y="0"/>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21" name="Freeform 2325"/>
            <p:cNvSpPr/>
            <p:nvPr/>
          </p:nvSpPr>
          <p:spPr bwMode="auto">
            <a:xfrm>
              <a:off x="10407954" y="8675465"/>
              <a:ext cx="39688" cy="23813"/>
            </a:xfrm>
            <a:custGeom>
              <a:avLst/>
              <a:gdLst>
                <a:gd name="T0" fmla="*/ 5 w 15"/>
                <a:gd name="T1" fmla="*/ 3 h 9"/>
                <a:gd name="T2" fmla="*/ 1 w 15"/>
                <a:gd name="T3" fmla="*/ 8 h 9"/>
                <a:gd name="T4" fmla="*/ 8 w 15"/>
                <a:gd name="T5" fmla="*/ 7 h 9"/>
                <a:gd name="T6" fmla="*/ 15 w 15"/>
                <a:gd name="T7" fmla="*/ 1 h 9"/>
                <a:gd name="T8" fmla="*/ 5 w 15"/>
                <a:gd name="T9" fmla="*/ 3 h 9"/>
              </a:gdLst>
              <a:ahLst/>
              <a:cxnLst>
                <a:cxn ang="0">
                  <a:pos x="T0" y="T1"/>
                </a:cxn>
                <a:cxn ang="0">
                  <a:pos x="T2" y="T3"/>
                </a:cxn>
                <a:cxn ang="0">
                  <a:pos x="T4" y="T5"/>
                </a:cxn>
                <a:cxn ang="0">
                  <a:pos x="T6" y="T7"/>
                </a:cxn>
                <a:cxn ang="0">
                  <a:pos x="T8" y="T9"/>
                </a:cxn>
              </a:cxnLst>
              <a:rect l="0" t="0" r="r" b="b"/>
              <a:pathLst>
                <a:path w="15" h="9">
                  <a:moveTo>
                    <a:pt x="5" y="3"/>
                  </a:moveTo>
                  <a:cubicBezTo>
                    <a:pt x="2" y="5"/>
                    <a:pt x="0" y="7"/>
                    <a:pt x="1" y="8"/>
                  </a:cubicBezTo>
                  <a:cubicBezTo>
                    <a:pt x="1" y="9"/>
                    <a:pt x="5" y="9"/>
                    <a:pt x="8" y="7"/>
                  </a:cubicBezTo>
                  <a:cubicBezTo>
                    <a:pt x="12" y="5"/>
                    <a:pt x="15" y="2"/>
                    <a:pt x="15" y="1"/>
                  </a:cubicBezTo>
                  <a:cubicBezTo>
                    <a:pt x="14" y="0"/>
                    <a:pt x="9" y="1"/>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22" name="Freeform 2326"/>
            <p:cNvSpPr/>
            <p:nvPr/>
          </p:nvSpPr>
          <p:spPr bwMode="auto">
            <a:xfrm>
              <a:off x="10198404" y="8778653"/>
              <a:ext cx="41275" cy="26988"/>
            </a:xfrm>
            <a:custGeom>
              <a:avLst/>
              <a:gdLst>
                <a:gd name="T0" fmla="*/ 0 w 15"/>
                <a:gd name="T1" fmla="*/ 9 h 10"/>
                <a:gd name="T2" fmla="*/ 7 w 15"/>
                <a:gd name="T3" fmla="*/ 8 h 10"/>
                <a:gd name="T4" fmla="*/ 15 w 15"/>
                <a:gd name="T5" fmla="*/ 1 h 10"/>
                <a:gd name="T6" fmla="*/ 6 w 15"/>
                <a:gd name="T7" fmla="*/ 3 h 10"/>
                <a:gd name="T8" fmla="*/ 0 w 15"/>
                <a:gd name="T9" fmla="*/ 9 h 10"/>
              </a:gdLst>
              <a:ahLst/>
              <a:cxnLst>
                <a:cxn ang="0">
                  <a:pos x="T0" y="T1"/>
                </a:cxn>
                <a:cxn ang="0">
                  <a:pos x="T2" y="T3"/>
                </a:cxn>
                <a:cxn ang="0">
                  <a:pos x="T4" y="T5"/>
                </a:cxn>
                <a:cxn ang="0">
                  <a:pos x="T6" y="T7"/>
                </a:cxn>
                <a:cxn ang="0">
                  <a:pos x="T8" y="T9"/>
                </a:cxn>
              </a:cxnLst>
              <a:rect l="0" t="0" r="r" b="b"/>
              <a:pathLst>
                <a:path w="15" h="10">
                  <a:moveTo>
                    <a:pt x="0" y="9"/>
                  </a:moveTo>
                  <a:cubicBezTo>
                    <a:pt x="1" y="10"/>
                    <a:pt x="4" y="9"/>
                    <a:pt x="7" y="8"/>
                  </a:cubicBezTo>
                  <a:cubicBezTo>
                    <a:pt x="11" y="6"/>
                    <a:pt x="15" y="3"/>
                    <a:pt x="15" y="1"/>
                  </a:cubicBezTo>
                  <a:cubicBezTo>
                    <a:pt x="14" y="0"/>
                    <a:pt x="10" y="1"/>
                    <a:pt x="6" y="3"/>
                  </a:cubicBezTo>
                  <a:cubicBezTo>
                    <a:pt x="3" y="5"/>
                    <a:pt x="0" y="7"/>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23" name="Freeform 2327"/>
            <p:cNvSpPr/>
            <p:nvPr/>
          </p:nvSpPr>
          <p:spPr bwMode="auto">
            <a:xfrm>
              <a:off x="9988854" y="8885015"/>
              <a:ext cx="41275" cy="28575"/>
            </a:xfrm>
            <a:custGeom>
              <a:avLst/>
              <a:gdLst>
                <a:gd name="T0" fmla="*/ 6 w 15"/>
                <a:gd name="T1" fmla="*/ 4 h 11"/>
                <a:gd name="T2" fmla="*/ 0 w 15"/>
                <a:gd name="T3" fmla="*/ 9 h 11"/>
                <a:gd name="T4" fmla="*/ 7 w 15"/>
                <a:gd name="T5" fmla="*/ 9 h 11"/>
                <a:gd name="T6" fmla="*/ 15 w 15"/>
                <a:gd name="T7" fmla="*/ 2 h 11"/>
                <a:gd name="T8" fmla="*/ 6 w 15"/>
                <a:gd name="T9" fmla="*/ 4 h 11"/>
              </a:gdLst>
              <a:ahLst/>
              <a:cxnLst>
                <a:cxn ang="0">
                  <a:pos x="T0" y="T1"/>
                </a:cxn>
                <a:cxn ang="0">
                  <a:pos x="T2" y="T3"/>
                </a:cxn>
                <a:cxn ang="0">
                  <a:pos x="T4" y="T5"/>
                </a:cxn>
                <a:cxn ang="0">
                  <a:pos x="T6" y="T7"/>
                </a:cxn>
                <a:cxn ang="0">
                  <a:pos x="T8" y="T9"/>
                </a:cxn>
              </a:cxnLst>
              <a:rect l="0" t="0" r="r" b="b"/>
              <a:pathLst>
                <a:path w="15" h="11">
                  <a:moveTo>
                    <a:pt x="6" y="4"/>
                  </a:moveTo>
                  <a:cubicBezTo>
                    <a:pt x="3" y="5"/>
                    <a:pt x="0" y="8"/>
                    <a:pt x="0" y="9"/>
                  </a:cubicBezTo>
                  <a:cubicBezTo>
                    <a:pt x="1" y="11"/>
                    <a:pt x="4" y="11"/>
                    <a:pt x="7" y="9"/>
                  </a:cubicBezTo>
                  <a:cubicBezTo>
                    <a:pt x="11" y="7"/>
                    <a:pt x="15" y="3"/>
                    <a:pt x="15" y="2"/>
                  </a:cubicBezTo>
                  <a:cubicBezTo>
                    <a:pt x="15" y="0"/>
                    <a:pt x="10" y="1"/>
                    <a:pt x="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24" name="Freeform 2328"/>
            <p:cNvSpPr/>
            <p:nvPr/>
          </p:nvSpPr>
          <p:spPr bwMode="auto">
            <a:xfrm>
              <a:off x="9780891" y="8996140"/>
              <a:ext cx="39688" cy="30163"/>
            </a:xfrm>
            <a:custGeom>
              <a:avLst/>
              <a:gdLst>
                <a:gd name="T0" fmla="*/ 6 w 15"/>
                <a:gd name="T1" fmla="*/ 3 h 11"/>
                <a:gd name="T2" fmla="*/ 0 w 15"/>
                <a:gd name="T3" fmla="*/ 9 h 11"/>
                <a:gd name="T4" fmla="*/ 7 w 15"/>
                <a:gd name="T5" fmla="*/ 9 h 11"/>
                <a:gd name="T6" fmla="*/ 15 w 15"/>
                <a:gd name="T7" fmla="*/ 2 h 11"/>
                <a:gd name="T8" fmla="*/ 6 w 15"/>
                <a:gd name="T9" fmla="*/ 3 h 11"/>
              </a:gdLst>
              <a:ahLst/>
              <a:cxnLst>
                <a:cxn ang="0">
                  <a:pos x="T0" y="T1"/>
                </a:cxn>
                <a:cxn ang="0">
                  <a:pos x="T2" y="T3"/>
                </a:cxn>
                <a:cxn ang="0">
                  <a:pos x="T4" y="T5"/>
                </a:cxn>
                <a:cxn ang="0">
                  <a:pos x="T6" y="T7"/>
                </a:cxn>
                <a:cxn ang="0">
                  <a:pos x="T8" y="T9"/>
                </a:cxn>
              </a:cxnLst>
              <a:rect l="0" t="0" r="r" b="b"/>
              <a:pathLst>
                <a:path w="15" h="11">
                  <a:moveTo>
                    <a:pt x="6" y="3"/>
                  </a:moveTo>
                  <a:cubicBezTo>
                    <a:pt x="3" y="5"/>
                    <a:pt x="0" y="8"/>
                    <a:pt x="0" y="9"/>
                  </a:cubicBezTo>
                  <a:cubicBezTo>
                    <a:pt x="1" y="11"/>
                    <a:pt x="4" y="11"/>
                    <a:pt x="7" y="9"/>
                  </a:cubicBezTo>
                  <a:cubicBezTo>
                    <a:pt x="11" y="7"/>
                    <a:pt x="15" y="3"/>
                    <a:pt x="15" y="2"/>
                  </a:cubicBezTo>
                  <a:cubicBezTo>
                    <a:pt x="15" y="0"/>
                    <a:pt x="10" y="1"/>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25" name="Freeform 2329"/>
            <p:cNvSpPr/>
            <p:nvPr/>
          </p:nvSpPr>
          <p:spPr bwMode="auto">
            <a:xfrm>
              <a:off x="9571341" y="9107265"/>
              <a:ext cx="41275" cy="30163"/>
            </a:xfrm>
            <a:custGeom>
              <a:avLst/>
              <a:gdLst>
                <a:gd name="T0" fmla="*/ 6 w 15"/>
                <a:gd name="T1" fmla="*/ 3 h 11"/>
                <a:gd name="T2" fmla="*/ 1 w 15"/>
                <a:gd name="T3" fmla="*/ 9 h 11"/>
                <a:gd name="T4" fmla="*/ 8 w 15"/>
                <a:gd name="T5" fmla="*/ 9 h 11"/>
                <a:gd name="T6" fmla="*/ 15 w 15"/>
                <a:gd name="T7" fmla="*/ 2 h 11"/>
                <a:gd name="T8" fmla="*/ 6 w 15"/>
                <a:gd name="T9" fmla="*/ 3 h 11"/>
              </a:gdLst>
              <a:ahLst/>
              <a:cxnLst>
                <a:cxn ang="0">
                  <a:pos x="T0" y="T1"/>
                </a:cxn>
                <a:cxn ang="0">
                  <a:pos x="T2" y="T3"/>
                </a:cxn>
                <a:cxn ang="0">
                  <a:pos x="T4" y="T5"/>
                </a:cxn>
                <a:cxn ang="0">
                  <a:pos x="T6" y="T7"/>
                </a:cxn>
                <a:cxn ang="0">
                  <a:pos x="T8" y="T9"/>
                </a:cxn>
              </a:cxnLst>
              <a:rect l="0" t="0" r="r" b="b"/>
              <a:pathLst>
                <a:path w="15" h="11">
                  <a:moveTo>
                    <a:pt x="6" y="3"/>
                  </a:moveTo>
                  <a:cubicBezTo>
                    <a:pt x="3" y="5"/>
                    <a:pt x="0" y="7"/>
                    <a:pt x="1" y="9"/>
                  </a:cubicBezTo>
                  <a:cubicBezTo>
                    <a:pt x="1" y="11"/>
                    <a:pt x="4" y="11"/>
                    <a:pt x="8" y="9"/>
                  </a:cubicBezTo>
                  <a:cubicBezTo>
                    <a:pt x="11" y="7"/>
                    <a:pt x="15" y="3"/>
                    <a:pt x="15" y="2"/>
                  </a:cubicBezTo>
                  <a:cubicBezTo>
                    <a:pt x="15" y="0"/>
                    <a:pt x="11" y="0"/>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26" name="Freeform 2330"/>
            <p:cNvSpPr/>
            <p:nvPr/>
          </p:nvSpPr>
          <p:spPr bwMode="auto">
            <a:xfrm>
              <a:off x="9361791" y="9215215"/>
              <a:ext cx="41275" cy="33338"/>
            </a:xfrm>
            <a:custGeom>
              <a:avLst/>
              <a:gdLst>
                <a:gd name="T0" fmla="*/ 6 w 15"/>
                <a:gd name="T1" fmla="*/ 3 h 12"/>
                <a:gd name="T2" fmla="*/ 1 w 15"/>
                <a:gd name="T3" fmla="*/ 10 h 12"/>
                <a:gd name="T4" fmla="*/ 9 w 15"/>
                <a:gd name="T5" fmla="*/ 9 h 12"/>
                <a:gd name="T6" fmla="*/ 15 w 15"/>
                <a:gd name="T7" fmla="*/ 2 h 12"/>
                <a:gd name="T8" fmla="*/ 6 w 15"/>
                <a:gd name="T9" fmla="*/ 3 h 12"/>
              </a:gdLst>
              <a:ahLst/>
              <a:cxnLst>
                <a:cxn ang="0">
                  <a:pos x="T0" y="T1"/>
                </a:cxn>
                <a:cxn ang="0">
                  <a:pos x="T2" y="T3"/>
                </a:cxn>
                <a:cxn ang="0">
                  <a:pos x="T4" y="T5"/>
                </a:cxn>
                <a:cxn ang="0">
                  <a:pos x="T6" y="T7"/>
                </a:cxn>
                <a:cxn ang="0">
                  <a:pos x="T8" y="T9"/>
                </a:cxn>
              </a:cxnLst>
              <a:rect l="0" t="0" r="r" b="b"/>
              <a:pathLst>
                <a:path w="15" h="12">
                  <a:moveTo>
                    <a:pt x="6" y="3"/>
                  </a:moveTo>
                  <a:cubicBezTo>
                    <a:pt x="3" y="5"/>
                    <a:pt x="0" y="8"/>
                    <a:pt x="1" y="10"/>
                  </a:cubicBezTo>
                  <a:cubicBezTo>
                    <a:pt x="1" y="12"/>
                    <a:pt x="6" y="11"/>
                    <a:pt x="9" y="9"/>
                  </a:cubicBezTo>
                  <a:cubicBezTo>
                    <a:pt x="13" y="7"/>
                    <a:pt x="15" y="4"/>
                    <a:pt x="15" y="2"/>
                  </a:cubicBezTo>
                  <a:cubicBezTo>
                    <a:pt x="15" y="0"/>
                    <a:pt x="10" y="1"/>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27" name="Freeform 2331"/>
            <p:cNvSpPr/>
            <p:nvPr/>
          </p:nvSpPr>
          <p:spPr bwMode="auto">
            <a:xfrm>
              <a:off x="9153829" y="9324753"/>
              <a:ext cx="42863" cy="30163"/>
            </a:xfrm>
            <a:custGeom>
              <a:avLst/>
              <a:gdLst>
                <a:gd name="T0" fmla="*/ 7 w 16"/>
                <a:gd name="T1" fmla="*/ 2 h 11"/>
                <a:gd name="T2" fmla="*/ 1 w 16"/>
                <a:gd name="T3" fmla="*/ 9 h 11"/>
                <a:gd name="T4" fmla="*/ 9 w 16"/>
                <a:gd name="T5" fmla="*/ 9 h 11"/>
                <a:gd name="T6" fmla="*/ 15 w 16"/>
                <a:gd name="T7" fmla="*/ 1 h 11"/>
                <a:gd name="T8" fmla="*/ 7 w 16"/>
                <a:gd name="T9" fmla="*/ 2 h 11"/>
              </a:gdLst>
              <a:ahLst/>
              <a:cxnLst>
                <a:cxn ang="0">
                  <a:pos x="T0" y="T1"/>
                </a:cxn>
                <a:cxn ang="0">
                  <a:pos x="T2" y="T3"/>
                </a:cxn>
                <a:cxn ang="0">
                  <a:pos x="T4" y="T5"/>
                </a:cxn>
                <a:cxn ang="0">
                  <a:pos x="T6" y="T7"/>
                </a:cxn>
                <a:cxn ang="0">
                  <a:pos x="T8" y="T9"/>
                </a:cxn>
              </a:cxnLst>
              <a:rect l="0" t="0" r="r" b="b"/>
              <a:pathLst>
                <a:path w="16" h="11">
                  <a:moveTo>
                    <a:pt x="7" y="2"/>
                  </a:moveTo>
                  <a:cubicBezTo>
                    <a:pt x="3" y="4"/>
                    <a:pt x="0" y="7"/>
                    <a:pt x="1" y="9"/>
                  </a:cubicBezTo>
                  <a:cubicBezTo>
                    <a:pt x="2" y="11"/>
                    <a:pt x="5" y="11"/>
                    <a:pt x="9" y="9"/>
                  </a:cubicBezTo>
                  <a:cubicBezTo>
                    <a:pt x="12" y="7"/>
                    <a:pt x="16" y="3"/>
                    <a:pt x="15" y="1"/>
                  </a:cubicBezTo>
                  <a:cubicBezTo>
                    <a:pt x="14" y="0"/>
                    <a:pt x="10"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28" name="Freeform 2332"/>
            <p:cNvSpPr/>
            <p:nvPr/>
          </p:nvSpPr>
          <p:spPr bwMode="auto">
            <a:xfrm>
              <a:off x="8944279" y="9424765"/>
              <a:ext cx="41275" cy="33338"/>
            </a:xfrm>
            <a:custGeom>
              <a:avLst/>
              <a:gdLst>
                <a:gd name="T0" fmla="*/ 6 w 15"/>
                <a:gd name="T1" fmla="*/ 2 h 12"/>
                <a:gd name="T2" fmla="*/ 1 w 15"/>
                <a:gd name="T3" fmla="*/ 9 h 12"/>
                <a:gd name="T4" fmla="*/ 8 w 15"/>
                <a:gd name="T5" fmla="*/ 10 h 12"/>
                <a:gd name="T6" fmla="*/ 15 w 15"/>
                <a:gd name="T7" fmla="*/ 2 h 12"/>
                <a:gd name="T8" fmla="*/ 6 w 15"/>
                <a:gd name="T9" fmla="*/ 2 h 12"/>
              </a:gdLst>
              <a:ahLst/>
              <a:cxnLst>
                <a:cxn ang="0">
                  <a:pos x="T0" y="T1"/>
                </a:cxn>
                <a:cxn ang="0">
                  <a:pos x="T2" y="T3"/>
                </a:cxn>
                <a:cxn ang="0">
                  <a:pos x="T4" y="T5"/>
                </a:cxn>
                <a:cxn ang="0">
                  <a:pos x="T6" y="T7"/>
                </a:cxn>
                <a:cxn ang="0">
                  <a:pos x="T8" y="T9"/>
                </a:cxn>
              </a:cxnLst>
              <a:rect l="0" t="0" r="r" b="b"/>
              <a:pathLst>
                <a:path w="15" h="12">
                  <a:moveTo>
                    <a:pt x="6" y="2"/>
                  </a:moveTo>
                  <a:cubicBezTo>
                    <a:pt x="3" y="4"/>
                    <a:pt x="0" y="7"/>
                    <a:pt x="1" y="9"/>
                  </a:cubicBezTo>
                  <a:cubicBezTo>
                    <a:pt x="1" y="11"/>
                    <a:pt x="4" y="12"/>
                    <a:pt x="8" y="10"/>
                  </a:cubicBezTo>
                  <a:cubicBezTo>
                    <a:pt x="12" y="9"/>
                    <a:pt x="15" y="4"/>
                    <a:pt x="15" y="2"/>
                  </a:cubicBezTo>
                  <a:cubicBezTo>
                    <a:pt x="15" y="0"/>
                    <a:pt x="10" y="0"/>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29" name="Freeform 2333"/>
            <p:cNvSpPr/>
            <p:nvPr/>
          </p:nvSpPr>
          <p:spPr bwMode="auto">
            <a:xfrm>
              <a:off x="8734729" y="9516840"/>
              <a:ext cx="41275" cy="33338"/>
            </a:xfrm>
            <a:custGeom>
              <a:avLst/>
              <a:gdLst>
                <a:gd name="T0" fmla="*/ 7 w 15"/>
                <a:gd name="T1" fmla="*/ 2 h 12"/>
                <a:gd name="T2" fmla="*/ 0 w 15"/>
                <a:gd name="T3" fmla="*/ 9 h 12"/>
                <a:gd name="T4" fmla="*/ 8 w 15"/>
                <a:gd name="T5" fmla="*/ 11 h 12"/>
                <a:gd name="T6" fmla="*/ 15 w 15"/>
                <a:gd name="T7" fmla="*/ 4 h 12"/>
                <a:gd name="T8" fmla="*/ 7 w 15"/>
                <a:gd name="T9" fmla="*/ 2 h 12"/>
              </a:gdLst>
              <a:ahLst/>
              <a:cxnLst>
                <a:cxn ang="0">
                  <a:pos x="T0" y="T1"/>
                </a:cxn>
                <a:cxn ang="0">
                  <a:pos x="T2" y="T3"/>
                </a:cxn>
                <a:cxn ang="0">
                  <a:pos x="T4" y="T5"/>
                </a:cxn>
                <a:cxn ang="0">
                  <a:pos x="T6" y="T7"/>
                </a:cxn>
                <a:cxn ang="0">
                  <a:pos x="T8" y="T9"/>
                </a:cxn>
              </a:cxnLst>
              <a:rect l="0" t="0" r="r" b="b"/>
              <a:pathLst>
                <a:path w="15" h="12">
                  <a:moveTo>
                    <a:pt x="7" y="2"/>
                  </a:moveTo>
                  <a:cubicBezTo>
                    <a:pt x="3" y="4"/>
                    <a:pt x="0" y="6"/>
                    <a:pt x="0" y="9"/>
                  </a:cubicBezTo>
                  <a:cubicBezTo>
                    <a:pt x="0" y="11"/>
                    <a:pt x="4" y="12"/>
                    <a:pt x="8" y="11"/>
                  </a:cubicBezTo>
                  <a:cubicBezTo>
                    <a:pt x="12" y="9"/>
                    <a:pt x="15" y="6"/>
                    <a:pt x="15" y="4"/>
                  </a:cubicBezTo>
                  <a:cubicBezTo>
                    <a:pt x="15" y="1"/>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30" name="Freeform 2334"/>
            <p:cNvSpPr/>
            <p:nvPr/>
          </p:nvSpPr>
          <p:spPr bwMode="auto">
            <a:xfrm>
              <a:off x="5769279" y="10518553"/>
              <a:ext cx="42863" cy="34925"/>
            </a:xfrm>
            <a:custGeom>
              <a:avLst/>
              <a:gdLst>
                <a:gd name="T0" fmla="*/ 1 w 16"/>
                <a:gd name="T1" fmla="*/ 10 h 13"/>
                <a:gd name="T2" fmla="*/ 8 w 16"/>
                <a:gd name="T3" fmla="*/ 11 h 13"/>
                <a:gd name="T4" fmla="*/ 15 w 16"/>
                <a:gd name="T5" fmla="*/ 3 h 13"/>
                <a:gd name="T6" fmla="*/ 7 w 16"/>
                <a:gd name="T7" fmla="*/ 2 h 13"/>
                <a:gd name="T8" fmla="*/ 1 w 16"/>
                <a:gd name="T9" fmla="*/ 10 h 13"/>
              </a:gdLst>
              <a:ahLst/>
              <a:cxnLst>
                <a:cxn ang="0">
                  <a:pos x="T0" y="T1"/>
                </a:cxn>
                <a:cxn ang="0">
                  <a:pos x="T2" y="T3"/>
                </a:cxn>
                <a:cxn ang="0">
                  <a:pos x="T4" y="T5"/>
                </a:cxn>
                <a:cxn ang="0">
                  <a:pos x="T6" y="T7"/>
                </a:cxn>
                <a:cxn ang="0">
                  <a:pos x="T8" y="T9"/>
                </a:cxn>
              </a:cxnLst>
              <a:rect l="0" t="0" r="r" b="b"/>
              <a:pathLst>
                <a:path w="16" h="13">
                  <a:moveTo>
                    <a:pt x="1" y="10"/>
                  </a:moveTo>
                  <a:cubicBezTo>
                    <a:pt x="1" y="12"/>
                    <a:pt x="5" y="13"/>
                    <a:pt x="8" y="11"/>
                  </a:cubicBezTo>
                  <a:cubicBezTo>
                    <a:pt x="12" y="9"/>
                    <a:pt x="16" y="5"/>
                    <a:pt x="15" y="3"/>
                  </a:cubicBezTo>
                  <a:cubicBezTo>
                    <a:pt x="14" y="1"/>
                    <a:pt x="10" y="0"/>
                    <a:pt x="7" y="2"/>
                  </a:cubicBezTo>
                  <a:cubicBezTo>
                    <a:pt x="3" y="4"/>
                    <a:pt x="0" y="8"/>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31" name="Freeform 2335"/>
            <p:cNvSpPr/>
            <p:nvPr/>
          </p:nvSpPr>
          <p:spPr bwMode="auto">
            <a:xfrm>
              <a:off x="5977241" y="10418540"/>
              <a:ext cx="44450" cy="31750"/>
            </a:xfrm>
            <a:custGeom>
              <a:avLst/>
              <a:gdLst>
                <a:gd name="T0" fmla="*/ 1 w 16"/>
                <a:gd name="T1" fmla="*/ 10 h 12"/>
                <a:gd name="T2" fmla="*/ 9 w 16"/>
                <a:gd name="T3" fmla="*/ 10 h 12"/>
                <a:gd name="T4" fmla="*/ 16 w 16"/>
                <a:gd name="T5" fmla="*/ 2 h 12"/>
                <a:gd name="T6" fmla="*/ 8 w 16"/>
                <a:gd name="T7" fmla="*/ 1 h 12"/>
                <a:gd name="T8" fmla="*/ 1 w 16"/>
                <a:gd name="T9" fmla="*/ 10 h 12"/>
              </a:gdLst>
              <a:ahLst/>
              <a:cxnLst>
                <a:cxn ang="0">
                  <a:pos x="T0" y="T1"/>
                </a:cxn>
                <a:cxn ang="0">
                  <a:pos x="T2" y="T3"/>
                </a:cxn>
                <a:cxn ang="0">
                  <a:pos x="T4" y="T5"/>
                </a:cxn>
                <a:cxn ang="0">
                  <a:pos x="T6" y="T7"/>
                </a:cxn>
                <a:cxn ang="0">
                  <a:pos x="T8" y="T9"/>
                </a:cxn>
              </a:cxnLst>
              <a:rect l="0" t="0" r="r" b="b"/>
              <a:pathLst>
                <a:path w="16" h="12">
                  <a:moveTo>
                    <a:pt x="1" y="10"/>
                  </a:moveTo>
                  <a:cubicBezTo>
                    <a:pt x="2" y="12"/>
                    <a:pt x="6" y="12"/>
                    <a:pt x="9" y="10"/>
                  </a:cubicBezTo>
                  <a:cubicBezTo>
                    <a:pt x="13" y="8"/>
                    <a:pt x="16" y="4"/>
                    <a:pt x="16" y="2"/>
                  </a:cubicBezTo>
                  <a:cubicBezTo>
                    <a:pt x="15" y="0"/>
                    <a:pt x="11" y="0"/>
                    <a:pt x="8" y="1"/>
                  </a:cubicBezTo>
                  <a:cubicBezTo>
                    <a:pt x="3" y="3"/>
                    <a:pt x="0" y="7"/>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32" name="Freeform 2336"/>
            <p:cNvSpPr/>
            <p:nvPr/>
          </p:nvSpPr>
          <p:spPr bwMode="auto">
            <a:xfrm>
              <a:off x="6189966" y="10315353"/>
              <a:ext cx="42863" cy="34925"/>
            </a:xfrm>
            <a:custGeom>
              <a:avLst/>
              <a:gdLst>
                <a:gd name="T0" fmla="*/ 1 w 16"/>
                <a:gd name="T1" fmla="*/ 10 h 13"/>
                <a:gd name="T2" fmla="*/ 9 w 16"/>
                <a:gd name="T3" fmla="*/ 11 h 13"/>
                <a:gd name="T4" fmla="*/ 15 w 16"/>
                <a:gd name="T5" fmla="*/ 3 h 13"/>
                <a:gd name="T6" fmla="*/ 7 w 16"/>
                <a:gd name="T7" fmla="*/ 2 h 13"/>
                <a:gd name="T8" fmla="*/ 1 w 16"/>
                <a:gd name="T9" fmla="*/ 10 h 13"/>
              </a:gdLst>
              <a:ahLst/>
              <a:cxnLst>
                <a:cxn ang="0">
                  <a:pos x="T0" y="T1"/>
                </a:cxn>
                <a:cxn ang="0">
                  <a:pos x="T2" y="T3"/>
                </a:cxn>
                <a:cxn ang="0">
                  <a:pos x="T4" y="T5"/>
                </a:cxn>
                <a:cxn ang="0">
                  <a:pos x="T6" y="T7"/>
                </a:cxn>
                <a:cxn ang="0">
                  <a:pos x="T8" y="T9"/>
                </a:cxn>
              </a:cxnLst>
              <a:rect l="0" t="0" r="r" b="b"/>
              <a:pathLst>
                <a:path w="16" h="13">
                  <a:moveTo>
                    <a:pt x="1" y="10"/>
                  </a:moveTo>
                  <a:cubicBezTo>
                    <a:pt x="2" y="12"/>
                    <a:pt x="6" y="13"/>
                    <a:pt x="9" y="11"/>
                  </a:cubicBezTo>
                  <a:cubicBezTo>
                    <a:pt x="13" y="9"/>
                    <a:pt x="16" y="5"/>
                    <a:pt x="15" y="3"/>
                  </a:cubicBezTo>
                  <a:cubicBezTo>
                    <a:pt x="15" y="1"/>
                    <a:pt x="11" y="0"/>
                    <a:pt x="7" y="2"/>
                  </a:cubicBezTo>
                  <a:cubicBezTo>
                    <a:pt x="3" y="4"/>
                    <a:pt x="0" y="8"/>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33" name="Freeform 2337"/>
            <p:cNvSpPr/>
            <p:nvPr/>
          </p:nvSpPr>
          <p:spPr bwMode="auto">
            <a:xfrm>
              <a:off x="6401104" y="10216928"/>
              <a:ext cx="44450" cy="36513"/>
            </a:xfrm>
            <a:custGeom>
              <a:avLst/>
              <a:gdLst>
                <a:gd name="T0" fmla="*/ 1 w 16"/>
                <a:gd name="T1" fmla="*/ 10 h 13"/>
                <a:gd name="T2" fmla="*/ 9 w 16"/>
                <a:gd name="T3" fmla="*/ 11 h 13"/>
                <a:gd name="T4" fmla="*/ 15 w 16"/>
                <a:gd name="T5" fmla="*/ 3 h 13"/>
                <a:gd name="T6" fmla="*/ 7 w 16"/>
                <a:gd name="T7" fmla="*/ 2 h 13"/>
                <a:gd name="T8" fmla="*/ 1 w 16"/>
                <a:gd name="T9" fmla="*/ 10 h 13"/>
              </a:gdLst>
              <a:ahLst/>
              <a:cxnLst>
                <a:cxn ang="0">
                  <a:pos x="T0" y="T1"/>
                </a:cxn>
                <a:cxn ang="0">
                  <a:pos x="T2" y="T3"/>
                </a:cxn>
                <a:cxn ang="0">
                  <a:pos x="T4" y="T5"/>
                </a:cxn>
                <a:cxn ang="0">
                  <a:pos x="T6" y="T7"/>
                </a:cxn>
                <a:cxn ang="0">
                  <a:pos x="T8" y="T9"/>
                </a:cxn>
              </a:cxnLst>
              <a:rect l="0" t="0" r="r" b="b"/>
              <a:pathLst>
                <a:path w="16" h="13">
                  <a:moveTo>
                    <a:pt x="1" y="10"/>
                  </a:moveTo>
                  <a:cubicBezTo>
                    <a:pt x="2" y="12"/>
                    <a:pt x="6" y="13"/>
                    <a:pt x="9" y="11"/>
                  </a:cubicBezTo>
                  <a:cubicBezTo>
                    <a:pt x="13" y="9"/>
                    <a:pt x="16" y="5"/>
                    <a:pt x="15" y="3"/>
                  </a:cubicBezTo>
                  <a:cubicBezTo>
                    <a:pt x="14" y="1"/>
                    <a:pt x="11" y="0"/>
                    <a:pt x="7" y="2"/>
                  </a:cubicBezTo>
                  <a:cubicBezTo>
                    <a:pt x="3" y="4"/>
                    <a:pt x="0" y="8"/>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34" name="Freeform 2338"/>
            <p:cNvSpPr/>
            <p:nvPr/>
          </p:nvSpPr>
          <p:spPr bwMode="auto">
            <a:xfrm>
              <a:off x="6615416" y="10124853"/>
              <a:ext cx="38100" cy="34925"/>
            </a:xfrm>
            <a:custGeom>
              <a:avLst/>
              <a:gdLst>
                <a:gd name="T0" fmla="*/ 6 w 14"/>
                <a:gd name="T1" fmla="*/ 2 h 13"/>
                <a:gd name="T2" fmla="*/ 0 w 14"/>
                <a:gd name="T3" fmla="*/ 9 h 13"/>
                <a:gd name="T4" fmla="*/ 8 w 14"/>
                <a:gd name="T5" fmla="*/ 11 h 13"/>
                <a:gd name="T6" fmla="*/ 14 w 14"/>
                <a:gd name="T7" fmla="*/ 4 h 13"/>
                <a:gd name="T8" fmla="*/ 6 w 14"/>
                <a:gd name="T9" fmla="*/ 2 h 13"/>
              </a:gdLst>
              <a:ahLst/>
              <a:cxnLst>
                <a:cxn ang="0">
                  <a:pos x="T0" y="T1"/>
                </a:cxn>
                <a:cxn ang="0">
                  <a:pos x="T2" y="T3"/>
                </a:cxn>
                <a:cxn ang="0">
                  <a:pos x="T4" y="T5"/>
                </a:cxn>
                <a:cxn ang="0">
                  <a:pos x="T6" y="T7"/>
                </a:cxn>
                <a:cxn ang="0">
                  <a:pos x="T8" y="T9"/>
                </a:cxn>
              </a:cxnLst>
              <a:rect l="0" t="0" r="r" b="b"/>
              <a:pathLst>
                <a:path w="14" h="13">
                  <a:moveTo>
                    <a:pt x="6" y="2"/>
                  </a:moveTo>
                  <a:cubicBezTo>
                    <a:pt x="2" y="3"/>
                    <a:pt x="0" y="6"/>
                    <a:pt x="0" y="9"/>
                  </a:cubicBezTo>
                  <a:cubicBezTo>
                    <a:pt x="0" y="12"/>
                    <a:pt x="4" y="13"/>
                    <a:pt x="8" y="11"/>
                  </a:cubicBezTo>
                  <a:cubicBezTo>
                    <a:pt x="11" y="10"/>
                    <a:pt x="14" y="6"/>
                    <a:pt x="14" y="4"/>
                  </a:cubicBezTo>
                  <a:cubicBezTo>
                    <a:pt x="14" y="1"/>
                    <a:pt x="10" y="0"/>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35" name="Freeform 2339"/>
            <p:cNvSpPr/>
            <p:nvPr/>
          </p:nvSpPr>
          <p:spPr bwMode="auto">
            <a:xfrm>
              <a:off x="6824966" y="10040715"/>
              <a:ext cx="42863" cy="33338"/>
            </a:xfrm>
            <a:custGeom>
              <a:avLst/>
              <a:gdLst>
                <a:gd name="T0" fmla="*/ 7 w 16"/>
                <a:gd name="T1" fmla="*/ 1 h 12"/>
                <a:gd name="T2" fmla="*/ 1 w 16"/>
                <a:gd name="T3" fmla="*/ 9 h 12"/>
                <a:gd name="T4" fmla="*/ 9 w 16"/>
                <a:gd name="T5" fmla="*/ 11 h 12"/>
                <a:gd name="T6" fmla="*/ 15 w 16"/>
                <a:gd name="T7" fmla="*/ 3 h 12"/>
                <a:gd name="T8" fmla="*/ 7 w 16"/>
                <a:gd name="T9" fmla="*/ 1 h 12"/>
              </a:gdLst>
              <a:ahLst/>
              <a:cxnLst>
                <a:cxn ang="0">
                  <a:pos x="T0" y="T1"/>
                </a:cxn>
                <a:cxn ang="0">
                  <a:pos x="T2" y="T3"/>
                </a:cxn>
                <a:cxn ang="0">
                  <a:pos x="T4" y="T5"/>
                </a:cxn>
                <a:cxn ang="0">
                  <a:pos x="T6" y="T7"/>
                </a:cxn>
                <a:cxn ang="0">
                  <a:pos x="T8" y="T9"/>
                </a:cxn>
              </a:cxnLst>
              <a:rect l="0" t="0" r="r" b="b"/>
              <a:pathLst>
                <a:path w="16" h="12">
                  <a:moveTo>
                    <a:pt x="7" y="1"/>
                  </a:moveTo>
                  <a:cubicBezTo>
                    <a:pt x="3" y="2"/>
                    <a:pt x="0" y="6"/>
                    <a:pt x="1" y="9"/>
                  </a:cubicBezTo>
                  <a:cubicBezTo>
                    <a:pt x="2" y="11"/>
                    <a:pt x="5" y="12"/>
                    <a:pt x="9" y="11"/>
                  </a:cubicBezTo>
                  <a:cubicBezTo>
                    <a:pt x="13" y="9"/>
                    <a:pt x="16" y="5"/>
                    <a:pt x="15" y="3"/>
                  </a:cubicBezTo>
                  <a:cubicBezTo>
                    <a:pt x="15" y="0"/>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36" name="Freeform 2340"/>
            <p:cNvSpPr/>
            <p:nvPr/>
          </p:nvSpPr>
          <p:spPr bwMode="auto">
            <a:xfrm>
              <a:off x="7039279" y="9962928"/>
              <a:ext cx="41275" cy="34925"/>
            </a:xfrm>
            <a:custGeom>
              <a:avLst/>
              <a:gdLst>
                <a:gd name="T0" fmla="*/ 0 w 15"/>
                <a:gd name="T1" fmla="*/ 8 h 13"/>
                <a:gd name="T2" fmla="*/ 8 w 15"/>
                <a:gd name="T3" fmla="*/ 11 h 13"/>
                <a:gd name="T4" fmla="*/ 15 w 15"/>
                <a:gd name="T5" fmla="*/ 4 h 13"/>
                <a:gd name="T6" fmla="*/ 6 w 15"/>
                <a:gd name="T7" fmla="*/ 1 h 13"/>
                <a:gd name="T8" fmla="*/ 0 w 15"/>
                <a:gd name="T9" fmla="*/ 8 h 13"/>
              </a:gdLst>
              <a:ahLst/>
              <a:cxnLst>
                <a:cxn ang="0">
                  <a:pos x="T0" y="T1"/>
                </a:cxn>
                <a:cxn ang="0">
                  <a:pos x="T2" y="T3"/>
                </a:cxn>
                <a:cxn ang="0">
                  <a:pos x="T4" y="T5"/>
                </a:cxn>
                <a:cxn ang="0">
                  <a:pos x="T6" y="T7"/>
                </a:cxn>
                <a:cxn ang="0">
                  <a:pos x="T8" y="T9"/>
                </a:cxn>
              </a:cxnLst>
              <a:rect l="0" t="0" r="r" b="b"/>
              <a:pathLst>
                <a:path w="15" h="13">
                  <a:moveTo>
                    <a:pt x="0" y="8"/>
                  </a:moveTo>
                  <a:cubicBezTo>
                    <a:pt x="0" y="11"/>
                    <a:pt x="4" y="13"/>
                    <a:pt x="8" y="11"/>
                  </a:cubicBezTo>
                  <a:cubicBezTo>
                    <a:pt x="11" y="10"/>
                    <a:pt x="15" y="7"/>
                    <a:pt x="15" y="4"/>
                  </a:cubicBezTo>
                  <a:cubicBezTo>
                    <a:pt x="14" y="1"/>
                    <a:pt x="10" y="0"/>
                    <a:pt x="6" y="1"/>
                  </a:cubicBezTo>
                  <a:cubicBezTo>
                    <a:pt x="2" y="3"/>
                    <a:pt x="0" y="6"/>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37" name="Freeform 2341"/>
            <p:cNvSpPr/>
            <p:nvPr/>
          </p:nvSpPr>
          <p:spPr bwMode="auto">
            <a:xfrm>
              <a:off x="7250416" y="9894665"/>
              <a:ext cx="41275" cy="34925"/>
            </a:xfrm>
            <a:custGeom>
              <a:avLst/>
              <a:gdLst>
                <a:gd name="T0" fmla="*/ 6 w 15"/>
                <a:gd name="T1" fmla="*/ 2 h 13"/>
                <a:gd name="T2" fmla="*/ 0 w 15"/>
                <a:gd name="T3" fmla="*/ 8 h 13"/>
                <a:gd name="T4" fmla="*/ 8 w 15"/>
                <a:gd name="T5" fmla="*/ 11 h 13"/>
                <a:gd name="T6" fmla="*/ 15 w 15"/>
                <a:gd name="T7" fmla="*/ 5 h 13"/>
                <a:gd name="T8" fmla="*/ 6 w 15"/>
                <a:gd name="T9" fmla="*/ 2 h 13"/>
              </a:gdLst>
              <a:ahLst/>
              <a:cxnLst>
                <a:cxn ang="0">
                  <a:pos x="T0" y="T1"/>
                </a:cxn>
                <a:cxn ang="0">
                  <a:pos x="T2" y="T3"/>
                </a:cxn>
                <a:cxn ang="0">
                  <a:pos x="T4" y="T5"/>
                </a:cxn>
                <a:cxn ang="0">
                  <a:pos x="T6" y="T7"/>
                </a:cxn>
                <a:cxn ang="0">
                  <a:pos x="T8" y="T9"/>
                </a:cxn>
              </a:cxnLst>
              <a:rect l="0" t="0" r="r" b="b"/>
              <a:pathLst>
                <a:path w="15" h="13">
                  <a:moveTo>
                    <a:pt x="6" y="2"/>
                  </a:moveTo>
                  <a:cubicBezTo>
                    <a:pt x="3" y="3"/>
                    <a:pt x="0" y="5"/>
                    <a:pt x="0" y="8"/>
                  </a:cubicBezTo>
                  <a:cubicBezTo>
                    <a:pt x="0" y="11"/>
                    <a:pt x="4" y="13"/>
                    <a:pt x="8" y="11"/>
                  </a:cubicBezTo>
                  <a:cubicBezTo>
                    <a:pt x="12" y="10"/>
                    <a:pt x="15" y="7"/>
                    <a:pt x="15" y="5"/>
                  </a:cubicBezTo>
                  <a:cubicBezTo>
                    <a:pt x="15" y="2"/>
                    <a:pt x="11" y="0"/>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38" name="Freeform 2342"/>
            <p:cNvSpPr/>
            <p:nvPr/>
          </p:nvSpPr>
          <p:spPr bwMode="auto">
            <a:xfrm>
              <a:off x="7463141" y="9840690"/>
              <a:ext cx="42863" cy="31750"/>
            </a:xfrm>
            <a:custGeom>
              <a:avLst/>
              <a:gdLst>
                <a:gd name="T0" fmla="*/ 7 w 16"/>
                <a:gd name="T1" fmla="*/ 1 h 12"/>
                <a:gd name="T2" fmla="*/ 1 w 16"/>
                <a:gd name="T3" fmla="*/ 8 h 12"/>
                <a:gd name="T4" fmla="*/ 8 w 16"/>
                <a:gd name="T5" fmla="*/ 11 h 12"/>
                <a:gd name="T6" fmla="*/ 15 w 16"/>
                <a:gd name="T7" fmla="*/ 4 h 12"/>
                <a:gd name="T8" fmla="*/ 7 w 16"/>
                <a:gd name="T9" fmla="*/ 1 h 12"/>
              </a:gdLst>
              <a:ahLst/>
              <a:cxnLst>
                <a:cxn ang="0">
                  <a:pos x="T0" y="T1"/>
                </a:cxn>
                <a:cxn ang="0">
                  <a:pos x="T2" y="T3"/>
                </a:cxn>
                <a:cxn ang="0">
                  <a:pos x="T4" y="T5"/>
                </a:cxn>
                <a:cxn ang="0">
                  <a:pos x="T6" y="T7"/>
                </a:cxn>
                <a:cxn ang="0">
                  <a:pos x="T8" y="T9"/>
                </a:cxn>
              </a:cxnLst>
              <a:rect l="0" t="0" r="r" b="b"/>
              <a:pathLst>
                <a:path w="16" h="12">
                  <a:moveTo>
                    <a:pt x="7" y="1"/>
                  </a:moveTo>
                  <a:cubicBezTo>
                    <a:pt x="3" y="2"/>
                    <a:pt x="0" y="5"/>
                    <a:pt x="1" y="8"/>
                  </a:cubicBezTo>
                  <a:cubicBezTo>
                    <a:pt x="1" y="10"/>
                    <a:pt x="5" y="12"/>
                    <a:pt x="8" y="11"/>
                  </a:cubicBezTo>
                  <a:cubicBezTo>
                    <a:pt x="12" y="10"/>
                    <a:pt x="16" y="7"/>
                    <a:pt x="15" y="4"/>
                  </a:cubicBezTo>
                  <a:cubicBezTo>
                    <a:pt x="14" y="2"/>
                    <a:pt x="10"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39" name="Freeform 2343"/>
            <p:cNvSpPr/>
            <p:nvPr/>
          </p:nvSpPr>
          <p:spPr bwMode="auto">
            <a:xfrm>
              <a:off x="7674279" y="9799415"/>
              <a:ext cx="42863" cy="30163"/>
            </a:xfrm>
            <a:custGeom>
              <a:avLst/>
              <a:gdLst>
                <a:gd name="T0" fmla="*/ 6 w 16"/>
                <a:gd name="T1" fmla="*/ 1 h 11"/>
                <a:gd name="T2" fmla="*/ 1 w 16"/>
                <a:gd name="T3" fmla="*/ 7 h 11"/>
                <a:gd name="T4" fmla="*/ 9 w 16"/>
                <a:gd name="T5" fmla="*/ 11 h 11"/>
                <a:gd name="T6" fmla="*/ 15 w 16"/>
                <a:gd name="T7" fmla="*/ 4 h 11"/>
                <a:gd name="T8" fmla="*/ 6 w 16"/>
                <a:gd name="T9" fmla="*/ 1 h 11"/>
              </a:gdLst>
              <a:ahLst/>
              <a:cxnLst>
                <a:cxn ang="0">
                  <a:pos x="T0" y="T1"/>
                </a:cxn>
                <a:cxn ang="0">
                  <a:pos x="T2" y="T3"/>
                </a:cxn>
                <a:cxn ang="0">
                  <a:pos x="T4" y="T5"/>
                </a:cxn>
                <a:cxn ang="0">
                  <a:pos x="T6" y="T7"/>
                </a:cxn>
                <a:cxn ang="0">
                  <a:pos x="T8" y="T9"/>
                </a:cxn>
              </a:cxnLst>
              <a:rect l="0" t="0" r="r" b="b"/>
              <a:pathLst>
                <a:path w="16" h="11">
                  <a:moveTo>
                    <a:pt x="6" y="1"/>
                  </a:moveTo>
                  <a:cubicBezTo>
                    <a:pt x="2" y="2"/>
                    <a:pt x="0" y="5"/>
                    <a:pt x="1" y="7"/>
                  </a:cubicBezTo>
                  <a:cubicBezTo>
                    <a:pt x="2" y="10"/>
                    <a:pt x="5" y="11"/>
                    <a:pt x="9" y="11"/>
                  </a:cubicBezTo>
                  <a:cubicBezTo>
                    <a:pt x="13" y="10"/>
                    <a:pt x="16" y="7"/>
                    <a:pt x="15" y="4"/>
                  </a:cubicBezTo>
                  <a:cubicBezTo>
                    <a:pt x="15" y="1"/>
                    <a:pt x="10"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40" name="Freeform 2344"/>
            <p:cNvSpPr/>
            <p:nvPr/>
          </p:nvSpPr>
          <p:spPr bwMode="auto">
            <a:xfrm>
              <a:off x="7888591" y="9772428"/>
              <a:ext cx="42863" cy="30163"/>
            </a:xfrm>
            <a:custGeom>
              <a:avLst/>
              <a:gdLst>
                <a:gd name="T0" fmla="*/ 7 w 16"/>
                <a:gd name="T1" fmla="*/ 0 h 11"/>
                <a:gd name="T2" fmla="*/ 1 w 16"/>
                <a:gd name="T3" fmla="*/ 7 h 11"/>
                <a:gd name="T4" fmla="*/ 9 w 16"/>
                <a:gd name="T5" fmla="*/ 10 h 11"/>
                <a:gd name="T6" fmla="*/ 15 w 16"/>
                <a:gd name="T7" fmla="*/ 4 h 11"/>
                <a:gd name="T8" fmla="*/ 7 w 16"/>
                <a:gd name="T9" fmla="*/ 0 h 11"/>
              </a:gdLst>
              <a:ahLst/>
              <a:cxnLst>
                <a:cxn ang="0">
                  <a:pos x="T0" y="T1"/>
                </a:cxn>
                <a:cxn ang="0">
                  <a:pos x="T2" y="T3"/>
                </a:cxn>
                <a:cxn ang="0">
                  <a:pos x="T4" y="T5"/>
                </a:cxn>
                <a:cxn ang="0">
                  <a:pos x="T6" y="T7"/>
                </a:cxn>
                <a:cxn ang="0">
                  <a:pos x="T8" y="T9"/>
                </a:cxn>
              </a:cxnLst>
              <a:rect l="0" t="0" r="r" b="b"/>
              <a:pathLst>
                <a:path w="16" h="11">
                  <a:moveTo>
                    <a:pt x="7" y="0"/>
                  </a:moveTo>
                  <a:cubicBezTo>
                    <a:pt x="3" y="1"/>
                    <a:pt x="0" y="4"/>
                    <a:pt x="1" y="7"/>
                  </a:cubicBezTo>
                  <a:cubicBezTo>
                    <a:pt x="2" y="9"/>
                    <a:pt x="5" y="11"/>
                    <a:pt x="9" y="10"/>
                  </a:cubicBezTo>
                  <a:cubicBezTo>
                    <a:pt x="13" y="10"/>
                    <a:pt x="16" y="6"/>
                    <a:pt x="15" y="4"/>
                  </a:cubicBezTo>
                  <a:cubicBezTo>
                    <a:pt x="14" y="1"/>
                    <a:pt x="11"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41" name="Freeform 2345"/>
            <p:cNvSpPr/>
            <p:nvPr/>
          </p:nvSpPr>
          <p:spPr bwMode="auto">
            <a:xfrm>
              <a:off x="8099729" y="9731153"/>
              <a:ext cx="44450" cy="30163"/>
            </a:xfrm>
            <a:custGeom>
              <a:avLst/>
              <a:gdLst>
                <a:gd name="T0" fmla="*/ 7 w 16"/>
                <a:gd name="T1" fmla="*/ 1 h 11"/>
                <a:gd name="T2" fmla="*/ 1 w 16"/>
                <a:gd name="T3" fmla="*/ 8 h 11"/>
                <a:gd name="T4" fmla="*/ 9 w 16"/>
                <a:gd name="T5" fmla="*/ 11 h 11"/>
                <a:gd name="T6" fmla="*/ 15 w 16"/>
                <a:gd name="T7" fmla="*/ 3 h 11"/>
                <a:gd name="T8" fmla="*/ 7 w 16"/>
                <a:gd name="T9" fmla="*/ 1 h 11"/>
              </a:gdLst>
              <a:ahLst/>
              <a:cxnLst>
                <a:cxn ang="0">
                  <a:pos x="T0" y="T1"/>
                </a:cxn>
                <a:cxn ang="0">
                  <a:pos x="T2" y="T3"/>
                </a:cxn>
                <a:cxn ang="0">
                  <a:pos x="T4" y="T5"/>
                </a:cxn>
                <a:cxn ang="0">
                  <a:pos x="T6" y="T7"/>
                </a:cxn>
                <a:cxn ang="0">
                  <a:pos x="T8" y="T9"/>
                </a:cxn>
              </a:cxnLst>
              <a:rect l="0" t="0" r="r" b="b"/>
              <a:pathLst>
                <a:path w="16" h="11">
                  <a:moveTo>
                    <a:pt x="7" y="1"/>
                  </a:moveTo>
                  <a:cubicBezTo>
                    <a:pt x="3" y="2"/>
                    <a:pt x="0" y="5"/>
                    <a:pt x="1" y="8"/>
                  </a:cubicBezTo>
                  <a:cubicBezTo>
                    <a:pt x="2" y="10"/>
                    <a:pt x="6" y="11"/>
                    <a:pt x="9" y="11"/>
                  </a:cubicBezTo>
                  <a:cubicBezTo>
                    <a:pt x="13" y="10"/>
                    <a:pt x="16" y="6"/>
                    <a:pt x="15" y="3"/>
                  </a:cubicBezTo>
                  <a:cubicBezTo>
                    <a:pt x="15" y="1"/>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42" name="Freeform 2346"/>
            <p:cNvSpPr/>
            <p:nvPr/>
          </p:nvSpPr>
          <p:spPr bwMode="auto">
            <a:xfrm>
              <a:off x="8312454" y="9674003"/>
              <a:ext cx="42863" cy="33338"/>
            </a:xfrm>
            <a:custGeom>
              <a:avLst/>
              <a:gdLst>
                <a:gd name="T0" fmla="*/ 8 w 16"/>
                <a:gd name="T1" fmla="*/ 1 h 12"/>
                <a:gd name="T2" fmla="*/ 1 w 16"/>
                <a:gd name="T3" fmla="*/ 8 h 12"/>
                <a:gd name="T4" fmla="*/ 9 w 16"/>
                <a:gd name="T5" fmla="*/ 11 h 12"/>
                <a:gd name="T6" fmla="*/ 15 w 16"/>
                <a:gd name="T7" fmla="*/ 3 h 12"/>
                <a:gd name="T8" fmla="*/ 8 w 16"/>
                <a:gd name="T9" fmla="*/ 1 h 12"/>
              </a:gdLst>
              <a:ahLst/>
              <a:cxnLst>
                <a:cxn ang="0">
                  <a:pos x="T0" y="T1"/>
                </a:cxn>
                <a:cxn ang="0">
                  <a:pos x="T2" y="T3"/>
                </a:cxn>
                <a:cxn ang="0">
                  <a:pos x="T4" y="T5"/>
                </a:cxn>
                <a:cxn ang="0">
                  <a:pos x="T6" y="T7"/>
                </a:cxn>
                <a:cxn ang="0">
                  <a:pos x="T8" y="T9"/>
                </a:cxn>
              </a:cxnLst>
              <a:rect l="0" t="0" r="r" b="b"/>
              <a:pathLst>
                <a:path w="16" h="12">
                  <a:moveTo>
                    <a:pt x="8" y="1"/>
                  </a:moveTo>
                  <a:cubicBezTo>
                    <a:pt x="3" y="2"/>
                    <a:pt x="0" y="5"/>
                    <a:pt x="1" y="8"/>
                  </a:cubicBezTo>
                  <a:cubicBezTo>
                    <a:pt x="2" y="10"/>
                    <a:pt x="5" y="12"/>
                    <a:pt x="9" y="11"/>
                  </a:cubicBezTo>
                  <a:cubicBezTo>
                    <a:pt x="13" y="9"/>
                    <a:pt x="16" y="6"/>
                    <a:pt x="15" y="3"/>
                  </a:cubicBezTo>
                  <a:cubicBezTo>
                    <a:pt x="15" y="1"/>
                    <a:pt x="11" y="0"/>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43" name="Freeform 2347"/>
            <p:cNvSpPr/>
            <p:nvPr/>
          </p:nvSpPr>
          <p:spPr bwMode="auto">
            <a:xfrm>
              <a:off x="8523591" y="9600978"/>
              <a:ext cx="42863" cy="33338"/>
            </a:xfrm>
            <a:custGeom>
              <a:avLst/>
              <a:gdLst>
                <a:gd name="T0" fmla="*/ 7 w 16"/>
                <a:gd name="T1" fmla="*/ 2 h 12"/>
                <a:gd name="T2" fmla="*/ 1 w 16"/>
                <a:gd name="T3" fmla="*/ 9 h 12"/>
                <a:gd name="T4" fmla="*/ 9 w 16"/>
                <a:gd name="T5" fmla="*/ 11 h 12"/>
                <a:gd name="T6" fmla="*/ 15 w 16"/>
                <a:gd name="T7" fmla="*/ 3 h 12"/>
                <a:gd name="T8" fmla="*/ 7 w 16"/>
                <a:gd name="T9" fmla="*/ 2 h 12"/>
              </a:gdLst>
              <a:ahLst/>
              <a:cxnLst>
                <a:cxn ang="0">
                  <a:pos x="T0" y="T1"/>
                </a:cxn>
                <a:cxn ang="0">
                  <a:pos x="T2" y="T3"/>
                </a:cxn>
                <a:cxn ang="0">
                  <a:pos x="T4" y="T5"/>
                </a:cxn>
                <a:cxn ang="0">
                  <a:pos x="T6" y="T7"/>
                </a:cxn>
                <a:cxn ang="0">
                  <a:pos x="T8" y="T9"/>
                </a:cxn>
              </a:cxnLst>
              <a:rect l="0" t="0" r="r" b="b"/>
              <a:pathLst>
                <a:path w="16" h="12">
                  <a:moveTo>
                    <a:pt x="7" y="2"/>
                  </a:moveTo>
                  <a:cubicBezTo>
                    <a:pt x="3" y="3"/>
                    <a:pt x="0" y="7"/>
                    <a:pt x="1" y="9"/>
                  </a:cubicBezTo>
                  <a:cubicBezTo>
                    <a:pt x="2" y="11"/>
                    <a:pt x="5" y="12"/>
                    <a:pt x="9" y="11"/>
                  </a:cubicBezTo>
                  <a:cubicBezTo>
                    <a:pt x="13" y="9"/>
                    <a:pt x="16" y="5"/>
                    <a:pt x="15" y="3"/>
                  </a:cubicBezTo>
                  <a:cubicBezTo>
                    <a:pt x="14" y="1"/>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44" name="Freeform 2348"/>
            <p:cNvSpPr/>
            <p:nvPr/>
          </p:nvSpPr>
          <p:spPr bwMode="auto">
            <a:xfrm>
              <a:off x="2657779" y="10831290"/>
              <a:ext cx="41275" cy="38100"/>
            </a:xfrm>
            <a:custGeom>
              <a:avLst/>
              <a:gdLst>
                <a:gd name="T0" fmla="*/ 7 w 15"/>
                <a:gd name="T1" fmla="*/ 2 h 14"/>
                <a:gd name="T2" fmla="*/ 0 w 15"/>
                <a:gd name="T3" fmla="*/ 2 h 14"/>
                <a:gd name="T4" fmla="*/ 8 w 15"/>
                <a:gd name="T5" fmla="*/ 11 h 14"/>
                <a:gd name="T6" fmla="*/ 15 w 15"/>
                <a:gd name="T7" fmla="*/ 11 h 14"/>
                <a:gd name="T8" fmla="*/ 7 w 15"/>
                <a:gd name="T9" fmla="*/ 2 h 14"/>
              </a:gdLst>
              <a:ahLst/>
              <a:cxnLst>
                <a:cxn ang="0">
                  <a:pos x="T0" y="T1"/>
                </a:cxn>
                <a:cxn ang="0">
                  <a:pos x="T2" y="T3"/>
                </a:cxn>
                <a:cxn ang="0">
                  <a:pos x="T4" y="T5"/>
                </a:cxn>
                <a:cxn ang="0">
                  <a:pos x="T6" y="T7"/>
                </a:cxn>
                <a:cxn ang="0">
                  <a:pos x="T8" y="T9"/>
                </a:cxn>
              </a:cxnLst>
              <a:rect l="0" t="0" r="r" b="b"/>
              <a:pathLst>
                <a:path w="15" h="14">
                  <a:moveTo>
                    <a:pt x="7" y="2"/>
                  </a:moveTo>
                  <a:cubicBezTo>
                    <a:pt x="3" y="0"/>
                    <a:pt x="0" y="0"/>
                    <a:pt x="0" y="2"/>
                  </a:cubicBezTo>
                  <a:cubicBezTo>
                    <a:pt x="0" y="4"/>
                    <a:pt x="4" y="8"/>
                    <a:pt x="8" y="11"/>
                  </a:cubicBezTo>
                  <a:cubicBezTo>
                    <a:pt x="12" y="14"/>
                    <a:pt x="15" y="14"/>
                    <a:pt x="15" y="11"/>
                  </a:cubicBezTo>
                  <a:cubicBezTo>
                    <a:pt x="15" y="9"/>
                    <a:pt x="11" y="5"/>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45" name="Freeform 2349"/>
            <p:cNvSpPr/>
            <p:nvPr/>
          </p:nvSpPr>
          <p:spPr bwMode="auto">
            <a:xfrm>
              <a:off x="2878441" y="10958290"/>
              <a:ext cx="41275" cy="34925"/>
            </a:xfrm>
            <a:custGeom>
              <a:avLst/>
              <a:gdLst>
                <a:gd name="T0" fmla="*/ 0 w 15"/>
                <a:gd name="T1" fmla="*/ 3 h 13"/>
                <a:gd name="T2" fmla="*/ 8 w 15"/>
                <a:gd name="T3" fmla="*/ 11 h 13"/>
                <a:gd name="T4" fmla="*/ 14 w 15"/>
                <a:gd name="T5" fmla="*/ 11 h 13"/>
                <a:gd name="T6" fmla="*/ 7 w 15"/>
                <a:gd name="T7" fmla="*/ 2 h 13"/>
                <a:gd name="T8" fmla="*/ 0 w 15"/>
                <a:gd name="T9" fmla="*/ 3 h 13"/>
              </a:gdLst>
              <a:ahLst/>
              <a:cxnLst>
                <a:cxn ang="0">
                  <a:pos x="T0" y="T1"/>
                </a:cxn>
                <a:cxn ang="0">
                  <a:pos x="T2" y="T3"/>
                </a:cxn>
                <a:cxn ang="0">
                  <a:pos x="T4" y="T5"/>
                </a:cxn>
                <a:cxn ang="0">
                  <a:pos x="T6" y="T7"/>
                </a:cxn>
                <a:cxn ang="0">
                  <a:pos x="T8" y="T9"/>
                </a:cxn>
              </a:cxnLst>
              <a:rect l="0" t="0" r="r" b="b"/>
              <a:pathLst>
                <a:path w="15" h="13">
                  <a:moveTo>
                    <a:pt x="0" y="3"/>
                  </a:moveTo>
                  <a:cubicBezTo>
                    <a:pt x="0" y="5"/>
                    <a:pt x="4" y="9"/>
                    <a:pt x="8" y="11"/>
                  </a:cubicBezTo>
                  <a:cubicBezTo>
                    <a:pt x="12" y="13"/>
                    <a:pt x="15" y="13"/>
                    <a:pt x="14" y="11"/>
                  </a:cubicBezTo>
                  <a:cubicBezTo>
                    <a:pt x="14" y="9"/>
                    <a:pt x="10" y="5"/>
                    <a:pt x="7" y="2"/>
                  </a:cubicBezTo>
                  <a:cubicBezTo>
                    <a:pt x="3" y="0"/>
                    <a:pt x="0" y="0"/>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46" name="Freeform 2350"/>
            <p:cNvSpPr/>
            <p:nvPr/>
          </p:nvSpPr>
          <p:spPr bwMode="auto">
            <a:xfrm>
              <a:off x="3095929" y="11072590"/>
              <a:ext cx="39688" cy="30163"/>
            </a:xfrm>
            <a:custGeom>
              <a:avLst/>
              <a:gdLst>
                <a:gd name="T0" fmla="*/ 8 w 15"/>
                <a:gd name="T1" fmla="*/ 2 h 11"/>
                <a:gd name="T2" fmla="*/ 0 w 15"/>
                <a:gd name="T3" fmla="*/ 2 h 11"/>
                <a:gd name="T4" fmla="*/ 8 w 15"/>
                <a:gd name="T5" fmla="*/ 9 h 11"/>
                <a:gd name="T6" fmla="*/ 15 w 15"/>
                <a:gd name="T7" fmla="*/ 9 h 11"/>
                <a:gd name="T8" fmla="*/ 8 w 15"/>
                <a:gd name="T9" fmla="*/ 2 h 11"/>
              </a:gdLst>
              <a:ahLst/>
              <a:cxnLst>
                <a:cxn ang="0">
                  <a:pos x="T0" y="T1"/>
                </a:cxn>
                <a:cxn ang="0">
                  <a:pos x="T2" y="T3"/>
                </a:cxn>
                <a:cxn ang="0">
                  <a:pos x="T4" y="T5"/>
                </a:cxn>
                <a:cxn ang="0">
                  <a:pos x="T6" y="T7"/>
                </a:cxn>
                <a:cxn ang="0">
                  <a:pos x="T8" y="T9"/>
                </a:cxn>
              </a:cxnLst>
              <a:rect l="0" t="0" r="r" b="b"/>
              <a:pathLst>
                <a:path w="15" h="11">
                  <a:moveTo>
                    <a:pt x="8" y="2"/>
                  </a:moveTo>
                  <a:cubicBezTo>
                    <a:pt x="4" y="0"/>
                    <a:pt x="0" y="0"/>
                    <a:pt x="0" y="2"/>
                  </a:cubicBezTo>
                  <a:cubicBezTo>
                    <a:pt x="0" y="4"/>
                    <a:pt x="4" y="7"/>
                    <a:pt x="8" y="9"/>
                  </a:cubicBezTo>
                  <a:cubicBezTo>
                    <a:pt x="12" y="11"/>
                    <a:pt x="15" y="11"/>
                    <a:pt x="15" y="9"/>
                  </a:cubicBezTo>
                  <a:cubicBezTo>
                    <a:pt x="15" y="7"/>
                    <a:pt x="12" y="4"/>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47" name="Freeform 2351"/>
            <p:cNvSpPr/>
            <p:nvPr/>
          </p:nvSpPr>
          <p:spPr bwMode="auto">
            <a:xfrm>
              <a:off x="3313416" y="11156728"/>
              <a:ext cx="39688" cy="26988"/>
            </a:xfrm>
            <a:custGeom>
              <a:avLst/>
              <a:gdLst>
                <a:gd name="T0" fmla="*/ 8 w 15"/>
                <a:gd name="T1" fmla="*/ 1 h 10"/>
                <a:gd name="T2" fmla="*/ 0 w 15"/>
                <a:gd name="T3" fmla="*/ 2 h 10"/>
                <a:gd name="T4" fmla="*/ 8 w 15"/>
                <a:gd name="T5" fmla="*/ 8 h 10"/>
                <a:gd name="T6" fmla="*/ 15 w 15"/>
                <a:gd name="T7" fmla="*/ 7 h 10"/>
                <a:gd name="T8" fmla="*/ 8 w 15"/>
                <a:gd name="T9" fmla="*/ 1 h 10"/>
              </a:gdLst>
              <a:ahLst/>
              <a:cxnLst>
                <a:cxn ang="0">
                  <a:pos x="T0" y="T1"/>
                </a:cxn>
                <a:cxn ang="0">
                  <a:pos x="T2" y="T3"/>
                </a:cxn>
                <a:cxn ang="0">
                  <a:pos x="T4" y="T5"/>
                </a:cxn>
                <a:cxn ang="0">
                  <a:pos x="T6" y="T7"/>
                </a:cxn>
                <a:cxn ang="0">
                  <a:pos x="T8" y="T9"/>
                </a:cxn>
              </a:cxnLst>
              <a:rect l="0" t="0" r="r" b="b"/>
              <a:pathLst>
                <a:path w="15" h="10">
                  <a:moveTo>
                    <a:pt x="8" y="1"/>
                  </a:moveTo>
                  <a:cubicBezTo>
                    <a:pt x="4" y="0"/>
                    <a:pt x="0" y="0"/>
                    <a:pt x="0" y="2"/>
                  </a:cubicBezTo>
                  <a:cubicBezTo>
                    <a:pt x="0" y="4"/>
                    <a:pt x="4" y="7"/>
                    <a:pt x="8" y="8"/>
                  </a:cubicBezTo>
                  <a:cubicBezTo>
                    <a:pt x="12" y="10"/>
                    <a:pt x="15" y="9"/>
                    <a:pt x="15" y="7"/>
                  </a:cubicBezTo>
                  <a:cubicBezTo>
                    <a:pt x="15" y="5"/>
                    <a:pt x="12" y="2"/>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48" name="Freeform 2352"/>
            <p:cNvSpPr/>
            <p:nvPr/>
          </p:nvSpPr>
          <p:spPr bwMode="auto">
            <a:xfrm>
              <a:off x="3529316" y="11202765"/>
              <a:ext cx="41275" cy="22225"/>
            </a:xfrm>
            <a:custGeom>
              <a:avLst/>
              <a:gdLst>
                <a:gd name="T0" fmla="*/ 0 w 15"/>
                <a:gd name="T1" fmla="*/ 3 h 8"/>
                <a:gd name="T2" fmla="*/ 8 w 15"/>
                <a:gd name="T3" fmla="*/ 8 h 8"/>
                <a:gd name="T4" fmla="*/ 14 w 15"/>
                <a:gd name="T5" fmla="*/ 5 h 8"/>
                <a:gd name="T6" fmla="*/ 6 w 15"/>
                <a:gd name="T7" fmla="*/ 0 h 8"/>
                <a:gd name="T8" fmla="*/ 0 w 15"/>
                <a:gd name="T9" fmla="*/ 3 h 8"/>
              </a:gdLst>
              <a:ahLst/>
              <a:cxnLst>
                <a:cxn ang="0">
                  <a:pos x="T0" y="T1"/>
                </a:cxn>
                <a:cxn ang="0">
                  <a:pos x="T2" y="T3"/>
                </a:cxn>
                <a:cxn ang="0">
                  <a:pos x="T4" y="T5"/>
                </a:cxn>
                <a:cxn ang="0">
                  <a:pos x="T6" y="T7"/>
                </a:cxn>
                <a:cxn ang="0">
                  <a:pos x="T8" y="T9"/>
                </a:cxn>
              </a:cxnLst>
              <a:rect l="0" t="0" r="r" b="b"/>
              <a:pathLst>
                <a:path w="15" h="8">
                  <a:moveTo>
                    <a:pt x="0" y="3"/>
                  </a:moveTo>
                  <a:cubicBezTo>
                    <a:pt x="1" y="5"/>
                    <a:pt x="4" y="8"/>
                    <a:pt x="8" y="8"/>
                  </a:cubicBezTo>
                  <a:cubicBezTo>
                    <a:pt x="12" y="8"/>
                    <a:pt x="15" y="7"/>
                    <a:pt x="14" y="5"/>
                  </a:cubicBezTo>
                  <a:cubicBezTo>
                    <a:pt x="14" y="2"/>
                    <a:pt x="10" y="0"/>
                    <a:pt x="6" y="0"/>
                  </a:cubicBezTo>
                  <a:cubicBezTo>
                    <a:pt x="3"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49" name="Freeform 2353"/>
            <p:cNvSpPr/>
            <p:nvPr/>
          </p:nvSpPr>
          <p:spPr bwMode="auto">
            <a:xfrm>
              <a:off x="3743629" y="11198003"/>
              <a:ext cx="38100" cy="20638"/>
            </a:xfrm>
            <a:custGeom>
              <a:avLst/>
              <a:gdLst>
                <a:gd name="T0" fmla="*/ 7 w 14"/>
                <a:gd name="T1" fmla="*/ 0 h 8"/>
                <a:gd name="T2" fmla="*/ 0 w 14"/>
                <a:gd name="T3" fmla="*/ 5 h 8"/>
                <a:gd name="T4" fmla="*/ 7 w 14"/>
                <a:gd name="T5" fmla="*/ 8 h 8"/>
                <a:gd name="T6" fmla="*/ 14 w 14"/>
                <a:gd name="T7" fmla="*/ 4 h 8"/>
                <a:gd name="T8" fmla="*/ 7 w 14"/>
                <a:gd name="T9" fmla="*/ 0 h 8"/>
              </a:gdLst>
              <a:ahLst/>
              <a:cxnLst>
                <a:cxn ang="0">
                  <a:pos x="T0" y="T1"/>
                </a:cxn>
                <a:cxn ang="0">
                  <a:pos x="T2" y="T3"/>
                </a:cxn>
                <a:cxn ang="0">
                  <a:pos x="T4" y="T5"/>
                </a:cxn>
                <a:cxn ang="0">
                  <a:pos x="T6" y="T7"/>
                </a:cxn>
                <a:cxn ang="0">
                  <a:pos x="T8" y="T9"/>
                </a:cxn>
              </a:cxnLst>
              <a:rect l="0" t="0" r="r" b="b"/>
              <a:pathLst>
                <a:path w="14" h="8">
                  <a:moveTo>
                    <a:pt x="7" y="0"/>
                  </a:moveTo>
                  <a:cubicBezTo>
                    <a:pt x="3" y="0"/>
                    <a:pt x="0" y="3"/>
                    <a:pt x="0" y="5"/>
                  </a:cubicBezTo>
                  <a:cubicBezTo>
                    <a:pt x="0" y="7"/>
                    <a:pt x="3" y="8"/>
                    <a:pt x="7" y="8"/>
                  </a:cubicBezTo>
                  <a:cubicBezTo>
                    <a:pt x="11" y="8"/>
                    <a:pt x="14" y="6"/>
                    <a:pt x="14" y="4"/>
                  </a:cubicBezTo>
                  <a:cubicBezTo>
                    <a:pt x="14" y="2"/>
                    <a:pt x="11"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50" name="Freeform 2354"/>
            <p:cNvSpPr/>
            <p:nvPr/>
          </p:nvSpPr>
          <p:spPr bwMode="auto">
            <a:xfrm>
              <a:off x="3956354" y="11161490"/>
              <a:ext cx="39688" cy="28575"/>
            </a:xfrm>
            <a:custGeom>
              <a:avLst/>
              <a:gdLst>
                <a:gd name="T0" fmla="*/ 7 w 15"/>
                <a:gd name="T1" fmla="*/ 1 h 10"/>
                <a:gd name="T2" fmla="*/ 1 w 15"/>
                <a:gd name="T3" fmla="*/ 6 h 10"/>
                <a:gd name="T4" fmla="*/ 9 w 15"/>
                <a:gd name="T5" fmla="*/ 9 h 10"/>
                <a:gd name="T6" fmla="*/ 15 w 15"/>
                <a:gd name="T7" fmla="*/ 3 h 10"/>
                <a:gd name="T8" fmla="*/ 7 w 15"/>
                <a:gd name="T9" fmla="*/ 1 h 10"/>
              </a:gdLst>
              <a:ahLst/>
              <a:cxnLst>
                <a:cxn ang="0">
                  <a:pos x="T0" y="T1"/>
                </a:cxn>
                <a:cxn ang="0">
                  <a:pos x="T2" y="T3"/>
                </a:cxn>
                <a:cxn ang="0">
                  <a:pos x="T4" y="T5"/>
                </a:cxn>
                <a:cxn ang="0">
                  <a:pos x="T6" y="T7"/>
                </a:cxn>
                <a:cxn ang="0">
                  <a:pos x="T8" y="T9"/>
                </a:cxn>
              </a:cxnLst>
              <a:rect l="0" t="0" r="r" b="b"/>
              <a:pathLst>
                <a:path w="15" h="10">
                  <a:moveTo>
                    <a:pt x="7" y="1"/>
                  </a:moveTo>
                  <a:cubicBezTo>
                    <a:pt x="3" y="2"/>
                    <a:pt x="0" y="4"/>
                    <a:pt x="1" y="6"/>
                  </a:cubicBezTo>
                  <a:cubicBezTo>
                    <a:pt x="1" y="8"/>
                    <a:pt x="5" y="10"/>
                    <a:pt x="9" y="9"/>
                  </a:cubicBezTo>
                  <a:cubicBezTo>
                    <a:pt x="13" y="8"/>
                    <a:pt x="15" y="6"/>
                    <a:pt x="15" y="3"/>
                  </a:cubicBezTo>
                  <a:cubicBezTo>
                    <a:pt x="14" y="1"/>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51" name="Freeform 2355"/>
            <p:cNvSpPr/>
            <p:nvPr/>
          </p:nvSpPr>
          <p:spPr bwMode="auto">
            <a:xfrm>
              <a:off x="4170666" y="11113865"/>
              <a:ext cx="39688" cy="26988"/>
            </a:xfrm>
            <a:custGeom>
              <a:avLst/>
              <a:gdLst>
                <a:gd name="T0" fmla="*/ 0 w 15"/>
                <a:gd name="T1" fmla="*/ 7 h 10"/>
                <a:gd name="T2" fmla="*/ 8 w 15"/>
                <a:gd name="T3" fmla="*/ 9 h 10"/>
                <a:gd name="T4" fmla="*/ 14 w 15"/>
                <a:gd name="T5" fmla="*/ 3 h 10"/>
                <a:gd name="T6" fmla="*/ 7 w 15"/>
                <a:gd name="T7" fmla="*/ 1 h 10"/>
                <a:gd name="T8" fmla="*/ 0 w 15"/>
                <a:gd name="T9" fmla="*/ 7 h 10"/>
              </a:gdLst>
              <a:ahLst/>
              <a:cxnLst>
                <a:cxn ang="0">
                  <a:pos x="T0" y="T1"/>
                </a:cxn>
                <a:cxn ang="0">
                  <a:pos x="T2" y="T3"/>
                </a:cxn>
                <a:cxn ang="0">
                  <a:pos x="T4" y="T5"/>
                </a:cxn>
                <a:cxn ang="0">
                  <a:pos x="T6" y="T7"/>
                </a:cxn>
                <a:cxn ang="0">
                  <a:pos x="T8" y="T9"/>
                </a:cxn>
              </a:cxnLst>
              <a:rect l="0" t="0" r="r" b="b"/>
              <a:pathLst>
                <a:path w="15" h="10">
                  <a:moveTo>
                    <a:pt x="0" y="7"/>
                  </a:moveTo>
                  <a:cubicBezTo>
                    <a:pt x="0" y="9"/>
                    <a:pt x="4" y="10"/>
                    <a:pt x="8" y="9"/>
                  </a:cubicBezTo>
                  <a:cubicBezTo>
                    <a:pt x="12" y="8"/>
                    <a:pt x="15" y="6"/>
                    <a:pt x="14" y="3"/>
                  </a:cubicBezTo>
                  <a:cubicBezTo>
                    <a:pt x="14" y="1"/>
                    <a:pt x="11" y="0"/>
                    <a:pt x="7" y="1"/>
                  </a:cubicBezTo>
                  <a:cubicBezTo>
                    <a:pt x="3" y="2"/>
                    <a:pt x="0" y="4"/>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52" name="Freeform 2356"/>
            <p:cNvSpPr/>
            <p:nvPr/>
          </p:nvSpPr>
          <p:spPr bwMode="auto">
            <a:xfrm>
              <a:off x="4381804" y="11050365"/>
              <a:ext cx="41275" cy="30163"/>
            </a:xfrm>
            <a:custGeom>
              <a:avLst/>
              <a:gdLst>
                <a:gd name="T0" fmla="*/ 7 w 15"/>
                <a:gd name="T1" fmla="*/ 1 h 11"/>
                <a:gd name="T2" fmla="*/ 0 w 15"/>
                <a:gd name="T3" fmla="*/ 7 h 11"/>
                <a:gd name="T4" fmla="*/ 8 w 15"/>
                <a:gd name="T5" fmla="*/ 10 h 11"/>
                <a:gd name="T6" fmla="*/ 15 w 15"/>
                <a:gd name="T7" fmla="*/ 3 h 11"/>
                <a:gd name="T8" fmla="*/ 7 w 15"/>
                <a:gd name="T9" fmla="*/ 1 h 11"/>
              </a:gdLst>
              <a:ahLst/>
              <a:cxnLst>
                <a:cxn ang="0">
                  <a:pos x="T0" y="T1"/>
                </a:cxn>
                <a:cxn ang="0">
                  <a:pos x="T2" y="T3"/>
                </a:cxn>
                <a:cxn ang="0">
                  <a:pos x="T4" y="T5"/>
                </a:cxn>
                <a:cxn ang="0">
                  <a:pos x="T6" y="T7"/>
                </a:cxn>
                <a:cxn ang="0">
                  <a:pos x="T8" y="T9"/>
                </a:cxn>
              </a:cxnLst>
              <a:rect l="0" t="0" r="r" b="b"/>
              <a:pathLst>
                <a:path w="15" h="11">
                  <a:moveTo>
                    <a:pt x="7" y="1"/>
                  </a:moveTo>
                  <a:cubicBezTo>
                    <a:pt x="3" y="2"/>
                    <a:pt x="0" y="5"/>
                    <a:pt x="0" y="7"/>
                  </a:cubicBezTo>
                  <a:cubicBezTo>
                    <a:pt x="1" y="10"/>
                    <a:pt x="4" y="11"/>
                    <a:pt x="8" y="10"/>
                  </a:cubicBezTo>
                  <a:cubicBezTo>
                    <a:pt x="12" y="8"/>
                    <a:pt x="15" y="6"/>
                    <a:pt x="15" y="3"/>
                  </a:cubicBezTo>
                  <a:cubicBezTo>
                    <a:pt x="14" y="1"/>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53" name="Freeform 2357"/>
            <p:cNvSpPr/>
            <p:nvPr/>
          </p:nvSpPr>
          <p:spPr bwMode="auto">
            <a:xfrm>
              <a:off x="4594529" y="10977340"/>
              <a:ext cx="39688" cy="30163"/>
            </a:xfrm>
            <a:custGeom>
              <a:avLst/>
              <a:gdLst>
                <a:gd name="T0" fmla="*/ 6 w 15"/>
                <a:gd name="T1" fmla="*/ 2 h 11"/>
                <a:gd name="T2" fmla="*/ 1 w 15"/>
                <a:gd name="T3" fmla="*/ 9 h 11"/>
                <a:gd name="T4" fmla="*/ 9 w 15"/>
                <a:gd name="T5" fmla="*/ 10 h 11"/>
                <a:gd name="T6" fmla="*/ 15 w 15"/>
                <a:gd name="T7" fmla="*/ 3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2" y="3"/>
                    <a:pt x="0" y="7"/>
                    <a:pt x="1" y="9"/>
                  </a:cubicBezTo>
                  <a:cubicBezTo>
                    <a:pt x="2" y="11"/>
                    <a:pt x="5" y="11"/>
                    <a:pt x="9" y="10"/>
                  </a:cubicBezTo>
                  <a:cubicBezTo>
                    <a:pt x="13" y="8"/>
                    <a:pt x="15" y="5"/>
                    <a:pt x="15" y="3"/>
                  </a:cubicBezTo>
                  <a:cubicBezTo>
                    <a:pt x="14" y="0"/>
                    <a:pt x="10" y="0"/>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54" name="Freeform 2358"/>
            <p:cNvSpPr/>
            <p:nvPr/>
          </p:nvSpPr>
          <p:spPr bwMode="auto">
            <a:xfrm>
              <a:off x="4805666" y="10893203"/>
              <a:ext cx="41275" cy="33338"/>
            </a:xfrm>
            <a:custGeom>
              <a:avLst/>
              <a:gdLst>
                <a:gd name="T0" fmla="*/ 7 w 15"/>
                <a:gd name="T1" fmla="*/ 2 h 12"/>
                <a:gd name="T2" fmla="*/ 1 w 15"/>
                <a:gd name="T3" fmla="*/ 9 h 12"/>
                <a:gd name="T4" fmla="*/ 8 w 15"/>
                <a:gd name="T5" fmla="*/ 11 h 12"/>
                <a:gd name="T6" fmla="*/ 15 w 15"/>
                <a:gd name="T7" fmla="*/ 4 h 12"/>
                <a:gd name="T8" fmla="*/ 7 w 15"/>
                <a:gd name="T9" fmla="*/ 2 h 12"/>
              </a:gdLst>
              <a:ahLst/>
              <a:cxnLst>
                <a:cxn ang="0">
                  <a:pos x="T0" y="T1"/>
                </a:cxn>
                <a:cxn ang="0">
                  <a:pos x="T2" y="T3"/>
                </a:cxn>
                <a:cxn ang="0">
                  <a:pos x="T4" y="T5"/>
                </a:cxn>
                <a:cxn ang="0">
                  <a:pos x="T6" y="T7"/>
                </a:cxn>
                <a:cxn ang="0">
                  <a:pos x="T8" y="T9"/>
                </a:cxn>
              </a:cxnLst>
              <a:rect l="0" t="0" r="r" b="b"/>
              <a:pathLst>
                <a:path w="15" h="12">
                  <a:moveTo>
                    <a:pt x="7" y="2"/>
                  </a:moveTo>
                  <a:cubicBezTo>
                    <a:pt x="4" y="3"/>
                    <a:pt x="0" y="7"/>
                    <a:pt x="1" y="9"/>
                  </a:cubicBezTo>
                  <a:cubicBezTo>
                    <a:pt x="1" y="11"/>
                    <a:pt x="4" y="12"/>
                    <a:pt x="8" y="11"/>
                  </a:cubicBezTo>
                  <a:cubicBezTo>
                    <a:pt x="12" y="9"/>
                    <a:pt x="15" y="6"/>
                    <a:pt x="15" y="4"/>
                  </a:cubicBezTo>
                  <a:cubicBezTo>
                    <a:pt x="15" y="1"/>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55" name="Freeform 2359"/>
            <p:cNvSpPr/>
            <p:nvPr/>
          </p:nvSpPr>
          <p:spPr bwMode="auto">
            <a:xfrm>
              <a:off x="5016804" y="10804303"/>
              <a:ext cx="41275" cy="31750"/>
            </a:xfrm>
            <a:custGeom>
              <a:avLst/>
              <a:gdLst>
                <a:gd name="T0" fmla="*/ 1 w 15"/>
                <a:gd name="T1" fmla="*/ 9 h 12"/>
                <a:gd name="T2" fmla="*/ 8 w 15"/>
                <a:gd name="T3" fmla="*/ 11 h 12"/>
                <a:gd name="T4" fmla="*/ 15 w 15"/>
                <a:gd name="T5" fmla="*/ 3 h 12"/>
                <a:gd name="T6" fmla="*/ 7 w 15"/>
                <a:gd name="T7" fmla="*/ 2 h 12"/>
                <a:gd name="T8" fmla="*/ 1 w 15"/>
                <a:gd name="T9" fmla="*/ 9 h 12"/>
              </a:gdLst>
              <a:ahLst/>
              <a:cxnLst>
                <a:cxn ang="0">
                  <a:pos x="T0" y="T1"/>
                </a:cxn>
                <a:cxn ang="0">
                  <a:pos x="T2" y="T3"/>
                </a:cxn>
                <a:cxn ang="0">
                  <a:pos x="T4" y="T5"/>
                </a:cxn>
                <a:cxn ang="0">
                  <a:pos x="T6" y="T7"/>
                </a:cxn>
                <a:cxn ang="0">
                  <a:pos x="T8" y="T9"/>
                </a:cxn>
              </a:cxnLst>
              <a:rect l="0" t="0" r="r" b="b"/>
              <a:pathLst>
                <a:path w="15" h="12">
                  <a:moveTo>
                    <a:pt x="1" y="9"/>
                  </a:moveTo>
                  <a:cubicBezTo>
                    <a:pt x="1" y="12"/>
                    <a:pt x="5" y="12"/>
                    <a:pt x="8" y="11"/>
                  </a:cubicBezTo>
                  <a:cubicBezTo>
                    <a:pt x="12" y="9"/>
                    <a:pt x="15" y="6"/>
                    <a:pt x="15" y="3"/>
                  </a:cubicBezTo>
                  <a:cubicBezTo>
                    <a:pt x="14" y="1"/>
                    <a:pt x="11" y="0"/>
                    <a:pt x="7" y="2"/>
                  </a:cubicBezTo>
                  <a:cubicBezTo>
                    <a:pt x="3" y="3"/>
                    <a:pt x="0" y="7"/>
                    <a:pt x="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56" name="Freeform 2360"/>
            <p:cNvSpPr/>
            <p:nvPr/>
          </p:nvSpPr>
          <p:spPr bwMode="auto">
            <a:xfrm>
              <a:off x="5229529" y="10705878"/>
              <a:ext cx="39688" cy="34925"/>
            </a:xfrm>
            <a:custGeom>
              <a:avLst/>
              <a:gdLst>
                <a:gd name="T0" fmla="*/ 1 w 15"/>
                <a:gd name="T1" fmla="*/ 10 h 13"/>
                <a:gd name="T2" fmla="*/ 9 w 15"/>
                <a:gd name="T3" fmla="*/ 11 h 13"/>
                <a:gd name="T4" fmla="*/ 14 w 15"/>
                <a:gd name="T5" fmla="*/ 3 h 13"/>
                <a:gd name="T6" fmla="*/ 6 w 15"/>
                <a:gd name="T7" fmla="*/ 2 h 13"/>
                <a:gd name="T8" fmla="*/ 1 w 15"/>
                <a:gd name="T9" fmla="*/ 10 h 13"/>
              </a:gdLst>
              <a:ahLst/>
              <a:cxnLst>
                <a:cxn ang="0">
                  <a:pos x="T0" y="T1"/>
                </a:cxn>
                <a:cxn ang="0">
                  <a:pos x="T2" y="T3"/>
                </a:cxn>
                <a:cxn ang="0">
                  <a:pos x="T4" y="T5"/>
                </a:cxn>
                <a:cxn ang="0">
                  <a:pos x="T6" y="T7"/>
                </a:cxn>
                <a:cxn ang="0">
                  <a:pos x="T8" y="T9"/>
                </a:cxn>
              </a:cxnLst>
              <a:rect l="0" t="0" r="r" b="b"/>
              <a:pathLst>
                <a:path w="15" h="13">
                  <a:moveTo>
                    <a:pt x="1" y="10"/>
                  </a:moveTo>
                  <a:cubicBezTo>
                    <a:pt x="1" y="13"/>
                    <a:pt x="5" y="13"/>
                    <a:pt x="9" y="11"/>
                  </a:cubicBezTo>
                  <a:cubicBezTo>
                    <a:pt x="12" y="9"/>
                    <a:pt x="15" y="6"/>
                    <a:pt x="14" y="3"/>
                  </a:cubicBezTo>
                  <a:cubicBezTo>
                    <a:pt x="14" y="1"/>
                    <a:pt x="10" y="0"/>
                    <a:pt x="6" y="2"/>
                  </a:cubicBezTo>
                  <a:cubicBezTo>
                    <a:pt x="3" y="4"/>
                    <a:pt x="0" y="8"/>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57" name="Freeform 2361"/>
            <p:cNvSpPr/>
            <p:nvPr/>
          </p:nvSpPr>
          <p:spPr bwMode="auto">
            <a:xfrm>
              <a:off x="5440666" y="10605865"/>
              <a:ext cx="41275" cy="34925"/>
            </a:xfrm>
            <a:custGeom>
              <a:avLst/>
              <a:gdLst>
                <a:gd name="T0" fmla="*/ 0 w 15"/>
                <a:gd name="T1" fmla="*/ 10 h 13"/>
                <a:gd name="T2" fmla="*/ 8 w 15"/>
                <a:gd name="T3" fmla="*/ 11 h 13"/>
                <a:gd name="T4" fmla="*/ 14 w 15"/>
                <a:gd name="T5" fmla="*/ 3 h 13"/>
                <a:gd name="T6" fmla="*/ 6 w 15"/>
                <a:gd name="T7" fmla="*/ 2 h 13"/>
                <a:gd name="T8" fmla="*/ 0 w 15"/>
                <a:gd name="T9" fmla="*/ 10 h 13"/>
              </a:gdLst>
              <a:ahLst/>
              <a:cxnLst>
                <a:cxn ang="0">
                  <a:pos x="T0" y="T1"/>
                </a:cxn>
                <a:cxn ang="0">
                  <a:pos x="T2" y="T3"/>
                </a:cxn>
                <a:cxn ang="0">
                  <a:pos x="T4" y="T5"/>
                </a:cxn>
                <a:cxn ang="0">
                  <a:pos x="T6" y="T7"/>
                </a:cxn>
                <a:cxn ang="0">
                  <a:pos x="T8" y="T9"/>
                </a:cxn>
              </a:cxnLst>
              <a:rect l="0" t="0" r="r" b="b"/>
              <a:pathLst>
                <a:path w="15" h="13">
                  <a:moveTo>
                    <a:pt x="0" y="10"/>
                  </a:moveTo>
                  <a:cubicBezTo>
                    <a:pt x="1" y="13"/>
                    <a:pt x="5" y="13"/>
                    <a:pt x="8" y="11"/>
                  </a:cubicBezTo>
                  <a:cubicBezTo>
                    <a:pt x="12" y="9"/>
                    <a:pt x="15" y="6"/>
                    <a:pt x="14" y="3"/>
                  </a:cubicBezTo>
                  <a:cubicBezTo>
                    <a:pt x="14" y="1"/>
                    <a:pt x="10" y="0"/>
                    <a:pt x="6" y="2"/>
                  </a:cubicBezTo>
                  <a:cubicBezTo>
                    <a:pt x="3" y="4"/>
                    <a:pt x="0" y="8"/>
                    <a:pt x="0"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58" name="Freeform 2362"/>
            <p:cNvSpPr/>
            <p:nvPr/>
          </p:nvSpPr>
          <p:spPr bwMode="auto">
            <a:xfrm>
              <a:off x="2438704" y="10694765"/>
              <a:ext cx="41275" cy="38100"/>
            </a:xfrm>
            <a:custGeom>
              <a:avLst/>
              <a:gdLst>
                <a:gd name="T0" fmla="*/ 8 w 15"/>
                <a:gd name="T1" fmla="*/ 2 h 14"/>
                <a:gd name="T2" fmla="*/ 1 w 15"/>
                <a:gd name="T3" fmla="*/ 2 h 14"/>
                <a:gd name="T4" fmla="*/ 8 w 15"/>
                <a:gd name="T5" fmla="*/ 12 h 14"/>
                <a:gd name="T6" fmla="*/ 15 w 15"/>
                <a:gd name="T7" fmla="*/ 12 h 14"/>
                <a:gd name="T8" fmla="*/ 8 w 15"/>
                <a:gd name="T9" fmla="*/ 2 h 14"/>
              </a:gdLst>
              <a:ahLst/>
              <a:cxnLst>
                <a:cxn ang="0">
                  <a:pos x="T0" y="T1"/>
                </a:cxn>
                <a:cxn ang="0">
                  <a:pos x="T2" y="T3"/>
                </a:cxn>
                <a:cxn ang="0">
                  <a:pos x="T4" y="T5"/>
                </a:cxn>
                <a:cxn ang="0">
                  <a:pos x="T6" y="T7"/>
                </a:cxn>
                <a:cxn ang="0">
                  <a:pos x="T8" y="T9"/>
                </a:cxn>
              </a:cxnLst>
              <a:rect l="0" t="0" r="r" b="b"/>
              <a:pathLst>
                <a:path w="15" h="14">
                  <a:moveTo>
                    <a:pt x="8" y="2"/>
                  </a:moveTo>
                  <a:cubicBezTo>
                    <a:pt x="4" y="0"/>
                    <a:pt x="0" y="0"/>
                    <a:pt x="1" y="2"/>
                  </a:cubicBezTo>
                  <a:cubicBezTo>
                    <a:pt x="1" y="5"/>
                    <a:pt x="5" y="9"/>
                    <a:pt x="8" y="12"/>
                  </a:cubicBezTo>
                  <a:cubicBezTo>
                    <a:pt x="13" y="14"/>
                    <a:pt x="15" y="14"/>
                    <a:pt x="15" y="12"/>
                  </a:cubicBezTo>
                  <a:cubicBezTo>
                    <a:pt x="15" y="9"/>
                    <a:pt x="11" y="5"/>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59" name="Freeform 2363"/>
            <p:cNvSpPr/>
            <p:nvPr/>
          </p:nvSpPr>
          <p:spPr bwMode="auto">
            <a:xfrm>
              <a:off x="2221216" y="10563003"/>
              <a:ext cx="41275" cy="39688"/>
            </a:xfrm>
            <a:custGeom>
              <a:avLst/>
              <a:gdLst>
                <a:gd name="T0" fmla="*/ 6 w 15"/>
                <a:gd name="T1" fmla="*/ 2 h 15"/>
                <a:gd name="T2" fmla="*/ 0 w 15"/>
                <a:gd name="T3" fmla="*/ 4 h 15"/>
                <a:gd name="T4" fmla="*/ 9 w 15"/>
                <a:gd name="T5" fmla="*/ 13 h 15"/>
                <a:gd name="T6" fmla="*/ 15 w 15"/>
                <a:gd name="T7" fmla="*/ 11 h 15"/>
                <a:gd name="T8" fmla="*/ 6 w 15"/>
                <a:gd name="T9" fmla="*/ 2 h 15"/>
              </a:gdLst>
              <a:ahLst/>
              <a:cxnLst>
                <a:cxn ang="0">
                  <a:pos x="T0" y="T1"/>
                </a:cxn>
                <a:cxn ang="0">
                  <a:pos x="T2" y="T3"/>
                </a:cxn>
                <a:cxn ang="0">
                  <a:pos x="T4" y="T5"/>
                </a:cxn>
                <a:cxn ang="0">
                  <a:pos x="T6" y="T7"/>
                </a:cxn>
                <a:cxn ang="0">
                  <a:pos x="T8" y="T9"/>
                </a:cxn>
              </a:cxnLst>
              <a:rect l="0" t="0" r="r" b="b"/>
              <a:pathLst>
                <a:path w="15" h="15">
                  <a:moveTo>
                    <a:pt x="6" y="2"/>
                  </a:moveTo>
                  <a:cubicBezTo>
                    <a:pt x="2" y="0"/>
                    <a:pt x="0" y="1"/>
                    <a:pt x="0" y="4"/>
                  </a:cubicBezTo>
                  <a:cubicBezTo>
                    <a:pt x="1" y="7"/>
                    <a:pt x="5" y="11"/>
                    <a:pt x="9" y="13"/>
                  </a:cubicBezTo>
                  <a:cubicBezTo>
                    <a:pt x="13" y="15"/>
                    <a:pt x="15" y="15"/>
                    <a:pt x="15" y="11"/>
                  </a:cubicBezTo>
                  <a:cubicBezTo>
                    <a:pt x="14" y="9"/>
                    <a:pt x="10" y="4"/>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60" name="Freeform 2364"/>
            <p:cNvSpPr/>
            <p:nvPr/>
          </p:nvSpPr>
          <p:spPr bwMode="auto">
            <a:xfrm>
              <a:off x="2003729" y="10445528"/>
              <a:ext cx="41275" cy="38100"/>
            </a:xfrm>
            <a:custGeom>
              <a:avLst/>
              <a:gdLst>
                <a:gd name="T0" fmla="*/ 7 w 15"/>
                <a:gd name="T1" fmla="*/ 2 h 14"/>
                <a:gd name="T2" fmla="*/ 0 w 15"/>
                <a:gd name="T3" fmla="*/ 3 h 14"/>
                <a:gd name="T4" fmla="*/ 7 w 15"/>
                <a:gd name="T5" fmla="*/ 12 h 14"/>
                <a:gd name="T6" fmla="*/ 14 w 15"/>
                <a:gd name="T7" fmla="*/ 11 h 14"/>
                <a:gd name="T8" fmla="*/ 7 w 15"/>
                <a:gd name="T9" fmla="*/ 2 h 14"/>
              </a:gdLst>
              <a:ahLst/>
              <a:cxnLst>
                <a:cxn ang="0">
                  <a:pos x="T0" y="T1"/>
                </a:cxn>
                <a:cxn ang="0">
                  <a:pos x="T2" y="T3"/>
                </a:cxn>
                <a:cxn ang="0">
                  <a:pos x="T4" y="T5"/>
                </a:cxn>
                <a:cxn ang="0">
                  <a:pos x="T6" y="T7"/>
                </a:cxn>
                <a:cxn ang="0">
                  <a:pos x="T8" y="T9"/>
                </a:cxn>
              </a:cxnLst>
              <a:rect l="0" t="0" r="r" b="b"/>
              <a:pathLst>
                <a:path w="15" h="14">
                  <a:moveTo>
                    <a:pt x="7" y="2"/>
                  </a:moveTo>
                  <a:cubicBezTo>
                    <a:pt x="3" y="0"/>
                    <a:pt x="0" y="0"/>
                    <a:pt x="0" y="3"/>
                  </a:cubicBezTo>
                  <a:cubicBezTo>
                    <a:pt x="0" y="5"/>
                    <a:pt x="3" y="10"/>
                    <a:pt x="7" y="12"/>
                  </a:cubicBezTo>
                  <a:cubicBezTo>
                    <a:pt x="11" y="14"/>
                    <a:pt x="15" y="14"/>
                    <a:pt x="14" y="11"/>
                  </a:cubicBezTo>
                  <a:cubicBezTo>
                    <a:pt x="14" y="8"/>
                    <a:pt x="11" y="4"/>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61" name="Freeform 2365"/>
            <p:cNvSpPr/>
            <p:nvPr/>
          </p:nvSpPr>
          <p:spPr bwMode="auto">
            <a:xfrm>
              <a:off x="1787829" y="10347103"/>
              <a:ext cx="39688" cy="38100"/>
            </a:xfrm>
            <a:custGeom>
              <a:avLst/>
              <a:gdLst>
                <a:gd name="T0" fmla="*/ 7 w 15"/>
                <a:gd name="T1" fmla="*/ 2 h 14"/>
                <a:gd name="T2" fmla="*/ 0 w 15"/>
                <a:gd name="T3" fmla="*/ 4 h 14"/>
                <a:gd name="T4" fmla="*/ 7 w 15"/>
                <a:gd name="T5" fmla="*/ 12 h 14"/>
                <a:gd name="T6" fmla="*/ 15 w 15"/>
                <a:gd name="T7" fmla="*/ 10 h 14"/>
                <a:gd name="T8" fmla="*/ 7 w 15"/>
                <a:gd name="T9" fmla="*/ 2 h 14"/>
              </a:gdLst>
              <a:ahLst/>
              <a:cxnLst>
                <a:cxn ang="0">
                  <a:pos x="T0" y="T1"/>
                </a:cxn>
                <a:cxn ang="0">
                  <a:pos x="T2" y="T3"/>
                </a:cxn>
                <a:cxn ang="0">
                  <a:pos x="T4" y="T5"/>
                </a:cxn>
                <a:cxn ang="0">
                  <a:pos x="T6" y="T7"/>
                </a:cxn>
                <a:cxn ang="0">
                  <a:pos x="T8" y="T9"/>
                </a:cxn>
              </a:cxnLst>
              <a:rect l="0" t="0" r="r" b="b"/>
              <a:pathLst>
                <a:path w="15" h="14">
                  <a:moveTo>
                    <a:pt x="7" y="2"/>
                  </a:moveTo>
                  <a:cubicBezTo>
                    <a:pt x="3" y="0"/>
                    <a:pt x="0" y="1"/>
                    <a:pt x="0" y="4"/>
                  </a:cubicBezTo>
                  <a:cubicBezTo>
                    <a:pt x="0" y="7"/>
                    <a:pt x="4" y="11"/>
                    <a:pt x="7" y="12"/>
                  </a:cubicBezTo>
                  <a:cubicBezTo>
                    <a:pt x="12" y="14"/>
                    <a:pt x="15" y="13"/>
                    <a:pt x="15" y="10"/>
                  </a:cubicBezTo>
                  <a:cubicBezTo>
                    <a:pt x="15" y="8"/>
                    <a:pt x="11" y="4"/>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62" name="Freeform 2366"/>
            <p:cNvSpPr/>
            <p:nvPr/>
          </p:nvSpPr>
          <p:spPr bwMode="auto">
            <a:xfrm>
              <a:off x="1570341" y="10282015"/>
              <a:ext cx="42863" cy="36513"/>
            </a:xfrm>
            <a:custGeom>
              <a:avLst/>
              <a:gdLst>
                <a:gd name="T0" fmla="*/ 7 w 16"/>
                <a:gd name="T1" fmla="*/ 1 h 13"/>
                <a:gd name="T2" fmla="*/ 1 w 16"/>
                <a:gd name="T3" fmla="*/ 5 h 13"/>
                <a:gd name="T4" fmla="*/ 9 w 16"/>
                <a:gd name="T5" fmla="*/ 12 h 13"/>
                <a:gd name="T6" fmla="*/ 15 w 16"/>
                <a:gd name="T7" fmla="*/ 8 h 13"/>
                <a:gd name="T8" fmla="*/ 7 w 16"/>
                <a:gd name="T9" fmla="*/ 1 h 13"/>
              </a:gdLst>
              <a:ahLst/>
              <a:cxnLst>
                <a:cxn ang="0">
                  <a:pos x="T0" y="T1"/>
                </a:cxn>
                <a:cxn ang="0">
                  <a:pos x="T2" y="T3"/>
                </a:cxn>
                <a:cxn ang="0">
                  <a:pos x="T4" y="T5"/>
                </a:cxn>
                <a:cxn ang="0">
                  <a:pos x="T6" y="T7"/>
                </a:cxn>
                <a:cxn ang="0">
                  <a:pos x="T8" y="T9"/>
                </a:cxn>
              </a:cxnLst>
              <a:rect l="0" t="0" r="r" b="b"/>
              <a:pathLst>
                <a:path w="16" h="13">
                  <a:moveTo>
                    <a:pt x="7" y="1"/>
                  </a:moveTo>
                  <a:cubicBezTo>
                    <a:pt x="3" y="0"/>
                    <a:pt x="0" y="2"/>
                    <a:pt x="1" y="5"/>
                  </a:cubicBezTo>
                  <a:cubicBezTo>
                    <a:pt x="2" y="8"/>
                    <a:pt x="5" y="12"/>
                    <a:pt x="9" y="12"/>
                  </a:cubicBezTo>
                  <a:cubicBezTo>
                    <a:pt x="13" y="13"/>
                    <a:pt x="16" y="11"/>
                    <a:pt x="15" y="8"/>
                  </a:cubicBezTo>
                  <a:cubicBezTo>
                    <a:pt x="15" y="5"/>
                    <a:pt x="11" y="2"/>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63" name="Freeform 2367"/>
            <p:cNvSpPr/>
            <p:nvPr/>
          </p:nvSpPr>
          <p:spPr bwMode="auto">
            <a:xfrm>
              <a:off x="1359204" y="10258203"/>
              <a:ext cx="39688" cy="33338"/>
            </a:xfrm>
            <a:custGeom>
              <a:avLst/>
              <a:gdLst>
                <a:gd name="T0" fmla="*/ 7 w 15"/>
                <a:gd name="T1" fmla="*/ 1 h 12"/>
                <a:gd name="T2" fmla="*/ 0 w 15"/>
                <a:gd name="T3" fmla="*/ 6 h 12"/>
                <a:gd name="T4" fmla="*/ 8 w 15"/>
                <a:gd name="T5" fmla="*/ 12 h 12"/>
                <a:gd name="T6" fmla="*/ 14 w 15"/>
                <a:gd name="T7" fmla="*/ 7 h 12"/>
                <a:gd name="T8" fmla="*/ 7 w 15"/>
                <a:gd name="T9" fmla="*/ 1 h 12"/>
              </a:gdLst>
              <a:ahLst/>
              <a:cxnLst>
                <a:cxn ang="0">
                  <a:pos x="T0" y="T1"/>
                </a:cxn>
                <a:cxn ang="0">
                  <a:pos x="T2" y="T3"/>
                </a:cxn>
                <a:cxn ang="0">
                  <a:pos x="T4" y="T5"/>
                </a:cxn>
                <a:cxn ang="0">
                  <a:pos x="T6" y="T7"/>
                </a:cxn>
                <a:cxn ang="0">
                  <a:pos x="T8" y="T9"/>
                </a:cxn>
              </a:cxnLst>
              <a:rect l="0" t="0" r="r" b="b"/>
              <a:pathLst>
                <a:path w="15" h="12">
                  <a:moveTo>
                    <a:pt x="7" y="1"/>
                  </a:moveTo>
                  <a:cubicBezTo>
                    <a:pt x="3" y="0"/>
                    <a:pt x="0" y="3"/>
                    <a:pt x="0" y="6"/>
                  </a:cubicBezTo>
                  <a:cubicBezTo>
                    <a:pt x="0" y="9"/>
                    <a:pt x="4" y="11"/>
                    <a:pt x="8" y="12"/>
                  </a:cubicBezTo>
                  <a:cubicBezTo>
                    <a:pt x="12" y="12"/>
                    <a:pt x="15" y="10"/>
                    <a:pt x="14" y="7"/>
                  </a:cubicBezTo>
                  <a:cubicBezTo>
                    <a:pt x="14" y="4"/>
                    <a:pt x="11" y="1"/>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64" name="Freeform 2368"/>
            <p:cNvSpPr/>
            <p:nvPr/>
          </p:nvSpPr>
          <p:spPr bwMode="auto">
            <a:xfrm>
              <a:off x="1146479" y="10280428"/>
              <a:ext cx="41275" cy="34925"/>
            </a:xfrm>
            <a:custGeom>
              <a:avLst/>
              <a:gdLst>
                <a:gd name="T0" fmla="*/ 6 w 15"/>
                <a:gd name="T1" fmla="*/ 1 h 13"/>
                <a:gd name="T2" fmla="*/ 0 w 15"/>
                <a:gd name="T3" fmla="*/ 8 h 13"/>
                <a:gd name="T4" fmla="*/ 8 w 15"/>
                <a:gd name="T5" fmla="*/ 12 h 13"/>
                <a:gd name="T6" fmla="*/ 14 w 15"/>
                <a:gd name="T7" fmla="*/ 5 h 13"/>
                <a:gd name="T8" fmla="*/ 6 w 15"/>
                <a:gd name="T9" fmla="*/ 1 h 13"/>
              </a:gdLst>
              <a:ahLst/>
              <a:cxnLst>
                <a:cxn ang="0">
                  <a:pos x="T0" y="T1"/>
                </a:cxn>
                <a:cxn ang="0">
                  <a:pos x="T2" y="T3"/>
                </a:cxn>
                <a:cxn ang="0">
                  <a:pos x="T4" y="T5"/>
                </a:cxn>
                <a:cxn ang="0">
                  <a:pos x="T6" y="T7"/>
                </a:cxn>
                <a:cxn ang="0">
                  <a:pos x="T8" y="T9"/>
                </a:cxn>
              </a:cxnLst>
              <a:rect l="0" t="0" r="r" b="b"/>
              <a:pathLst>
                <a:path w="15" h="13">
                  <a:moveTo>
                    <a:pt x="6" y="1"/>
                  </a:moveTo>
                  <a:cubicBezTo>
                    <a:pt x="3" y="2"/>
                    <a:pt x="0" y="6"/>
                    <a:pt x="0" y="8"/>
                  </a:cubicBezTo>
                  <a:cubicBezTo>
                    <a:pt x="1" y="11"/>
                    <a:pt x="5" y="13"/>
                    <a:pt x="8" y="12"/>
                  </a:cubicBezTo>
                  <a:cubicBezTo>
                    <a:pt x="12" y="11"/>
                    <a:pt x="15" y="8"/>
                    <a:pt x="14" y="5"/>
                  </a:cubicBezTo>
                  <a:cubicBezTo>
                    <a:pt x="14" y="2"/>
                    <a:pt x="10"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65" name="Freeform 2369"/>
            <p:cNvSpPr/>
            <p:nvPr/>
          </p:nvSpPr>
          <p:spPr bwMode="auto">
            <a:xfrm>
              <a:off x="938516" y="10356628"/>
              <a:ext cx="39688" cy="36513"/>
            </a:xfrm>
            <a:custGeom>
              <a:avLst/>
              <a:gdLst>
                <a:gd name="T0" fmla="*/ 7 w 15"/>
                <a:gd name="T1" fmla="*/ 2 h 14"/>
                <a:gd name="T2" fmla="*/ 0 w 15"/>
                <a:gd name="T3" fmla="*/ 11 h 14"/>
                <a:gd name="T4" fmla="*/ 8 w 15"/>
                <a:gd name="T5" fmla="*/ 13 h 14"/>
                <a:gd name="T6" fmla="*/ 14 w 15"/>
                <a:gd name="T7" fmla="*/ 4 h 14"/>
                <a:gd name="T8" fmla="*/ 7 w 15"/>
                <a:gd name="T9" fmla="*/ 2 h 14"/>
              </a:gdLst>
              <a:ahLst/>
              <a:cxnLst>
                <a:cxn ang="0">
                  <a:pos x="T0" y="T1"/>
                </a:cxn>
                <a:cxn ang="0">
                  <a:pos x="T2" y="T3"/>
                </a:cxn>
                <a:cxn ang="0">
                  <a:pos x="T4" y="T5"/>
                </a:cxn>
                <a:cxn ang="0">
                  <a:pos x="T6" y="T7"/>
                </a:cxn>
                <a:cxn ang="0">
                  <a:pos x="T8" y="T9"/>
                </a:cxn>
              </a:cxnLst>
              <a:rect l="0" t="0" r="r" b="b"/>
              <a:pathLst>
                <a:path w="15" h="14">
                  <a:moveTo>
                    <a:pt x="7" y="2"/>
                  </a:moveTo>
                  <a:cubicBezTo>
                    <a:pt x="3" y="4"/>
                    <a:pt x="0" y="8"/>
                    <a:pt x="0" y="11"/>
                  </a:cubicBezTo>
                  <a:cubicBezTo>
                    <a:pt x="1" y="14"/>
                    <a:pt x="4" y="14"/>
                    <a:pt x="8" y="13"/>
                  </a:cubicBezTo>
                  <a:cubicBezTo>
                    <a:pt x="12" y="11"/>
                    <a:pt x="15" y="7"/>
                    <a:pt x="14" y="4"/>
                  </a:cubicBezTo>
                  <a:cubicBezTo>
                    <a:pt x="14" y="1"/>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66" name="Freeform 2370"/>
            <p:cNvSpPr/>
            <p:nvPr/>
          </p:nvSpPr>
          <p:spPr bwMode="auto">
            <a:xfrm>
              <a:off x="733729" y="10510615"/>
              <a:ext cx="38100" cy="49213"/>
            </a:xfrm>
            <a:custGeom>
              <a:avLst/>
              <a:gdLst>
                <a:gd name="T0" fmla="*/ 7 w 14"/>
                <a:gd name="T1" fmla="*/ 4 h 18"/>
                <a:gd name="T2" fmla="*/ 0 w 14"/>
                <a:gd name="T3" fmla="*/ 15 h 18"/>
                <a:gd name="T4" fmla="*/ 7 w 14"/>
                <a:gd name="T5" fmla="*/ 14 h 18"/>
                <a:gd name="T6" fmla="*/ 14 w 14"/>
                <a:gd name="T7" fmla="*/ 2 h 18"/>
                <a:gd name="T8" fmla="*/ 7 w 14"/>
                <a:gd name="T9" fmla="*/ 4 h 18"/>
              </a:gdLst>
              <a:ahLst/>
              <a:cxnLst>
                <a:cxn ang="0">
                  <a:pos x="T0" y="T1"/>
                </a:cxn>
                <a:cxn ang="0">
                  <a:pos x="T2" y="T3"/>
                </a:cxn>
                <a:cxn ang="0">
                  <a:pos x="T4" y="T5"/>
                </a:cxn>
                <a:cxn ang="0">
                  <a:pos x="T6" y="T7"/>
                </a:cxn>
                <a:cxn ang="0">
                  <a:pos x="T8" y="T9"/>
                </a:cxn>
              </a:cxnLst>
              <a:rect l="0" t="0" r="r" b="b"/>
              <a:pathLst>
                <a:path w="14" h="18">
                  <a:moveTo>
                    <a:pt x="7" y="4"/>
                  </a:moveTo>
                  <a:cubicBezTo>
                    <a:pt x="3" y="7"/>
                    <a:pt x="0" y="12"/>
                    <a:pt x="0" y="15"/>
                  </a:cubicBezTo>
                  <a:cubicBezTo>
                    <a:pt x="0" y="18"/>
                    <a:pt x="3" y="17"/>
                    <a:pt x="7" y="14"/>
                  </a:cubicBezTo>
                  <a:cubicBezTo>
                    <a:pt x="11" y="10"/>
                    <a:pt x="13" y="5"/>
                    <a:pt x="14" y="2"/>
                  </a:cubicBezTo>
                  <a:cubicBezTo>
                    <a:pt x="14" y="0"/>
                    <a:pt x="10" y="0"/>
                    <a:pt x="7"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67" name="Freeform 2371"/>
            <p:cNvSpPr/>
            <p:nvPr/>
          </p:nvSpPr>
          <p:spPr bwMode="auto">
            <a:xfrm>
              <a:off x="530529" y="10740803"/>
              <a:ext cx="38100" cy="57150"/>
            </a:xfrm>
            <a:custGeom>
              <a:avLst/>
              <a:gdLst>
                <a:gd name="T0" fmla="*/ 6 w 14"/>
                <a:gd name="T1" fmla="*/ 7 h 21"/>
                <a:gd name="T2" fmla="*/ 0 w 14"/>
                <a:gd name="T3" fmla="*/ 19 h 21"/>
                <a:gd name="T4" fmla="*/ 8 w 14"/>
                <a:gd name="T5" fmla="*/ 13 h 21"/>
                <a:gd name="T6" fmla="*/ 14 w 14"/>
                <a:gd name="T7" fmla="*/ 1 h 21"/>
                <a:gd name="T8" fmla="*/ 6 w 14"/>
                <a:gd name="T9" fmla="*/ 7 h 21"/>
              </a:gdLst>
              <a:ahLst/>
              <a:cxnLst>
                <a:cxn ang="0">
                  <a:pos x="T0" y="T1"/>
                </a:cxn>
                <a:cxn ang="0">
                  <a:pos x="T2" y="T3"/>
                </a:cxn>
                <a:cxn ang="0">
                  <a:pos x="T4" y="T5"/>
                </a:cxn>
                <a:cxn ang="0">
                  <a:pos x="T6" y="T7"/>
                </a:cxn>
                <a:cxn ang="0">
                  <a:pos x="T8" y="T9"/>
                </a:cxn>
              </a:cxnLst>
              <a:rect l="0" t="0" r="r" b="b"/>
              <a:pathLst>
                <a:path w="14" h="21">
                  <a:moveTo>
                    <a:pt x="6" y="7"/>
                  </a:moveTo>
                  <a:cubicBezTo>
                    <a:pt x="2" y="11"/>
                    <a:pt x="0" y="17"/>
                    <a:pt x="0" y="19"/>
                  </a:cubicBezTo>
                  <a:cubicBezTo>
                    <a:pt x="1" y="21"/>
                    <a:pt x="4" y="18"/>
                    <a:pt x="8" y="13"/>
                  </a:cubicBezTo>
                  <a:cubicBezTo>
                    <a:pt x="12" y="9"/>
                    <a:pt x="14" y="3"/>
                    <a:pt x="14" y="1"/>
                  </a:cubicBezTo>
                  <a:cubicBezTo>
                    <a:pt x="13" y="0"/>
                    <a:pt x="9" y="2"/>
                    <a:pt x="6"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68" name="Freeform 2372"/>
            <p:cNvSpPr/>
            <p:nvPr/>
          </p:nvSpPr>
          <p:spPr bwMode="auto">
            <a:xfrm>
              <a:off x="327329" y="11007503"/>
              <a:ext cx="41275" cy="57150"/>
            </a:xfrm>
            <a:custGeom>
              <a:avLst/>
              <a:gdLst>
                <a:gd name="T0" fmla="*/ 6 w 15"/>
                <a:gd name="T1" fmla="*/ 8 h 21"/>
                <a:gd name="T2" fmla="*/ 1 w 15"/>
                <a:gd name="T3" fmla="*/ 20 h 21"/>
                <a:gd name="T4" fmla="*/ 8 w 15"/>
                <a:gd name="T5" fmla="*/ 13 h 21"/>
                <a:gd name="T6" fmla="*/ 14 w 15"/>
                <a:gd name="T7" fmla="*/ 2 h 21"/>
                <a:gd name="T8" fmla="*/ 6 w 15"/>
                <a:gd name="T9" fmla="*/ 8 h 21"/>
              </a:gdLst>
              <a:ahLst/>
              <a:cxnLst>
                <a:cxn ang="0">
                  <a:pos x="T0" y="T1"/>
                </a:cxn>
                <a:cxn ang="0">
                  <a:pos x="T2" y="T3"/>
                </a:cxn>
                <a:cxn ang="0">
                  <a:pos x="T4" y="T5"/>
                </a:cxn>
                <a:cxn ang="0">
                  <a:pos x="T6" y="T7"/>
                </a:cxn>
                <a:cxn ang="0">
                  <a:pos x="T8" y="T9"/>
                </a:cxn>
              </a:cxnLst>
              <a:rect l="0" t="0" r="r" b="b"/>
              <a:pathLst>
                <a:path w="15" h="21">
                  <a:moveTo>
                    <a:pt x="6" y="8"/>
                  </a:moveTo>
                  <a:cubicBezTo>
                    <a:pt x="3" y="13"/>
                    <a:pt x="0" y="19"/>
                    <a:pt x="1" y="20"/>
                  </a:cubicBezTo>
                  <a:cubicBezTo>
                    <a:pt x="1" y="21"/>
                    <a:pt x="5" y="18"/>
                    <a:pt x="8" y="13"/>
                  </a:cubicBezTo>
                  <a:cubicBezTo>
                    <a:pt x="12" y="8"/>
                    <a:pt x="15" y="3"/>
                    <a:pt x="14" y="2"/>
                  </a:cubicBezTo>
                  <a:cubicBezTo>
                    <a:pt x="14" y="0"/>
                    <a:pt x="10" y="3"/>
                    <a:pt x="6"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69" name="Freeform 2373"/>
            <p:cNvSpPr/>
            <p:nvPr/>
          </p:nvSpPr>
          <p:spPr bwMode="auto">
            <a:xfrm>
              <a:off x="124129" y="11275790"/>
              <a:ext cx="39688" cy="52388"/>
            </a:xfrm>
            <a:custGeom>
              <a:avLst/>
              <a:gdLst>
                <a:gd name="T0" fmla="*/ 7 w 15"/>
                <a:gd name="T1" fmla="*/ 8 h 19"/>
                <a:gd name="T2" fmla="*/ 1 w 15"/>
                <a:gd name="T3" fmla="*/ 18 h 19"/>
                <a:gd name="T4" fmla="*/ 9 w 15"/>
                <a:gd name="T5" fmla="*/ 12 h 19"/>
                <a:gd name="T6" fmla="*/ 14 w 15"/>
                <a:gd name="T7" fmla="*/ 1 h 19"/>
                <a:gd name="T8" fmla="*/ 7 w 15"/>
                <a:gd name="T9" fmla="*/ 8 h 19"/>
              </a:gdLst>
              <a:ahLst/>
              <a:cxnLst>
                <a:cxn ang="0">
                  <a:pos x="T0" y="T1"/>
                </a:cxn>
                <a:cxn ang="0">
                  <a:pos x="T2" y="T3"/>
                </a:cxn>
                <a:cxn ang="0">
                  <a:pos x="T4" y="T5"/>
                </a:cxn>
                <a:cxn ang="0">
                  <a:pos x="T6" y="T7"/>
                </a:cxn>
                <a:cxn ang="0">
                  <a:pos x="T8" y="T9"/>
                </a:cxn>
              </a:cxnLst>
              <a:rect l="0" t="0" r="r" b="b"/>
              <a:pathLst>
                <a:path w="15" h="19">
                  <a:moveTo>
                    <a:pt x="7" y="8"/>
                  </a:moveTo>
                  <a:cubicBezTo>
                    <a:pt x="3" y="13"/>
                    <a:pt x="0" y="18"/>
                    <a:pt x="1" y="18"/>
                  </a:cubicBezTo>
                  <a:cubicBezTo>
                    <a:pt x="2" y="19"/>
                    <a:pt x="5" y="16"/>
                    <a:pt x="9" y="12"/>
                  </a:cubicBezTo>
                  <a:cubicBezTo>
                    <a:pt x="13" y="7"/>
                    <a:pt x="15" y="2"/>
                    <a:pt x="14" y="1"/>
                  </a:cubicBezTo>
                  <a:cubicBezTo>
                    <a:pt x="14" y="0"/>
                    <a:pt x="10" y="3"/>
                    <a:pt x="7"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70" name="Freeform 2374"/>
            <p:cNvSpPr/>
            <p:nvPr/>
          </p:nvSpPr>
          <p:spPr bwMode="auto">
            <a:xfrm>
              <a:off x="-80659" y="11512328"/>
              <a:ext cx="41275" cy="42863"/>
            </a:xfrm>
            <a:custGeom>
              <a:avLst/>
              <a:gdLst>
                <a:gd name="T0" fmla="*/ 7 w 15"/>
                <a:gd name="T1" fmla="*/ 6 h 16"/>
                <a:gd name="T2" fmla="*/ 1 w 15"/>
                <a:gd name="T3" fmla="*/ 15 h 16"/>
                <a:gd name="T4" fmla="*/ 8 w 15"/>
                <a:gd name="T5" fmla="*/ 10 h 16"/>
                <a:gd name="T6" fmla="*/ 14 w 15"/>
                <a:gd name="T7" fmla="*/ 2 h 16"/>
                <a:gd name="T8" fmla="*/ 7 w 15"/>
                <a:gd name="T9" fmla="*/ 6 h 16"/>
              </a:gdLst>
              <a:ahLst/>
              <a:cxnLst>
                <a:cxn ang="0">
                  <a:pos x="T0" y="T1"/>
                </a:cxn>
                <a:cxn ang="0">
                  <a:pos x="T2" y="T3"/>
                </a:cxn>
                <a:cxn ang="0">
                  <a:pos x="T4" y="T5"/>
                </a:cxn>
                <a:cxn ang="0">
                  <a:pos x="T6" y="T7"/>
                </a:cxn>
                <a:cxn ang="0">
                  <a:pos x="T8" y="T9"/>
                </a:cxn>
              </a:cxnLst>
              <a:rect l="0" t="0" r="r" b="b"/>
              <a:pathLst>
                <a:path w="15" h="16">
                  <a:moveTo>
                    <a:pt x="7" y="6"/>
                  </a:moveTo>
                  <a:cubicBezTo>
                    <a:pt x="3" y="10"/>
                    <a:pt x="0" y="14"/>
                    <a:pt x="1" y="15"/>
                  </a:cubicBezTo>
                  <a:cubicBezTo>
                    <a:pt x="1" y="16"/>
                    <a:pt x="4" y="14"/>
                    <a:pt x="8" y="10"/>
                  </a:cubicBezTo>
                  <a:cubicBezTo>
                    <a:pt x="12" y="7"/>
                    <a:pt x="15" y="3"/>
                    <a:pt x="14" y="2"/>
                  </a:cubicBezTo>
                  <a:cubicBezTo>
                    <a:pt x="14" y="0"/>
                    <a:pt x="11" y="3"/>
                    <a:pt x="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71" name="Freeform 2375"/>
            <p:cNvSpPr/>
            <p:nvPr/>
          </p:nvSpPr>
          <p:spPr bwMode="auto">
            <a:xfrm>
              <a:off x="-287034" y="11688540"/>
              <a:ext cx="38100" cy="26988"/>
            </a:xfrm>
            <a:custGeom>
              <a:avLst/>
              <a:gdLst>
                <a:gd name="T0" fmla="*/ 14 w 14"/>
                <a:gd name="T1" fmla="*/ 1 h 10"/>
                <a:gd name="T2" fmla="*/ 7 w 14"/>
                <a:gd name="T3" fmla="*/ 3 h 10"/>
                <a:gd name="T4" fmla="*/ 0 w 14"/>
                <a:gd name="T5" fmla="*/ 9 h 10"/>
                <a:gd name="T6" fmla="*/ 7 w 14"/>
                <a:gd name="T7" fmla="*/ 7 h 10"/>
                <a:gd name="T8" fmla="*/ 14 w 14"/>
                <a:gd name="T9" fmla="*/ 1 h 10"/>
              </a:gdLst>
              <a:ahLst/>
              <a:cxnLst>
                <a:cxn ang="0">
                  <a:pos x="T0" y="T1"/>
                </a:cxn>
                <a:cxn ang="0">
                  <a:pos x="T2" y="T3"/>
                </a:cxn>
                <a:cxn ang="0">
                  <a:pos x="T4" y="T5"/>
                </a:cxn>
                <a:cxn ang="0">
                  <a:pos x="T6" y="T7"/>
                </a:cxn>
                <a:cxn ang="0">
                  <a:pos x="T8" y="T9"/>
                </a:cxn>
              </a:cxnLst>
              <a:rect l="0" t="0" r="r" b="b"/>
              <a:pathLst>
                <a:path w="14" h="10">
                  <a:moveTo>
                    <a:pt x="14" y="1"/>
                  </a:moveTo>
                  <a:cubicBezTo>
                    <a:pt x="14" y="0"/>
                    <a:pt x="11" y="0"/>
                    <a:pt x="7" y="3"/>
                  </a:cubicBezTo>
                  <a:cubicBezTo>
                    <a:pt x="3" y="5"/>
                    <a:pt x="0" y="7"/>
                    <a:pt x="0" y="9"/>
                  </a:cubicBezTo>
                  <a:cubicBezTo>
                    <a:pt x="0" y="10"/>
                    <a:pt x="3" y="9"/>
                    <a:pt x="7" y="7"/>
                  </a:cubicBezTo>
                  <a:cubicBezTo>
                    <a:pt x="11" y="5"/>
                    <a:pt x="14" y="2"/>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72" name="Freeform 2376"/>
            <p:cNvSpPr/>
            <p:nvPr/>
          </p:nvSpPr>
          <p:spPr bwMode="auto">
            <a:xfrm>
              <a:off x="11560479" y="8278590"/>
              <a:ext cx="38100" cy="22225"/>
            </a:xfrm>
            <a:custGeom>
              <a:avLst/>
              <a:gdLst>
                <a:gd name="T0" fmla="*/ 0 w 14"/>
                <a:gd name="T1" fmla="*/ 5 h 8"/>
                <a:gd name="T2" fmla="*/ 7 w 14"/>
                <a:gd name="T3" fmla="*/ 8 h 8"/>
                <a:gd name="T4" fmla="*/ 14 w 14"/>
                <a:gd name="T5" fmla="*/ 4 h 8"/>
                <a:gd name="T6" fmla="*/ 7 w 14"/>
                <a:gd name="T7" fmla="*/ 1 h 8"/>
                <a:gd name="T8" fmla="*/ 0 w 14"/>
                <a:gd name="T9" fmla="*/ 5 h 8"/>
              </a:gdLst>
              <a:ahLst/>
              <a:cxnLst>
                <a:cxn ang="0">
                  <a:pos x="T0" y="T1"/>
                </a:cxn>
                <a:cxn ang="0">
                  <a:pos x="T2" y="T3"/>
                </a:cxn>
                <a:cxn ang="0">
                  <a:pos x="T4" y="T5"/>
                </a:cxn>
                <a:cxn ang="0">
                  <a:pos x="T6" y="T7"/>
                </a:cxn>
                <a:cxn ang="0">
                  <a:pos x="T8" y="T9"/>
                </a:cxn>
              </a:cxnLst>
              <a:rect l="0" t="0" r="r" b="b"/>
              <a:pathLst>
                <a:path w="14" h="8">
                  <a:moveTo>
                    <a:pt x="0" y="5"/>
                  </a:moveTo>
                  <a:cubicBezTo>
                    <a:pt x="0" y="7"/>
                    <a:pt x="3" y="8"/>
                    <a:pt x="7" y="8"/>
                  </a:cubicBezTo>
                  <a:cubicBezTo>
                    <a:pt x="11" y="8"/>
                    <a:pt x="14" y="6"/>
                    <a:pt x="14" y="4"/>
                  </a:cubicBezTo>
                  <a:cubicBezTo>
                    <a:pt x="14" y="2"/>
                    <a:pt x="11" y="0"/>
                    <a:pt x="7" y="1"/>
                  </a:cubicBezTo>
                  <a:cubicBezTo>
                    <a:pt x="3" y="1"/>
                    <a:pt x="0" y="3"/>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73" name="Freeform 2377"/>
            <p:cNvSpPr/>
            <p:nvPr/>
          </p:nvSpPr>
          <p:spPr bwMode="auto">
            <a:xfrm>
              <a:off x="11346166" y="8319865"/>
              <a:ext cx="41275" cy="15875"/>
            </a:xfrm>
            <a:custGeom>
              <a:avLst/>
              <a:gdLst>
                <a:gd name="T0" fmla="*/ 1 w 15"/>
                <a:gd name="T1" fmla="*/ 5 h 6"/>
                <a:gd name="T2" fmla="*/ 9 w 15"/>
                <a:gd name="T3" fmla="*/ 5 h 6"/>
                <a:gd name="T4" fmla="*/ 15 w 15"/>
                <a:gd name="T5" fmla="*/ 2 h 6"/>
                <a:gd name="T6" fmla="*/ 6 w 15"/>
                <a:gd name="T7" fmla="*/ 1 h 6"/>
                <a:gd name="T8" fmla="*/ 1 w 15"/>
                <a:gd name="T9" fmla="*/ 5 h 6"/>
              </a:gdLst>
              <a:ahLst/>
              <a:cxnLst>
                <a:cxn ang="0">
                  <a:pos x="T0" y="T1"/>
                </a:cxn>
                <a:cxn ang="0">
                  <a:pos x="T2" y="T3"/>
                </a:cxn>
                <a:cxn ang="0">
                  <a:pos x="T4" y="T5"/>
                </a:cxn>
                <a:cxn ang="0">
                  <a:pos x="T6" y="T7"/>
                </a:cxn>
                <a:cxn ang="0">
                  <a:pos x="T8" y="T9"/>
                </a:cxn>
              </a:cxnLst>
              <a:rect l="0" t="0" r="r" b="b"/>
              <a:pathLst>
                <a:path w="15" h="6">
                  <a:moveTo>
                    <a:pt x="1" y="5"/>
                  </a:moveTo>
                  <a:cubicBezTo>
                    <a:pt x="1" y="6"/>
                    <a:pt x="5" y="6"/>
                    <a:pt x="9" y="5"/>
                  </a:cubicBezTo>
                  <a:cubicBezTo>
                    <a:pt x="13" y="5"/>
                    <a:pt x="15" y="3"/>
                    <a:pt x="15" y="2"/>
                  </a:cubicBezTo>
                  <a:cubicBezTo>
                    <a:pt x="14" y="0"/>
                    <a:pt x="10" y="0"/>
                    <a:pt x="6" y="1"/>
                  </a:cubicBezTo>
                  <a:cubicBezTo>
                    <a:pt x="3" y="2"/>
                    <a:pt x="0" y="4"/>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74" name="Freeform 2378"/>
            <p:cNvSpPr/>
            <p:nvPr/>
          </p:nvSpPr>
          <p:spPr bwMode="auto">
            <a:xfrm>
              <a:off x="11135029" y="8365903"/>
              <a:ext cx="39688" cy="14288"/>
            </a:xfrm>
            <a:custGeom>
              <a:avLst/>
              <a:gdLst>
                <a:gd name="T0" fmla="*/ 14 w 15"/>
                <a:gd name="T1" fmla="*/ 1 h 5"/>
                <a:gd name="T2" fmla="*/ 7 w 15"/>
                <a:gd name="T3" fmla="*/ 1 h 5"/>
                <a:gd name="T4" fmla="*/ 0 w 15"/>
                <a:gd name="T5" fmla="*/ 4 h 5"/>
                <a:gd name="T6" fmla="*/ 8 w 15"/>
                <a:gd name="T7" fmla="*/ 4 h 5"/>
                <a:gd name="T8" fmla="*/ 14 w 15"/>
                <a:gd name="T9" fmla="*/ 1 h 5"/>
              </a:gdLst>
              <a:ahLst/>
              <a:cxnLst>
                <a:cxn ang="0">
                  <a:pos x="T0" y="T1"/>
                </a:cxn>
                <a:cxn ang="0">
                  <a:pos x="T2" y="T3"/>
                </a:cxn>
                <a:cxn ang="0">
                  <a:pos x="T4" y="T5"/>
                </a:cxn>
                <a:cxn ang="0">
                  <a:pos x="T6" y="T7"/>
                </a:cxn>
                <a:cxn ang="0">
                  <a:pos x="T8" y="T9"/>
                </a:cxn>
              </a:cxnLst>
              <a:rect l="0" t="0" r="r" b="b"/>
              <a:pathLst>
                <a:path w="15" h="5">
                  <a:moveTo>
                    <a:pt x="14" y="1"/>
                  </a:moveTo>
                  <a:cubicBezTo>
                    <a:pt x="14" y="0"/>
                    <a:pt x="11" y="0"/>
                    <a:pt x="7" y="1"/>
                  </a:cubicBezTo>
                  <a:cubicBezTo>
                    <a:pt x="3" y="2"/>
                    <a:pt x="0" y="4"/>
                    <a:pt x="0" y="4"/>
                  </a:cubicBezTo>
                  <a:cubicBezTo>
                    <a:pt x="0" y="5"/>
                    <a:pt x="4" y="5"/>
                    <a:pt x="8" y="4"/>
                  </a:cubicBezTo>
                  <a:cubicBezTo>
                    <a:pt x="12" y="3"/>
                    <a:pt x="15" y="2"/>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75" name="Freeform 2379"/>
            <p:cNvSpPr/>
            <p:nvPr/>
          </p:nvSpPr>
          <p:spPr bwMode="auto">
            <a:xfrm>
              <a:off x="10922304" y="8427815"/>
              <a:ext cx="38100" cy="19050"/>
            </a:xfrm>
            <a:custGeom>
              <a:avLst/>
              <a:gdLst>
                <a:gd name="T0" fmla="*/ 14 w 14"/>
                <a:gd name="T1" fmla="*/ 1 h 7"/>
                <a:gd name="T2" fmla="*/ 7 w 14"/>
                <a:gd name="T3" fmla="*/ 2 h 7"/>
                <a:gd name="T4" fmla="*/ 0 w 14"/>
                <a:gd name="T5" fmla="*/ 6 h 7"/>
                <a:gd name="T6" fmla="*/ 7 w 14"/>
                <a:gd name="T7" fmla="*/ 5 h 7"/>
                <a:gd name="T8" fmla="*/ 14 w 14"/>
                <a:gd name="T9" fmla="*/ 1 h 7"/>
              </a:gdLst>
              <a:ahLst/>
              <a:cxnLst>
                <a:cxn ang="0">
                  <a:pos x="T0" y="T1"/>
                </a:cxn>
                <a:cxn ang="0">
                  <a:pos x="T2" y="T3"/>
                </a:cxn>
                <a:cxn ang="0">
                  <a:pos x="T4" y="T5"/>
                </a:cxn>
                <a:cxn ang="0">
                  <a:pos x="T6" y="T7"/>
                </a:cxn>
                <a:cxn ang="0">
                  <a:pos x="T8" y="T9"/>
                </a:cxn>
              </a:cxnLst>
              <a:rect l="0" t="0" r="r" b="b"/>
              <a:pathLst>
                <a:path w="14" h="7">
                  <a:moveTo>
                    <a:pt x="14" y="1"/>
                  </a:moveTo>
                  <a:cubicBezTo>
                    <a:pt x="14" y="0"/>
                    <a:pt x="11" y="1"/>
                    <a:pt x="7" y="2"/>
                  </a:cubicBezTo>
                  <a:cubicBezTo>
                    <a:pt x="4" y="3"/>
                    <a:pt x="0" y="5"/>
                    <a:pt x="0" y="6"/>
                  </a:cubicBezTo>
                  <a:cubicBezTo>
                    <a:pt x="0" y="7"/>
                    <a:pt x="3" y="6"/>
                    <a:pt x="7" y="5"/>
                  </a:cubicBezTo>
                  <a:cubicBezTo>
                    <a:pt x="11" y="3"/>
                    <a:pt x="14" y="1"/>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76" name="Freeform 2380"/>
            <p:cNvSpPr/>
            <p:nvPr/>
          </p:nvSpPr>
          <p:spPr bwMode="auto">
            <a:xfrm>
              <a:off x="10711166" y="8511953"/>
              <a:ext cx="41275" cy="19050"/>
            </a:xfrm>
            <a:custGeom>
              <a:avLst/>
              <a:gdLst>
                <a:gd name="T0" fmla="*/ 9 w 15"/>
                <a:gd name="T1" fmla="*/ 4 h 7"/>
                <a:gd name="T2" fmla="*/ 15 w 15"/>
                <a:gd name="T3" fmla="*/ 1 h 7"/>
                <a:gd name="T4" fmla="*/ 7 w 15"/>
                <a:gd name="T5" fmla="*/ 3 h 7"/>
                <a:gd name="T6" fmla="*/ 1 w 15"/>
                <a:gd name="T7" fmla="*/ 7 h 7"/>
                <a:gd name="T8" fmla="*/ 9 w 15"/>
                <a:gd name="T9" fmla="*/ 4 h 7"/>
              </a:gdLst>
              <a:ahLst/>
              <a:cxnLst>
                <a:cxn ang="0">
                  <a:pos x="T0" y="T1"/>
                </a:cxn>
                <a:cxn ang="0">
                  <a:pos x="T2" y="T3"/>
                </a:cxn>
                <a:cxn ang="0">
                  <a:pos x="T4" y="T5"/>
                </a:cxn>
                <a:cxn ang="0">
                  <a:pos x="T6" y="T7"/>
                </a:cxn>
                <a:cxn ang="0">
                  <a:pos x="T8" y="T9"/>
                </a:cxn>
              </a:cxnLst>
              <a:rect l="0" t="0" r="r" b="b"/>
              <a:pathLst>
                <a:path w="15" h="7">
                  <a:moveTo>
                    <a:pt x="9" y="4"/>
                  </a:moveTo>
                  <a:cubicBezTo>
                    <a:pt x="13" y="3"/>
                    <a:pt x="15" y="1"/>
                    <a:pt x="15" y="1"/>
                  </a:cubicBezTo>
                  <a:cubicBezTo>
                    <a:pt x="14" y="0"/>
                    <a:pt x="11" y="1"/>
                    <a:pt x="7" y="3"/>
                  </a:cubicBezTo>
                  <a:cubicBezTo>
                    <a:pt x="3" y="4"/>
                    <a:pt x="0" y="6"/>
                    <a:pt x="1" y="7"/>
                  </a:cubicBezTo>
                  <a:cubicBezTo>
                    <a:pt x="2" y="7"/>
                    <a:pt x="5" y="6"/>
                    <a:pt x="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77" name="Freeform 2381"/>
            <p:cNvSpPr/>
            <p:nvPr/>
          </p:nvSpPr>
          <p:spPr bwMode="auto">
            <a:xfrm>
              <a:off x="10501616" y="8605615"/>
              <a:ext cx="41275" cy="17463"/>
            </a:xfrm>
            <a:custGeom>
              <a:avLst/>
              <a:gdLst>
                <a:gd name="T0" fmla="*/ 15 w 15"/>
                <a:gd name="T1" fmla="*/ 0 h 7"/>
                <a:gd name="T2" fmla="*/ 7 w 15"/>
                <a:gd name="T3" fmla="*/ 2 h 7"/>
                <a:gd name="T4" fmla="*/ 1 w 15"/>
                <a:gd name="T5" fmla="*/ 7 h 7"/>
                <a:gd name="T6" fmla="*/ 8 w 15"/>
                <a:gd name="T7" fmla="*/ 5 h 7"/>
                <a:gd name="T8" fmla="*/ 15 w 15"/>
                <a:gd name="T9" fmla="*/ 0 h 7"/>
              </a:gdLst>
              <a:ahLst/>
              <a:cxnLst>
                <a:cxn ang="0">
                  <a:pos x="T0" y="T1"/>
                </a:cxn>
                <a:cxn ang="0">
                  <a:pos x="T2" y="T3"/>
                </a:cxn>
                <a:cxn ang="0">
                  <a:pos x="T4" y="T5"/>
                </a:cxn>
                <a:cxn ang="0">
                  <a:pos x="T6" y="T7"/>
                </a:cxn>
                <a:cxn ang="0">
                  <a:pos x="T8" y="T9"/>
                </a:cxn>
              </a:cxnLst>
              <a:rect l="0" t="0" r="r" b="b"/>
              <a:pathLst>
                <a:path w="15" h="7">
                  <a:moveTo>
                    <a:pt x="15" y="0"/>
                  </a:moveTo>
                  <a:cubicBezTo>
                    <a:pt x="14" y="0"/>
                    <a:pt x="11" y="1"/>
                    <a:pt x="7" y="2"/>
                  </a:cubicBezTo>
                  <a:cubicBezTo>
                    <a:pt x="3" y="4"/>
                    <a:pt x="0" y="6"/>
                    <a:pt x="1" y="7"/>
                  </a:cubicBezTo>
                  <a:cubicBezTo>
                    <a:pt x="1" y="7"/>
                    <a:pt x="5" y="6"/>
                    <a:pt x="8" y="5"/>
                  </a:cubicBezTo>
                  <a:cubicBezTo>
                    <a:pt x="12" y="3"/>
                    <a:pt x="15" y="1"/>
                    <a:pt x="1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78" name="Freeform 2382"/>
            <p:cNvSpPr/>
            <p:nvPr/>
          </p:nvSpPr>
          <p:spPr bwMode="auto">
            <a:xfrm>
              <a:off x="10293654" y="8702453"/>
              <a:ext cx="39688" cy="22225"/>
            </a:xfrm>
            <a:custGeom>
              <a:avLst/>
              <a:gdLst>
                <a:gd name="T0" fmla="*/ 14 w 15"/>
                <a:gd name="T1" fmla="*/ 0 h 8"/>
                <a:gd name="T2" fmla="*/ 7 w 15"/>
                <a:gd name="T3" fmla="*/ 2 h 8"/>
                <a:gd name="T4" fmla="*/ 0 w 15"/>
                <a:gd name="T5" fmla="*/ 7 h 8"/>
                <a:gd name="T6" fmla="*/ 8 w 15"/>
                <a:gd name="T7" fmla="*/ 5 h 8"/>
                <a:gd name="T8" fmla="*/ 14 w 15"/>
                <a:gd name="T9" fmla="*/ 0 h 8"/>
              </a:gdLst>
              <a:ahLst/>
              <a:cxnLst>
                <a:cxn ang="0">
                  <a:pos x="T0" y="T1"/>
                </a:cxn>
                <a:cxn ang="0">
                  <a:pos x="T2" y="T3"/>
                </a:cxn>
                <a:cxn ang="0">
                  <a:pos x="T4" y="T5"/>
                </a:cxn>
                <a:cxn ang="0">
                  <a:pos x="T6" y="T7"/>
                </a:cxn>
                <a:cxn ang="0">
                  <a:pos x="T8" y="T9"/>
                </a:cxn>
              </a:cxnLst>
              <a:rect l="0" t="0" r="r" b="b"/>
              <a:pathLst>
                <a:path w="15" h="8">
                  <a:moveTo>
                    <a:pt x="14" y="0"/>
                  </a:moveTo>
                  <a:cubicBezTo>
                    <a:pt x="14" y="0"/>
                    <a:pt x="11" y="1"/>
                    <a:pt x="7" y="2"/>
                  </a:cubicBezTo>
                  <a:cubicBezTo>
                    <a:pt x="3" y="4"/>
                    <a:pt x="0" y="6"/>
                    <a:pt x="0" y="7"/>
                  </a:cubicBezTo>
                  <a:cubicBezTo>
                    <a:pt x="1" y="8"/>
                    <a:pt x="4" y="7"/>
                    <a:pt x="8" y="5"/>
                  </a:cubicBezTo>
                  <a:cubicBezTo>
                    <a:pt x="12" y="3"/>
                    <a:pt x="15" y="1"/>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79" name="Freeform 2383"/>
            <p:cNvSpPr/>
            <p:nvPr/>
          </p:nvSpPr>
          <p:spPr bwMode="auto">
            <a:xfrm>
              <a:off x="10084104" y="8802465"/>
              <a:ext cx="41275" cy="25400"/>
            </a:xfrm>
            <a:custGeom>
              <a:avLst/>
              <a:gdLst>
                <a:gd name="T0" fmla="*/ 6 w 15"/>
                <a:gd name="T1" fmla="*/ 3 h 9"/>
                <a:gd name="T2" fmla="*/ 0 w 15"/>
                <a:gd name="T3" fmla="*/ 8 h 9"/>
                <a:gd name="T4" fmla="*/ 8 w 15"/>
                <a:gd name="T5" fmla="*/ 6 h 9"/>
                <a:gd name="T6" fmla="*/ 14 w 15"/>
                <a:gd name="T7" fmla="*/ 1 h 9"/>
                <a:gd name="T8" fmla="*/ 6 w 15"/>
                <a:gd name="T9" fmla="*/ 3 h 9"/>
              </a:gdLst>
              <a:ahLst/>
              <a:cxnLst>
                <a:cxn ang="0">
                  <a:pos x="T0" y="T1"/>
                </a:cxn>
                <a:cxn ang="0">
                  <a:pos x="T2" y="T3"/>
                </a:cxn>
                <a:cxn ang="0">
                  <a:pos x="T4" y="T5"/>
                </a:cxn>
                <a:cxn ang="0">
                  <a:pos x="T6" y="T7"/>
                </a:cxn>
                <a:cxn ang="0">
                  <a:pos x="T8" y="T9"/>
                </a:cxn>
              </a:cxnLst>
              <a:rect l="0" t="0" r="r" b="b"/>
              <a:pathLst>
                <a:path w="15" h="9">
                  <a:moveTo>
                    <a:pt x="6" y="3"/>
                  </a:moveTo>
                  <a:cubicBezTo>
                    <a:pt x="3" y="5"/>
                    <a:pt x="0" y="8"/>
                    <a:pt x="0" y="8"/>
                  </a:cubicBezTo>
                  <a:cubicBezTo>
                    <a:pt x="1" y="9"/>
                    <a:pt x="5" y="8"/>
                    <a:pt x="8" y="6"/>
                  </a:cubicBezTo>
                  <a:cubicBezTo>
                    <a:pt x="12" y="4"/>
                    <a:pt x="15" y="2"/>
                    <a:pt x="14" y="1"/>
                  </a:cubicBezTo>
                  <a:cubicBezTo>
                    <a:pt x="14" y="0"/>
                    <a:pt x="10" y="1"/>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80" name="Freeform 2384"/>
            <p:cNvSpPr/>
            <p:nvPr/>
          </p:nvSpPr>
          <p:spPr bwMode="auto">
            <a:xfrm>
              <a:off x="9876141" y="8908828"/>
              <a:ext cx="39688" cy="23813"/>
            </a:xfrm>
            <a:custGeom>
              <a:avLst/>
              <a:gdLst>
                <a:gd name="T0" fmla="*/ 6 w 15"/>
                <a:gd name="T1" fmla="*/ 3 h 9"/>
                <a:gd name="T2" fmla="*/ 0 w 15"/>
                <a:gd name="T3" fmla="*/ 8 h 9"/>
                <a:gd name="T4" fmla="*/ 9 w 15"/>
                <a:gd name="T5" fmla="*/ 6 h 9"/>
                <a:gd name="T6" fmla="*/ 14 w 15"/>
                <a:gd name="T7" fmla="*/ 1 h 9"/>
                <a:gd name="T8" fmla="*/ 6 w 15"/>
                <a:gd name="T9" fmla="*/ 3 h 9"/>
              </a:gdLst>
              <a:ahLst/>
              <a:cxnLst>
                <a:cxn ang="0">
                  <a:pos x="T0" y="T1"/>
                </a:cxn>
                <a:cxn ang="0">
                  <a:pos x="T2" y="T3"/>
                </a:cxn>
                <a:cxn ang="0">
                  <a:pos x="T4" y="T5"/>
                </a:cxn>
                <a:cxn ang="0">
                  <a:pos x="T6" y="T7"/>
                </a:cxn>
                <a:cxn ang="0">
                  <a:pos x="T8" y="T9"/>
                </a:cxn>
              </a:cxnLst>
              <a:rect l="0" t="0" r="r" b="b"/>
              <a:pathLst>
                <a:path w="15" h="9">
                  <a:moveTo>
                    <a:pt x="6" y="3"/>
                  </a:moveTo>
                  <a:cubicBezTo>
                    <a:pt x="2" y="5"/>
                    <a:pt x="0" y="8"/>
                    <a:pt x="0" y="8"/>
                  </a:cubicBezTo>
                  <a:cubicBezTo>
                    <a:pt x="1" y="9"/>
                    <a:pt x="5" y="8"/>
                    <a:pt x="9" y="6"/>
                  </a:cubicBezTo>
                  <a:cubicBezTo>
                    <a:pt x="12" y="4"/>
                    <a:pt x="15" y="2"/>
                    <a:pt x="14" y="1"/>
                  </a:cubicBezTo>
                  <a:cubicBezTo>
                    <a:pt x="13" y="0"/>
                    <a:pt x="10" y="1"/>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81" name="Freeform 2385"/>
            <p:cNvSpPr/>
            <p:nvPr/>
          </p:nvSpPr>
          <p:spPr bwMode="auto">
            <a:xfrm>
              <a:off x="9666591" y="9015190"/>
              <a:ext cx="38100" cy="26988"/>
            </a:xfrm>
            <a:custGeom>
              <a:avLst/>
              <a:gdLst>
                <a:gd name="T0" fmla="*/ 0 w 14"/>
                <a:gd name="T1" fmla="*/ 8 h 10"/>
                <a:gd name="T2" fmla="*/ 8 w 14"/>
                <a:gd name="T3" fmla="*/ 7 h 10"/>
                <a:gd name="T4" fmla="*/ 14 w 14"/>
                <a:gd name="T5" fmla="*/ 1 h 10"/>
                <a:gd name="T6" fmla="*/ 7 w 14"/>
                <a:gd name="T7" fmla="*/ 3 h 10"/>
                <a:gd name="T8" fmla="*/ 0 w 14"/>
                <a:gd name="T9" fmla="*/ 8 h 10"/>
              </a:gdLst>
              <a:ahLst/>
              <a:cxnLst>
                <a:cxn ang="0">
                  <a:pos x="T0" y="T1"/>
                </a:cxn>
                <a:cxn ang="0">
                  <a:pos x="T2" y="T3"/>
                </a:cxn>
                <a:cxn ang="0">
                  <a:pos x="T4" y="T5"/>
                </a:cxn>
                <a:cxn ang="0">
                  <a:pos x="T6" y="T7"/>
                </a:cxn>
                <a:cxn ang="0">
                  <a:pos x="T8" y="T9"/>
                </a:cxn>
              </a:cxnLst>
              <a:rect l="0" t="0" r="r" b="b"/>
              <a:pathLst>
                <a:path w="14" h="10">
                  <a:moveTo>
                    <a:pt x="0" y="8"/>
                  </a:moveTo>
                  <a:cubicBezTo>
                    <a:pt x="1" y="10"/>
                    <a:pt x="4" y="9"/>
                    <a:pt x="8" y="7"/>
                  </a:cubicBezTo>
                  <a:cubicBezTo>
                    <a:pt x="12" y="5"/>
                    <a:pt x="14" y="3"/>
                    <a:pt x="14" y="1"/>
                  </a:cubicBezTo>
                  <a:cubicBezTo>
                    <a:pt x="14" y="0"/>
                    <a:pt x="11" y="1"/>
                    <a:pt x="7" y="3"/>
                  </a:cubicBezTo>
                  <a:cubicBezTo>
                    <a:pt x="3" y="5"/>
                    <a:pt x="0" y="7"/>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82" name="Freeform 2386"/>
            <p:cNvSpPr/>
            <p:nvPr/>
          </p:nvSpPr>
          <p:spPr bwMode="auto">
            <a:xfrm>
              <a:off x="9457041" y="9119965"/>
              <a:ext cx="41275" cy="28575"/>
            </a:xfrm>
            <a:custGeom>
              <a:avLst/>
              <a:gdLst>
                <a:gd name="T0" fmla="*/ 6 w 15"/>
                <a:gd name="T1" fmla="*/ 3 h 10"/>
                <a:gd name="T2" fmla="*/ 0 w 15"/>
                <a:gd name="T3" fmla="*/ 9 h 10"/>
                <a:gd name="T4" fmla="*/ 8 w 15"/>
                <a:gd name="T5" fmla="*/ 7 h 10"/>
                <a:gd name="T6" fmla="*/ 14 w 15"/>
                <a:gd name="T7" fmla="*/ 2 h 10"/>
                <a:gd name="T8" fmla="*/ 6 w 15"/>
                <a:gd name="T9" fmla="*/ 3 h 10"/>
              </a:gdLst>
              <a:ahLst/>
              <a:cxnLst>
                <a:cxn ang="0">
                  <a:pos x="T0" y="T1"/>
                </a:cxn>
                <a:cxn ang="0">
                  <a:pos x="T2" y="T3"/>
                </a:cxn>
                <a:cxn ang="0">
                  <a:pos x="T4" y="T5"/>
                </a:cxn>
                <a:cxn ang="0">
                  <a:pos x="T6" y="T7"/>
                </a:cxn>
                <a:cxn ang="0">
                  <a:pos x="T8" y="T9"/>
                </a:cxn>
              </a:cxnLst>
              <a:rect l="0" t="0" r="r" b="b"/>
              <a:pathLst>
                <a:path w="15" h="10">
                  <a:moveTo>
                    <a:pt x="6" y="3"/>
                  </a:moveTo>
                  <a:cubicBezTo>
                    <a:pt x="3" y="5"/>
                    <a:pt x="0" y="7"/>
                    <a:pt x="0" y="9"/>
                  </a:cubicBezTo>
                  <a:cubicBezTo>
                    <a:pt x="1" y="10"/>
                    <a:pt x="4" y="9"/>
                    <a:pt x="8" y="7"/>
                  </a:cubicBezTo>
                  <a:cubicBezTo>
                    <a:pt x="12" y="6"/>
                    <a:pt x="15" y="3"/>
                    <a:pt x="14" y="2"/>
                  </a:cubicBezTo>
                  <a:cubicBezTo>
                    <a:pt x="14" y="0"/>
                    <a:pt x="10" y="1"/>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83" name="Freeform 2387"/>
            <p:cNvSpPr/>
            <p:nvPr/>
          </p:nvSpPr>
          <p:spPr bwMode="auto">
            <a:xfrm>
              <a:off x="9249079" y="9226328"/>
              <a:ext cx="38100" cy="25400"/>
            </a:xfrm>
            <a:custGeom>
              <a:avLst/>
              <a:gdLst>
                <a:gd name="T0" fmla="*/ 7 w 14"/>
                <a:gd name="T1" fmla="*/ 2 h 9"/>
                <a:gd name="T2" fmla="*/ 0 w 14"/>
                <a:gd name="T3" fmla="*/ 8 h 9"/>
                <a:gd name="T4" fmla="*/ 8 w 14"/>
                <a:gd name="T5" fmla="*/ 7 h 9"/>
                <a:gd name="T6" fmla="*/ 14 w 14"/>
                <a:gd name="T7" fmla="*/ 1 h 9"/>
                <a:gd name="T8" fmla="*/ 7 w 14"/>
                <a:gd name="T9" fmla="*/ 2 h 9"/>
              </a:gdLst>
              <a:ahLst/>
              <a:cxnLst>
                <a:cxn ang="0">
                  <a:pos x="T0" y="T1"/>
                </a:cxn>
                <a:cxn ang="0">
                  <a:pos x="T2" y="T3"/>
                </a:cxn>
                <a:cxn ang="0">
                  <a:pos x="T4" y="T5"/>
                </a:cxn>
                <a:cxn ang="0">
                  <a:pos x="T6" y="T7"/>
                </a:cxn>
                <a:cxn ang="0">
                  <a:pos x="T8" y="T9"/>
                </a:cxn>
              </a:cxnLst>
              <a:rect l="0" t="0" r="r" b="b"/>
              <a:pathLst>
                <a:path w="14" h="9">
                  <a:moveTo>
                    <a:pt x="7" y="2"/>
                  </a:moveTo>
                  <a:cubicBezTo>
                    <a:pt x="3" y="3"/>
                    <a:pt x="0" y="6"/>
                    <a:pt x="0" y="8"/>
                  </a:cubicBezTo>
                  <a:cubicBezTo>
                    <a:pt x="0" y="9"/>
                    <a:pt x="4" y="9"/>
                    <a:pt x="8" y="7"/>
                  </a:cubicBezTo>
                  <a:cubicBezTo>
                    <a:pt x="12" y="5"/>
                    <a:pt x="14" y="3"/>
                    <a:pt x="14" y="1"/>
                  </a:cubicBezTo>
                  <a:cubicBezTo>
                    <a:pt x="14" y="0"/>
                    <a:pt x="10"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84" name="Freeform 2388"/>
            <p:cNvSpPr/>
            <p:nvPr/>
          </p:nvSpPr>
          <p:spPr bwMode="auto">
            <a:xfrm>
              <a:off x="9039529" y="9324753"/>
              <a:ext cx="38100" cy="26988"/>
            </a:xfrm>
            <a:custGeom>
              <a:avLst/>
              <a:gdLst>
                <a:gd name="T0" fmla="*/ 0 w 14"/>
                <a:gd name="T1" fmla="*/ 8 h 10"/>
                <a:gd name="T2" fmla="*/ 7 w 14"/>
                <a:gd name="T3" fmla="*/ 9 h 10"/>
                <a:gd name="T4" fmla="*/ 14 w 14"/>
                <a:gd name="T5" fmla="*/ 2 h 10"/>
                <a:gd name="T6" fmla="*/ 7 w 14"/>
                <a:gd name="T7" fmla="*/ 2 h 10"/>
                <a:gd name="T8" fmla="*/ 0 w 14"/>
                <a:gd name="T9" fmla="*/ 8 h 10"/>
              </a:gdLst>
              <a:ahLst/>
              <a:cxnLst>
                <a:cxn ang="0">
                  <a:pos x="T0" y="T1"/>
                </a:cxn>
                <a:cxn ang="0">
                  <a:pos x="T2" y="T3"/>
                </a:cxn>
                <a:cxn ang="0">
                  <a:pos x="T4" y="T5"/>
                </a:cxn>
                <a:cxn ang="0">
                  <a:pos x="T6" y="T7"/>
                </a:cxn>
                <a:cxn ang="0">
                  <a:pos x="T8" y="T9"/>
                </a:cxn>
              </a:cxnLst>
              <a:rect l="0" t="0" r="r" b="b"/>
              <a:pathLst>
                <a:path w="14" h="10">
                  <a:moveTo>
                    <a:pt x="0" y="8"/>
                  </a:moveTo>
                  <a:cubicBezTo>
                    <a:pt x="0" y="10"/>
                    <a:pt x="3" y="10"/>
                    <a:pt x="7" y="9"/>
                  </a:cubicBezTo>
                  <a:cubicBezTo>
                    <a:pt x="11" y="7"/>
                    <a:pt x="14" y="4"/>
                    <a:pt x="14" y="2"/>
                  </a:cubicBezTo>
                  <a:cubicBezTo>
                    <a:pt x="14" y="0"/>
                    <a:pt x="11" y="0"/>
                    <a:pt x="7" y="2"/>
                  </a:cubicBezTo>
                  <a:cubicBezTo>
                    <a:pt x="3" y="4"/>
                    <a:pt x="0" y="6"/>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85" name="Freeform 2389"/>
            <p:cNvSpPr/>
            <p:nvPr/>
          </p:nvSpPr>
          <p:spPr bwMode="auto">
            <a:xfrm>
              <a:off x="8829979" y="9420003"/>
              <a:ext cx="38100" cy="26988"/>
            </a:xfrm>
            <a:custGeom>
              <a:avLst/>
              <a:gdLst>
                <a:gd name="T0" fmla="*/ 7 w 14"/>
                <a:gd name="T1" fmla="*/ 1 h 10"/>
                <a:gd name="T2" fmla="*/ 0 w 14"/>
                <a:gd name="T3" fmla="*/ 7 h 10"/>
                <a:gd name="T4" fmla="*/ 7 w 14"/>
                <a:gd name="T5" fmla="*/ 8 h 10"/>
                <a:gd name="T6" fmla="*/ 14 w 14"/>
                <a:gd name="T7" fmla="*/ 2 h 10"/>
                <a:gd name="T8" fmla="*/ 7 w 14"/>
                <a:gd name="T9" fmla="*/ 1 h 10"/>
              </a:gdLst>
              <a:ahLst/>
              <a:cxnLst>
                <a:cxn ang="0">
                  <a:pos x="T0" y="T1"/>
                </a:cxn>
                <a:cxn ang="0">
                  <a:pos x="T2" y="T3"/>
                </a:cxn>
                <a:cxn ang="0">
                  <a:pos x="T4" y="T5"/>
                </a:cxn>
                <a:cxn ang="0">
                  <a:pos x="T6" y="T7"/>
                </a:cxn>
                <a:cxn ang="0">
                  <a:pos x="T8" y="T9"/>
                </a:cxn>
              </a:cxnLst>
              <a:rect l="0" t="0" r="r" b="b"/>
              <a:pathLst>
                <a:path w="14" h="10">
                  <a:moveTo>
                    <a:pt x="7" y="1"/>
                  </a:moveTo>
                  <a:cubicBezTo>
                    <a:pt x="3" y="3"/>
                    <a:pt x="0" y="6"/>
                    <a:pt x="0" y="7"/>
                  </a:cubicBezTo>
                  <a:cubicBezTo>
                    <a:pt x="0" y="9"/>
                    <a:pt x="3" y="10"/>
                    <a:pt x="7" y="8"/>
                  </a:cubicBezTo>
                  <a:cubicBezTo>
                    <a:pt x="11" y="7"/>
                    <a:pt x="14" y="4"/>
                    <a:pt x="14" y="2"/>
                  </a:cubicBezTo>
                  <a:cubicBezTo>
                    <a:pt x="14" y="0"/>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86" name="Freeform 2390"/>
            <p:cNvSpPr/>
            <p:nvPr/>
          </p:nvSpPr>
          <p:spPr bwMode="auto">
            <a:xfrm>
              <a:off x="5651804" y="10505853"/>
              <a:ext cx="38100" cy="31750"/>
            </a:xfrm>
            <a:custGeom>
              <a:avLst/>
              <a:gdLst>
                <a:gd name="T0" fmla="*/ 0 w 14"/>
                <a:gd name="T1" fmla="*/ 9 h 12"/>
                <a:gd name="T2" fmla="*/ 7 w 14"/>
                <a:gd name="T3" fmla="*/ 10 h 12"/>
                <a:gd name="T4" fmla="*/ 14 w 14"/>
                <a:gd name="T5" fmla="*/ 3 h 12"/>
                <a:gd name="T6" fmla="*/ 7 w 14"/>
                <a:gd name="T7" fmla="*/ 2 h 12"/>
                <a:gd name="T8" fmla="*/ 0 w 14"/>
                <a:gd name="T9" fmla="*/ 9 h 12"/>
              </a:gdLst>
              <a:ahLst/>
              <a:cxnLst>
                <a:cxn ang="0">
                  <a:pos x="T0" y="T1"/>
                </a:cxn>
                <a:cxn ang="0">
                  <a:pos x="T2" y="T3"/>
                </a:cxn>
                <a:cxn ang="0">
                  <a:pos x="T4" y="T5"/>
                </a:cxn>
                <a:cxn ang="0">
                  <a:pos x="T6" y="T7"/>
                </a:cxn>
                <a:cxn ang="0">
                  <a:pos x="T8" y="T9"/>
                </a:cxn>
              </a:cxnLst>
              <a:rect l="0" t="0" r="r" b="b"/>
              <a:pathLst>
                <a:path w="14" h="12">
                  <a:moveTo>
                    <a:pt x="0" y="9"/>
                  </a:moveTo>
                  <a:cubicBezTo>
                    <a:pt x="0" y="11"/>
                    <a:pt x="4" y="12"/>
                    <a:pt x="7" y="10"/>
                  </a:cubicBezTo>
                  <a:cubicBezTo>
                    <a:pt x="11" y="9"/>
                    <a:pt x="14" y="5"/>
                    <a:pt x="14" y="3"/>
                  </a:cubicBezTo>
                  <a:cubicBezTo>
                    <a:pt x="14" y="0"/>
                    <a:pt x="11" y="0"/>
                    <a:pt x="7" y="2"/>
                  </a:cubicBezTo>
                  <a:cubicBezTo>
                    <a:pt x="3" y="3"/>
                    <a:pt x="0" y="7"/>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87" name="Freeform 2391"/>
            <p:cNvSpPr/>
            <p:nvPr/>
          </p:nvSpPr>
          <p:spPr bwMode="auto">
            <a:xfrm>
              <a:off x="5864529" y="10404253"/>
              <a:ext cx="38100" cy="30163"/>
            </a:xfrm>
            <a:custGeom>
              <a:avLst/>
              <a:gdLst>
                <a:gd name="T0" fmla="*/ 7 w 14"/>
                <a:gd name="T1" fmla="*/ 1 h 11"/>
                <a:gd name="T2" fmla="*/ 0 w 14"/>
                <a:gd name="T3" fmla="*/ 8 h 11"/>
                <a:gd name="T4" fmla="*/ 7 w 14"/>
                <a:gd name="T5" fmla="*/ 9 h 11"/>
                <a:gd name="T6" fmla="*/ 14 w 14"/>
                <a:gd name="T7" fmla="*/ 2 h 11"/>
                <a:gd name="T8" fmla="*/ 7 w 14"/>
                <a:gd name="T9" fmla="*/ 1 h 11"/>
              </a:gdLst>
              <a:ahLst/>
              <a:cxnLst>
                <a:cxn ang="0">
                  <a:pos x="T0" y="T1"/>
                </a:cxn>
                <a:cxn ang="0">
                  <a:pos x="T2" y="T3"/>
                </a:cxn>
                <a:cxn ang="0">
                  <a:pos x="T4" y="T5"/>
                </a:cxn>
                <a:cxn ang="0">
                  <a:pos x="T6" y="T7"/>
                </a:cxn>
                <a:cxn ang="0">
                  <a:pos x="T8" y="T9"/>
                </a:cxn>
              </a:cxnLst>
              <a:rect l="0" t="0" r="r" b="b"/>
              <a:pathLst>
                <a:path w="14" h="11">
                  <a:moveTo>
                    <a:pt x="7" y="1"/>
                  </a:moveTo>
                  <a:cubicBezTo>
                    <a:pt x="3" y="3"/>
                    <a:pt x="0" y="6"/>
                    <a:pt x="0" y="8"/>
                  </a:cubicBezTo>
                  <a:cubicBezTo>
                    <a:pt x="0" y="10"/>
                    <a:pt x="3" y="11"/>
                    <a:pt x="7" y="9"/>
                  </a:cubicBezTo>
                  <a:cubicBezTo>
                    <a:pt x="11" y="8"/>
                    <a:pt x="14" y="4"/>
                    <a:pt x="14" y="2"/>
                  </a:cubicBezTo>
                  <a:cubicBezTo>
                    <a:pt x="14" y="0"/>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88" name="Freeform 2392"/>
            <p:cNvSpPr/>
            <p:nvPr/>
          </p:nvSpPr>
          <p:spPr bwMode="auto">
            <a:xfrm>
              <a:off x="6075666" y="10304240"/>
              <a:ext cx="38100" cy="30163"/>
            </a:xfrm>
            <a:custGeom>
              <a:avLst/>
              <a:gdLst>
                <a:gd name="T0" fmla="*/ 7 w 14"/>
                <a:gd name="T1" fmla="*/ 1 h 11"/>
                <a:gd name="T2" fmla="*/ 0 w 14"/>
                <a:gd name="T3" fmla="*/ 8 h 11"/>
                <a:gd name="T4" fmla="*/ 7 w 14"/>
                <a:gd name="T5" fmla="*/ 9 h 11"/>
                <a:gd name="T6" fmla="*/ 14 w 14"/>
                <a:gd name="T7" fmla="*/ 2 h 11"/>
                <a:gd name="T8" fmla="*/ 7 w 14"/>
                <a:gd name="T9" fmla="*/ 1 h 11"/>
              </a:gdLst>
              <a:ahLst/>
              <a:cxnLst>
                <a:cxn ang="0">
                  <a:pos x="T0" y="T1"/>
                </a:cxn>
                <a:cxn ang="0">
                  <a:pos x="T2" y="T3"/>
                </a:cxn>
                <a:cxn ang="0">
                  <a:pos x="T4" y="T5"/>
                </a:cxn>
                <a:cxn ang="0">
                  <a:pos x="T6" y="T7"/>
                </a:cxn>
                <a:cxn ang="0">
                  <a:pos x="T8" y="T9"/>
                </a:cxn>
              </a:cxnLst>
              <a:rect l="0" t="0" r="r" b="b"/>
              <a:pathLst>
                <a:path w="14" h="11">
                  <a:moveTo>
                    <a:pt x="7" y="1"/>
                  </a:moveTo>
                  <a:cubicBezTo>
                    <a:pt x="3" y="3"/>
                    <a:pt x="0" y="6"/>
                    <a:pt x="0" y="8"/>
                  </a:cubicBezTo>
                  <a:cubicBezTo>
                    <a:pt x="0" y="10"/>
                    <a:pt x="3" y="11"/>
                    <a:pt x="7" y="9"/>
                  </a:cubicBezTo>
                  <a:cubicBezTo>
                    <a:pt x="11" y="7"/>
                    <a:pt x="14" y="4"/>
                    <a:pt x="14" y="2"/>
                  </a:cubicBezTo>
                  <a:cubicBezTo>
                    <a:pt x="14" y="0"/>
                    <a:pt x="11"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89" name="Freeform 2393"/>
            <p:cNvSpPr/>
            <p:nvPr/>
          </p:nvSpPr>
          <p:spPr bwMode="auto">
            <a:xfrm>
              <a:off x="6285216" y="10207403"/>
              <a:ext cx="39688" cy="26988"/>
            </a:xfrm>
            <a:custGeom>
              <a:avLst/>
              <a:gdLst>
                <a:gd name="T0" fmla="*/ 1 w 15"/>
                <a:gd name="T1" fmla="*/ 8 h 10"/>
                <a:gd name="T2" fmla="*/ 8 w 15"/>
                <a:gd name="T3" fmla="*/ 9 h 10"/>
                <a:gd name="T4" fmla="*/ 15 w 15"/>
                <a:gd name="T5" fmla="*/ 2 h 10"/>
                <a:gd name="T6" fmla="*/ 7 w 15"/>
                <a:gd name="T7" fmla="*/ 2 h 10"/>
                <a:gd name="T8" fmla="*/ 1 w 15"/>
                <a:gd name="T9" fmla="*/ 8 h 10"/>
              </a:gdLst>
              <a:ahLst/>
              <a:cxnLst>
                <a:cxn ang="0">
                  <a:pos x="T0" y="T1"/>
                </a:cxn>
                <a:cxn ang="0">
                  <a:pos x="T2" y="T3"/>
                </a:cxn>
                <a:cxn ang="0">
                  <a:pos x="T4" y="T5"/>
                </a:cxn>
                <a:cxn ang="0">
                  <a:pos x="T6" y="T7"/>
                </a:cxn>
                <a:cxn ang="0">
                  <a:pos x="T8" y="T9"/>
                </a:cxn>
              </a:cxnLst>
              <a:rect l="0" t="0" r="r" b="b"/>
              <a:pathLst>
                <a:path w="15" h="10">
                  <a:moveTo>
                    <a:pt x="1" y="8"/>
                  </a:moveTo>
                  <a:cubicBezTo>
                    <a:pt x="1" y="10"/>
                    <a:pt x="5" y="10"/>
                    <a:pt x="8" y="9"/>
                  </a:cubicBezTo>
                  <a:cubicBezTo>
                    <a:pt x="12" y="7"/>
                    <a:pt x="15" y="4"/>
                    <a:pt x="15" y="2"/>
                  </a:cubicBezTo>
                  <a:cubicBezTo>
                    <a:pt x="14" y="0"/>
                    <a:pt x="11" y="0"/>
                    <a:pt x="7" y="2"/>
                  </a:cubicBezTo>
                  <a:cubicBezTo>
                    <a:pt x="3" y="3"/>
                    <a:pt x="0" y="6"/>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90" name="Freeform 2394"/>
            <p:cNvSpPr/>
            <p:nvPr/>
          </p:nvSpPr>
          <p:spPr bwMode="auto">
            <a:xfrm>
              <a:off x="6499529" y="10112153"/>
              <a:ext cx="38100" cy="26988"/>
            </a:xfrm>
            <a:custGeom>
              <a:avLst/>
              <a:gdLst>
                <a:gd name="T0" fmla="*/ 0 w 14"/>
                <a:gd name="T1" fmla="*/ 8 h 10"/>
                <a:gd name="T2" fmla="*/ 7 w 14"/>
                <a:gd name="T3" fmla="*/ 9 h 10"/>
                <a:gd name="T4" fmla="*/ 14 w 14"/>
                <a:gd name="T5" fmla="*/ 3 h 10"/>
                <a:gd name="T6" fmla="*/ 7 w 14"/>
                <a:gd name="T7" fmla="*/ 2 h 10"/>
                <a:gd name="T8" fmla="*/ 0 w 14"/>
                <a:gd name="T9" fmla="*/ 8 h 10"/>
              </a:gdLst>
              <a:ahLst/>
              <a:cxnLst>
                <a:cxn ang="0">
                  <a:pos x="T0" y="T1"/>
                </a:cxn>
                <a:cxn ang="0">
                  <a:pos x="T2" y="T3"/>
                </a:cxn>
                <a:cxn ang="0">
                  <a:pos x="T4" y="T5"/>
                </a:cxn>
                <a:cxn ang="0">
                  <a:pos x="T6" y="T7"/>
                </a:cxn>
                <a:cxn ang="0">
                  <a:pos x="T8" y="T9"/>
                </a:cxn>
              </a:cxnLst>
              <a:rect l="0" t="0" r="r" b="b"/>
              <a:pathLst>
                <a:path w="14" h="10">
                  <a:moveTo>
                    <a:pt x="0" y="8"/>
                  </a:moveTo>
                  <a:cubicBezTo>
                    <a:pt x="0" y="10"/>
                    <a:pt x="3" y="10"/>
                    <a:pt x="7" y="9"/>
                  </a:cubicBezTo>
                  <a:cubicBezTo>
                    <a:pt x="11" y="7"/>
                    <a:pt x="14" y="5"/>
                    <a:pt x="14" y="3"/>
                  </a:cubicBezTo>
                  <a:cubicBezTo>
                    <a:pt x="14" y="1"/>
                    <a:pt x="10" y="0"/>
                    <a:pt x="7" y="2"/>
                  </a:cubicBezTo>
                  <a:cubicBezTo>
                    <a:pt x="3" y="3"/>
                    <a:pt x="0" y="6"/>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91" name="Freeform 2395"/>
            <p:cNvSpPr/>
            <p:nvPr/>
          </p:nvSpPr>
          <p:spPr bwMode="auto">
            <a:xfrm>
              <a:off x="6707491" y="10021665"/>
              <a:ext cx="41275" cy="26988"/>
            </a:xfrm>
            <a:custGeom>
              <a:avLst/>
              <a:gdLst>
                <a:gd name="T0" fmla="*/ 7 w 15"/>
                <a:gd name="T1" fmla="*/ 2 h 10"/>
                <a:gd name="T2" fmla="*/ 1 w 15"/>
                <a:gd name="T3" fmla="*/ 8 h 10"/>
                <a:gd name="T4" fmla="*/ 8 w 15"/>
                <a:gd name="T5" fmla="*/ 9 h 10"/>
                <a:gd name="T6" fmla="*/ 15 w 15"/>
                <a:gd name="T7" fmla="*/ 3 h 10"/>
                <a:gd name="T8" fmla="*/ 7 w 15"/>
                <a:gd name="T9" fmla="*/ 2 h 10"/>
              </a:gdLst>
              <a:ahLst/>
              <a:cxnLst>
                <a:cxn ang="0">
                  <a:pos x="T0" y="T1"/>
                </a:cxn>
                <a:cxn ang="0">
                  <a:pos x="T2" y="T3"/>
                </a:cxn>
                <a:cxn ang="0">
                  <a:pos x="T4" y="T5"/>
                </a:cxn>
                <a:cxn ang="0">
                  <a:pos x="T6" y="T7"/>
                </a:cxn>
                <a:cxn ang="0">
                  <a:pos x="T8" y="T9"/>
                </a:cxn>
              </a:cxnLst>
              <a:rect l="0" t="0" r="r" b="b"/>
              <a:pathLst>
                <a:path w="15" h="10">
                  <a:moveTo>
                    <a:pt x="7" y="2"/>
                  </a:moveTo>
                  <a:cubicBezTo>
                    <a:pt x="3" y="3"/>
                    <a:pt x="0" y="6"/>
                    <a:pt x="1" y="8"/>
                  </a:cubicBezTo>
                  <a:cubicBezTo>
                    <a:pt x="1" y="10"/>
                    <a:pt x="5" y="10"/>
                    <a:pt x="8" y="9"/>
                  </a:cubicBezTo>
                  <a:cubicBezTo>
                    <a:pt x="12" y="7"/>
                    <a:pt x="15" y="5"/>
                    <a:pt x="15" y="3"/>
                  </a:cubicBezTo>
                  <a:cubicBezTo>
                    <a:pt x="14" y="1"/>
                    <a:pt x="11"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92" name="Freeform 2396"/>
            <p:cNvSpPr/>
            <p:nvPr/>
          </p:nvSpPr>
          <p:spPr bwMode="auto">
            <a:xfrm>
              <a:off x="6921804" y="9940703"/>
              <a:ext cx="38100" cy="26988"/>
            </a:xfrm>
            <a:custGeom>
              <a:avLst/>
              <a:gdLst>
                <a:gd name="T0" fmla="*/ 7 w 14"/>
                <a:gd name="T1" fmla="*/ 9 h 10"/>
                <a:gd name="T2" fmla="*/ 14 w 14"/>
                <a:gd name="T3" fmla="*/ 3 h 10"/>
                <a:gd name="T4" fmla="*/ 6 w 14"/>
                <a:gd name="T5" fmla="*/ 1 h 10"/>
                <a:gd name="T6" fmla="*/ 0 w 14"/>
                <a:gd name="T7" fmla="*/ 7 h 10"/>
                <a:gd name="T8" fmla="*/ 7 w 14"/>
                <a:gd name="T9" fmla="*/ 9 h 10"/>
              </a:gdLst>
              <a:ahLst/>
              <a:cxnLst>
                <a:cxn ang="0">
                  <a:pos x="T0" y="T1"/>
                </a:cxn>
                <a:cxn ang="0">
                  <a:pos x="T2" y="T3"/>
                </a:cxn>
                <a:cxn ang="0">
                  <a:pos x="T4" y="T5"/>
                </a:cxn>
                <a:cxn ang="0">
                  <a:pos x="T6" y="T7"/>
                </a:cxn>
                <a:cxn ang="0">
                  <a:pos x="T8" y="T9"/>
                </a:cxn>
              </a:cxnLst>
              <a:rect l="0" t="0" r="r" b="b"/>
              <a:pathLst>
                <a:path w="14" h="10">
                  <a:moveTo>
                    <a:pt x="7" y="9"/>
                  </a:moveTo>
                  <a:cubicBezTo>
                    <a:pt x="11" y="8"/>
                    <a:pt x="14" y="5"/>
                    <a:pt x="14" y="3"/>
                  </a:cubicBezTo>
                  <a:cubicBezTo>
                    <a:pt x="14" y="1"/>
                    <a:pt x="10" y="0"/>
                    <a:pt x="6" y="1"/>
                  </a:cubicBezTo>
                  <a:cubicBezTo>
                    <a:pt x="3" y="3"/>
                    <a:pt x="0" y="5"/>
                    <a:pt x="0" y="7"/>
                  </a:cubicBezTo>
                  <a:cubicBezTo>
                    <a:pt x="0" y="9"/>
                    <a:pt x="3" y="10"/>
                    <a:pt x="7"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93" name="Freeform 2397"/>
            <p:cNvSpPr/>
            <p:nvPr/>
          </p:nvSpPr>
          <p:spPr bwMode="auto">
            <a:xfrm>
              <a:off x="7131354" y="9867678"/>
              <a:ext cx="41275" cy="26988"/>
            </a:xfrm>
            <a:custGeom>
              <a:avLst/>
              <a:gdLst>
                <a:gd name="T0" fmla="*/ 1 w 15"/>
                <a:gd name="T1" fmla="*/ 7 h 10"/>
                <a:gd name="T2" fmla="*/ 8 w 15"/>
                <a:gd name="T3" fmla="*/ 9 h 10"/>
                <a:gd name="T4" fmla="*/ 15 w 15"/>
                <a:gd name="T5" fmla="*/ 3 h 10"/>
                <a:gd name="T6" fmla="*/ 7 w 15"/>
                <a:gd name="T7" fmla="*/ 1 h 10"/>
                <a:gd name="T8" fmla="*/ 1 w 15"/>
                <a:gd name="T9" fmla="*/ 7 h 10"/>
              </a:gdLst>
              <a:ahLst/>
              <a:cxnLst>
                <a:cxn ang="0">
                  <a:pos x="T0" y="T1"/>
                </a:cxn>
                <a:cxn ang="0">
                  <a:pos x="T2" y="T3"/>
                </a:cxn>
                <a:cxn ang="0">
                  <a:pos x="T4" y="T5"/>
                </a:cxn>
                <a:cxn ang="0">
                  <a:pos x="T6" y="T7"/>
                </a:cxn>
                <a:cxn ang="0">
                  <a:pos x="T8" y="T9"/>
                </a:cxn>
              </a:cxnLst>
              <a:rect l="0" t="0" r="r" b="b"/>
              <a:pathLst>
                <a:path w="15" h="10">
                  <a:moveTo>
                    <a:pt x="1" y="7"/>
                  </a:moveTo>
                  <a:cubicBezTo>
                    <a:pt x="1" y="9"/>
                    <a:pt x="5" y="10"/>
                    <a:pt x="8" y="9"/>
                  </a:cubicBezTo>
                  <a:cubicBezTo>
                    <a:pt x="12" y="7"/>
                    <a:pt x="15" y="5"/>
                    <a:pt x="15" y="3"/>
                  </a:cubicBezTo>
                  <a:cubicBezTo>
                    <a:pt x="15" y="0"/>
                    <a:pt x="11" y="0"/>
                    <a:pt x="7" y="1"/>
                  </a:cubicBezTo>
                  <a:cubicBezTo>
                    <a:pt x="4" y="2"/>
                    <a:pt x="0" y="5"/>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94" name="Freeform 2398"/>
            <p:cNvSpPr/>
            <p:nvPr/>
          </p:nvSpPr>
          <p:spPr bwMode="auto">
            <a:xfrm>
              <a:off x="7345666" y="9804178"/>
              <a:ext cx="38100" cy="25400"/>
            </a:xfrm>
            <a:custGeom>
              <a:avLst/>
              <a:gdLst>
                <a:gd name="T0" fmla="*/ 7 w 14"/>
                <a:gd name="T1" fmla="*/ 0 h 9"/>
                <a:gd name="T2" fmla="*/ 0 w 14"/>
                <a:gd name="T3" fmla="*/ 6 h 9"/>
                <a:gd name="T4" fmla="*/ 7 w 14"/>
                <a:gd name="T5" fmla="*/ 8 h 9"/>
                <a:gd name="T6" fmla="*/ 14 w 14"/>
                <a:gd name="T7" fmla="*/ 3 h 9"/>
                <a:gd name="T8" fmla="*/ 7 w 14"/>
                <a:gd name="T9" fmla="*/ 0 h 9"/>
              </a:gdLst>
              <a:ahLst/>
              <a:cxnLst>
                <a:cxn ang="0">
                  <a:pos x="T0" y="T1"/>
                </a:cxn>
                <a:cxn ang="0">
                  <a:pos x="T2" y="T3"/>
                </a:cxn>
                <a:cxn ang="0">
                  <a:pos x="T4" y="T5"/>
                </a:cxn>
                <a:cxn ang="0">
                  <a:pos x="T6" y="T7"/>
                </a:cxn>
                <a:cxn ang="0">
                  <a:pos x="T8" y="T9"/>
                </a:cxn>
              </a:cxnLst>
              <a:rect l="0" t="0" r="r" b="b"/>
              <a:pathLst>
                <a:path w="14" h="9">
                  <a:moveTo>
                    <a:pt x="7" y="0"/>
                  </a:moveTo>
                  <a:cubicBezTo>
                    <a:pt x="3" y="1"/>
                    <a:pt x="0" y="4"/>
                    <a:pt x="0" y="6"/>
                  </a:cubicBezTo>
                  <a:cubicBezTo>
                    <a:pt x="0" y="8"/>
                    <a:pt x="3" y="9"/>
                    <a:pt x="7" y="8"/>
                  </a:cubicBezTo>
                  <a:cubicBezTo>
                    <a:pt x="11" y="8"/>
                    <a:pt x="14" y="5"/>
                    <a:pt x="14" y="3"/>
                  </a:cubicBezTo>
                  <a:cubicBezTo>
                    <a:pt x="14" y="1"/>
                    <a:pt x="11"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95" name="Freeform 2399"/>
            <p:cNvSpPr/>
            <p:nvPr/>
          </p:nvSpPr>
          <p:spPr bwMode="auto">
            <a:xfrm>
              <a:off x="7556804" y="9753378"/>
              <a:ext cx="41275" cy="26988"/>
            </a:xfrm>
            <a:custGeom>
              <a:avLst/>
              <a:gdLst>
                <a:gd name="T0" fmla="*/ 0 w 15"/>
                <a:gd name="T1" fmla="*/ 6 h 10"/>
                <a:gd name="T2" fmla="*/ 8 w 15"/>
                <a:gd name="T3" fmla="*/ 9 h 10"/>
                <a:gd name="T4" fmla="*/ 14 w 15"/>
                <a:gd name="T5" fmla="*/ 3 h 10"/>
                <a:gd name="T6" fmla="*/ 7 w 15"/>
                <a:gd name="T7" fmla="*/ 1 h 10"/>
                <a:gd name="T8" fmla="*/ 0 w 15"/>
                <a:gd name="T9" fmla="*/ 6 h 10"/>
              </a:gdLst>
              <a:ahLst/>
              <a:cxnLst>
                <a:cxn ang="0">
                  <a:pos x="T0" y="T1"/>
                </a:cxn>
                <a:cxn ang="0">
                  <a:pos x="T2" y="T3"/>
                </a:cxn>
                <a:cxn ang="0">
                  <a:pos x="T4" y="T5"/>
                </a:cxn>
                <a:cxn ang="0">
                  <a:pos x="T6" y="T7"/>
                </a:cxn>
                <a:cxn ang="0">
                  <a:pos x="T8" y="T9"/>
                </a:cxn>
              </a:cxnLst>
              <a:rect l="0" t="0" r="r" b="b"/>
              <a:pathLst>
                <a:path w="15" h="10">
                  <a:moveTo>
                    <a:pt x="0" y="6"/>
                  </a:moveTo>
                  <a:cubicBezTo>
                    <a:pt x="1" y="9"/>
                    <a:pt x="5" y="10"/>
                    <a:pt x="8" y="9"/>
                  </a:cubicBezTo>
                  <a:cubicBezTo>
                    <a:pt x="12" y="8"/>
                    <a:pt x="15" y="5"/>
                    <a:pt x="14" y="3"/>
                  </a:cubicBezTo>
                  <a:cubicBezTo>
                    <a:pt x="14" y="1"/>
                    <a:pt x="10" y="0"/>
                    <a:pt x="7" y="1"/>
                  </a:cubicBezTo>
                  <a:cubicBezTo>
                    <a:pt x="3" y="2"/>
                    <a:pt x="0" y="4"/>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96" name="Freeform 2400"/>
            <p:cNvSpPr/>
            <p:nvPr/>
          </p:nvSpPr>
          <p:spPr bwMode="auto">
            <a:xfrm>
              <a:off x="7772704" y="9718453"/>
              <a:ext cx="39688" cy="23813"/>
            </a:xfrm>
            <a:custGeom>
              <a:avLst/>
              <a:gdLst>
                <a:gd name="T0" fmla="*/ 6 w 15"/>
                <a:gd name="T1" fmla="*/ 1 h 9"/>
                <a:gd name="T2" fmla="*/ 0 w 15"/>
                <a:gd name="T3" fmla="*/ 6 h 9"/>
                <a:gd name="T4" fmla="*/ 8 w 15"/>
                <a:gd name="T5" fmla="*/ 9 h 9"/>
                <a:gd name="T6" fmla="*/ 14 w 15"/>
                <a:gd name="T7" fmla="*/ 4 h 9"/>
                <a:gd name="T8" fmla="*/ 6 w 15"/>
                <a:gd name="T9" fmla="*/ 1 h 9"/>
              </a:gdLst>
              <a:ahLst/>
              <a:cxnLst>
                <a:cxn ang="0">
                  <a:pos x="T0" y="T1"/>
                </a:cxn>
                <a:cxn ang="0">
                  <a:pos x="T2" y="T3"/>
                </a:cxn>
                <a:cxn ang="0">
                  <a:pos x="T4" y="T5"/>
                </a:cxn>
                <a:cxn ang="0">
                  <a:pos x="T6" y="T7"/>
                </a:cxn>
                <a:cxn ang="0">
                  <a:pos x="T8" y="T9"/>
                </a:cxn>
              </a:cxnLst>
              <a:rect l="0" t="0" r="r" b="b"/>
              <a:pathLst>
                <a:path w="15" h="9">
                  <a:moveTo>
                    <a:pt x="6" y="1"/>
                  </a:moveTo>
                  <a:cubicBezTo>
                    <a:pt x="3" y="1"/>
                    <a:pt x="0" y="4"/>
                    <a:pt x="0" y="6"/>
                  </a:cubicBezTo>
                  <a:cubicBezTo>
                    <a:pt x="0" y="8"/>
                    <a:pt x="4" y="9"/>
                    <a:pt x="8" y="9"/>
                  </a:cubicBezTo>
                  <a:cubicBezTo>
                    <a:pt x="12" y="8"/>
                    <a:pt x="15" y="6"/>
                    <a:pt x="14" y="4"/>
                  </a:cubicBezTo>
                  <a:cubicBezTo>
                    <a:pt x="14" y="2"/>
                    <a:pt x="10"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97" name="Freeform 2401"/>
            <p:cNvSpPr/>
            <p:nvPr/>
          </p:nvSpPr>
          <p:spPr bwMode="auto">
            <a:xfrm>
              <a:off x="7983841" y="9688290"/>
              <a:ext cx="41275" cy="26988"/>
            </a:xfrm>
            <a:custGeom>
              <a:avLst/>
              <a:gdLst>
                <a:gd name="T0" fmla="*/ 6 w 15"/>
                <a:gd name="T1" fmla="*/ 1 h 10"/>
                <a:gd name="T2" fmla="*/ 1 w 15"/>
                <a:gd name="T3" fmla="*/ 6 h 10"/>
                <a:gd name="T4" fmla="*/ 9 w 15"/>
                <a:gd name="T5" fmla="*/ 9 h 10"/>
                <a:gd name="T6" fmla="*/ 15 w 15"/>
                <a:gd name="T7" fmla="*/ 3 h 10"/>
                <a:gd name="T8" fmla="*/ 6 w 15"/>
                <a:gd name="T9" fmla="*/ 1 h 10"/>
              </a:gdLst>
              <a:ahLst/>
              <a:cxnLst>
                <a:cxn ang="0">
                  <a:pos x="T0" y="T1"/>
                </a:cxn>
                <a:cxn ang="0">
                  <a:pos x="T2" y="T3"/>
                </a:cxn>
                <a:cxn ang="0">
                  <a:pos x="T4" y="T5"/>
                </a:cxn>
                <a:cxn ang="0">
                  <a:pos x="T6" y="T7"/>
                </a:cxn>
                <a:cxn ang="0">
                  <a:pos x="T8" y="T9"/>
                </a:cxn>
              </a:cxnLst>
              <a:rect l="0" t="0" r="r" b="b"/>
              <a:pathLst>
                <a:path w="15" h="10">
                  <a:moveTo>
                    <a:pt x="6" y="1"/>
                  </a:moveTo>
                  <a:cubicBezTo>
                    <a:pt x="2" y="2"/>
                    <a:pt x="0" y="4"/>
                    <a:pt x="1" y="6"/>
                  </a:cubicBezTo>
                  <a:cubicBezTo>
                    <a:pt x="1" y="9"/>
                    <a:pt x="5" y="10"/>
                    <a:pt x="9" y="9"/>
                  </a:cubicBezTo>
                  <a:cubicBezTo>
                    <a:pt x="13" y="8"/>
                    <a:pt x="15" y="5"/>
                    <a:pt x="15" y="3"/>
                  </a:cubicBezTo>
                  <a:cubicBezTo>
                    <a:pt x="14" y="1"/>
                    <a:pt x="10"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98" name="Freeform 2402"/>
            <p:cNvSpPr/>
            <p:nvPr/>
          </p:nvSpPr>
          <p:spPr bwMode="auto">
            <a:xfrm>
              <a:off x="8198154" y="9642253"/>
              <a:ext cx="38100" cy="26988"/>
            </a:xfrm>
            <a:custGeom>
              <a:avLst/>
              <a:gdLst>
                <a:gd name="T0" fmla="*/ 0 w 14"/>
                <a:gd name="T1" fmla="*/ 6 h 10"/>
                <a:gd name="T2" fmla="*/ 7 w 14"/>
                <a:gd name="T3" fmla="*/ 9 h 10"/>
                <a:gd name="T4" fmla="*/ 14 w 14"/>
                <a:gd name="T5" fmla="*/ 3 h 10"/>
                <a:gd name="T6" fmla="*/ 6 w 14"/>
                <a:gd name="T7" fmla="*/ 1 h 10"/>
                <a:gd name="T8" fmla="*/ 0 w 14"/>
                <a:gd name="T9" fmla="*/ 6 h 10"/>
              </a:gdLst>
              <a:ahLst/>
              <a:cxnLst>
                <a:cxn ang="0">
                  <a:pos x="T0" y="T1"/>
                </a:cxn>
                <a:cxn ang="0">
                  <a:pos x="T2" y="T3"/>
                </a:cxn>
                <a:cxn ang="0">
                  <a:pos x="T4" y="T5"/>
                </a:cxn>
                <a:cxn ang="0">
                  <a:pos x="T6" y="T7"/>
                </a:cxn>
                <a:cxn ang="0">
                  <a:pos x="T8" y="T9"/>
                </a:cxn>
              </a:cxnLst>
              <a:rect l="0" t="0" r="r" b="b"/>
              <a:pathLst>
                <a:path w="14" h="10">
                  <a:moveTo>
                    <a:pt x="0" y="6"/>
                  </a:moveTo>
                  <a:cubicBezTo>
                    <a:pt x="0" y="8"/>
                    <a:pt x="4" y="10"/>
                    <a:pt x="7" y="9"/>
                  </a:cubicBezTo>
                  <a:cubicBezTo>
                    <a:pt x="11" y="8"/>
                    <a:pt x="14" y="5"/>
                    <a:pt x="14" y="3"/>
                  </a:cubicBezTo>
                  <a:cubicBezTo>
                    <a:pt x="14" y="1"/>
                    <a:pt x="10" y="0"/>
                    <a:pt x="6" y="1"/>
                  </a:cubicBezTo>
                  <a:cubicBezTo>
                    <a:pt x="3" y="1"/>
                    <a:pt x="0" y="4"/>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399" name="Freeform 2403"/>
            <p:cNvSpPr/>
            <p:nvPr/>
          </p:nvSpPr>
          <p:spPr bwMode="auto">
            <a:xfrm>
              <a:off x="8407704" y="9578753"/>
              <a:ext cx="39688" cy="28575"/>
            </a:xfrm>
            <a:custGeom>
              <a:avLst/>
              <a:gdLst>
                <a:gd name="T0" fmla="*/ 1 w 15"/>
                <a:gd name="T1" fmla="*/ 7 h 10"/>
                <a:gd name="T2" fmla="*/ 9 w 15"/>
                <a:gd name="T3" fmla="*/ 8 h 10"/>
                <a:gd name="T4" fmla="*/ 15 w 15"/>
                <a:gd name="T5" fmla="*/ 2 h 10"/>
                <a:gd name="T6" fmla="*/ 7 w 15"/>
                <a:gd name="T7" fmla="*/ 1 h 10"/>
                <a:gd name="T8" fmla="*/ 1 w 15"/>
                <a:gd name="T9" fmla="*/ 7 h 10"/>
              </a:gdLst>
              <a:ahLst/>
              <a:cxnLst>
                <a:cxn ang="0">
                  <a:pos x="T0" y="T1"/>
                </a:cxn>
                <a:cxn ang="0">
                  <a:pos x="T2" y="T3"/>
                </a:cxn>
                <a:cxn ang="0">
                  <a:pos x="T4" y="T5"/>
                </a:cxn>
                <a:cxn ang="0">
                  <a:pos x="T6" y="T7"/>
                </a:cxn>
                <a:cxn ang="0">
                  <a:pos x="T8" y="T9"/>
                </a:cxn>
              </a:cxnLst>
              <a:rect l="0" t="0" r="r" b="b"/>
              <a:pathLst>
                <a:path w="15" h="10">
                  <a:moveTo>
                    <a:pt x="1" y="7"/>
                  </a:moveTo>
                  <a:cubicBezTo>
                    <a:pt x="2" y="9"/>
                    <a:pt x="5" y="10"/>
                    <a:pt x="9" y="8"/>
                  </a:cubicBezTo>
                  <a:cubicBezTo>
                    <a:pt x="13" y="7"/>
                    <a:pt x="15" y="4"/>
                    <a:pt x="15" y="2"/>
                  </a:cubicBezTo>
                  <a:cubicBezTo>
                    <a:pt x="14" y="0"/>
                    <a:pt x="10" y="0"/>
                    <a:pt x="7" y="1"/>
                  </a:cubicBezTo>
                  <a:cubicBezTo>
                    <a:pt x="3" y="2"/>
                    <a:pt x="0" y="5"/>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00" name="Freeform 2404"/>
            <p:cNvSpPr/>
            <p:nvPr/>
          </p:nvSpPr>
          <p:spPr bwMode="auto">
            <a:xfrm>
              <a:off x="8618841" y="9504140"/>
              <a:ext cx="41275" cy="26988"/>
            </a:xfrm>
            <a:custGeom>
              <a:avLst/>
              <a:gdLst>
                <a:gd name="T0" fmla="*/ 6 w 15"/>
                <a:gd name="T1" fmla="*/ 2 h 10"/>
                <a:gd name="T2" fmla="*/ 0 w 15"/>
                <a:gd name="T3" fmla="*/ 8 h 10"/>
                <a:gd name="T4" fmla="*/ 8 w 15"/>
                <a:gd name="T5" fmla="*/ 9 h 10"/>
                <a:gd name="T6" fmla="*/ 14 w 15"/>
                <a:gd name="T7" fmla="*/ 2 h 10"/>
                <a:gd name="T8" fmla="*/ 6 w 15"/>
                <a:gd name="T9" fmla="*/ 2 h 10"/>
              </a:gdLst>
              <a:ahLst/>
              <a:cxnLst>
                <a:cxn ang="0">
                  <a:pos x="T0" y="T1"/>
                </a:cxn>
                <a:cxn ang="0">
                  <a:pos x="T2" y="T3"/>
                </a:cxn>
                <a:cxn ang="0">
                  <a:pos x="T4" y="T5"/>
                </a:cxn>
                <a:cxn ang="0">
                  <a:pos x="T6" y="T7"/>
                </a:cxn>
                <a:cxn ang="0">
                  <a:pos x="T8" y="T9"/>
                </a:cxn>
              </a:cxnLst>
              <a:rect l="0" t="0" r="r" b="b"/>
              <a:pathLst>
                <a:path w="15" h="10">
                  <a:moveTo>
                    <a:pt x="6" y="2"/>
                  </a:moveTo>
                  <a:cubicBezTo>
                    <a:pt x="3" y="3"/>
                    <a:pt x="0" y="6"/>
                    <a:pt x="0" y="8"/>
                  </a:cubicBezTo>
                  <a:cubicBezTo>
                    <a:pt x="1" y="10"/>
                    <a:pt x="5" y="10"/>
                    <a:pt x="8" y="9"/>
                  </a:cubicBezTo>
                  <a:cubicBezTo>
                    <a:pt x="12" y="7"/>
                    <a:pt x="15" y="4"/>
                    <a:pt x="14" y="2"/>
                  </a:cubicBezTo>
                  <a:cubicBezTo>
                    <a:pt x="14" y="0"/>
                    <a:pt x="10" y="0"/>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01" name="Freeform 2405"/>
            <p:cNvSpPr/>
            <p:nvPr/>
          </p:nvSpPr>
          <p:spPr bwMode="auto">
            <a:xfrm>
              <a:off x="2756204" y="10823353"/>
              <a:ext cx="38100" cy="38100"/>
            </a:xfrm>
            <a:custGeom>
              <a:avLst/>
              <a:gdLst>
                <a:gd name="T0" fmla="*/ 1 w 14"/>
                <a:gd name="T1" fmla="*/ 3 h 14"/>
                <a:gd name="T2" fmla="*/ 8 w 14"/>
                <a:gd name="T3" fmla="*/ 11 h 14"/>
                <a:gd name="T4" fmla="*/ 14 w 14"/>
                <a:gd name="T5" fmla="*/ 11 h 14"/>
                <a:gd name="T6" fmla="*/ 6 w 14"/>
                <a:gd name="T7" fmla="*/ 2 h 14"/>
                <a:gd name="T8" fmla="*/ 1 w 14"/>
                <a:gd name="T9" fmla="*/ 3 h 14"/>
              </a:gdLst>
              <a:ahLst/>
              <a:cxnLst>
                <a:cxn ang="0">
                  <a:pos x="T0" y="T1"/>
                </a:cxn>
                <a:cxn ang="0">
                  <a:pos x="T2" y="T3"/>
                </a:cxn>
                <a:cxn ang="0">
                  <a:pos x="T4" y="T5"/>
                </a:cxn>
                <a:cxn ang="0">
                  <a:pos x="T6" y="T7"/>
                </a:cxn>
                <a:cxn ang="0">
                  <a:pos x="T8" y="T9"/>
                </a:cxn>
              </a:cxnLst>
              <a:rect l="0" t="0" r="r" b="b"/>
              <a:pathLst>
                <a:path w="14" h="14">
                  <a:moveTo>
                    <a:pt x="1" y="3"/>
                  </a:moveTo>
                  <a:cubicBezTo>
                    <a:pt x="2" y="6"/>
                    <a:pt x="4" y="9"/>
                    <a:pt x="8" y="11"/>
                  </a:cubicBezTo>
                  <a:cubicBezTo>
                    <a:pt x="11" y="14"/>
                    <a:pt x="14" y="13"/>
                    <a:pt x="14" y="11"/>
                  </a:cubicBezTo>
                  <a:cubicBezTo>
                    <a:pt x="13" y="8"/>
                    <a:pt x="9" y="3"/>
                    <a:pt x="6" y="2"/>
                  </a:cubicBezTo>
                  <a:cubicBezTo>
                    <a:pt x="2" y="0"/>
                    <a:pt x="0" y="1"/>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02" name="Freeform 2406"/>
            <p:cNvSpPr/>
            <p:nvPr/>
          </p:nvSpPr>
          <p:spPr bwMode="auto">
            <a:xfrm>
              <a:off x="2976866" y="10947178"/>
              <a:ext cx="36513" cy="36513"/>
            </a:xfrm>
            <a:custGeom>
              <a:avLst/>
              <a:gdLst>
                <a:gd name="T0" fmla="*/ 6 w 14"/>
                <a:gd name="T1" fmla="*/ 2 h 13"/>
                <a:gd name="T2" fmla="*/ 0 w 14"/>
                <a:gd name="T3" fmla="*/ 3 h 13"/>
                <a:gd name="T4" fmla="*/ 7 w 14"/>
                <a:gd name="T5" fmla="*/ 11 h 13"/>
                <a:gd name="T6" fmla="*/ 13 w 14"/>
                <a:gd name="T7" fmla="*/ 10 h 13"/>
                <a:gd name="T8" fmla="*/ 6 w 14"/>
                <a:gd name="T9" fmla="*/ 2 h 13"/>
              </a:gdLst>
              <a:ahLst/>
              <a:cxnLst>
                <a:cxn ang="0">
                  <a:pos x="T0" y="T1"/>
                </a:cxn>
                <a:cxn ang="0">
                  <a:pos x="T2" y="T3"/>
                </a:cxn>
                <a:cxn ang="0">
                  <a:pos x="T4" y="T5"/>
                </a:cxn>
                <a:cxn ang="0">
                  <a:pos x="T6" y="T7"/>
                </a:cxn>
                <a:cxn ang="0">
                  <a:pos x="T8" y="T9"/>
                </a:cxn>
              </a:cxnLst>
              <a:rect l="0" t="0" r="r" b="b"/>
              <a:pathLst>
                <a:path w="14" h="13">
                  <a:moveTo>
                    <a:pt x="6" y="2"/>
                  </a:moveTo>
                  <a:cubicBezTo>
                    <a:pt x="2" y="0"/>
                    <a:pt x="0" y="1"/>
                    <a:pt x="0" y="3"/>
                  </a:cubicBezTo>
                  <a:cubicBezTo>
                    <a:pt x="1" y="6"/>
                    <a:pt x="4" y="9"/>
                    <a:pt x="7" y="11"/>
                  </a:cubicBezTo>
                  <a:cubicBezTo>
                    <a:pt x="11" y="13"/>
                    <a:pt x="14" y="12"/>
                    <a:pt x="13" y="10"/>
                  </a:cubicBezTo>
                  <a:cubicBezTo>
                    <a:pt x="13" y="7"/>
                    <a:pt x="9" y="3"/>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03" name="Freeform 2407"/>
            <p:cNvSpPr/>
            <p:nvPr/>
          </p:nvSpPr>
          <p:spPr bwMode="auto">
            <a:xfrm>
              <a:off x="3192766" y="11050365"/>
              <a:ext cx="38100" cy="30163"/>
            </a:xfrm>
            <a:custGeom>
              <a:avLst/>
              <a:gdLst>
                <a:gd name="T0" fmla="*/ 1 w 14"/>
                <a:gd name="T1" fmla="*/ 3 h 11"/>
                <a:gd name="T2" fmla="*/ 8 w 14"/>
                <a:gd name="T3" fmla="*/ 10 h 11"/>
                <a:gd name="T4" fmla="*/ 14 w 14"/>
                <a:gd name="T5" fmla="*/ 8 h 11"/>
                <a:gd name="T6" fmla="*/ 6 w 14"/>
                <a:gd name="T7" fmla="*/ 1 h 11"/>
                <a:gd name="T8" fmla="*/ 1 w 14"/>
                <a:gd name="T9" fmla="*/ 3 h 11"/>
              </a:gdLst>
              <a:ahLst/>
              <a:cxnLst>
                <a:cxn ang="0">
                  <a:pos x="T0" y="T1"/>
                </a:cxn>
                <a:cxn ang="0">
                  <a:pos x="T2" y="T3"/>
                </a:cxn>
                <a:cxn ang="0">
                  <a:pos x="T4" y="T5"/>
                </a:cxn>
                <a:cxn ang="0">
                  <a:pos x="T6" y="T7"/>
                </a:cxn>
                <a:cxn ang="0">
                  <a:pos x="T8" y="T9"/>
                </a:cxn>
              </a:cxnLst>
              <a:rect l="0" t="0" r="r" b="b"/>
              <a:pathLst>
                <a:path w="14" h="11">
                  <a:moveTo>
                    <a:pt x="1" y="3"/>
                  </a:moveTo>
                  <a:cubicBezTo>
                    <a:pt x="2" y="6"/>
                    <a:pt x="4" y="8"/>
                    <a:pt x="8" y="10"/>
                  </a:cubicBezTo>
                  <a:cubicBezTo>
                    <a:pt x="11" y="11"/>
                    <a:pt x="14" y="10"/>
                    <a:pt x="14" y="8"/>
                  </a:cubicBezTo>
                  <a:cubicBezTo>
                    <a:pt x="13" y="5"/>
                    <a:pt x="9" y="2"/>
                    <a:pt x="6" y="1"/>
                  </a:cubicBezTo>
                  <a:cubicBezTo>
                    <a:pt x="2" y="0"/>
                    <a:pt x="0" y="1"/>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04" name="Freeform 2408"/>
            <p:cNvSpPr/>
            <p:nvPr/>
          </p:nvSpPr>
          <p:spPr bwMode="auto">
            <a:xfrm>
              <a:off x="3410254" y="11115453"/>
              <a:ext cx="38100" cy="30163"/>
            </a:xfrm>
            <a:custGeom>
              <a:avLst/>
              <a:gdLst>
                <a:gd name="T0" fmla="*/ 7 w 14"/>
                <a:gd name="T1" fmla="*/ 1 h 11"/>
                <a:gd name="T2" fmla="*/ 0 w 14"/>
                <a:gd name="T3" fmla="*/ 4 h 11"/>
                <a:gd name="T4" fmla="*/ 7 w 14"/>
                <a:gd name="T5" fmla="*/ 10 h 11"/>
                <a:gd name="T6" fmla="*/ 14 w 14"/>
                <a:gd name="T7" fmla="*/ 7 h 11"/>
                <a:gd name="T8" fmla="*/ 7 w 14"/>
                <a:gd name="T9" fmla="*/ 1 h 11"/>
              </a:gdLst>
              <a:ahLst/>
              <a:cxnLst>
                <a:cxn ang="0">
                  <a:pos x="T0" y="T1"/>
                </a:cxn>
                <a:cxn ang="0">
                  <a:pos x="T2" y="T3"/>
                </a:cxn>
                <a:cxn ang="0">
                  <a:pos x="T4" y="T5"/>
                </a:cxn>
                <a:cxn ang="0">
                  <a:pos x="T6" y="T7"/>
                </a:cxn>
                <a:cxn ang="0">
                  <a:pos x="T8" y="T9"/>
                </a:cxn>
              </a:cxnLst>
              <a:rect l="0" t="0" r="r" b="b"/>
              <a:pathLst>
                <a:path w="14" h="11">
                  <a:moveTo>
                    <a:pt x="7" y="1"/>
                  </a:moveTo>
                  <a:cubicBezTo>
                    <a:pt x="3" y="0"/>
                    <a:pt x="0" y="2"/>
                    <a:pt x="0" y="4"/>
                  </a:cubicBezTo>
                  <a:cubicBezTo>
                    <a:pt x="1" y="6"/>
                    <a:pt x="4" y="9"/>
                    <a:pt x="7" y="10"/>
                  </a:cubicBezTo>
                  <a:cubicBezTo>
                    <a:pt x="10" y="11"/>
                    <a:pt x="14" y="10"/>
                    <a:pt x="14" y="7"/>
                  </a:cubicBezTo>
                  <a:cubicBezTo>
                    <a:pt x="13" y="5"/>
                    <a:pt x="10" y="2"/>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05" name="Freeform 2409"/>
            <p:cNvSpPr/>
            <p:nvPr/>
          </p:nvSpPr>
          <p:spPr bwMode="auto">
            <a:xfrm>
              <a:off x="3624566" y="11137678"/>
              <a:ext cx="38100" cy="26988"/>
            </a:xfrm>
            <a:custGeom>
              <a:avLst/>
              <a:gdLst>
                <a:gd name="T0" fmla="*/ 6 w 14"/>
                <a:gd name="T1" fmla="*/ 1 h 10"/>
                <a:gd name="T2" fmla="*/ 1 w 14"/>
                <a:gd name="T3" fmla="*/ 6 h 10"/>
                <a:gd name="T4" fmla="*/ 9 w 14"/>
                <a:gd name="T5" fmla="*/ 9 h 10"/>
                <a:gd name="T6" fmla="*/ 14 w 14"/>
                <a:gd name="T7" fmla="*/ 5 h 10"/>
                <a:gd name="T8" fmla="*/ 6 w 14"/>
                <a:gd name="T9" fmla="*/ 1 h 10"/>
              </a:gdLst>
              <a:ahLst/>
              <a:cxnLst>
                <a:cxn ang="0">
                  <a:pos x="T0" y="T1"/>
                </a:cxn>
                <a:cxn ang="0">
                  <a:pos x="T2" y="T3"/>
                </a:cxn>
                <a:cxn ang="0">
                  <a:pos x="T4" y="T5"/>
                </a:cxn>
                <a:cxn ang="0">
                  <a:pos x="T6" y="T7"/>
                </a:cxn>
                <a:cxn ang="0">
                  <a:pos x="T8" y="T9"/>
                </a:cxn>
              </a:cxnLst>
              <a:rect l="0" t="0" r="r" b="b"/>
              <a:pathLst>
                <a:path w="14" h="10">
                  <a:moveTo>
                    <a:pt x="6" y="1"/>
                  </a:moveTo>
                  <a:cubicBezTo>
                    <a:pt x="3" y="1"/>
                    <a:pt x="0" y="3"/>
                    <a:pt x="1" y="6"/>
                  </a:cubicBezTo>
                  <a:cubicBezTo>
                    <a:pt x="2" y="8"/>
                    <a:pt x="6" y="10"/>
                    <a:pt x="9" y="9"/>
                  </a:cubicBezTo>
                  <a:cubicBezTo>
                    <a:pt x="12" y="9"/>
                    <a:pt x="14" y="7"/>
                    <a:pt x="14" y="5"/>
                  </a:cubicBezTo>
                  <a:cubicBezTo>
                    <a:pt x="13" y="2"/>
                    <a:pt x="9"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06" name="Freeform 2410"/>
            <p:cNvSpPr/>
            <p:nvPr/>
          </p:nvSpPr>
          <p:spPr bwMode="auto">
            <a:xfrm>
              <a:off x="3838879" y="11113865"/>
              <a:ext cx="38100" cy="26988"/>
            </a:xfrm>
            <a:custGeom>
              <a:avLst/>
              <a:gdLst>
                <a:gd name="T0" fmla="*/ 7 w 14"/>
                <a:gd name="T1" fmla="*/ 0 h 10"/>
                <a:gd name="T2" fmla="*/ 0 w 14"/>
                <a:gd name="T3" fmla="*/ 6 h 10"/>
                <a:gd name="T4" fmla="*/ 8 w 14"/>
                <a:gd name="T5" fmla="*/ 9 h 10"/>
                <a:gd name="T6" fmla="*/ 13 w 14"/>
                <a:gd name="T7" fmla="*/ 3 h 10"/>
                <a:gd name="T8" fmla="*/ 7 w 14"/>
                <a:gd name="T9" fmla="*/ 0 h 10"/>
              </a:gdLst>
              <a:ahLst/>
              <a:cxnLst>
                <a:cxn ang="0">
                  <a:pos x="T0" y="T1"/>
                </a:cxn>
                <a:cxn ang="0">
                  <a:pos x="T2" y="T3"/>
                </a:cxn>
                <a:cxn ang="0">
                  <a:pos x="T4" y="T5"/>
                </a:cxn>
                <a:cxn ang="0">
                  <a:pos x="T6" y="T7"/>
                </a:cxn>
                <a:cxn ang="0">
                  <a:pos x="T8" y="T9"/>
                </a:cxn>
              </a:cxnLst>
              <a:rect l="0" t="0" r="r" b="b"/>
              <a:pathLst>
                <a:path w="14" h="10">
                  <a:moveTo>
                    <a:pt x="7" y="0"/>
                  </a:moveTo>
                  <a:cubicBezTo>
                    <a:pt x="3" y="0"/>
                    <a:pt x="0" y="3"/>
                    <a:pt x="0" y="6"/>
                  </a:cubicBezTo>
                  <a:cubicBezTo>
                    <a:pt x="1" y="8"/>
                    <a:pt x="5" y="10"/>
                    <a:pt x="8" y="9"/>
                  </a:cubicBezTo>
                  <a:cubicBezTo>
                    <a:pt x="12" y="9"/>
                    <a:pt x="14" y="6"/>
                    <a:pt x="13" y="3"/>
                  </a:cubicBezTo>
                  <a:cubicBezTo>
                    <a:pt x="12" y="1"/>
                    <a:pt x="10"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07" name="Freeform 2411"/>
            <p:cNvSpPr/>
            <p:nvPr/>
          </p:nvSpPr>
          <p:spPr bwMode="auto">
            <a:xfrm>
              <a:off x="4053191" y="11067828"/>
              <a:ext cx="34925" cy="28575"/>
            </a:xfrm>
            <a:custGeom>
              <a:avLst/>
              <a:gdLst>
                <a:gd name="T0" fmla="*/ 6 w 13"/>
                <a:gd name="T1" fmla="*/ 11 h 11"/>
                <a:gd name="T2" fmla="*/ 13 w 13"/>
                <a:gd name="T3" fmla="*/ 5 h 11"/>
                <a:gd name="T4" fmla="*/ 6 w 13"/>
                <a:gd name="T5" fmla="*/ 1 h 11"/>
                <a:gd name="T6" fmla="*/ 0 w 13"/>
                <a:gd name="T7" fmla="*/ 8 h 11"/>
                <a:gd name="T8" fmla="*/ 6 w 13"/>
                <a:gd name="T9" fmla="*/ 11 h 11"/>
              </a:gdLst>
              <a:ahLst/>
              <a:cxnLst>
                <a:cxn ang="0">
                  <a:pos x="T0" y="T1"/>
                </a:cxn>
                <a:cxn ang="0">
                  <a:pos x="T2" y="T3"/>
                </a:cxn>
                <a:cxn ang="0">
                  <a:pos x="T4" y="T5"/>
                </a:cxn>
                <a:cxn ang="0">
                  <a:pos x="T6" y="T7"/>
                </a:cxn>
                <a:cxn ang="0">
                  <a:pos x="T8" y="T9"/>
                </a:cxn>
              </a:cxnLst>
              <a:rect l="0" t="0" r="r" b="b"/>
              <a:pathLst>
                <a:path w="13" h="11">
                  <a:moveTo>
                    <a:pt x="6" y="11"/>
                  </a:moveTo>
                  <a:cubicBezTo>
                    <a:pt x="10" y="11"/>
                    <a:pt x="13" y="8"/>
                    <a:pt x="13" y="5"/>
                  </a:cubicBezTo>
                  <a:cubicBezTo>
                    <a:pt x="13" y="3"/>
                    <a:pt x="10" y="0"/>
                    <a:pt x="6" y="1"/>
                  </a:cubicBezTo>
                  <a:cubicBezTo>
                    <a:pt x="3" y="2"/>
                    <a:pt x="0" y="5"/>
                    <a:pt x="0" y="8"/>
                  </a:cubicBezTo>
                  <a:cubicBezTo>
                    <a:pt x="0" y="10"/>
                    <a:pt x="3" y="11"/>
                    <a:pt x="6"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08" name="Freeform 2412"/>
            <p:cNvSpPr/>
            <p:nvPr/>
          </p:nvSpPr>
          <p:spPr bwMode="auto">
            <a:xfrm>
              <a:off x="4265916" y="11010678"/>
              <a:ext cx="38100" cy="31750"/>
            </a:xfrm>
            <a:custGeom>
              <a:avLst/>
              <a:gdLst>
                <a:gd name="T0" fmla="*/ 0 w 14"/>
                <a:gd name="T1" fmla="*/ 8 h 12"/>
                <a:gd name="T2" fmla="*/ 8 w 14"/>
                <a:gd name="T3" fmla="*/ 11 h 12"/>
                <a:gd name="T4" fmla="*/ 13 w 14"/>
                <a:gd name="T5" fmla="*/ 4 h 12"/>
                <a:gd name="T6" fmla="*/ 6 w 14"/>
                <a:gd name="T7" fmla="*/ 1 h 12"/>
                <a:gd name="T8" fmla="*/ 0 w 14"/>
                <a:gd name="T9" fmla="*/ 8 h 12"/>
              </a:gdLst>
              <a:ahLst/>
              <a:cxnLst>
                <a:cxn ang="0">
                  <a:pos x="T0" y="T1"/>
                </a:cxn>
                <a:cxn ang="0">
                  <a:pos x="T2" y="T3"/>
                </a:cxn>
                <a:cxn ang="0">
                  <a:pos x="T4" y="T5"/>
                </a:cxn>
                <a:cxn ang="0">
                  <a:pos x="T6" y="T7"/>
                </a:cxn>
                <a:cxn ang="0">
                  <a:pos x="T8" y="T9"/>
                </a:cxn>
              </a:cxnLst>
              <a:rect l="0" t="0" r="r" b="b"/>
              <a:pathLst>
                <a:path w="14" h="12">
                  <a:moveTo>
                    <a:pt x="0" y="8"/>
                  </a:moveTo>
                  <a:cubicBezTo>
                    <a:pt x="1" y="11"/>
                    <a:pt x="4" y="12"/>
                    <a:pt x="8" y="11"/>
                  </a:cubicBezTo>
                  <a:cubicBezTo>
                    <a:pt x="12" y="10"/>
                    <a:pt x="14" y="7"/>
                    <a:pt x="13" y="4"/>
                  </a:cubicBezTo>
                  <a:cubicBezTo>
                    <a:pt x="12" y="1"/>
                    <a:pt x="10" y="0"/>
                    <a:pt x="6" y="1"/>
                  </a:cubicBezTo>
                  <a:cubicBezTo>
                    <a:pt x="3" y="1"/>
                    <a:pt x="0" y="5"/>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09" name="Freeform 2413"/>
            <p:cNvSpPr/>
            <p:nvPr/>
          </p:nvSpPr>
          <p:spPr bwMode="auto">
            <a:xfrm>
              <a:off x="4477054" y="10939240"/>
              <a:ext cx="34925" cy="34925"/>
            </a:xfrm>
            <a:custGeom>
              <a:avLst/>
              <a:gdLst>
                <a:gd name="T0" fmla="*/ 0 w 13"/>
                <a:gd name="T1" fmla="*/ 9 h 13"/>
                <a:gd name="T2" fmla="*/ 7 w 13"/>
                <a:gd name="T3" fmla="*/ 12 h 13"/>
                <a:gd name="T4" fmla="*/ 13 w 13"/>
                <a:gd name="T5" fmla="*/ 5 h 13"/>
                <a:gd name="T6" fmla="*/ 7 w 13"/>
                <a:gd name="T7" fmla="*/ 1 h 13"/>
                <a:gd name="T8" fmla="*/ 0 w 13"/>
                <a:gd name="T9" fmla="*/ 9 h 13"/>
              </a:gdLst>
              <a:ahLst/>
              <a:cxnLst>
                <a:cxn ang="0">
                  <a:pos x="T0" y="T1"/>
                </a:cxn>
                <a:cxn ang="0">
                  <a:pos x="T2" y="T3"/>
                </a:cxn>
                <a:cxn ang="0">
                  <a:pos x="T4" y="T5"/>
                </a:cxn>
                <a:cxn ang="0">
                  <a:pos x="T6" y="T7"/>
                </a:cxn>
                <a:cxn ang="0">
                  <a:pos x="T8" y="T9"/>
                </a:cxn>
              </a:cxnLst>
              <a:rect l="0" t="0" r="r" b="b"/>
              <a:pathLst>
                <a:path w="13" h="13">
                  <a:moveTo>
                    <a:pt x="0" y="9"/>
                  </a:moveTo>
                  <a:cubicBezTo>
                    <a:pt x="1" y="11"/>
                    <a:pt x="4" y="13"/>
                    <a:pt x="7" y="12"/>
                  </a:cubicBezTo>
                  <a:cubicBezTo>
                    <a:pt x="10" y="11"/>
                    <a:pt x="13" y="8"/>
                    <a:pt x="13" y="5"/>
                  </a:cubicBezTo>
                  <a:cubicBezTo>
                    <a:pt x="13" y="2"/>
                    <a:pt x="10" y="0"/>
                    <a:pt x="7" y="1"/>
                  </a:cubicBezTo>
                  <a:cubicBezTo>
                    <a:pt x="3" y="2"/>
                    <a:pt x="0" y="6"/>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10" name="Freeform 2414"/>
            <p:cNvSpPr/>
            <p:nvPr/>
          </p:nvSpPr>
          <p:spPr bwMode="auto">
            <a:xfrm>
              <a:off x="4688191" y="10863040"/>
              <a:ext cx="38100" cy="33338"/>
            </a:xfrm>
            <a:custGeom>
              <a:avLst/>
              <a:gdLst>
                <a:gd name="T0" fmla="*/ 6 w 14"/>
                <a:gd name="T1" fmla="*/ 2 h 12"/>
                <a:gd name="T2" fmla="*/ 1 w 14"/>
                <a:gd name="T3" fmla="*/ 9 h 12"/>
                <a:gd name="T4" fmla="*/ 8 w 14"/>
                <a:gd name="T5" fmla="*/ 11 h 12"/>
                <a:gd name="T6" fmla="*/ 14 w 14"/>
                <a:gd name="T7" fmla="*/ 4 h 12"/>
                <a:gd name="T8" fmla="*/ 6 w 14"/>
                <a:gd name="T9" fmla="*/ 2 h 12"/>
              </a:gdLst>
              <a:ahLst/>
              <a:cxnLst>
                <a:cxn ang="0">
                  <a:pos x="T0" y="T1"/>
                </a:cxn>
                <a:cxn ang="0">
                  <a:pos x="T2" y="T3"/>
                </a:cxn>
                <a:cxn ang="0">
                  <a:pos x="T4" y="T5"/>
                </a:cxn>
                <a:cxn ang="0">
                  <a:pos x="T6" y="T7"/>
                </a:cxn>
                <a:cxn ang="0">
                  <a:pos x="T8" y="T9"/>
                </a:cxn>
              </a:cxnLst>
              <a:rect l="0" t="0" r="r" b="b"/>
              <a:pathLst>
                <a:path w="14" h="12">
                  <a:moveTo>
                    <a:pt x="6" y="2"/>
                  </a:moveTo>
                  <a:cubicBezTo>
                    <a:pt x="2" y="3"/>
                    <a:pt x="0" y="7"/>
                    <a:pt x="1" y="9"/>
                  </a:cubicBezTo>
                  <a:cubicBezTo>
                    <a:pt x="2" y="12"/>
                    <a:pt x="4" y="12"/>
                    <a:pt x="8" y="11"/>
                  </a:cubicBezTo>
                  <a:cubicBezTo>
                    <a:pt x="11" y="10"/>
                    <a:pt x="14" y="6"/>
                    <a:pt x="14" y="4"/>
                  </a:cubicBezTo>
                  <a:cubicBezTo>
                    <a:pt x="13" y="1"/>
                    <a:pt x="9" y="0"/>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11" name="Freeform 2415"/>
            <p:cNvSpPr/>
            <p:nvPr/>
          </p:nvSpPr>
          <p:spPr bwMode="auto">
            <a:xfrm>
              <a:off x="4900916" y="10782078"/>
              <a:ext cx="38100" cy="30163"/>
            </a:xfrm>
            <a:custGeom>
              <a:avLst/>
              <a:gdLst>
                <a:gd name="T0" fmla="*/ 6 w 14"/>
                <a:gd name="T1" fmla="*/ 1 h 11"/>
                <a:gd name="T2" fmla="*/ 1 w 14"/>
                <a:gd name="T3" fmla="*/ 8 h 11"/>
                <a:gd name="T4" fmla="*/ 9 w 14"/>
                <a:gd name="T5" fmla="*/ 9 h 11"/>
                <a:gd name="T6" fmla="*/ 14 w 14"/>
                <a:gd name="T7" fmla="*/ 3 h 11"/>
                <a:gd name="T8" fmla="*/ 6 w 14"/>
                <a:gd name="T9" fmla="*/ 1 h 11"/>
              </a:gdLst>
              <a:ahLst/>
              <a:cxnLst>
                <a:cxn ang="0">
                  <a:pos x="T0" y="T1"/>
                </a:cxn>
                <a:cxn ang="0">
                  <a:pos x="T2" y="T3"/>
                </a:cxn>
                <a:cxn ang="0">
                  <a:pos x="T4" y="T5"/>
                </a:cxn>
                <a:cxn ang="0">
                  <a:pos x="T6" y="T7"/>
                </a:cxn>
                <a:cxn ang="0">
                  <a:pos x="T8" y="T9"/>
                </a:cxn>
              </a:cxnLst>
              <a:rect l="0" t="0" r="r" b="b"/>
              <a:pathLst>
                <a:path w="14" h="11">
                  <a:moveTo>
                    <a:pt x="6" y="1"/>
                  </a:moveTo>
                  <a:cubicBezTo>
                    <a:pt x="3" y="3"/>
                    <a:pt x="0" y="6"/>
                    <a:pt x="1" y="8"/>
                  </a:cubicBezTo>
                  <a:cubicBezTo>
                    <a:pt x="2" y="10"/>
                    <a:pt x="6" y="11"/>
                    <a:pt x="9" y="9"/>
                  </a:cubicBezTo>
                  <a:cubicBezTo>
                    <a:pt x="12" y="8"/>
                    <a:pt x="14" y="4"/>
                    <a:pt x="14" y="3"/>
                  </a:cubicBezTo>
                  <a:cubicBezTo>
                    <a:pt x="13" y="0"/>
                    <a:pt x="9"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12" name="Freeform 2417"/>
            <p:cNvSpPr/>
            <p:nvPr/>
          </p:nvSpPr>
          <p:spPr bwMode="auto">
            <a:xfrm>
              <a:off x="5112054" y="10693178"/>
              <a:ext cx="38100" cy="26988"/>
            </a:xfrm>
            <a:custGeom>
              <a:avLst/>
              <a:gdLst>
                <a:gd name="T0" fmla="*/ 8 w 14"/>
                <a:gd name="T1" fmla="*/ 9 h 10"/>
                <a:gd name="T2" fmla="*/ 13 w 14"/>
                <a:gd name="T3" fmla="*/ 2 h 10"/>
                <a:gd name="T4" fmla="*/ 7 w 14"/>
                <a:gd name="T5" fmla="*/ 1 h 10"/>
                <a:gd name="T6" fmla="*/ 1 w 14"/>
                <a:gd name="T7" fmla="*/ 8 h 10"/>
                <a:gd name="T8" fmla="*/ 8 w 14"/>
                <a:gd name="T9" fmla="*/ 9 h 10"/>
              </a:gdLst>
              <a:ahLst/>
              <a:cxnLst>
                <a:cxn ang="0">
                  <a:pos x="T0" y="T1"/>
                </a:cxn>
                <a:cxn ang="0">
                  <a:pos x="T2" y="T3"/>
                </a:cxn>
                <a:cxn ang="0">
                  <a:pos x="T4" y="T5"/>
                </a:cxn>
                <a:cxn ang="0">
                  <a:pos x="T6" y="T7"/>
                </a:cxn>
                <a:cxn ang="0">
                  <a:pos x="T8" y="T9"/>
                </a:cxn>
              </a:cxnLst>
              <a:rect l="0" t="0" r="r" b="b"/>
              <a:pathLst>
                <a:path w="14" h="10">
                  <a:moveTo>
                    <a:pt x="8" y="9"/>
                  </a:moveTo>
                  <a:cubicBezTo>
                    <a:pt x="12" y="7"/>
                    <a:pt x="14" y="4"/>
                    <a:pt x="13" y="2"/>
                  </a:cubicBezTo>
                  <a:cubicBezTo>
                    <a:pt x="13" y="0"/>
                    <a:pt x="10" y="0"/>
                    <a:pt x="7" y="1"/>
                  </a:cubicBezTo>
                  <a:cubicBezTo>
                    <a:pt x="3" y="2"/>
                    <a:pt x="0" y="6"/>
                    <a:pt x="1" y="8"/>
                  </a:cubicBezTo>
                  <a:cubicBezTo>
                    <a:pt x="1" y="10"/>
                    <a:pt x="5" y="10"/>
                    <a:pt x="8"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13" name="Freeform 2418"/>
            <p:cNvSpPr/>
            <p:nvPr/>
          </p:nvSpPr>
          <p:spPr bwMode="auto">
            <a:xfrm>
              <a:off x="5323192" y="10597928"/>
              <a:ext cx="36513" cy="23813"/>
            </a:xfrm>
            <a:custGeom>
              <a:avLst/>
              <a:gdLst>
                <a:gd name="T0" fmla="*/ 7 w 13"/>
                <a:gd name="T1" fmla="*/ 9 h 9"/>
                <a:gd name="T2" fmla="*/ 13 w 13"/>
                <a:gd name="T3" fmla="*/ 2 h 9"/>
                <a:gd name="T4" fmla="*/ 7 w 13"/>
                <a:gd name="T5" fmla="*/ 1 h 9"/>
                <a:gd name="T6" fmla="*/ 1 w 13"/>
                <a:gd name="T7" fmla="*/ 7 h 9"/>
                <a:gd name="T8" fmla="*/ 7 w 13"/>
                <a:gd name="T9" fmla="*/ 9 h 9"/>
              </a:gdLst>
              <a:ahLst/>
              <a:cxnLst>
                <a:cxn ang="0">
                  <a:pos x="T0" y="T1"/>
                </a:cxn>
                <a:cxn ang="0">
                  <a:pos x="T2" y="T3"/>
                </a:cxn>
                <a:cxn ang="0">
                  <a:pos x="T4" y="T5"/>
                </a:cxn>
                <a:cxn ang="0">
                  <a:pos x="T6" y="T7"/>
                </a:cxn>
                <a:cxn ang="0">
                  <a:pos x="T8" y="T9"/>
                </a:cxn>
              </a:cxnLst>
              <a:rect l="0" t="0" r="r" b="b"/>
              <a:pathLst>
                <a:path w="13" h="9">
                  <a:moveTo>
                    <a:pt x="7" y="9"/>
                  </a:moveTo>
                  <a:cubicBezTo>
                    <a:pt x="10" y="7"/>
                    <a:pt x="13" y="4"/>
                    <a:pt x="13" y="2"/>
                  </a:cubicBezTo>
                  <a:cubicBezTo>
                    <a:pt x="13" y="0"/>
                    <a:pt x="10" y="0"/>
                    <a:pt x="7" y="1"/>
                  </a:cubicBezTo>
                  <a:cubicBezTo>
                    <a:pt x="3" y="3"/>
                    <a:pt x="0" y="6"/>
                    <a:pt x="1" y="7"/>
                  </a:cubicBezTo>
                  <a:cubicBezTo>
                    <a:pt x="1" y="9"/>
                    <a:pt x="4" y="9"/>
                    <a:pt x="7"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14" name="Freeform 2419"/>
            <p:cNvSpPr/>
            <p:nvPr/>
          </p:nvSpPr>
          <p:spPr bwMode="auto">
            <a:xfrm>
              <a:off x="5535917" y="10502678"/>
              <a:ext cx="38100" cy="26988"/>
            </a:xfrm>
            <a:custGeom>
              <a:avLst/>
              <a:gdLst>
                <a:gd name="T0" fmla="*/ 8 w 14"/>
                <a:gd name="T1" fmla="*/ 2 h 10"/>
                <a:gd name="T2" fmla="*/ 1 w 14"/>
                <a:gd name="T3" fmla="*/ 8 h 10"/>
                <a:gd name="T4" fmla="*/ 9 w 14"/>
                <a:gd name="T5" fmla="*/ 7 h 10"/>
                <a:gd name="T6" fmla="*/ 13 w 14"/>
                <a:gd name="T7" fmla="*/ 3 h 10"/>
                <a:gd name="T8" fmla="*/ 8 w 14"/>
                <a:gd name="T9" fmla="*/ 2 h 10"/>
              </a:gdLst>
              <a:ahLst/>
              <a:cxnLst>
                <a:cxn ang="0">
                  <a:pos x="T0" y="T1"/>
                </a:cxn>
                <a:cxn ang="0">
                  <a:pos x="T2" y="T3"/>
                </a:cxn>
                <a:cxn ang="0">
                  <a:pos x="T4" y="T5"/>
                </a:cxn>
                <a:cxn ang="0">
                  <a:pos x="T6" y="T7"/>
                </a:cxn>
                <a:cxn ang="0">
                  <a:pos x="T8" y="T9"/>
                </a:cxn>
              </a:cxnLst>
              <a:rect l="0" t="0" r="r" b="b"/>
              <a:pathLst>
                <a:path w="14" h="10">
                  <a:moveTo>
                    <a:pt x="8" y="2"/>
                  </a:moveTo>
                  <a:cubicBezTo>
                    <a:pt x="4" y="3"/>
                    <a:pt x="1" y="6"/>
                    <a:pt x="1" y="8"/>
                  </a:cubicBezTo>
                  <a:cubicBezTo>
                    <a:pt x="0" y="9"/>
                    <a:pt x="3" y="10"/>
                    <a:pt x="9" y="7"/>
                  </a:cubicBezTo>
                  <a:cubicBezTo>
                    <a:pt x="10" y="6"/>
                    <a:pt x="12" y="4"/>
                    <a:pt x="13" y="3"/>
                  </a:cubicBezTo>
                  <a:cubicBezTo>
                    <a:pt x="14" y="1"/>
                    <a:pt x="11"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15" name="Freeform 2420"/>
            <p:cNvSpPr/>
            <p:nvPr/>
          </p:nvSpPr>
          <p:spPr bwMode="auto">
            <a:xfrm>
              <a:off x="2538717" y="10683653"/>
              <a:ext cx="38100" cy="38100"/>
            </a:xfrm>
            <a:custGeom>
              <a:avLst/>
              <a:gdLst>
                <a:gd name="T0" fmla="*/ 7 w 14"/>
                <a:gd name="T1" fmla="*/ 3 h 14"/>
                <a:gd name="T2" fmla="*/ 0 w 14"/>
                <a:gd name="T3" fmla="*/ 3 h 14"/>
                <a:gd name="T4" fmla="*/ 8 w 14"/>
                <a:gd name="T5" fmla="*/ 13 h 14"/>
                <a:gd name="T6" fmla="*/ 13 w 14"/>
                <a:gd name="T7" fmla="*/ 13 h 14"/>
                <a:gd name="T8" fmla="*/ 7 w 14"/>
                <a:gd name="T9" fmla="*/ 3 h 14"/>
              </a:gdLst>
              <a:ahLst/>
              <a:cxnLst>
                <a:cxn ang="0">
                  <a:pos x="T0" y="T1"/>
                </a:cxn>
                <a:cxn ang="0">
                  <a:pos x="T2" y="T3"/>
                </a:cxn>
                <a:cxn ang="0">
                  <a:pos x="T4" y="T5"/>
                </a:cxn>
                <a:cxn ang="0">
                  <a:pos x="T6" y="T7"/>
                </a:cxn>
                <a:cxn ang="0">
                  <a:pos x="T8" y="T9"/>
                </a:cxn>
              </a:cxnLst>
              <a:rect l="0" t="0" r="r" b="b"/>
              <a:pathLst>
                <a:path w="14" h="14">
                  <a:moveTo>
                    <a:pt x="7" y="3"/>
                  </a:moveTo>
                  <a:cubicBezTo>
                    <a:pt x="4" y="1"/>
                    <a:pt x="0" y="0"/>
                    <a:pt x="0" y="3"/>
                  </a:cubicBezTo>
                  <a:cubicBezTo>
                    <a:pt x="0" y="5"/>
                    <a:pt x="3" y="9"/>
                    <a:pt x="8" y="13"/>
                  </a:cubicBezTo>
                  <a:cubicBezTo>
                    <a:pt x="10" y="13"/>
                    <a:pt x="12" y="14"/>
                    <a:pt x="13" y="13"/>
                  </a:cubicBezTo>
                  <a:cubicBezTo>
                    <a:pt x="14" y="11"/>
                    <a:pt x="11" y="6"/>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16" name="Freeform 2421"/>
            <p:cNvSpPr/>
            <p:nvPr/>
          </p:nvSpPr>
          <p:spPr bwMode="auto">
            <a:xfrm>
              <a:off x="2319642" y="10545541"/>
              <a:ext cx="38100" cy="41275"/>
            </a:xfrm>
            <a:custGeom>
              <a:avLst/>
              <a:gdLst>
                <a:gd name="T0" fmla="*/ 6 w 14"/>
                <a:gd name="T1" fmla="*/ 2 h 15"/>
                <a:gd name="T2" fmla="*/ 0 w 14"/>
                <a:gd name="T3" fmla="*/ 4 h 15"/>
                <a:gd name="T4" fmla="*/ 7 w 14"/>
                <a:gd name="T5" fmla="*/ 12 h 15"/>
                <a:gd name="T6" fmla="*/ 14 w 14"/>
                <a:gd name="T7" fmla="*/ 12 h 15"/>
                <a:gd name="T8" fmla="*/ 6 w 14"/>
                <a:gd name="T9" fmla="*/ 2 h 15"/>
              </a:gdLst>
              <a:ahLst/>
              <a:cxnLst>
                <a:cxn ang="0">
                  <a:pos x="T0" y="T1"/>
                </a:cxn>
                <a:cxn ang="0">
                  <a:pos x="T2" y="T3"/>
                </a:cxn>
                <a:cxn ang="0">
                  <a:pos x="T4" y="T5"/>
                </a:cxn>
                <a:cxn ang="0">
                  <a:pos x="T6" y="T7"/>
                </a:cxn>
                <a:cxn ang="0">
                  <a:pos x="T8" y="T9"/>
                </a:cxn>
              </a:cxnLst>
              <a:rect l="0" t="0" r="r" b="b"/>
              <a:pathLst>
                <a:path w="14" h="15">
                  <a:moveTo>
                    <a:pt x="6" y="2"/>
                  </a:moveTo>
                  <a:cubicBezTo>
                    <a:pt x="2" y="0"/>
                    <a:pt x="0" y="1"/>
                    <a:pt x="0" y="4"/>
                  </a:cubicBezTo>
                  <a:cubicBezTo>
                    <a:pt x="1" y="7"/>
                    <a:pt x="4" y="10"/>
                    <a:pt x="7" y="12"/>
                  </a:cubicBezTo>
                  <a:cubicBezTo>
                    <a:pt x="11" y="15"/>
                    <a:pt x="14" y="15"/>
                    <a:pt x="14" y="12"/>
                  </a:cubicBezTo>
                  <a:cubicBezTo>
                    <a:pt x="13" y="9"/>
                    <a:pt x="9" y="4"/>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17" name="Freeform 2422"/>
            <p:cNvSpPr/>
            <p:nvPr/>
          </p:nvSpPr>
          <p:spPr bwMode="auto">
            <a:xfrm>
              <a:off x="2102154" y="10415366"/>
              <a:ext cx="34925" cy="38100"/>
            </a:xfrm>
            <a:custGeom>
              <a:avLst/>
              <a:gdLst>
                <a:gd name="T0" fmla="*/ 7 w 13"/>
                <a:gd name="T1" fmla="*/ 3 h 14"/>
                <a:gd name="T2" fmla="*/ 0 w 13"/>
                <a:gd name="T3" fmla="*/ 3 h 14"/>
                <a:gd name="T4" fmla="*/ 7 w 13"/>
                <a:gd name="T5" fmla="*/ 12 h 14"/>
                <a:gd name="T6" fmla="*/ 13 w 13"/>
                <a:gd name="T7" fmla="*/ 13 h 14"/>
                <a:gd name="T8" fmla="*/ 7 w 13"/>
                <a:gd name="T9" fmla="*/ 3 h 14"/>
              </a:gdLst>
              <a:ahLst/>
              <a:cxnLst>
                <a:cxn ang="0">
                  <a:pos x="T0" y="T1"/>
                </a:cxn>
                <a:cxn ang="0">
                  <a:pos x="T2" y="T3"/>
                </a:cxn>
                <a:cxn ang="0">
                  <a:pos x="T4" y="T5"/>
                </a:cxn>
                <a:cxn ang="0">
                  <a:pos x="T6" y="T7"/>
                </a:cxn>
                <a:cxn ang="0">
                  <a:pos x="T8" y="T9"/>
                </a:cxn>
              </a:cxnLst>
              <a:rect l="0" t="0" r="r" b="b"/>
              <a:pathLst>
                <a:path w="13" h="14">
                  <a:moveTo>
                    <a:pt x="7" y="3"/>
                  </a:moveTo>
                  <a:cubicBezTo>
                    <a:pt x="3" y="0"/>
                    <a:pt x="0" y="1"/>
                    <a:pt x="0" y="3"/>
                  </a:cubicBezTo>
                  <a:cubicBezTo>
                    <a:pt x="0" y="6"/>
                    <a:pt x="3" y="11"/>
                    <a:pt x="7" y="12"/>
                  </a:cubicBezTo>
                  <a:cubicBezTo>
                    <a:pt x="9" y="14"/>
                    <a:pt x="11" y="13"/>
                    <a:pt x="13" y="13"/>
                  </a:cubicBezTo>
                  <a:cubicBezTo>
                    <a:pt x="13" y="10"/>
                    <a:pt x="10" y="5"/>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18" name="Freeform 2423"/>
            <p:cNvSpPr/>
            <p:nvPr/>
          </p:nvSpPr>
          <p:spPr bwMode="auto">
            <a:xfrm>
              <a:off x="1883079" y="10304241"/>
              <a:ext cx="36513" cy="38100"/>
            </a:xfrm>
            <a:custGeom>
              <a:avLst/>
              <a:gdLst>
                <a:gd name="T0" fmla="*/ 1 w 14"/>
                <a:gd name="T1" fmla="*/ 4 h 14"/>
                <a:gd name="T2" fmla="*/ 7 w 14"/>
                <a:gd name="T3" fmla="*/ 12 h 14"/>
                <a:gd name="T4" fmla="*/ 14 w 14"/>
                <a:gd name="T5" fmla="*/ 11 h 14"/>
                <a:gd name="T6" fmla="*/ 7 w 14"/>
                <a:gd name="T7" fmla="*/ 2 h 14"/>
                <a:gd name="T8" fmla="*/ 1 w 14"/>
                <a:gd name="T9" fmla="*/ 4 h 14"/>
              </a:gdLst>
              <a:ahLst/>
              <a:cxnLst>
                <a:cxn ang="0">
                  <a:pos x="T0" y="T1"/>
                </a:cxn>
                <a:cxn ang="0">
                  <a:pos x="T2" y="T3"/>
                </a:cxn>
                <a:cxn ang="0">
                  <a:pos x="T4" y="T5"/>
                </a:cxn>
                <a:cxn ang="0">
                  <a:pos x="T6" y="T7"/>
                </a:cxn>
                <a:cxn ang="0">
                  <a:pos x="T8" y="T9"/>
                </a:cxn>
              </a:cxnLst>
              <a:rect l="0" t="0" r="r" b="b"/>
              <a:pathLst>
                <a:path w="14" h="14">
                  <a:moveTo>
                    <a:pt x="1" y="4"/>
                  </a:moveTo>
                  <a:cubicBezTo>
                    <a:pt x="1" y="7"/>
                    <a:pt x="4" y="10"/>
                    <a:pt x="7" y="12"/>
                  </a:cubicBezTo>
                  <a:cubicBezTo>
                    <a:pt x="11" y="14"/>
                    <a:pt x="14" y="14"/>
                    <a:pt x="14" y="11"/>
                  </a:cubicBezTo>
                  <a:cubicBezTo>
                    <a:pt x="14" y="8"/>
                    <a:pt x="11" y="4"/>
                    <a:pt x="7" y="2"/>
                  </a:cubicBezTo>
                  <a:cubicBezTo>
                    <a:pt x="4" y="0"/>
                    <a:pt x="0" y="1"/>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19" name="Freeform 2424"/>
            <p:cNvSpPr/>
            <p:nvPr/>
          </p:nvSpPr>
          <p:spPr bwMode="auto">
            <a:xfrm>
              <a:off x="1667179" y="10220103"/>
              <a:ext cx="38100" cy="34925"/>
            </a:xfrm>
            <a:custGeom>
              <a:avLst/>
              <a:gdLst>
                <a:gd name="T0" fmla="*/ 7 w 14"/>
                <a:gd name="T1" fmla="*/ 2 h 13"/>
                <a:gd name="T2" fmla="*/ 0 w 14"/>
                <a:gd name="T3" fmla="*/ 5 h 13"/>
                <a:gd name="T4" fmla="*/ 7 w 14"/>
                <a:gd name="T5" fmla="*/ 13 h 13"/>
                <a:gd name="T6" fmla="*/ 13 w 14"/>
                <a:gd name="T7" fmla="*/ 12 h 13"/>
                <a:gd name="T8" fmla="*/ 7 w 14"/>
                <a:gd name="T9" fmla="*/ 2 h 13"/>
              </a:gdLst>
              <a:ahLst/>
              <a:cxnLst>
                <a:cxn ang="0">
                  <a:pos x="T0" y="T1"/>
                </a:cxn>
                <a:cxn ang="0">
                  <a:pos x="T2" y="T3"/>
                </a:cxn>
                <a:cxn ang="0">
                  <a:pos x="T4" y="T5"/>
                </a:cxn>
                <a:cxn ang="0">
                  <a:pos x="T6" y="T7"/>
                </a:cxn>
                <a:cxn ang="0">
                  <a:pos x="T8" y="T9"/>
                </a:cxn>
              </a:cxnLst>
              <a:rect l="0" t="0" r="r" b="b"/>
              <a:pathLst>
                <a:path w="14" h="13">
                  <a:moveTo>
                    <a:pt x="7" y="2"/>
                  </a:moveTo>
                  <a:cubicBezTo>
                    <a:pt x="4" y="0"/>
                    <a:pt x="0" y="2"/>
                    <a:pt x="0" y="5"/>
                  </a:cubicBezTo>
                  <a:cubicBezTo>
                    <a:pt x="0" y="8"/>
                    <a:pt x="3" y="12"/>
                    <a:pt x="7" y="13"/>
                  </a:cubicBezTo>
                  <a:cubicBezTo>
                    <a:pt x="10" y="13"/>
                    <a:pt x="12" y="12"/>
                    <a:pt x="13" y="12"/>
                  </a:cubicBezTo>
                  <a:cubicBezTo>
                    <a:pt x="14" y="8"/>
                    <a:pt x="11" y="4"/>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20" name="Freeform 2425"/>
            <p:cNvSpPr/>
            <p:nvPr/>
          </p:nvSpPr>
          <p:spPr bwMode="auto">
            <a:xfrm>
              <a:off x="1452867" y="10177241"/>
              <a:ext cx="38100" cy="31750"/>
            </a:xfrm>
            <a:custGeom>
              <a:avLst/>
              <a:gdLst>
                <a:gd name="T0" fmla="*/ 6 w 14"/>
                <a:gd name="T1" fmla="*/ 1 h 12"/>
                <a:gd name="T2" fmla="*/ 0 w 14"/>
                <a:gd name="T3" fmla="*/ 6 h 12"/>
                <a:gd name="T4" fmla="*/ 7 w 14"/>
                <a:gd name="T5" fmla="*/ 12 h 12"/>
                <a:gd name="T6" fmla="*/ 13 w 14"/>
                <a:gd name="T7" fmla="*/ 7 h 12"/>
                <a:gd name="T8" fmla="*/ 6 w 14"/>
                <a:gd name="T9" fmla="*/ 1 h 12"/>
              </a:gdLst>
              <a:ahLst/>
              <a:cxnLst>
                <a:cxn ang="0">
                  <a:pos x="T0" y="T1"/>
                </a:cxn>
                <a:cxn ang="0">
                  <a:pos x="T2" y="T3"/>
                </a:cxn>
                <a:cxn ang="0">
                  <a:pos x="T4" y="T5"/>
                </a:cxn>
                <a:cxn ang="0">
                  <a:pos x="T6" y="T7"/>
                </a:cxn>
                <a:cxn ang="0">
                  <a:pos x="T8" y="T9"/>
                </a:cxn>
              </a:cxnLst>
              <a:rect l="0" t="0" r="r" b="b"/>
              <a:pathLst>
                <a:path w="14" h="12">
                  <a:moveTo>
                    <a:pt x="6" y="1"/>
                  </a:moveTo>
                  <a:cubicBezTo>
                    <a:pt x="2" y="0"/>
                    <a:pt x="0" y="3"/>
                    <a:pt x="0" y="6"/>
                  </a:cubicBezTo>
                  <a:cubicBezTo>
                    <a:pt x="1" y="9"/>
                    <a:pt x="4" y="11"/>
                    <a:pt x="7" y="12"/>
                  </a:cubicBezTo>
                  <a:cubicBezTo>
                    <a:pt x="11" y="12"/>
                    <a:pt x="14" y="10"/>
                    <a:pt x="13" y="7"/>
                  </a:cubicBezTo>
                  <a:cubicBezTo>
                    <a:pt x="13" y="4"/>
                    <a:pt x="9" y="1"/>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21" name="Freeform 2426"/>
            <p:cNvSpPr/>
            <p:nvPr/>
          </p:nvSpPr>
          <p:spPr bwMode="auto">
            <a:xfrm>
              <a:off x="1238554" y="10177241"/>
              <a:ext cx="38100" cy="30163"/>
            </a:xfrm>
            <a:custGeom>
              <a:avLst/>
              <a:gdLst>
                <a:gd name="T0" fmla="*/ 6 w 14"/>
                <a:gd name="T1" fmla="*/ 1 h 11"/>
                <a:gd name="T2" fmla="*/ 1 w 14"/>
                <a:gd name="T3" fmla="*/ 8 h 11"/>
                <a:gd name="T4" fmla="*/ 8 w 14"/>
                <a:gd name="T5" fmla="*/ 11 h 11"/>
                <a:gd name="T6" fmla="*/ 14 w 14"/>
                <a:gd name="T7" fmla="*/ 5 h 11"/>
                <a:gd name="T8" fmla="*/ 6 w 14"/>
                <a:gd name="T9" fmla="*/ 1 h 11"/>
              </a:gdLst>
              <a:ahLst/>
              <a:cxnLst>
                <a:cxn ang="0">
                  <a:pos x="T0" y="T1"/>
                </a:cxn>
                <a:cxn ang="0">
                  <a:pos x="T2" y="T3"/>
                </a:cxn>
                <a:cxn ang="0">
                  <a:pos x="T4" y="T5"/>
                </a:cxn>
                <a:cxn ang="0">
                  <a:pos x="T6" y="T7"/>
                </a:cxn>
                <a:cxn ang="0">
                  <a:pos x="T8" y="T9"/>
                </a:cxn>
              </a:cxnLst>
              <a:rect l="0" t="0" r="r" b="b"/>
              <a:pathLst>
                <a:path w="14" h="11">
                  <a:moveTo>
                    <a:pt x="6" y="1"/>
                  </a:moveTo>
                  <a:cubicBezTo>
                    <a:pt x="3" y="1"/>
                    <a:pt x="0" y="5"/>
                    <a:pt x="1" y="8"/>
                  </a:cubicBezTo>
                  <a:cubicBezTo>
                    <a:pt x="2" y="10"/>
                    <a:pt x="5" y="11"/>
                    <a:pt x="8" y="11"/>
                  </a:cubicBezTo>
                  <a:cubicBezTo>
                    <a:pt x="12" y="11"/>
                    <a:pt x="14" y="8"/>
                    <a:pt x="14" y="5"/>
                  </a:cubicBezTo>
                  <a:cubicBezTo>
                    <a:pt x="13" y="2"/>
                    <a:pt x="10"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22" name="Freeform 2427"/>
            <p:cNvSpPr/>
            <p:nvPr/>
          </p:nvSpPr>
          <p:spPr bwMode="auto">
            <a:xfrm>
              <a:off x="1032179" y="10231216"/>
              <a:ext cx="36513" cy="34925"/>
            </a:xfrm>
            <a:custGeom>
              <a:avLst/>
              <a:gdLst>
                <a:gd name="T0" fmla="*/ 7 w 13"/>
                <a:gd name="T1" fmla="*/ 1 h 13"/>
                <a:gd name="T2" fmla="*/ 0 w 13"/>
                <a:gd name="T3" fmla="*/ 8 h 13"/>
                <a:gd name="T4" fmla="*/ 8 w 13"/>
                <a:gd name="T5" fmla="*/ 11 h 13"/>
                <a:gd name="T6" fmla="*/ 12 w 13"/>
                <a:gd name="T7" fmla="*/ 5 h 13"/>
                <a:gd name="T8" fmla="*/ 7 w 13"/>
                <a:gd name="T9" fmla="*/ 1 h 13"/>
              </a:gdLst>
              <a:ahLst/>
              <a:cxnLst>
                <a:cxn ang="0">
                  <a:pos x="T0" y="T1"/>
                </a:cxn>
                <a:cxn ang="0">
                  <a:pos x="T2" y="T3"/>
                </a:cxn>
                <a:cxn ang="0">
                  <a:pos x="T4" y="T5"/>
                </a:cxn>
                <a:cxn ang="0">
                  <a:pos x="T6" y="T7"/>
                </a:cxn>
                <a:cxn ang="0">
                  <a:pos x="T8" y="T9"/>
                </a:cxn>
              </a:cxnLst>
              <a:rect l="0" t="0" r="r" b="b"/>
              <a:pathLst>
                <a:path w="13" h="13">
                  <a:moveTo>
                    <a:pt x="7" y="1"/>
                  </a:moveTo>
                  <a:cubicBezTo>
                    <a:pt x="3" y="2"/>
                    <a:pt x="0" y="5"/>
                    <a:pt x="0" y="8"/>
                  </a:cubicBezTo>
                  <a:cubicBezTo>
                    <a:pt x="0" y="11"/>
                    <a:pt x="3" y="13"/>
                    <a:pt x="8" y="11"/>
                  </a:cubicBezTo>
                  <a:cubicBezTo>
                    <a:pt x="9" y="9"/>
                    <a:pt x="12" y="7"/>
                    <a:pt x="12" y="5"/>
                  </a:cubicBezTo>
                  <a:cubicBezTo>
                    <a:pt x="13" y="2"/>
                    <a:pt x="10"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23" name="Freeform 2428"/>
            <p:cNvSpPr/>
            <p:nvPr/>
          </p:nvSpPr>
          <p:spPr bwMode="auto">
            <a:xfrm>
              <a:off x="824217" y="10347103"/>
              <a:ext cx="34925" cy="41275"/>
            </a:xfrm>
            <a:custGeom>
              <a:avLst/>
              <a:gdLst>
                <a:gd name="T0" fmla="*/ 7 w 13"/>
                <a:gd name="T1" fmla="*/ 13 h 15"/>
                <a:gd name="T2" fmla="*/ 13 w 13"/>
                <a:gd name="T3" fmla="*/ 3 h 15"/>
                <a:gd name="T4" fmla="*/ 7 w 13"/>
                <a:gd name="T5" fmla="*/ 3 h 15"/>
                <a:gd name="T6" fmla="*/ 1 w 13"/>
                <a:gd name="T7" fmla="*/ 13 h 15"/>
                <a:gd name="T8" fmla="*/ 7 w 13"/>
                <a:gd name="T9" fmla="*/ 13 h 15"/>
              </a:gdLst>
              <a:ahLst/>
              <a:cxnLst>
                <a:cxn ang="0">
                  <a:pos x="T0" y="T1"/>
                </a:cxn>
                <a:cxn ang="0">
                  <a:pos x="T2" y="T3"/>
                </a:cxn>
                <a:cxn ang="0">
                  <a:pos x="T4" y="T5"/>
                </a:cxn>
                <a:cxn ang="0">
                  <a:pos x="T6" y="T7"/>
                </a:cxn>
                <a:cxn ang="0">
                  <a:pos x="T8" y="T9"/>
                </a:cxn>
              </a:cxnLst>
              <a:rect l="0" t="0" r="r" b="b"/>
              <a:pathLst>
                <a:path w="13" h="15">
                  <a:moveTo>
                    <a:pt x="7" y="13"/>
                  </a:moveTo>
                  <a:cubicBezTo>
                    <a:pt x="10" y="10"/>
                    <a:pt x="13" y="6"/>
                    <a:pt x="13" y="3"/>
                  </a:cubicBezTo>
                  <a:cubicBezTo>
                    <a:pt x="13" y="0"/>
                    <a:pt x="10" y="0"/>
                    <a:pt x="7" y="3"/>
                  </a:cubicBezTo>
                  <a:cubicBezTo>
                    <a:pt x="3" y="5"/>
                    <a:pt x="0" y="11"/>
                    <a:pt x="1" y="13"/>
                  </a:cubicBezTo>
                  <a:cubicBezTo>
                    <a:pt x="1" y="15"/>
                    <a:pt x="4" y="15"/>
                    <a:pt x="7"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24" name="Freeform 2429"/>
            <p:cNvSpPr/>
            <p:nvPr/>
          </p:nvSpPr>
          <p:spPr bwMode="auto">
            <a:xfrm>
              <a:off x="621017" y="10556653"/>
              <a:ext cx="36513" cy="52388"/>
            </a:xfrm>
            <a:custGeom>
              <a:avLst/>
              <a:gdLst>
                <a:gd name="T0" fmla="*/ 6 w 14"/>
                <a:gd name="T1" fmla="*/ 6 h 19"/>
                <a:gd name="T2" fmla="*/ 1 w 14"/>
                <a:gd name="T3" fmla="*/ 17 h 19"/>
                <a:gd name="T4" fmla="*/ 7 w 14"/>
                <a:gd name="T5" fmla="*/ 13 h 19"/>
                <a:gd name="T6" fmla="*/ 13 w 14"/>
                <a:gd name="T7" fmla="*/ 2 h 19"/>
                <a:gd name="T8" fmla="*/ 6 w 14"/>
                <a:gd name="T9" fmla="*/ 6 h 19"/>
              </a:gdLst>
              <a:ahLst/>
              <a:cxnLst>
                <a:cxn ang="0">
                  <a:pos x="T0" y="T1"/>
                </a:cxn>
                <a:cxn ang="0">
                  <a:pos x="T2" y="T3"/>
                </a:cxn>
                <a:cxn ang="0">
                  <a:pos x="T4" y="T5"/>
                </a:cxn>
                <a:cxn ang="0">
                  <a:pos x="T6" y="T7"/>
                </a:cxn>
                <a:cxn ang="0">
                  <a:pos x="T8" y="T9"/>
                </a:cxn>
              </a:cxnLst>
              <a:rect l="0" t="0" r="r" b="b"/>
              <a:pathLst>
                <a:path w="14" h="19">
                  <a:moveTo>
                    <a:pt x="6" y="6"/>
                  </a:moveTo>
                  <a:cubicBezTo>
                    <a:pt x="2" y="10"/>
                    <a:pt x="0" y="15"/>
                    <a:pt x="1" y="17"/>
                  </a:cubicBezTo>
                  <a:cubicBezTo>
                    <a:pt x="2" y="19"/>
                    <a:pt x="4" y="17"/>
                    <a:pt x="7" y="13"/>
                  </a:cubicBezTo>
                  <a:cubicBezTo>
                    <a:pt x="11" y="10"/>
                    <a:pt x="14" y="4"/>
                    <a:pt x="13" y="2"/>
                  </a:cubicBezTo>
                  <a:cubicBezTo>
                    <a:pt x="13" y="0"/>
                    <a:pt x="9" y="2"/>
                    <a:pt x="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25" name="Freeform 2430"/>
            <p:cNvSpPr/>
            <p:nvPr/>
          </p:nvSpPr>
          <p:spPr bwMode="auto">
            <a:xfrm>
              <a:off x="419404" y="10820178"/>
              <a:ext cx="34925" cy="53975"/>
            </a:xfrm>
            <a:custGeom>
              <a:avLst/>
              <a:gdLst>
                <a:gd name="T0" fmla="*/ 6 w 13"/>
                <a:gd name="T1" fmla="*/ 7 h 20"/>
                <a:gd name="T2" fmla="*/ 1 w 13"/>
                <a:gd name="T3" fmla="*/ 19 h 20"/>
                <a:gd name="T4" fmla="*/ 8 w 13"/>
                <a:gd name="T5" fmla="*/ 12 h 20"/>
                <a:gd name="T6" fmla="*/ 13 w 13"/>
                <a:gd name="T7" fmla="*/ 1 h 20"/>
                <a:gd name="T8" fmla="*/ 6 w 13"/>
                <a:gd name="T9" fmla="*/ 7 h 20"/>
              </a:gdLst>
              <a:ahLst/>
              <a:cxnLst>
                <a:cxn ang="0">
                  <a:pos x="T0" y="T1"/>
                </a:cxn>
                <a:cxn ang="0">
                  <a:pos x="T2" y="T3"/>
                </a:cxn>
                <a:cxn ang="0">
                  <a:pos x="T4" y="T5"/>
                </a:cxn>
                <a:cxn ang="0">
                  <a:pos x="T6" y="T7"/>
                </a:cxn>
                <a:cxn ang="0">
                  <a:pos x="T8" y="T9"/>
                </a:cxn>
              </a:cxnLst>
              <a:rect l="0" t="0" r="r" b="b"/>
              <a:pathLst>
                <a:path w="13" h="20">
                  <a:moveTo>
                    <a:pt x="6" y="7"/>
                  </a:moveTo>
                  <a:cubicBezTo>
                    <a:pt x="2" y="12"/>
                    <a:pt x="0" y="17"/>
                    <a:pt x="1" y="19"/>
                  </a:cubicBezTo>
                  <a:cubicBezTo>
                    <a:pt x="1" y="20"/>
                    <a:pt x="5" y="17"/>
                    <a:pt x="8" y="12"/>
                  </a:cubicBezTo>
                  <a:cubicBezTo>
                    <a:pt x="11" y="8"/>
                    <a:pt x="13" y="3"/>
                    <a:pt x="13" y="1"/>
                  </a:cubicBezTo>
                  <a:cubicBezTo>
                    <a:pt x="12" y="0"/>
                    <a:pt x="9" y="2"/>
                    <a:pt x="6"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26" name="Freeform 2431"/>
            <p:cNvSpPr/>
            <p:nvPr/>
          </p:nvSpPr>
          <p:spPr bwMode="auto">
            <a:xfrm>
              <a:off x="217792" y="11099578"/>
              <a:ext cx="33338" cy="53975"/>
            </a:xfrm>
            <a:custGeom>
              <a:avLst/>
              <a:gdLst>
                <a:gd name="T0" fmla="*/ 6 w 12"/>
                <a:gd name="T1" fmla="*/ 7 h 20"/>
                <a:gd name="T2" fmla="*/ 0 w 12"/>
                <a:gd name="T3" fmla="*/ 19 h 20"/>
                <a:gd name="T4" fmla="*/ 7 w 12"/>
                <a:gd name="T5" fmla="*/ 13 h 20"/>
                <a:gd name="T6" fmla="*/ 12 w 12"/>
                <a:gd name="T7" fmla="*/ 2 h 20"/>
                <a:gd name="T8" fmla="*/ 6 w 12"/>
                <a:gd name="T9" fmla="*/ 7 h 20"/>
              </a:gdLst>
              <a:ahLst/>
              <a:cxnLst>
                <a:cxn ang="0">
                  <a:pos x="T0" y="T1"/>
                </a:cxn>
                <a:cxn ang="0">
                  <a:pos x="T2" y="T3"/>
                </a:cxn>
                <a:cxn ang="0">
                  <a:pos x="T4" y="T5"/>
                </a:cxn>
                <a:cxn ang="0">
                  <a:pos x="T6" y="T7"/>
                </a:cxn>
                <a:cxn ang="0">
                  <a:pos x="T8" y="T9"/>
                </a:cxn>
              </a:cxnLst>
              <a:rect l="0" t="0" r="r" b="b"/>
              <a:pathLst>
                <a:path w="12" h="20">
                  <a:moveTo>
                    <a:pt x="6" y="7"/>
                  </a:moveTo>
                  <a:cubicBezTo>
                    <a:pt x="3" y="11"/>
                    <a:pt x="0" y="17"/>
                    <a:pt x="0" y="19"/>
                  </a:cubicBezTo>
                  <a:cubicBezTo>
                    <a:pt x="0" y="20"/>
                    <a:pt x="4" y="17"/>
                    <a:pt x="7" y="13"/>
                  </a:cubicBezTo>
                  <a:cubicBezTo>
                    <a:pt x="10" y="9"/>
                    <a:pt x="12" y="4"/>
                    <a:pt x="12" y="2"/>
                  </a:cubicBezTo>
                  <a:cubicBezTo>
                    <a:pt x="12" y="0"/>
                    <a:pt x="9" y="3"/>
                    <a:pt x="6"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27" name="Freeform 2432"/>
            <p:cNvSpPr/>
            <p:nvPr/>
          </p:nvSpPr>
          <p:spPr bwMode="auto">
            <a:xfrm>
              <a:off x="14592" y="11366278"/>
              <a:ext cx="34925" cy="46038"/>
            </a:xfrm>
            <a:custGeom>
              <a:avLst/>
              <a:gdLst>
                <a:gd name="T0" fmla="*/ 5 w 13"/>
                <a:gd name="T1" fmla="*/ 7 h 17"/>
                <a:gd name="T2" fmla="*/ 0 w 13"/>
                <a:gd name="T3" fmla="*/ 16 h 17"/>
                <a:gd name="T4" fmla="*/ 8 w 13"/>
                <a:gd name="T5" fmla="*/ 10 h 17"/>
                <a:gd name="T6" fmla="*/ 13 w 13"/>
                <a:gd name="T7" fmla="*/ 1 h 17"/>
                <a:gd name="T8" fmla="*/ 5 w 13"/>
                <a:gd name="T9" fmla="*/ 7 h 17"/>
              </a:gdLst>
              <a:ahLst/>
              <a:cxnLst>
                <a:cxn ang="0">
                  <a:pos x="T0" y="T1"/>
                </a:cxn>
                <a:cxn ang="0">
                  <a:pos x="T2" y="T3"/>
                </a:cxn>
                <a:cxn ang="0">
                  <a:pos x="T4" y="T5"/>
                </a:cxn>
                <a:cxn ang="0">
                  <a:pos x="T6" y="T7"/>
                </a:cxn>
                <a:cxn ang="0">
                  <a:pos x="T8" y="T9"/>
                </a:cxn>
              </a:cxnLst>
              <a:rect l="0" t="0" r="r" b="b"/>
              <a:pathLst>
                <a:path w="13" h="17">
                  <a:moveTo>
                    <a:pt x="5" y="7"/>
                  </a:moveTo>
                  <a:cubicBezTo>
                    <a:pt x="2" y="11"/>
                    <a:pt x="0" y="15"/>
                    <a:pt x="0" y="16"/>
                  </a:cubicBezTo>
                  <a:cubicBezTo>
                    <a:pt x="1" y="17"/>
                    <a:pt x="5" y="14"/>
                    <a:pt x="8" y="10"/>
                  </a:cubicBezTo>
                  <a:cubicBezTo>
                    <a:pt x="11" y="7"/>
                    <a:pt x="13" y="2"/>
                    <a:pt x="13" y="1"/>
                  </a:cubicBezTo>
                  <a:cubicBezTo>
                    <a:pt x="12" y="0"/>
                    <a:pt x="9" y="3"/>
                    <a:pt x="5"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28" name="Freeform 2433"/>
            <p:cNvSpPr/>
            <p:nvPr/>
          </p:nvSpPr>
          <p:spPr bwMode="auto">
            <a:xfrm>
              <a:off x="-191784" y="11580591"/>
              <a:ext cx="36513" cy="34925"/>
            </a:xfrm>
            <a:custGeom>
              <a:avLst/>
              <a:gdLst>
                <a:gd name="T0" fmla="*/ 8 w 13"/>
                <a:gd name="T1" fmla="*/ 8 h 13"/>
                <a:gd name="T2" fmla="*/ 13 w 13"/>
                <a:gd name="T3" fmla="*/ 1 h 13"/>
                <a:gd name="T4" fmla="*/ 6 w 13"/>
                <a:gd name="T5" fmla="*/ 4 h 13"/>
                <a:gd name="T6" fmla="*/ 1 w 13"/>
                <a:gd name="T7" fmla="*/ 12 h 13"/>
                <a:gd name="T8" fmla="*/ 8 w 13"/>
                <a:gd name="T9" fmla="*/ 8 h 13"/>
              </a:gdLst>
              <a:ahLst/>
              <a:cxnLst>
                <a:cxn ang="0">
                  <a:pos x="T0" y="T1"/>
                </a:cxn>
                <a:cxn ang="0">
                  <a:pos x="T2" y="T3"/>
                </a:cxn>
                <a:cxn ang="0">
                  <a:pos x="T4" y="T5"/>
                </a:cxn>
                <a:cxn ang="0">
                  <a:pos x="T6" y="T7"/>
                </a:cxn>
                <a:cxn ang="0">
                  <a:pos x="T8" y="T9"/>
                </a:cxn>
              </a:cxnLst>
              <a:rect l="0" t="0" r="r" b="b"/>
              <a:pathLst>
                <a:path w="13" h="13">
                  <a:moveTo>
                    <a:pt x="8" y="8"/>
                  </a:moveTo>
                  <a:cubicBezTo>
                    <a:pt x="11" y="5"/>
                    <a:pt x="13" y="2"/>
                    <a:pt x="13" y="1"/>
                  </a:cubicBezTo>
                  <a:cubicBezTo>
                    <a:pt x="13" y="0"/>
                    <a:pt x="9" y="2"/>
                    <a:pt x="6" y="4"/>
                  </a:cubicBezTo>
                  <a:cubicBezTo>
                    <a:pt x="2" y="7"/>
                    <a:pt x="0" y="11"/>
                    <a:pt x="1" y="12"/>
                  </a:cubicBezTo>
                  <a:cubicBezTo>
                    <a:pt x="1" y="13"/>
                    <a:pt x="5" y="11"/>
                    <a:pt x="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29" name="Freeform 2434"/>
            <p:cNvSpPr/>
            <p:nvPr/>
          </p:nvSpPr>
          <p:spPr bwMode="auto">
            <a:xfrm>
              <a:off x="11444592" y="8257953"/>
              <a:ext cx="34925" cy="19050"/>
            </a:xfrm>
            <a:custGeom>
              <a:avLst/>
              <a:gdLst>
                <a:gd name="T0" fmla="*/ 0 w 13"/>
                <a:gd name="T1" fmla="*/ 5 h 7"/>
                <a:gd name="T2" fmla="*/ 6 w 13"/>
                <a:gd name="T3" fmla="*/ 6 h 7"/>
                <a:gd name="T4" fmla="*/ 13 w 13"/>
                <a:gd name="T5" fmla="*/ 2 h 7"/>
                <a:gd name="T6" fmla="*/ 7 w 13"/>
                <a:gd name="T7" fmla="*/ 1 h 7"/>
                <a:gd name="T8" fmla="*/ 0 w 13"/>
                <a:gd name="T9" fmla="*/ 5 h 7"/>
              </a:gdLst>
              <a:ahLst/>
              <a:cxnLst>
                <a:cxn ang="0">
                  <a:pos x="T0" y="T1"/>
                </a:cxn>
                <a:cxn ang="0">
                  <a:pos x="T2" y="T3"/>
                </a:cxn>
                <a:cxn ang="0">
                  <a:pos x="T4" y="T5"/>
                </a:cxn>
                <a:cxn ang="0">
                  <a:pos x="T6" y="T7"/>
                </a:cxn>
                <a:cxn ang="0">
                  <a:pos x="T8" y="T9"/>
                </a:cxn>
              </a:cxnLst>
              <a:rect l="0" t="0" r="r" b="b"/>
              <a:pathLst>
                <a:path w="13" h="7">
                  <a:moveTo>
                    <a:pt x="0" y="5"/>
                  </a:moveTo>
                  <a:cubicBezTo>
                    <a:pt x="1" y="6"/>
                    <a:pt x="4" y="7"/>
                    <a:pt x="6" y="6"/>
                  </a:cubicBezTo>
                  <a:cubicBezTo>
                    <a:pt x="10" y="6"/>
                    <a:pt x="13" y="4"/>
                    <a:pt x="13" y="2"/>
                  </a:cubicBezTo>
                  <a:cubicBezTo>
                    <a:pt x="13" y="1"/>
                    <a:pt x="10" y="0"/>
                    <a:pt x="7" y="1"/>
                  </a:cubicBezTo>
                  <a:cubicBezTo>
                    <a:pt x="3" y="2"/>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30" name="Freeform 2435"/>
            <p:cNvSpPr/>
            <p:nvPr/>
          </p:nvSpPr>
          <p:spPr bwMode="auto">
            <a:xfrm>
              <a:off x="11231867" y="8319866"/>
              <a:ext cx="38100" cy="14288"/>
            </a:xfrm>
            <a:custGeom>
              <a:avLst/>
              <a:gdLst>
                <a:gd name="T0" fmla="*/ 9 w 14"/>
                <a:gd name="T1" fmla="*/ 4 h 5"/>
                <a:gd name="T2" fmla="*/ 13 w 14"/>
                <a:gd name="T3" fmla="*/ 1 h 5"/>
                <a:gd name="T4" fmla="*/ 6 w 14"/>
                <a:gd name="T5" fmla="*/ 2 h 5"/>
                <a:gd name="T6" fmla="*/ 1 w 14"/>
                <a:gd name="T7" fmla="*/ 5 h 5"/>
                <a:gd name="T8" fmla="*/ 9 w 14"/>
                <a:gd name="T9" fmla="*/ 4 h 5"/>
              </a:gdLst>
              <a:ahLst/>
              <a:cxnLst>
                <a:cxn ang="0">
                  <a:pos x="T0" y="T1"/>
                </a:cxn>
                <a:cxn ang="0">
                  <a:pos x="T2" y="T3"/>
                </a:cxn>
                <a:cxn ang="0">
                  <a:pos x="T4" y="T5"/>
                </a:cxn>
                <a:cxn ang="0">
                  <a:pos x="T6" y="T7"/>
                </a:cxn>
                <a:cxn ang="0">
                  <a:pos x="T8" y="T9"/>
                </a:cxn>
              </a:cxnLst>
              <a:rect l="0" t="0" r="r" b="b"/>
              <a:pathLst>
                <a:path w="14" h="5">
                  <a:moveTo>
                    <a:pt x="9" y="4"/>
                  </a:moveTo>
                  <a:cubicBezTo>
                    <a:pt x="11" y="3"/>
                    <a:pt x="14" y="1"/>
                    <a:pt x="13" y="1"/>
                  </a:cubicBezTo>
                  <a:cubicBezTo>
                    <a:pt x="13" y="0"/>
                    <a:pt x="9" y="1"/>
                    <a:pt x="6" y="2"/>
                  </a:cubicBezTo>
                  <a:cubicBezTo>
                    <a:pt x="2" y="3"/>
                    <a:pt x="0" y="4"/>
                    <a:pt x="1" y="5"/>
                  </a:cubicBezTo>
                  <a:cubicBezTo>
                    <a:pt x="1" y="5"/>
                    <a:pt x="5" y="5"/>
                    <a:pt x="9"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31" name="Freeform 2436"/>
            <p:cNvSpPr/>
            <p:nvPr/>
          </p:nvSpPr>
          <p:spPr bwMode="auto">
            <a:xfrm>
              <a:off x="11020729" y="8381778"/>
              <a:ext cx="38100" cy="11113"/>
            </a:xfrm>
            <a:custGeom>
              <a:avLst/>
              <a:gdLst>
                <a:gd name="T0" fmla="*/ 1 w 14"/>
                <a:gd name="T1" fmla="*/ 4 h 4"/>
                <a:gd name="T2" fmla="*/ 7 w 14"/>
                <a:gd name="T3" fmla="*/ 2 h 4"/>
                <a:gd name="T4" fmla="*/ 13 w 14"/>
                <a:gd name="T5" fmla="*/ 0 h 4"/>
                <a:gd name="T6" fmla="*/ 6 w 14"/>
                <a:gd name="T7" fmla="*/ 1 h 4"/>
                <a:gd name="T8" fmla="*/ 1 w 14"/>
                <a:gd name="T9" fmla="*/ 4 h 4"/>
              </a:gdLst>
              <a:ahLst/>
              <a:cxnLst>
                <a:cxn ang="0">
                  <a:pos x="T0" y="T1"/>
                </a:cxn>
                <a:cxn ang="0">
                  <a:pos x="T2" y="T3"/>
                </a:cxn>
                <a:cxn ang="0">
                  <a:pos x="T4" y="T5"/>
                </a:cxn>
                <a:cxn ang="0">
                  <a:pos x="T6" y="T7"/>
                </a:cxn>
                <a:cxn ang="0">
                  <a:pos x="T8" y="T9"/>
                </a:cxn>
              </a:cxnLst>
              <a:rect l="0" t="0" r="r" b="b"/>
              <a:pathLst>
                <a:path w="14" h="4">
                  <a:moveTo>
                    <a:pt x="1" y="4"/>
                  </a:moveTo>
                  <a:cubicBezTo>
                    <a:pt x="1" y="4"/>
                    <a:pt x="4" y="3"/>
                    <a:pt x="7" y="2"/>
                  </a:cubicBezTo>
                  <a:cubicBezTo>
                    <a:pt x="10" y="1"/>
                    <a:pt x="14" y="0"/>
                    <a:pt x="13" y="0"/>
                  </a:cubicBezTo>
                  <a:cubicBezTo>
                    <a:pt x="13" y="0"/>
                    <a:pt x="9" y="0"/>
                    <a:pt x="6" y="1"/>
                  </a:cubicBezTo>
                  <a:cubicBezTo>
                    <a:pt x="2" y="2"/>
                    <a:pt x="0"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32" name="Freeform 2437"/>
            <p:cNvSpPr/>
            <p:nvPr/>
          </p:nvSpPr>
          <p:spPr bwMode="auto">
            <a:xfrm>
              <a:off x="10811179" y="8457978"/>
              <a:ext cx="36513" cy="15875"/>
            </a:xfrm>
            <a:custGeom>
              <a:avLst/>
              <a:gdLst>
                <a:gd name="T0" fmla="*/ 0 w 13"/>
                <a:gd name="T1" fmla="*/ 6 h 6"/>
                <a:gd name="T2" fmla="*/ 6 w 13"/>
                <a:gd name="T3" fmla="*/ 4 h 6"/>
                <a:gd name="T4" fmla="*/ 13 w 13"/>
                <a:gd name="T5" fmla="*/ 1 h 6"/>
                <a:gd name="T6" fmla="*/ 6 w 13"/>
                <a:gd name="T7" fmla="*/ 3 h 6"/>
                <a:gd name="T8" fmla="*/ 0 w 13"/>
                <a:gd name="T9" fmla="*/ 6 h 6"/>
              </a:gdLst>
              <a:ahLst/>
              <a:cxnLst>
                <a:cxn ang="0">
                  <a:pos x="T0" y="T1"/>
                </a:cxn>
                <a:cxn ang="0">
                  <a:pos x="T2" y="T3"/>
                </a:cxn>
                <a:cxn ang="0">
                  <a:pos x="T4" y="T5"/>
                </a:cxn>
                <a:cxn ang="0">
                  <a:pos x="T6" y="T7"/>
                </a:cxn>
                <a:cxn ang="0">
                  <a:pos x="T8" y="T9"/>
                </a:cxn>
              </a:cxnLst>
              <a:rect l="0" t="0" r="r" b="b"/>
              <a:pathLst>
                <a:path w="13" h="6">
                  <a:moveTo>
                    <a:pt x="0" y="6"/>
                  </a:moveTo>
                  <a:cubicBezTo>
                    <a:pt x="0" y="6"/>
                    <a:pt x="3" y="5"/>
                    <a:pt x="6" y="4"/>
                  </a:cubicBezTo>
                  <a:cubicBezTo>
                    <a:pt x="9" y="3"/>
                    <a:pt x="13" y="1"/>
                    <a:pt x="13" y="1"/>
                  </a:cubicBezTo>
                  <a:cubicBezTo>
                    <a:pt x="13" y="0"/>
                    <a:pt x="9" y="1"/>
                    <a:pt x="6" y="3"/>
                  </a:cubicBezTo>
                  <a:cubicBezTo>
                    <a:pt x="3" y="4"/>
                    <a:pt x="0" y="6"/>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33" name="Freeform 2438"/>
            <p:cNvSpPr/>
            <p:nvPr/>
          </p:nvSpPr>
          <p:spPr bwMode="auto">
            <a:xfrm>
              <a:off x="10600042" y="8545291"/>
              <a:ext cx="34925" cy="15875"/>
            </a:xfrm>
            <a:custGeom>
              <a:avLst/>
              <a:gdLst>
                <a:gd name="T0" fmla="*/ 0 w 13"/>
                <a:gd name="T1" fmla="*/ 6 h 6"/>
                <a:gd name="T2" fmla="*/ 6 w 13"/>
                <a:gd name="T3" fmla="*/ 4 h 6"/>
                <a:gd name="T4" fmla="*/ 13 w 13"/>
                <a:gd name="T5" fmla="*/ 1 h 6"/>
                <a:gd name="T6" fmla="*/ 7 w 13"/>
                <a:gd name="T7" fmla="*/ 3 h 6"/>
                <a:gd name="T8" fmla="*/ 0 w 13"/>
                <a:gd name="T9" fmla="*/ 6 h 6"/>
              </a:gdLst>
              <a:ahLst/>
              <a:cxnLst>
                <a:cxn ang="0">
                  <a:pos x="T0" y="T1"/>
                </a:cxn>
                <a:cxn ang="0">
                  <a:pos x="T2" y="T3"/>
                </a:cxn>
                <a:cxn ang="0">
                  <a:pos x="T4" y="T5"/>
                </a:cxn>
                <a:cxn ang="0">
                  <a:pos x="T6" y="T7"/>
                </a:cxn>
                <a:cxn ang="0">
                  <a:pos x="T8" y="T9"/>
                </a:cxn>
              </a:cxnLst>
              <a:rect l="0" t="0" r="r" b="b"/>
              <a:pathLst>
                <a:path w="13" h="6">
                  <a:moveTo>
                    <a:pt x="0" y="6"/>
                  </a:moveTo>
                  <a:cubicBezTo>
                    <a:pt x="1" y="6"/>
                    <a:pt x="3" y="6"/>
                    <a:pt x="6" y="4"/>
                  </a:cubicBezTo>
                  <a:cubicBezTo>
                    <a:pt x="10" y="3"/>
                    <a:pt x="13" y="1"/>
                    <a:pt x="13" y="1"/>
                  </a:cubicBezTo>
                  <a:cubicBezTo>
                    <a:pt x="13" y="0"/>
                    <a:pt x="10" y="1"/>
                    <a:pt x="7" y="3"/>
                  </a:cubicBezTo>
                  <a:cubicBezTo>
                    <a:pt x="3" y="4"/>
                    <a:pt x="0" y="6"/>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34" name="Freeform 2439"/>
            <p:cNvSpPr/>
            <p:nvPr/>
          </p:nvSpPr>
          <p:spPr bwMode="auto">
            <a:xfrm>
              <a:off x="10390492" y="8637366"/>
              <a:ext cx="36513" cy="19050"/>
            </a:xfrm>
            <a:custGeom>
              <a:avLst/>
              <a:gdLst>
                <a:gd name="T0" fmla="*/ 0 w 13"/>
                <a:gd name="T1" fmla="*/ 7 h 7"/>
                <a:gd name="T2" fmla="*/ 6 w 13"/>
                <a:gd name="T3" fmla="*/ 5 h 7"/>
                <a:gd name="T4" fmla="*/ 13 w 13"/>
                <a:gd name="T5" fmla="*/ 1 h 7"/>
                <a:gd name="T6" fmla="*/ 6 w 13"/>
                <a:gd name="T7" fmla="*/ 3 h 7"/>
                <a:gd name="T8" fmla="*/ 0 w 13"/>
                <a:gd name="T9" fmla="*/ 7 h 7"/>
              </a:gdLst>
              <a:ahLst/>
              <a:cxnLst>
                <a:cxn ang="0">
                  <a:pos x="T0" y="T1"/>
                </a:cxn>
                <a:cxn ang="0">
                  <a:pos x="T2" y="T3"/>
                </a:cxn>
                <a:cxn ang="0">
                  <a:pos x="T4" y="T5"/>
                </a:cxn>
                <a:cxn ang="0">
                  <a:pos x="T6" y="T7"/>
                </a:cxn>
                <a:cxn ang="0">
                  <a:pos x="T8" y="T9"/>
                </a:cxn>
              </a:cxnLst>
              <a:rect l="0" t="0" r="r" b="b"/>
              <a:pathLst>
                <a:path w="13" h="7">
                  <a:moveTo>
                    <a:pt x="0" y="7"/>
                  </a:moveTo>
                  <a:cubicBezTo>
                    <a:pt x="0" y="7"/>
                    <a:pt x="3" y="6"/>
                    <a:pt x="6" y="5"/>
                  </a:cubicBezTo>
                  <a:cubicBezTo>
                    <a:pt x="10" y="3"/>
                    <a:pt x="13" y="1"/>
                    <a:pt x="13" y="1"/>
                  </a:cubicBezTo>
                  <a:cubicBezTo>
                    <a:pt x="13" y="0"/>
                    <a:pt x="10" y="1"/>
                    <a:pt x="6" y="3"/>
                  </a:cubicBezTo>
                  <a:cubicBezTo>
                    <a:pt x="3" y="4"/>
                    <a:pt x="0" y="6"/>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35" name="Freeform 2440"/>
            <p:cNvSpPr/>
            <p:nvPr/>
          </p:nvSpPr>
          <p:spPr bwMode="auto">
            <a:xfrm>
              <a:off x="10179354" y="8735791"/>
              <a:ext cx="38100" cy="19050"/>
            </a:xfrm>
            <a:custGeom>
              <a:avLst/>
              <a:gdLst>
                <a:gd name="T0" fmla="*/ 8 w 14"/>
                <a:gd name="T1" fmla="*/ 5 h 7"/>
                <a:gd name="T2" fmla="*/ 14 w 14"/>
                <a:gd name="T3" fmla="*/ 1 h 7"/>
                <a:gd name="T4" fmla="*/ 6 w 14"/>
                <a:gd name="T5" fmla="*/ 3 h 7"/>
                <a:gd name="T6" fmla="*/ 1 w 14"/>
                <a:gd name="T7" fmla="*/ 7 h 7"/>
                <a:gd name="T8" fmla="*/ 8 w 14"/>
                <a:gd name="T9" fmla="*/ 5 h 7"/>
              </a:gdLst>
              <a:ahLst/>
              <a:cxnLst>
                <a:cxn ang="0">
                  <a:pos x="T0" y="T1"/>
                </a:cxn>
                <a:cxn ang="0">
                  <a:pos x="T2" y="T3"/>
                </a:cxn>
                <a:cxn ang="0">
                  <a:pos x="T4" y="T5"/>
                </a:cxn>
                <a:cxn ang="0">
                  <a:pos x="T6" y="T7"/>
                </a:cxn>
                <a:cxn ang="0">
                  <a:pos x="T8" y="T9"/>
                </a:cxn>
              </a:cxnLst>
              <a:rect l="0" t="0" r="r" b="b"/>
              <a:pathLst>
                <a:path w="14" h="7">
                  <a:moveTo>
                    <a:pt x="8" y="5"/>
                  </a:moveTo>
                  <a:cubicBezTo>
                    <a:pt x="11" y="3"/>
                    <a:pt x="14" y="1"/>
                    <a:pt x="14" y="1"/>
                  </a:cubicBezTo>
                  <a:cubicBezTo>
                    <a:pt x="13" y="0"/>
                    <a:pt x="10" y="1"/>
                    <a:pt x="6" y="3"/>
                  </a:cubicBezTo>
                  <a:cubicBezTo>
                    <a:pt x="3" y="5"/>
                    <a:pt x="0" y="6"/>
                    <a:pt x="1" y="7"/>
                  </a:cubicBezTo>
                  <a:cubicBezTo>
                    <a:pt x="2" y="7"/>
                    <a:pt x="4" y="6"/>
                    <a:pt x="8"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36" name="Freeform 2441"/>
            <p:cNvSpPr/>
            <p:nvPr/>
          </p:nvSpPr>
          <p:spPr bwMode="auto">
            <a:xfrm>
              <a:off x="9969804" y="8835803"/>
              <a:ext cx="38100" cy="19050"/>
            </a:xfrm>
            <a:custGeom>
              <a:avLst/>
              <a:gdLst>
                <a:gd name="T0" fmla="*/ 6 w 14"/>
                <a:gd name="T1" fmla="*/ 3 h 7"/>
                <a:gd name="T2" fmla="*/ 1 w 14"/>
                <a:gd name="T3" fmla="*/ 7 h 7"/>
                <a:gd name="T4" fmla="*/ 7 w 14"/>
                <a:gd name="T5" fmla="*/ 5 h 7"/>
                <a:gd name="T6" fmla="*/ 14 w 14"/>
                <a:gd name="T7" fmla="*/ 1 h 7"/>
                <a:gd name="T8" fmla="*/ 6 w 14"/>
                <a:gd name="T9" fmla="*/ 3 h 7"/>
              </a:gdLst>
              <a:ahLst/>
              <a:cxnLst>
                <a:cxn ang="0">
                  <a:pos x="T0" y="T1"/>
                </a:cxn>
                <a:cxn ang="0">
                  <a:pos x="T2" y="T3"/>
                </a:cxn>
                <a:cxn ang="0">
                  <a:pos x="T4" y="T5"/>
                </a:cxn>
                <a:cxn ang="0">
                  <a:pos x="T6" y="T7"/>
                </a:cxn>
                <a:cxn ang="0">
                  <a:pos x="T8" y="T9"/>
                </a:cxn>
              </a:cxnLst>
              <a:rect l="0" t="0" r="r" b="b"/>
              <a:pathLst>
                <a:path w="14" h="7">
                  <a:moveTo>
                    <a:pt x="6" y="3"/>
                  </a:moveTo>
                  <a:cubicBezTo>
                    <a:pt x="3" y="5"/>
                    <a:pt x="0" y="6"/>
                    <a:pt x="1" y="7"/>
                  </a:cubicBezTo>
                  <a:cubicBezTo>
                    <a:pt x="2" y="7"/>
                    <a:pt x="4" y="7"/>
                    <a:pt x="7" y="5"/>
                  </a:cubicBezTo>
                  <a:cubicBezTo>
                    <a:pt x="11" y="4"/>
                    <a:pt x="14" y="1"/>
                    <a:pt x="14" y="1"/>
                  </a:cubicBezTo>
                  <a:cubicBezTo>
                    <a:pt x="13" y="0"/>
                    <a:pt x="10" y="1"/>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37" name="Freeform 2442"/>
            <p:cNvSpPr/>
            <p:nvPr/>
          </p:nvSpPr>
          <p:spPr bwMode="auto">
            <a:xfrm>
              <a:off x="9761842" y="8938991"/>
              <a:ext cx="38100" cy="19050"/>
            </a:xfrm>
            <a:custGeom>
              <a:avLst/>
              <a:gdLst>
                <a:gd name="T0" fmla="*/ 6 w 14"/>
                <a:gd name="T1" fmla="*/ 2 h 7"/>
                <a:gd name="T2" fmla="*/ 1 w 14"/>
                <a:gd name="T3" fmla="*/ 7 h 7"/>
                <a:gd name="T4" fmla="*/ 7 w 14"/>
                <a:gd name="T5" fmla="*/ 5 h 7"/>
                <a:gd name="T6" fmla="*/ 13 w 14"/>
                <a:gd name="T7" fmla="*/ 0 h 7"/>
                <a:gd name="T8" fmla="*/ 6 w 14"/>
                <a:gd name="T9" fmla="*/ 2 h 7"/>
              </a:gdLst>
              <a:ahLst/>
              <a:cxnLst>
                <a:cxn ang="0">
                  <a:pos x="T0" y="T1"/>
                </a:cxn>
                <a:cxn ang="0">
                  <a:pos x="T2" y="T3"/>
                </a:cxn>
                <a:cxn ang="0">
                  <a:pos x="T4" y="T5"/>
                </a:cxn>
                <a:cxn ang="0">
                  <a:pos x="T6" y="T7"/>
                </a:cxn>
                <a:cxn ang="0">
                  <a:pos x="T8" y="T9"/>
                </a:cxn>
              </a:cxnLst>
              <a:rect l="0" t="0" r="r" b="b"/>
              <a:pathLst>
                <a:path w="14" h="7">
                  <a:moveTo>
                    <a:pt x="6" y="2"/>
                  </a:moveTo>
                  <a:cubicBezTo>
                    <a:pt x="3" y="4"/>
                    <a:pt x="0" y="6"/>
                    <a:pt x="1" y="7"/>
                  </a:cubicBezTo>
                  <a:cubicBezTo>
                    <a:pt x="2" y="7"/>
                    <a:pt x="4" y="6"/>
                    <a:pt x="7" y="5"/>
                  </a:cubicBezTo>
                  <a:cubicBezTo>
                    <a:pt x="11" y="3"/>
                    <a:pt x="14" y="1"/>
                    <a:pt x="13" y="0"/>
                  </a:cubicBezTo>
                  <a:cubicBezTo>
                    <a:pt x="13" y="0"/>
                    <a:pt x="9" y="1"/>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38" name="Freeform 2443"/>
            <p:cNvSpPr/>
            <p:nvPr/>
          </p:nvSpPr>
          <p:spPr bwMode="auto">
            <a:xfrm>
              <a:off x="9555467" y="9039003"/>
              <a:ext cx="34925" cy="22225"/>
            </a:xfrm>
            <a:custGeom>
              <a:avLst/>
              <a:gdLst>
                <a:gd name="T0" fmla="*/ 0 w 13"/>
                <a:gd name="T1" fmla="*/ 7 h 8"/>
                <a:gd name="T2" fmla="*/ 8 w 13"/>
                <a:gd name="T3" fmla="*/ 5 h 8"/>
                <a:gd name="T4" fmla="*/ 12 w 13"/>
                <a:gd name="T5" fmla="*/ 2 h 8"/>
                <a:gd name="T6" fmla="*/ 7 w 13"/>
                <a:gd name="T7" fmla="*/ 2 h 8"/>
                <a:gd name="T8" fmla="*/ 0 w 13"/>
                <a:gd name="T9" fmla="*/ 7 h 8"/>
              </a:gdLst>
              <a:ahLst/>
              <a:cxnLst>
                <a:cxn ang="0">
                  <a:pos x="T0" y="T1"/>
                </a:cxn>
                <a:cxn ang="0">
                  <a:pos x="T2" y="T3"/>
                </a:cxn>
                <a:cxn ang="0">
                  <a:pos x="T4" y="T5"/>
                </a:cxn>
                <a:cxn ang="0">
                  <a:pos x="T6" y="T7"/>
                </a:cxn>
                <a:cxn ang="0">
                  <a:pos x="T8" y="T9"/>
                </a:cxn>
              </a:cxnLst>
              <a:rect l="0" t="0" r="r" b="b"/>
              <a:pathLst>
                <a:path w="13" h="8">
                  <a:moveTo>
                    <a:pt x="0" y="7"/>
                  </a:moveTo>
                  <a:cubicBezTo>
                    <a:pt x="0" y="8"/>
                    <a:pt x="3" y="8"/>
                    <a:pt x="8" y="5"/>
                  </a:cubicBezTo>
                  <a:cubicBezTo>
                    <a:pt x="9" y="4"/>
                    <a:pt x="11" y="3"/>
                    <a:pt x="12" y="2"/>
                  </a:cubicBezTo>
                  <a:cubicBezTo>
                    <a:pt x="13" y="0"/>
                    <a:pt x="10" y="0"/>
                    <a:pt x="7" y="2"/>
                  </a:cubicBezTo>
                  <a:cubicBezTo>
                    <a:pt x="3" y="3"/>
                    <a:pt x="0" y="6"/>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39" name="Freeform 2444"/>
            <p:cNvSpPr/>
            <p:nvPr/>
          </p:nvSpPr>
          <p:spPr bwMode="auto">
            <a:xfrm>
              <a:off x="9342742" y="9139016"/>
              <a:ext cx="38100" cy="22225"/>
            </a:xfrm>
            <a:custGeom>
              <a:avLst/>
              <a:gdLst>
                <a:gd name="T0" fmla="*/ 1 w 14"/>
                <a:gd name="T1" fmla="*/ 7 h 8"/>
                <a:gd name="T2" fmla="*/ 9 w 14"/>
                <a:gd name="T3" fmla="*/ 6 h 8"/>
                <a:gd name="T4" fmla="*/ 13 w 14"/>
                <a:gd name="T5" fmla="*/ 1 h 8"/>
                <a:gd name="T6" fmla="*/ 6 w 14"/>
                <a:gd name="T7" fmla="*/ 2 h 8"/>
                <a:gd name="T8" fmla="*/ 1 w 14"/>
                <a:gd name="T9" fmla="*/ 7 h 8"/>
              </a:gdLst>
              <a:ahLst/>
              <a:cxnLst>
                <a:cxn ang="0">
                  <a:pos x="T0" y="T1"/>
                </a:cxn>
                <a:cxn ang="0">
                  <a:pos x="T2" y="T3"/>
                </a:cxn>
                <a:cxn ang="0">
                  <a:pos x="T4" y="T5"/>
                </a:cxn>
                <a:cxn ang="0">
                  <a:pos x="T6" y="T7"/>
                </a:cxn>
                <a:cxn ang="0">
                  <a:pos x="T8" y="T9"/>
                </a:cxn>
              </a:cxnLst>
              <a:rect l="0" t="0" r="r" b="b"/>
              <a:pathLst>
                <a:path w="14" h="8">
                  <a:moveTo>
                    <a:pt x="1" y="7"/>
                  </a:moveTo>
                  <a:cubicBezTo>
                    <a:pt x="1" y="8"/>
                    <a:pt x="5" y="7"/>
                    <a:pt x="9" y="6"/>
                  </a:cubicBezTo>
                  <a:cubicBezTo>
                    <a:pt x="11" y="4"/>
                    <a:pt x="14" y="2"/>
                    <a:pt x="13" y="1"/>
                  </a:cubicBezTo>
                  <a:cubicBezTo>
                    <a:pt x="13" y="0"/>
                    <a:pt x="9" y="1"/>
                    <a:pt x="6" y="2"/>
                  </a:cubicBezTo>
                  <a:cubicBezTo>
                    <a:pt x="2" y="4"/>
                    <a:pt x="0" y="6"/>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40" name="Freeform 2445"/>
            <p:cNvSpPr/>
            <p:nvPr/>
          </p:nvSpPr>
          <p:spPr bwMode="auto">
            <a:xfrm>
              <a:off x="9134779" y="9237441"/>
              <a:ext cx="34925" cy="22225"/>
            </a:xfrm>
            <a:custGeom>
              <a:avLst/>
              <a:gdLst>
                <a:gd name="T0" fmla="*/ 1 w 13"/>
                <a:gd name="T1" fmla="*/ 7 h 8"/>
                <a:gd name="T2" fmla="*/ 8 w 13"/>
                <a:gd name="T3" fmla="*/ 6 h 8"/>
                <a:gd name="T4" fmla="*/ 13 w 13"/>
                <a:gd name="T5" fmla="*/ 1 h 8"/>
                <a:gd name="T6" fmla="*/ 6 w 13"/>
                <a:gd name="T7" fmla="*/ 2 h 8"/>
                <a:gd name="T8" fmla="*/ 1 w 13"/>
                <a:gd name="T9" fmla="*/ 7 h 8"/>
              </a:gdLst>
              <a:ahLst/>
              <a:cxnLst>
                <a:cxn ang="0">
                  <a:pos x="T0" y="T1"/>
                </a:cxn>
                <a:cxn ang="0">
                  <a:pos x="T2" y="T3"/>
                </a:cxn>
                <a:cxn ang="0">
                  <a:pos x="T4" y="T5"/>
                </a:cxn>
                <a:cxn ang="0">
                  <a:pos x="T6" y="T7"/>
                </a:cxn>
                <a:cxn ang="0">
                  <a:pos x="T8" y="T9"/>
                </a:cxn>
              </a:cxnLst>
              <a:rect l="0" t="0" r="r" b="b"/>
              <a:pathLst>
                <a:path w="13" h="8">
                  <a:moveTo>
                    <a:pt x="1" y="7"/>
                  </a:moveTo>
                  <a:cubicBezTo>
                    <a:pt x="1" y="8"/>
                    <a:pt x="5" y="8"/>
                    <a:pt x="8" y="6"/>
                  </a:cubicBezTo>
                  <a:cubicBezTo>
                    <a:pt x="11" y="5"/>
                    <a:pt x="13" y="2"/>
                    <a:pt x="13" y="1"/>
                  </a:cubicBezTo>
                  <a:cubicBezTo>
                    <a:pt x="13" y="0"/>
                    <a:pt x="9" y="0"/>
                    <a:pt x="6" y="2"/>
                  </a:cubicBezTo>
                  <a:cubicBezTo>
                    <a:pt x="2" y="4"/>
                    <a:pt x="0" y="6"/>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41" name="Freeform 2446"/>
            <p:cNvSpPr/>
            <p:nvPr/>
          </p:nvSpPr>
          <p:spPr bwMode="auto">
            <a:xfrm>
              <a:off x="8925229" y="9329516"/>
              <a:ext cx="34925" cy="22225"/>
            </a:xfrm>
            <a:custGeom>
              <a:avLst/>
              <a:gdLst>
                <a:gd name="T0" fmla="*/ 5 w 13"/>
                <a:gd name="T1" fmla="*/ 2 h 8"/>
                <a:gd name="T2" fmla="*/ 0 w 13"/>
                <a:gd name="T3" fmla="*/ 7 h 8"/>
                <a:gd name="T4" fmla="*/ 8 w 13"/>
                <a:gd name="T5" fmla="*/ 6 h 8"/>
                <a:gd name="T6" fmla="*/ 13 w 13"/>
                <a:gd name="T7" fmla="*/ 1 h 8"/>
                <a:gd name="T8" fmla="*/ 5 w 13"/>
                <a:gd name="T9" fmla="*/ 2 h 8"/>
              </a:gdLst>
              <a:ahLst/>
              <a:cxnLst>
                <a:cxn ang="0">
                  <a:pos x="T0" y="T1"/>
                </a:cxn>
                <a:cxn ang="0">
                  <a:pos x="T2" y="T3"/>
                </a:cxn>
                <a:cxn ang="0">
                  <a:pos x="T4" y="T5"/>
                </a:cxn>
                <a:cxn ang="0">
                  <a:pos x="T6" y="T7"/>
                </a:cxn>
                <a:cxn ang="0">
                  <a:pos x="T8" y="T9"/>
                </a:cxn>
              </a:cxnLst>
              <a:rect l="0" t="0" r="r" b="b"/>
              <a:pathLst>
                <a:path w="13" h="8">
                  <a:moveTo>
                    <a:pt x="5" y="2"/>
                  </a:moveTo>
                  <a:cubicBezTo>
                    <a:pt x="2" y="3"/>
                    <a:pt x="0" y="6"/>
                    <a:pt x="0" y="7"/>
                  </a:cubicBezTo>
                  <a:cubicBezTo>
                    <a:pt x="1" y="8"/>
                    <a:pt x="5" y="8"/>
                    <a:pt x="8" y="6"/>
                  </a:cubicBezTo>
                  <a:cubicBezTo>
                    <a:pt x="11" y="5"/>
                    <a:pt x="13" y="2"/>
                    <a:pt x="13" y="1"/>
                  </a:cubicBezTo>
                  <a:cubicBezTo>
                    <a:pt x="12" y="0"/>
                    <a:pt x="9" y="0"/>
                    <a:pt x="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42" name="Freeform 2447"/>
            <p:cNvSpPr/>
            <p:nvPr/>
          </p:nvSpPr>
          <p:spPr bwMode="auto">
            <a:xfrm>
              <a:off x="8714092" y="9413653"/>
              <a:ext cx="38100" cy="25400"/>
            </a:xfrm>
            <a:custGeom>
              <a:avLst/>
              <a:gdLst>
                <a:gd name="T0" fmla="*/ 1 w 14"/>
                <a:gd name="T1" fmla="*/ 7 h 9"/>
                <a:gd name="T2" fmla="*/ 7 w 14"/>
                <a:gd name="T3" fmla="*/ 7 h 9"/>
                <a:gd name="T4" fmla="*/ 13 w 14"/>
                <a:gd name="T5" fmla="*/ 2 h 9"/>
                <a:gd name="T6" fmla="*/ 6 w 14"/>
                <a:gd name="T7" fmla="*/ 2 h 9"/>
                <a:gd name="T8" fmla="*/ 1 w 14"/>
                <a:gd name="T9" fmla="*/ 7 h 9"/>
              </a:gdLst>
              <a:ahLst/>
              <a:cxnLst>
                <a:cxn ang="0">
                  <a:pos x="T0" y="T1"/>
                </a:cxn>
                <a:cxn ang="0">
                  <a:pos x="T2" y="T3"/>
                </a:cxn>
                <a:cxn ang="0">
                  <a:pos x="T4" y="T5"/>
                </a:cxn>
                <a:cxn ang="0">
                  <a:pos x="T6" y="T7"/>
                </a:cxn>
                <a:cxn ang="0">
                  <a:pos x="T8" y="T9"/>
                </a:cxn>
              </a:cxnLst>
              <a:rect l="0" t="0" r="r" b="b"/>
              <a:pathLst>
                <a:path w="14" h="9">
                  <a:moveTo>
                    <a:pt x="1" y="7"/>
                  </a:moveTo>
                  <a:cubicBezTo>
                    <a:pt x="2" y="9"/>
                    <a:pt x="4" y="8"/>
                    <a:pt x="7" y="7"/>
                  </a:cubicBezTo>
                  <a:cubicBezTo>
                    <a:pt x="11" y="6"/>
                    <a:pt x="14" y="3"/>
                    <a:pt x="13" y="2"/>
                  </a:cubicBezTo>
                  <a:cubicBezTo>
                    <a:pt x="13" y="0"/>
                    <a:pt x="9" y="0"/>
                    <a:pt x="6" y="2"/>
                  </a:cubicBezTo>
                  <a:cubicBezTo>
                    <a:pt x="3" y="3"/>
                    <a:pt x="0" y="6"/>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43" name="Freeform 2448"/>
            <p:cNvSpPr/>
            <p:nvPr/>
          </p:nvSpPr>
          <p:spPr bwMode="auto">
            <a:xfrm>
              <a:off x="5747054" y="10407428"/>
              <a:ext cx="38100" cy="23813"/>
            </a:xfrm>
            <a:custGeom>
              <a:avLst/>
              <a:gdLst>
                <a:gd name="T0" fmla="*/ 7 w 14"/>
                <a:gd name="T1" fmla="*/ 7 h 9"/>
                <a:gd name="T2" fmla="*/ 13 w 14"/>
                <a:gd name="T3" fmla="*/ 3 h 9"/>
                <a:gd name="T4" fmla="*/ 8 w 14"/>
                <a:gd name="T5" fmla="*/ 1 h 9"/>
                <a:gd name="T6" fmla="*/ 1 w 14"/>
                <a:gd name="T7" fmla="*/ 7 h 9"/>
                <a:gd name="T8" fmla="*/ 7 w 14"/>
                <a:gd name="T9" fmla="*/ 7 h 9"/>
              </a:gdLst>
              <a:ahLst/>
              <a:cxnLst>
                <a:cxn ang="0">
                  <a:pos x="T0" y="T1"/>
                </a:cxn>
                <a:cxn ang="0">
                  <a:pos x="T2" y="T3"/>
                </a:cxn>
                <a:cxn ang="0">
                  <a:pos x="T4" y="T5"/>
                </a:cxn>
                <a:cxn ang="0">
                  <a:pos x="T6" y="T7"/>
                </a:cxn>
                <a:cxn ang="0">
                  <a:pos x="T8" y="T9"/>
                </a:cxn>
              </a:cxnLst>
              <a:rect l="0" t="0" r="r" b="b"/>
              <a:pathLst>
                <a:path w="14" h="9">
                  <a:moveTo>
                    <a:pt x="7" y="7"/>
                  </a:moveTo>
                  <a:cubicBezTo>
                    <a:pt x="10" y="6"/>
                    <a:pt x="12" y="4"/>
                    <a:pt x="13" y="3"/>
                  </a:cubicBezTo>
                  <a:cubicBezTo>
                    <a:pt x="14" y="0"/>
                    <a:pt x="11" y="0"/>
                    <a:pt x="8" y="1"/>
                  </a:cubicBezTo>
                  <a:cubicBezTo>
                    <a:pt x="4" y="3"/>
                    <a:pt x="1" y="5"/>
                    <a:pt x="1" y="7"/>
                  </a:cubicBezTo>
                  <a:cubicBezTo>
                    <a:pt x="0" y="9"/>
                    <a:pt x="4" y="9"/>
                    <a:pt x="7"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44" name="Freeform 2449"/>
            <p:cNvSpPr/>
            <p:nvPr/>
          </p:nvSpPr>
          <p:spPr bwMode="auto">
            <a:xfrm>
              <a:off x="5958192" y="10309003"/>
              <a:ext cx="36513" cy="25400"/>
            </a:xfrm>
            <a:custGeom>
              <a:avLst/>
              <a:gdLst>
                <a:gd name="T0" fmla="*/ 0 w 13"/>
                <a:gd name="T1" fmla="*/ 7 h 9"/>
                <a:gd name="T2" fmla="*/ 8 w 13"/>
                <a:gd name="T3" fmla="*/ 7 h 9"/>
                <a:gd name="T4" fmla="*/ 13 w 13"/>
                <a:gd name="T5" fmla="*/ 2 h 9"/>
                <a:gd name="T6" fmla="*/ 7 w 13"/>
                <a:gd name="T7" fmla="*/ 2 h 9"/>
                <a:gd name="T8" fmla="*/ 0 w 13"/>
                <a:gd name="T9" fmla="*/ 7 h 9"/>
              </a:gdLst>
              <a:ahLst/>
              <a:cxnLst>
                <a:cxn ang="0">
                  <a:pos x="T0" y="T1"/>
                </a:cxn>
                <a:cxn ang="0">
                  <a:pos x="T2" y="T3"/>
                </a:cxn>
                <a:cxn ang="0">
                  <a:pos x="T4" y="T5"/>
                </a:cxn>
                <a:cxn ang="0">
                  <a:pos x="T6" y="T7"/>
                </a:cxn>
                <a:cxn ang="0">
                  <a:pos x="T8" y="T9"/>
                </a:cxn>
              </a:cxnLst>
              <a:rect l="0" t="0" r="r" b="b"/>
              <a:pathLst>
                <a:path w="13" h="9">
                  <a:moveTo>
                    <a:pt x="0" y="7"/>
                  </a:moveTo>
                  <a:cubicBezTo>
                    <a:pt x="1" y="9"/>
                    <a:pt x="4" y="8"/>
                    <a:pt x="8" y="7"/>
                  </a:cubicBezTo>
                  <a:cubicBezTo>
                    <a:pt x="11" y="5"/>
                    <a:pt x="13" y="3"/>
                    <a:pt x="13" y="2"/>
                  </a:cubicBezTo>
                  <a:cubicBezTo>
                    <a:pt x="13" y="0"/>
                    <a:pt x="10" y="0"/>
                    <a:pt x="7" y="2"/>
                  </a:cubicBezTo>
                  <a:cubicBezTo>
                    <a:pt x="3" y="3"/>
                    <a:pt x="0" y="6"/>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45" name="Freeform 2450"/>
            <p:cNvSpPr/>
            <p:nvPr/>
          </p:nvSpPr>
          <p:spPr bwMode="auto">
            <a:xfrm>
              <a:off x="6170917" y="10212166"/>
              <a:ext cx="38100" cy="22225"/>
            </a:xfrm>
            <a:custGeom>
              <a:avLst/>
              <a:gdLst>
                <a:gd name="T0" fmla="*/ 8 w 14"/>
                <a:gd name="T1" fmla="*/ 6 h 8"/>
                <a:gd name="T2" fmla="*/ 13 w 14"/>
                <a:gd name="T3" fmla="*/ 2 h 8"/>
                <a:gd name="T4" fmla="*/ 7 w 14"/>
                <a:gd name="T5" fmla="*/ 1 h 8"/>
                <a:gd name="T6" fmla="*/ 0 w 14"/>
                <a:gd name="T7" fmla="*/ 7 h 8"/>
                <a:gd name="T8" fmla="*/ 8 w 14"/>
                <a:gd name="T9" fmla="*/ 6 h 8"/>
              </a:gdLst>
              <a:ahLst/>
              <a:cxnLst>
                <a:cxn ang="0">
                  <a:pos x="T0" y="T1"/>
                </a:cxn>
                <a:cxn ang="0">
                  <a:pos x="T2" y="T3"/>
                </a:cxn>
                <a:cxn ang="0">
                  <a:pos x="T4" y="T5"/>
                </a:cxn>
                <a:cxn ang="0">
                  <a:pos x="T6" y="T7"/>
                </a:cxn>
                <a:cxn ang="0">
                  <a:pos x="T8" y="T9"/>
                </a:cxn>
              </a:cxnLst>
              <a:rect l="0" t="0" r="r" b="b"/>
              <a:pathLst>
                <a:path w="14" h="8">
                  <a:moveTo>
                    <a:pt x="8" y="6"/>
                  </a:moveTo>
                  <a:cubicBezTo>
                    <a:pt x="10" y="5"/>
                    <a:pt x="12" y="3"/>
                    <a:pt x="13" y="2"/>
                  </a:cubicBezTo>
                  <a:cubicBezTo>
                    <a:pt x="14" y="0"/>
                    <a:pt x="11" y="0"/>
                    <a:pt x="7" y="1"/>
                  </a:cubicBezTo>
                  <a:cubicBezTo>
                    <a:pt x="4" y="3"/>
                    <a:pt x="1" y="5"/>
                    <a:pt x="0" y="7"/>
                  </a:cubicBezTo>
                  <a:cubicBezTo>
                    <a:pt x="0" y="8"/>
                    <a:pt x="3" y="8"/>
                    <a:pt x="8"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46" name="Freeform 2451"/>
            <p:cNvSpPr/>
            <p:nvPr/>
          </p:nvSpPr>
          <p:spPr bwMode="auto">
            <a:xfrm>
              <a:off x="6382054" y="10116916"/>
              <a:ext cx="38100" cy="22225"/>
            </a:xfrm>
            <a:custGeom>
              <a:avLst/>
              <a:gdLst>
                <a:gd name="T0" fmla="*/ 0 w 14"/>
                <a:gd name="T1" fmla="*/ 7 h 8"/>
                <a:gd name="T2" fmla="*/ 7 w 14"/>
                <a:gd name="T3" fmla="*/ 6 h 8"/>
                <a:gd name="T4" fmla="*/ 13 w 14"/>
                <a:gd name="T5" fmla="*/ 1 h 8"/>
                <a:gd name="T6" fmla="*/ 6 w 14"/>
                <a:gd name="T7" fmla="*/ 2 h 8"/>
                <a:gd name="T8" fmla="*/ 0 w 14"/>
                <a:gd name="T9" fmla="*/ 7 h 8"/>
              </a:gdLst>
              <a:ahLst/>
              <a:cxnLst>
                <a:cxn ang="0">
                  <a:pos x="T0" y="T1"/>
                </a:cxn>
                <a:cxn ang="0">
                  <a:pos x="T2" y="T3"/>
                </a:cxn>
                <a:cxn ang="0">
                  <a:pos x="T4" y="T5"/>
                </a:cxn>
                <a:cxn ang="0">
                  <a:pos x="T6" y="T7"/>
                </a:cxn>
                <a:cxn ang="0">
                  <a:pos x="T8" y="T9"/>
                </a:cxn>
              </a:cxnLst>
              <a:rect l="0" t="0" r="r" b="b"/>
              <a:pathLst>
                <a:path w="14" h="8">
                  <a:moveTo>
                    <a:pt x="0" y="7"/>
                  </a:moveTo>
                  <a:cubicBezTo>
                    <a:pt x="1" y="8"/>
                    <a:pt x="4" y="8"/>
                    <a:pt x="7" y="6"/>
                  </a:cubicBezTo>
                  <a:cubicBezTo>
                    <a:pt x="10" y="5"/>
                    <a:pt x="14" y="2"/>
                    <a:pt x="13" y="1"/>
                  </a:cubicBezTo>
                  <a:cubicBezTo>
                    <a:pt x="13" y="0"/>
                    <a:pt x="9" y="0"/>
                    <a:pt x="6" y="2"/>
                  </a:cubicBezTo>
                  <a:cubicBezTo>
                    <a:pt x="2" y="3"/>
                    <a:pt x="0" y="6"/>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47" name="Freeform 2452"/>
            <p:cNvSpPr/>
            <p:nvPr/>
          </p:nvSpPr>
          <p:spPr bwMode="auto">
            <a:xfrm>
              <a:off x="6594779" y="10021666"/>
              <a:ext cx="34925" cy="22225"/>
            </a:xfrm>
            <a:custGeom>
              <a:avLst/>
              <a:gdLst>
                <a:gd name="T0" fmla="*/ 0 w 13"/>
                <a:gd name="T1" fmla="*/ 7 h 8"/>
                <a:gd name="T2" fmla="*/ 6 w 13"/>
                <a:gd name="T3" fmla="*/ 7 h 8"/>
                <a:gd name="T4" fmla="*/ 13 w 13"/>
                <a:gd name="T5" fmla="*/ 2 h 8"/>
                <a:gd name="T6" fmla="*/ 6 w 13"/>
                <a:gd name="T7" fmla="*/ 2 h 8"/>
                <a:gd name="T8" fmla="*/ 0 w 13"/>
                <a:gd name="T9" fmla="*/ 7 h 8"/>
              </a:gdLst>
              <a:ahLst/>
              <a:cxnLst>
                <a:cxn ang="0">
                  <a:pos x="T0" y="T1"/>
                </a:cxn>
                <a:cxn ang="0">
                  <a:pos x="T2" y="T3"/>
                </a:cxn>
                <a:cxn ang="0">
                  <a:pos x="T4" y="T5"/>
                </a:cxn>
                <a:cxn ang="0">
                  <a:pos x="T6" y="T7"/>
                </a:cxn>
                <a:cxn ang="0">
                  <a:pos x="T8" y="T9"/>
                </a:cxn>
              </a:cxnLst>
              <a:rect l="0" t="0" r="r" b="b"/>
              <a:pathLst>
                <a:path w="13" h="8">
                  <a:moveTo>
                    <a:pt x="0" y="7"/>
                  </a:moveTo>
                  <a:cubicBezTo>
                    <a:pt x="0" y="8"/>
                    <a:pt x="3" y="8"/>
                    <a:pt x="6" y="7"/>
                  </a:cubicBezTo>
                  <a:cubicBezTo>
                    <a:pt x="10" y="6"/>
                    <a:pt x="13" y="3"/>
                    <a:pt x="13" y="2"/>
                  </a:cubicBezTo>
                  <a:cubicBezTo>
                    <a:pt x="13" y="0"/>
                    <a:pt x="10" y="0"/>
                    <a:pt x="6" y="2"/>
                  </a:cubicBezTo>
                  <a:cubicBezTo>
                    <a:pt x="3" y="3"/>
                    <a:pt x="0" y="6"/>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48" name="Freeform 2453"/>
            <p:cNvSpPr/>
            <p:nvPr/>
          </p:nvSpPr>
          <p:spPr bwMode="auto">
            <a:xfrm>
              <a:off x="6802742" y="9934353"/>
              <a:ext cx="38100" cy="22225"/>
            </a:xfrm>
            <a:custGeom>
              <a:avLst/>
              <a:gdLst>
                <a:gd name="T0" fmla="*/ 1 w 14"/>
                <a:gd name="T1" fmla="*/ 7 h 8"/>
                <a:gd name="T2" fmla="*/ 8 w 14"/>
                <a:gd name="T3" fmla="*/ 7 h 8"/>
                <a:gd name="T4" fmla="*/ 14 w 14"/>
                <a:gd name="T5" fmla="*/ 1 h 8"/>
                <a:gd name="T6" fmla="*/ 6 w 14"/>
                <a:gd name="T7" fmla="*/ 1 h 8"/>
                <a:gd name="T8" fmla="*/ 1 w 14"/>
                <a:gd name="T9" fmla="*/ 7 h 8"/>
              </a:gdLst>
              <a:ahLst/>
              <a:cxnLst>
                <a:cxn ang="0">
                  <a:pos x="T0" y="T1"/>
                </a:cxn>
                <a:cxn ang="0">
                  <a:pos x="T2" y="T3"/>
                </a:cxn>
                <a:cxn ang="0">
                  <a:pos x="T4" y="T5"/>
                </a:cxn>
                <a:cxn ang="0">
                  <a:pos x="T6" y="T7"/>
                </a:cxn>
                <a:cxn ang="0">
                  <a:pos x="T8" y="T9"/>
                </a:cxn>
              </a:cxnLst>
              <a:rect l="0" t="0" r="r" b="b"/>
              <a:pathLst>
                <a:path w="14" h="8">
                  <a:moveTo>
                    <a:pt x="1" y="7"/>
                  </a:moveTo>
                  <a:cubicBezTo>
                    <a:pt x="2" y="8"/>
                    <a:pt x="5" y="8"/>
                    <a:pt x="8" y="7"/>
                  </a:cubicBezTo>
                  <a:cubicBezTo>
                    <a:pt x="11" y="5"/>
                    <a:pt x="14" y="3"/>
                    <a:pt x="14" y="1"/>
                  </a:cubicBezTo>
                  <a:cubicBezTo>
                    <a:pt x="13" y="0"/>
                    <a:pt x="10" y="0"/>
                    <a:pt x="6" y="1"/>
                  </a:cubicBezTo>
                  <a:cubicBezTo>
                    <a:pt x="3" y="3"/>
                    <a:pt x="0" y="5"/>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49" name="Freeform 2454"/>
            <p:cNvSpPr/>
            <p:nvPr/>
          </p:nvSpPr>
          <p:spPr bwMode="auto">
            <a:xfrm>
              <a:off x="7017054" y="9850216"/>
              <a:ext cx="34925" cy="25400"/>
            </a:xfrm>
            <a:custGeom>
              <a:avLst/>
              <a:gdLst>
                <a:gd name="T0" fmla="*/ 0 w 13"/>
                <a:gd name="T1" fmla="*/ 7 h 9"/>
                <a:gd name="T2" fmla="*/ 6 w 13"/>
                <a:gd name="T3" fmla="*/ 8 h 9"/>
                <a:gd name="T4" fmla="*/ 13 w 13"/>
                <a:gd name="T5" fmla="*/ 3 h 9"/>
                <a:gd name="T6" fmla="*/ 6 w 13"/>
                <a:gd name="T7" fmla="*/ 2 h 9"/>
                <a:gd name="T8" fmla="*/ 0 w 13"/>
                <a:gd name="T9" fmla="*/ 7 h 9"/>
              </a:gdLst>
              <a:ahLst/>
              <a:cxnLst>
                <a:cxn ang="0">
                  <a:pos x="T0" y="T1"/>
                </a:cxn>
                <a:cxn ang="0">
                  <a:pos x="T2" y="T3"/>
                </a:cxn>
                <a:cxn ang="0">
                  <a:pos x="T4" y="T5"/>
                </a:cxn>
                <a:cxn ang="0">
                  <a:pos x="T6" y="T7"/>
                </a:cxn>
                <a:cxn ang="0">
                  <a:pos x="T8" y="T9"/>
                </a:cxn>
              </a:cxnLst>
              <a:rect l="0" t="0" r="r" b="b"/>
              <a:pathLst>
                <a:path w="13" h="9">
                  <a:moveTo>
                    <a:pt x="0" y="7"/>
                  </a:moveTo>
                  <a:cubicBezTo>
                    <a:pt x="0" y="8"/>
                    <a:pt x="3" y="9"/>
                    <a:pt x="6" y="8"/>
                  </a:cubicBezTo>
                  <a:cubicBezTo>
                    <a:pt x="10" y="7"/>
                    <a:pt x="13" y="5"/>
                    <a:pt x="13" y="3"/>
                  </a:cubicBezTo>
                  <a:cubicBezTo>
                    <a:pt x="13" y="1"/>
                    <a:pt x="10" y="0"/>
                    <a:pt x="6" y="2"/>
                  </a:cubicBezTo>
                  <a:cubicBezTo>
                    <a:pt x="3" y="3"/>
                    <a:pt x="0" y="5"/>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50" name="Freeform 2455"/>
            <p:cNvSpPr/>
            <p:nvPr/>
          </p:nvSpPr>
          <p:spPr bwMode="auto">
            <a:xfrm>
              <a:off x="7229779" y="9780366"/>
              <a:ext cx="34925" cy="22225"/>
            </a:xfrm>
            <a:custGeom>
              <a:avLst/>
              <a:gdLst>
                <a:gd name="T0" fmla="*/ 6 w 13"/>
                <a:gd name="T1" fmla="*/ 1 h 8"/>
                <a:gd name="T2" fmla="*/ 0 w 13"/>
                <a:gd name="T3" fmla="*/ 6 h 8"/>
                <a:gd name="T4" fmla="*/ 8 w 13"/>
                <a:gd name="T5" fmla="*/ 7 h 8"/>
                <a:gd name="T6" fmla="*/ 13 w 13"/>
                <a:gd name="T7" fmla="*/ 2 h 8"/>
                <a:gd name="T8" fmla="*/ 6 w 13"/>
                <a:gd name="T9" fmla="*/ 1 h 8"/>
              </a:gdLst>
              <a:ahLst/>
              <a:cxnLst>
                <a:cxn ang="0">
                  <a:pos x="T0" y="T1"/>
                </a:cxn>
                <a:cxn ang="0">
                  <a:pos x="T2" y="T3"/>
                </a:cxn>
                <a:cxn ang="0">
                  <a:pos x="T4" y="T5"/>
                </a:cxn>
                <a:cxn ang="0">
                  <a:pos x="T6" y="T7"/>
                </a:cxn>
                <a:cxn ang="0">
                  <a:pos x="T8" y="T9"/>
                </a:cxn>
              </a:cxnLst>
              <a:rect l="0" t="0" r="r" b="b"/>
              <a:pathLst>
                <a:path w="13" h="8">
                  <a:moveTo>
                    <a:pt x="6" y="1"/>
                  </a:moveTo>
                  <a:cubicBezTo>
                    <a:pt x="2" y="2"/>
                    <a:pt x="0" y="5"/>
                    <a:pt x="0" y="6"/>
                  </a:cubicBezTo>
                  <a:cubicBezTo>
                    <a:pt x="1" y="8"/>
                    <a:pt x="5" y="8"/>
                    <a:pt x="8" y="7"/>
                  </a:cubicBezTo>
                  <a:cubicBezTo>
                    <a:pt x="11" y="6"/>
                    <a:pt x="13" y="3"/>
                    <a:pt x="13" y="2"/>
                  </a:cubicBezTo>
                  <a:cubicBezTo>
                    <a:pt x="13" y="0"/>
                    <a:pt x="9"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51" name="Freeform 2456"/>
            <p:cNvSpPr/>
            <p:nvPr/>
          </p:nvSpPr>
          <p:spPr bwMode="auto">
            <a:xfrm>
              <a:off x="7440917" y="9720041"/>
              <a:ext cx="34925" cy="22225"/>
            </a:xfrm>
            <a:custGeom>
              <a:avLst/>
              <a:gdLst>
                <a:gd name="T0" fmla="*/ 0 w 13"/>
                <a:gd name="T1" fmla="*/ 6 h 8"/>
                <a:gd name="T2" fmla="*/ 7 w 13"/>
                <a:gd name="T3" fmla="*/ 8 h 8"/>
                <a:gd name="T4" fmla="*/ 13 w 13"/>
                <a:gd name="T5" fmla="*/ 3 h 8"/>
                <a:gd name="T6" fmla="*/ 7 w 13"/>
                <a:gd name="T7" fmla="*/ 0 h 8"/>
                <a:gd name="T8" fmla="*/ 0 w 13"/>
                <a:gd name="T9" fmla="*/ 6 h 8"/>
              </a:gdLst>
              <a:ahLst/>
              <a:cxnLst>
                <a:cxn ang="0">
                  <a:pos x="T0" y="T1"/>
                </a:cxn>
                <a:cxn ang="0">
                  <a:pos x="T2" y="T3"/>
                </a:cxn>
                <a:cxn ang="0">
                  <a:pos x="T4" y="T5"/>
                </a:cxn>
                <a:cxn ang="0">
                  <a:pos x="T6" y="T7"/>
                </a:cxn>
                <a:cxn ang="0">
                  <a:pos x="T8" y="T9"/>
                </a:cxn>
              </a:cxnLst>
              <a:rect l="0" t="0" r="r" b="b"/>
              <a:pathLst>
                <a:path w="13" h="8">
                  <a:moveTo>
                    <a:pt x="0" y="6"/>
                  </a:moveTo>
                  <a:cubicBezTo>
                    <a:pt x="1" y="7"/>
                    <a:pt x="4" y="8"/>
                    <a:pt x="7" y="8"/>
                  </a:cubicBezTo>
                  <a:cubicBezTo>
                    <a:pt x="10" y="7"/>
                    <a:pt x="13" y="5"/>
                    <a:pt x="13" y="3"/>
                  </a:cubicBezTo>
                  <a:cubicBezTo>
                    <a:pt x="13" y="1"/>
                    <a:pt x="10" y="0"/>
                    <a:pt x="7" y="0"/>
                  </a:cubicBezTo>
                  <a:cubicBezTo>
                    <a:pt x="3" y="1"/>
                    <a:pt x="0" y="4"/>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52" name="Freeform 2457"/>
            <p:cNvSpPr/>
            <p:nvPr/>
          </p:nvSpPr>
          <p:spPr bwMode="auto">
            <a:xfrm>
              <a:off x="7652054" y="9674003"/>
              <a:ext cx="38100" cy="22225"/>
            </a:xfrm>
            <a:custGeom>
              <a:avLst/>
              <a:gdLst>
                <a:gd name="T0" fmla="*/ 6 w 14"/>
                <a:gd name="T1" fmla="*/ 0 h 8"/>
                <a:gd name="T2" fmla="*/ 1 w 14"/>
                <a:gd name="T3" fmla="*/ 6 h 8"/>
                <a:gd name="T4" fmla="*/ 8 w 14"/>
                <a:gd name="T5" fmla="*/ 8 h 8"/>
                <a:gd name="T6" fmla="*/ 14 w 14"/>
                <a:gd name="T7" fmla="*/ 3 h 8"/>
                <a:gd name="T8" fmla="*/ 6 w 14"/>
                <a:gd name="T9" fmla="*/ 0 h 8"/>
              </a:gdLst>
              <a:ahLst/>
              <a:cxnLst>
                <a:cxn ang="0">
                  <a:pos x="T0" y="T1"/>
                </a:cxn>
                <a:cxn ang="0">
                  <a:pos x="T2" y="T3"/>
                </a:cxn>
                <a:cxn ang="0">
                  <a:pos x="T4" y="T5"/>
                </a:cxn>
                <a:cxn ang="0">
                  <a:pos x="T6" y="T7"/>
                </a:cxn>
                <a:cxn ang="0">
                  <a:pos x="T8" y="T9"/>
                </a:cxn>
              </a:cxnLst>
              <a:rect l="0" t="0" r="r" b="b"/>
              <a:pathLst>
                <a:path w="14" h="8">
                  <a:moveTo>
                    <a:pt x="6" y="0"/>
                  </a:moveTo>
                  <a:cubicBezTo>
                    <a:pt x="3" y="1"/>
                    <a:pt x="0" y="4"/>
                    <a:pt x="1" y="6"/>
                  </a:cubicBezTo>
                  <a:cubicBezTo>
                    <a:pt x="2" y="7"/>
                    <a:pt x="4" y="8"/>
                    <a:pt x="8" y="8"/>
                  </a:cubicBezTo>
                  <a:cubicBezTo>
                    <a:pt x="11" y="7"/>
                    <a:pt x="14" y="5"/>
                    <a:pt x="14" y="3"/>
                  </a:cubicBezTo>
                  <a:cubicBezTo>
                    <a:pt x="13" y="1"/>
                    <a:pt x="10" y="0"/>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53" name="Freeform 2458"/>
            <p:cNvSpPr/>
            <p:nvPr/>
          </p:nvSpPr>
          <p:spPr bwMode="auto">
            <a:xfrm>
              <a:off x="7866367" y="9645428"/>
              <a:ext cx="38100" cy="20638"/>
            </a:xfrm>
            <a:custGeom>
              <a:avLst/>
              <a:gdLst>
                <a:gd name="T0" fmla="*/ 1 w 14"/>
                <a:gd name="T1" fmla="*/ 5 h 8"/>
                <a:gd name="T2" fmla="*/ 9 w 14"/>
                <a:gd name="T3" fmla="*/ 8 h 8"/>
                <a:gd name="T4" fmla="*/ 13 w 14"/>
                <a:gd name="T5" fmla="*/ 4 h 8"/>
                <a:gd name="T6" fmla="*/ 7 w 14"/>
                <a:gd name="T7" fmla="*/ 0 h 8"/>
                <a:gd name="T8" fmla="*/ 1 w 14"/>
                <a:gd name="T9" fmla="*/ 5 h 8"/>
              </a:gdLst>
              <a:ahLst/>
              <a:cxnLst>
                <a:cxn ang="0">
                  <a:pos x="T0" y="T1"/>
                </a:cxn>
                <a:cxn ang="0">
                  <a:pos x="T2" y="T3"/>
                </a:cxn>
                <a:cxn ang="0">
                  <a:pos x="T4" y="T5"/>
                </a:cxn>
                <a:cxn ang="0">
                  <a:pos x="T6" y="T7"/>
                </a:cxn>
                <a:cxn ang="0">
                  <a:pos x="T8" y="T9"/>
                </a:cxn>
              </a:cxnLst>
              <a:rect l="0" t="0" r="r" b="b"/>
              <a:pathLst>
                <a:path w="14" h="8">
                  <a:moveTo>
                    <a:pt x="1" y="5"/>
                  </a:moveTo>
                  <a:cubicBezTo>
                    <a:pt x="0" y="7"/>
                    <a:pt x="3" y="8"/>
                    <a:pt x="9" y="8"/>
                  </a:cubicBezTo>
                  <a:cubicBezTo>
                    <a:pt x="10" y="7"/>
                    <a:pt x="12" y="6"/>
                    <a:pt x="13" y="4"/>
                  </a:cubicBezTo>
                  <a:cubicBezTo>
                    <a:pt x="14" y="2"/>
                    <a:pt x="11" y="0"/>
                    <a:pt x="7" y="0"/>
                  </a:cubicBezTo>
                  <a:cubicBezTo>
                    <a:pt x="4" y="0"/>
                    <a:pt x="1" y="2"/>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54" name="Freeform 2459"/>
            <p:cNvSpPr/>
            <p:nvPr/>
          </p:nvSpPr>
          <p:spPr bwMode="auto">
            <a:xfrm>
              <a:off x="8079092" y="9607328"/>
              <a:ext cx="38100" cy="23813"/>
            </a:xfrm>
            <a:custGeom>
              <a:avLst/>
              <a:gdLst>
                <a:gd name="T0" fmla="*/ 6 w 14"/>
                <a:gd name="T1" fmla="*/ 1 h 9"/>
                <a:gd name="T2" fmla="*/ 1 w 14"/>
                <a:gd name="T3" fmla="*/ 6 h 9"/>
                <a:gd name="T4" fmla="*/ 9 w 14"/>
                <a:gd name="T5" fmla="*/ 8 h 9"/>
                <a:gd name="T6" fmla="*/ 14 w 14"/>
                <a:gd name="T7" fmla="*/ 3 h 9"/>
                <a:gd name="T8" fmla="*/ 6 w 14"/>
                <a:gd name="T9" fmla="*/ 1 h 9"/>
              </a:gdLst>
              <a:ahLst/>
              <a:cxnLst>
                <a:cxn ang="0">
                  <a:pos x="T0" y="T1"/>
                </a:cxn>
                <a:cxn ang="0">
                  <a:pos x="T2" y="T3"/>
                </a:cxn>
                <a:cxn ang="0">
                  <a:pos x="T4" y="T5"/>
                </a:cxn>
                <a:cxn ang="0">
                  <a:pos x="T6" y="T7"/>
                </a:cxn>
                <a:cxn ang="0">
                  <a:pos x="T8" y="T9"/>
                </a:cxn>
              </a:cxnLst>
              <a:rect l="0" t="0" r="r" b="b"/>
              <a:pathLst>
                <a:path w="14" h="9">
                  <a:moveTo>
                    <a:pt x="6" y="1"/>
                  </a:moveTo>
                  <a:cubicBezTo>
                    <a:pt x="3" y="2"/>
                    <a:pt x="0" y="5"/>
                    <a:pt x="1" y="6"/>
                  </a:cubicBezTo>
                  <a:cubicBezTo>
                    <a:pt x="2" y="8"/>
                    <a:pt x="6" y="9"/>
                    <a:pt x="9" y="8"/>
                  </a:cubicBezTo>
                  <a:cubicBezTo>
                    <a:pt x="12" y="7"/>
                    <a:pt x="14" y="5"/>
                    <a:pt x="14" y="3"/>
                  </a:cubicBezTo>
                  <a:cubicBezTo>
                    <a:pt x="13" y="1"/>
                    <a:pt x="10"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55" name="Freeform 2460"/>
            <p:cNvSpPr/>
            <p:nvPr/>
          </p:nvSpPr>
          <p:spPr bwMode="auto">
            <a:xfrm>
              <a:off x="8293404" y="9554941"/>
              <a:ext cx="34925" cy="23813"/>
            </a:xfrm>
            <a:custGeom>
              <a:avLst/>
              <a:gdLst>
                <a:gd name="T0" fmla="*/ 6 w 13"/>
                <a:gd name="T1" fmla="*/ 1 h 9"/>
                <a:gd name="T2" fmla="*/ 0 w 13"/>
                <a:gd name="T3" fmla="*/ 6 h 9"/>
                <a:gd name="T4" fmla="*/ 6 w 13"/>
                <a:gd name="T5" fmla="*/ 8 h 9"/>
                <a:gd name="T6" fmla="*/ 13 w 13"/>
                <a:gd name="T7" fmla="*/ 3 h 9"/>
                <a:gd name="T8" fmla="*/ 6 w 13"/>
                <a:gd name="T9" fmla="*/ 1 h 9"/>
              </a:gdLst>
              <a:ahLst/>
              <a:cxnLst>
                <a:cxn ang="0">
                  <a:pos x="T0" y="T1"/>
                </a:cxn>
                <a:cxn ang="0">
                  <a:pos x="T2" y="T3"/>
                </a:cxn>
                <a:cxn ang="0">
                  <a:pos x="T4" y="T5"/>
                </a:cxn>
                <a:cxn ang="0">
                  <a:pos x="T6" y="T7"/>
                </a:cxn>
                <a:cxn ang="0">
                  <a:pos x="T8" y="T9"/>
                </a:cxn>
              </a:cxnLst>
              <a:rect l="0" t="0" r="r" b="b"/>
              <a:pathLst>
                <a:path w="13" h="9">
                  <a:moveTo>
                    <a:pt x="6" y="1"/>
                  </a:moveTo>
                  <a:cubicBezTo>
                    <a:pt x="3" y="2"/>
                    <a:pt x="0" y="4"/>
                    <a:pt x="0" y="6"/>
                  </a:cubicBezTo>
                  <a:cubicBezTo>
                    <a:pt x="0" y="8"/>
                    <a:pt x="3" y="9"/>
                    <a:pt x="6" y="8"/>
                  </a:cubicBezTo>
                  <a:cubicBezTo>
                    <a:pt x="10" y="8"/>
                    <a:pt x="13" y="5"/>
                    <a:pt x="13" y="3"/>
                  </a:cubicBezTo>
                  <a:cubicBezTo>
                    <a:pt x="13" y="1"/>
                    <a:pt x="10"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56" name="Freeform 2461"/>
            <p:cNvSpPr/>
            <p:nvPr/>
          </p:nvSpPr>
          <p:spPr bwMode="auto">
            <a:xfrm>
              <a:off x="8501367" y="9489853"/>
              <a:ext cx="38100" cy="23813"/>
            </a:xfrm>
            <a:custGeom>
              <a:avLst/>
              <a:gdLst>
                <a:gd name="T0" fmla="*/ 6 w 14"/>
                <a:gd name="T1" fmla="*/ 2 h 9"/>
                <a:gd name="T2" fmla="*/ 1 w 14"/>
                <a:gd name="T3" fmla="*/ 7 h 9"/>
                <a:gd name="T4" fmla="*/ 9 w 14"/>
                <a:gd name="T5" fmla="*/ 7 h 9"/>
                <a:gd name="T6" fmla="*/ 14 w 14"/>
                <a:gd name="T7" fmla="*/ 2 h 9"/>
                <a:gd name="T8" fmla="*/ 6 w 14"/>
                <a:gd name="T9" fmla="*/ 2 h 9"/>
              </a:gdLst>
              <a:ahLst/>
              <a:cxnLst>
                <a:cxn ang="0">
                  <a:pos x="T0" y="T1"/>
                </a:cxn>
                <a:cxn ang="0">
                  <a:pos x="T2" y="T3"/>
                </a:cxn>
                <a:cxn ang="0">
                  <a:pos x="T4" y="T5"/>
                </a:cxn>
                <a:cxn ang="0">
                  <a:pos x="T6" y="T7"/>
                </a:cxn>
                <a:cxn ang="0">
                  <a:pos x="T8" y="T9"/>
                </a:cxn>
              </a:cxnLst>
              <a:rect l="0" t="0" r="r" b="b"/>
              <a:pathLst>
                <a:path w="14" h="9">
                  <a:moveTo>
                    <a:pt x="6" y="2"/>
                  </a:moveTo>
                  <a:cubicBezTo>
                    <a:pt x="3" y="3"/>
                    <a:pt x="0" y="5"/>
                    <a:pt x="1" y="7"/>
                  </a:cubicBezTo>
                  <a:cubicBezTo>
                    <a:pt x="2" y="9"/>
                    <a:pt x="6" y="9"/>
                    <a:pt x="9" y="7"/>
                  </a:cubicBezTo>
                  <a:cubicBezTo>
                    <a:pt x="12" y="6"/>
                    <a:pt x="14" y="4"/>
                    <a:pt x="14" y="2"/>
                  </a:cubicBezTo>
                  <a:cubicBezTo>
                    <a:pt x="13" y="1"/>
                    <a:pt x="10" y="0"/>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57" name="Freeform 2462"/>
            <p:cNvSpPr/>
            <p:nvPr/>
          </p:nvSpPr>
          <p:spPr bwMode="auto">
            <a:xfrm>
              <a:off x="8485492" y="9402541"/>
              <a:ext cx="33338" cy="19050"/>
            </a:xfrm>
            <a:custGeom>
              <a:avLst/>
              <a:gdLst>
                <a:gd name="T0" fmla="*/ 0 w 12"/>
                <a:gd name="T1" fmla="*/ 5 h 7"/>
                <a:gd name="T2" fmla="*/ 6 w 12"/>
                <a:gd name="T3" fmla="*/ 6 h 7"/>
                <a:gd name="T4" fmla="*/ 11 w 12"/>
                <a:gd name="T5" fmla="*/ 2 h 7"/>
                <a:gd name="T6" fmla="*/ 5 w 12"/>
                <a:gd name="T7" fmla="*/ 1 h 7"/>
                <a:gd name="T8" fmla="*/ 0 w 12"/>
                <a:gd name="T9" fmla="*/ 5 h 7"/>
              </a:gdLst>
              <a:ahLst/>
              <a:cxnLst>
                <a:cxn ang="0">
                  <a:pos x="T0" y="T1"/>
                </a:cxn>
                <a:cxn ang="0">
                  <a:pos x="T2" y="T3"/>
                </a:cxn>
                <a:cxn ang="0">
                  <a:pos x="T4" y="T5"/>
                </a:cxn>
                <a:cxn ang="0">
                  <a:pos x="T6" y="T7"/>
                </a:cxn>
                <a:cxn ang="0">
                  <a:pos x="T8" y="T9"/>
                </a:cxn>
              </a:cxnLst>
              <a:rect l="0" t="0" r="r" b="b"/>
              <a:pathLst>
                <a:path w="12" h="7">
                  <a:moveTo>
                    <a:pt x="0" y="5"/>
                  </a:moveTo>
                  <a:cubicBezTo>
                    <a:pt x="0" y="6"/>
                    <a:pt x="2" y="7"/>
                    <a:pt x="6" y="6"/>
                  </a:cubicBezTo>
                  <a:cubicBezTo>
                    <a:pt x="9" y="5"/>
                    <a:pt x="12" y="3"/>
                    <a:pt x="11" y="2"/>
                  </a:cubicBezTo>
                  <a:cubicBezTo>
                    <a:pt x="11" y="1"/>
                    <a:pt x="8" y="0"/>
                    <a:pt x="5" y="1"/>
                  </a:cubicBezTo>
                  <a:cubicBezTo>
                    <a:pt x="2" y="2"/>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58" name="Freeform 2463"/>
            <p:cNvSpPr/>
            <p:nvPr/>
          </p:nvSpPr>
          <p:spPr bwMode="auto">
            <a:xfrm>
              <a:off x="8271179" y="9462866"/>
              <a:ext cx="34925" cy="15875"/>
            </a:xfrm>
            <a:custGeom>
              <a:avLst/>
              <a:gdLst>
                <a:gd name="T0" fmla="*/ 6 w 13"/>
                <a:gd name="T1" fmla="*/ 1 h 6"/>
                <a:gd name="T2" fmla="*/ 1 w 13"/>
                <a:gd name="T3" fmla="*/ 4 h 6"/>
                <a:gd name="T4" fmla="*/ 8 w 13"/>
                <a:gd name="T5" fmla="*/ 5 h 6"/>
                <a:gd name="T6" fmla="*/ 12 w 13"/>
                <a:gd name="T7" fmla="*/ 1 h 6"/>
                <a:gd name="T8" fmla="*/ 6 w 13"/>
                <a:gd name="T9" fmla="*/ 1 h 6"/>
              </a:gdLst>
              <a:ahLst/>
              <a:cxnLst>
                <a:cxn ang="0">
                  <a:pos x="T0" y="T1"/>
                </a:cxn>
                <a:cxn ang="0">
                  <a:pos x="T2" y="T3"/>
                </a:cxn>
                <a:cxn ang="0">
                  <a:pos x="T4" y="T5"/>
                </a:cxn>
                <a:cxn ang="0">
                  <a:pos x="T6" y="T7"/>
                </a:cxn>
                <a:cxn ang="0">
                  <a:pos x="T8" y="T9"/>
                </a:cxn>
              </a:cxnLst>
              <a:rect l="0" t="0" r="r" b="b"/>
              <a:pathLst>
                <a:path w="13" h="6">
                  <a:moveTo>
                    <a:pt x="6" y="1"/>
                  </a:moveTo>
                  <a:cubicBezTo>
                    <a:pt x="2" y="1"/>
                    <a:pt x="0" y="3"/>
                    <a:pt x="1" y="4"/>
                  </a:cubicBezTo>
                  <a:cubicBezTo>
                    <a:pt x="1" y="6"/>
                    <a:pt x="4" y="6"/>
                    <a:pt x="8" y="5"/>
                  </a:cubicBezTo>
                  <a:cubicBezTo>
                    <a:pt x="11" y="4"/>
                    <a:pt x="13" y="3"/>
                    <a:pt x="12" y="1"/>
                  </a:cubicBezTo>
                  <a:cubicBezTo>
                    <a:pt x="12" y="0"/>
                    <a:pt x="9"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59" name="Freeform 2464"/>
            <p:cNvSpPr/>
            <p:nvPr/>
          </p:nvSpPr>
          <p:spPr bwMode="auto">
            <a:xfrm>
              <a:off x="8060042" y="9508903"/>
              <a:ext cx="31750" cy="15875"/>
            </a:xfrm>
            <a:custGeom>
              <a:avLst/>
              <a:gdLst>
                <a:gd name="T0" fmla="*/ 0 w 12"/>
                <a:gd name="T1" fmla="*/ 4 h 6"/>
                <a:gd name="T2" fmla="*/ 7 w 12"/>
                <a:gd name="T3" fmla="*/ 5 h 6"/>
                <a:gd name="T4" fmla="*/ 12 w 12"/>
                <a:gd name="T5" fmla="*/ 2 h 6"/>
                <a:gd name="T6" fmla="*/ 6 w 12"/>
                <a:gd name="T7" fmla="*/ 0 h 6"/>
                <a:gd name="T8" fmla="*/ 0 w 12"/>
                <a:gd name="T9" fmla="*/ 4 h 6"/>
              </a:gdLst>
              <a:ahLst/>
              <a:cxnLst>
                <a:cxn ang="0">
                  <a:pos x="T0" y="T1"/>
                </a:cxn>
                <a:cxn ang="0">
                  <a:pos x="T2" y="T3"/>
                </a:cxn>
                <a:cxn ang="0">
                  <a:pos x="T4" y="T5"/>
                </a:cxn>
                <a:cxn ang="0">
                  <a:pos x="T6" y="T7"/>
                </a:cxn>
                <a:cxn ang="0">
                  <a:pos x="T8" y="T9"/>
                </a:cxn>
              </a:cxnLst>
              <a:rect l="0" t="0" r="r" b="b"/>
              <a:pathLst>
                <a:path w="12" h="6">
                  <a:moveTo>
                    <a:pt x="0" y="4"/>
                  </a:moveTo>
                  <a:cubicBezTo>
                    <a:pt x="0" y="5"/>
                    <a:pt x="3" y="6"/>
                    <a:pt x="7" y="5"/>
                  </a:cubicBezTo>
                  <a:cubicBezTo>
                    <a:pt x="10" y="5"/>
                    <a:pt x="12" y="3"/>
                    <a:pt x="12" y="2"/>
                  </a:cubicBezTo>
                  <a:cubicBezTo>
                    <a:pt x="12" y="0"/>
                    <a:pt x="9" y="0"/>
                    <a:pt x="6" y="0"/>
                  </a:cubicBezTo>
                  <a:cubicBezTo>
                    <a:pt x="3" y="1"/>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60" name="Freeform 2465"/>
            <p:cNvSpPr/>
            <p:nvPr/>
          </p:nvSpPr>
          <p:spPr bwMode="auto">
            <a:xfrm>
              <a:off x="7845729" y="9539066"/>
              <a:ext cx="34925" cy="15875"/>
            </a:xfrm>
            <a:custGeom>
              <a:avLst/>
              <a:gdLst>
                <a:gd name="T0" fmla="*/ 1 w 13"/>
                <a:gd name="T1" fmla="*/ 4 h 6"/>
                <a:gd name="T2" fmla="*/ 8 w 13"/>
                <a:gd name="T3" fmla="*/ 6 h 6"/>
                <a:gd name="T4" fmla="*/ 13 w 13"/>
                <a:gd name="T5" fmla="*/ 3 h 6"/>
                <a:gd name="T6" fmla="*/ 6 w 13"/>
                <a:gd name="T7" fmla="*/ 1 h 6"/>
                <a:gd name="T8" fmla="*/ 1 w 13"/>
                <a:gd name="T9" fmla="*/ 4 h 6"/>
              </a:gdLst>
              <a:ahLst/>
              <a:cxnLst>
                <a:cxn ang="0">
                  <a:pos x="T0" y="T1"/>
                </a:cxn>
                <a:cxn ang="0">
                  <a:pos x="T2" y="T3"/>
                </a:cxn>
                <a:cxn ang="0">
                  <a:pos x="T4" y="T5"/>
                </a:cxn>
                <a:cxn ang="0">
                  <a:pos x="T6" y="T7"/>
                </a:cxn>
                <a:cxn ang="0">
                  <a:pos x="T8" y="T9"/>
                </a:cxn>
              </a:cxnLst>
              <a:rect l="0" t="0" r="r" b="b"/>
              <a:pathLst>
                <a:path w="13" h="6">
                  <a:moveTo>
                    <a:pt x="1" y="4"/>
                  </a:moveTo>
                  <a:cubicBezTo>
                    <a:pt x="1" y="6"/>
                    <a:pt x="4" y="6"/>
                    <a:pt x="8" y="6"/>
                  </a:cubicBezTo>
                  <a:cubicBezTo>
                    <a:pt x="11" y="6"/>
                    <a:pt x="13" y="4"/>
                    <a:pt x="13" y="3"/>
                  </a:cubicBezTo>
                  <a:cubicBezTo>
                    <a:pt x="12" y="1"/>
                    <a:pt x="9" y="0"/>
                    <a:pt x="6" y="1"/>
                  </a:cubicBezTo>
                  <a:cubicBezTo>
                    <a:pt x="3" y="1"/>
                    <a:pt x="0"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61" name="Freeform 2466"/>
            <p:cNvSpPr/>
            <p:nvPr/>
          </p:nvSpPr>
          <p:spPr bwMode="auto">
            <a:xfrm>
              <a:off x="7633004" y="9570816"/>
              <a:ext cx="33338" cy="19050"/>
            </a:xfrm>
            <a:custGeom>
              <a:avLst/>
              <a:gdLst>
                <a:gd name="T0" fmla="*/ 6 w 12"/>
                <a:gd name="T1" fmla="*/ 6 h 7"/>
                <a:gd name="T2" fmla="*/ 12 w 12"/>
                <a:gd name="T3" fmla="*/ 2 h 7"/>
                <a:gd name="T4" fmla="*/ 6 w 12"/>
                <a:gd name="T5" fmla="*/ 1 h 7"/>
                <a:gd name="T6" fmla="*/ 0 w 12"/>
                <a:gd name="T7" fmla="*/ 4 h 7"/>
                <a:gd name="T8" fmla="*/ 6 w 12"/>
                <a:gd name="T9" fmla="*/ 6 h 7"/>
              </a:gdLst>
              <a:ahLst/>
              <a:cxnLst>
                <a:cxn ang="0">
                  <a:pos x="T0" y="T1"/>
                </a:cxn>
                <a:cxn ang="0">
                  <a:pos x="T2" y="T3"/>
                </a:cxn>
                <a:cxn ang="0">
                  <a:pos x="T4" y="T5"/>
                </a:cxn>
                <a:cxn ang="0">
                  <a:pos x="T6" y="T7"/>
                </a:cxn>
                <a:cxn ang="0">
                  <a:pos x="T8" y="T9"/>
                </a:cxn>
              </a:cxnLst>
              <a:rect l="0" t="0" r="r" b="b"/>
              <a:pathLst>
                <a:path w="12" h="7">
                  <a:moveTo>
                    <a:pt x="6" y="6"/>
                  </a:moveTo>
                  <a:cubicBezTo>
                    <a:pt x="10" y="5"/>
                    <a:pt x="12" y="4"/>
                    <a:pt x="12" y="2"/>
                  </a:cubicBezTo>
                  <a:cubicBezTo>
                    <a:pt x="12" y="1"/>
                    <a:pt x="9" y="0"/>
                    <a:pt x="6" y="1"/>
                  </a:cubicBezTo>
                  <a:cubicBezTo>
                    <a:pt x="4" y="2"/>
                    <a:pt x="2" y="3"/>
                    <a:pt x="0" y="4"/>
                  </a:cubicBezTo>
                  <a:cubicBezTo>
                    <a:pt x="0" y="6"/>
                    <a:pt x="3" y="7"/>
                    <a:pt x="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62" name="Freeform 2467"/>
            <p:cNvSpPr/>
            <p:nvPr/>
          </p:nvSpPr>
          <p:spPr bwMode="auto">
            <a:xfrm>
              <a:off x="7421867" y="9623203"/>
              <a:ext cx="33338" cy="19050"/>
            </a:xfrm>
            <a:custGeom>
              <a:avLst/>
              <a:gdLst>
                <a:gd name="T0" fmla="*/ 0 w 12"/>
                <a:gd name="T1" fmla="*/ 5 h 7"/>
                <a:gd name="T2" fmla="*/ 7 w 12"/>
                <a:gd name="T3" fmla="*/ 6 h 7"/>
                <a:gd name="T4" fmla="*/ 12 w 12"/>
                <a:gd name="T5" fmla="*/ 2 h 7"/>
                <a:gd name="T6" fmla="*/ 5 w 12"/>
                <a:gd name="T7" fmla="*/ 1 h 7"/>
                <a:gd name="T8" fmla="*/ 0 w 12"/>
                <a:gd name="T9" fmla="*/ 5 h 7"/>
              </a:gdLst>
              <a:ahLst/>
              <a:cxnLst>
                <a:cxn ang="0">
                  <a:pos x="T0" y="T1"/>
                </a:cxn>
                <a:cxn ang="0">
                  <a:pos x="T2" y="T3"/>
                </a:cxn>
                <a:cxn ang="0">
                  <a:pos x="T4" y="T5"/>
                </a:cxn>
                <a:cxn ang="0">
                  <a:pos x="T6" y="T7"/>
                </a:cxn>
                <a:cxn ang="0">
                  <a:pos x="T8" y="T9"/>
                </a:cxn>
              </a:cxnLst>
              <a:rect l="0" t="0" r="r" b="b"/>
              <a:pathLst>
                <a:path w="12" h="7">
                  <a:moveTo>
                    <a:pt x="0" y="5"/>
                  </a:moveTo>
                  <a:cubicBezTo>
                    <a:pt x="0" y="7"/>
                    <a:pt x="4" y="7"/>
                    <a:pt x="7" y="6"/>
                  </a:cubicBezTo>
                  <a:cubicBezTo>
                    <a:pt x="10" y="5"/>
                    <a:pt x="12" y="3"/>
                    <a:pt x="12" y="2"/>
                  </a:cubicBezTo>
                  <a:cubicBezTo>
                    <a:pt x="11" y="0"/>
                    <a:pt x="8" y="0"/>
                    <a:pt x="5" y="1"/>
                  </a:cubicBezTo>
                  <a:cubicBezTo>
                    <a:pt x="2" y="2"/>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63" name="Freeform 2468"/>
            <p:cNvSpPr/>
            <p:nvPr/>
          </p:nvSpPr>
          <p:spPr bwMode="auto">
            <a:xfrm>
              <a:off x="7207554" y="9691466"/>
              <a:ext cx="34925" cy="19050"/>
            </a:xfrm>
            <a:custGeom>
              <a:avLst/>
              <a:gdLst>
                <a:gd name="T0" fmla="*/ 1 w 13"/>
                <a:gd name="T1" fmla="*/ 6 h 7"/>
                <a:gd name="T2" fmla="*/ 8 w 13"/>
                <a:gd name="T3" fmla="*/ 6 h 7"/>
                <a:gd name="T4" fmla="*/ 13 w 13"/>
                <a:gd name="T5" fmla="*/ 1 h 7"/>
                <a:gd name="T6" fmla="*/ 6 w 13"/>
                <a:gd name="T7" fmla="*/ 1 h 7"/>
                <a:gd name="T8" fmla="*/ 1 w 13"/>
                <a:gd name="T9" fmla="*/ 6 h 7"/>
              </a:gdLst>
              <a:ahLst/>
              <a:cxnLst>
                <a:cxn ang="0">
                  <a:pos x="T0" y="T1"/>
                </a:cxn>
                <a:cxn ang="0">
                  <a:pos x="T2" y="T3"/>
                </a:cxn>
                <a:cxn ang="0">
                  <a:pos x="T4" y="T5"/>
                </a:cxn>
                <a:cxn ang="0">
                  <a:pos x="T6" y="T7"/>
                </a:cxn>
                <a:cxn ang="0">
                  <a:pos x="T8" y="T9"/>
                </a:cxn>
              </a:cxnLst>
              <a:rect l="0" t="0" r="r" b="b"/>
              <a:pathLst>
                <a:path w="13" h="7">
                  <a:moveTo>
                    <a:pt x="1" y="6"/>
                  </a:moveTo>
                  <a:cubicBezTo>
                    <a:pt x="1" y="7"/>
                    <a:pt x="4" y="7"/>
                    <a:pt x="8" y="6"/>
                  </a:cubicBezTo>
                  <a:cubicBezTo>
                    <a:pt x="11" y="4"/>
                    <a:pt x="13" y="3"/>
                    <a:pt x="13" y="1"/>
                  </a:cubicBezTo>
                  <a:cubicBezTo>
                    <a:pt x="12" y="0"/>
                    <a:pt x="9" y="0"/>
                    <a:pt x="6" y="1"/>
                  </a:cubicBezTo>
                  <a:cubicBezTo>
                    <a:pt x="3" y="3"/>
                    <a:pt x="0"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64" name="Freeform 2469"/>
            <p:cNvSpPr/>
            <p:nvPr/>
          </p:nvSpPr>
          <p:spPr bwMode="auto">
            <a:xfrm>
              <a:off x="6998004" y="9772428"/>
              <a:ext cx="33338" cy="19050"/>
            </a:xfrm>
            <a:custGeom>
              <a:avLst/>
              <a:gdLst>
                <a:gd name="T0" fmla="*/ 6 w 12"/>
                <a:gd name="T1" fmla="*/ 5 h 7"/>
                <a:gd name="T2" fmla="*/ 11 w 12"/>
                <a:gd name="T3" fmla="*/ 1 h 7"/>
                <a:gd name="T4" fmla="*/ 7 w 12"/>
                <a:gd name="T5" fmla="*/ 1 h 7"/>
                <a:gd name="T6" fmla="*/ 0 w 12"/>
                <a:gd name="T7" fmla="*/ 5 h 7"/>
                <a:gd name="T8" fmla="*/ 6 w 12"/>
                <a:gd name="T9" fmla="*/ 5 h 7"/>
              </a:gdLst>
              <a:ahLst/>
              <a:cxnLst>
                <a:cxn ang="0">
                  <a:pos x="T0" y="T1"/>
                </a:cxn>
                <a:cxn ang="0">
                  <a:pos x="T2" y="T3"/>
                </a:cxn>
                <a:cxn ang="0">
                  <a:pos x="T4" y="T5"/>
                </a:cxn>
                <a:cxn ang="0">
                  <a:pos x="T6" y="T7"/>
                </a:cxn>
                <a:cxn ang="0">
                  <a:pos x="T8" y="T9"/>
                </a:cxn>
              </a:cxnLst>
              <a:rect l="0" t="0" r="r" b="b"/>
              <a:pathLst>
                <a:path w="12" h="7">
                  <a:moveTo>
                    <a:pt x="6" y="5"/>
                  </a:moveTo>
                  <a:cubicBezTo>
                    <a:pt x="9" y="4"/>
                    <a:pt x="12" y="2"/>
                    <a:pt x="11" y="1"/>
                  </a:cubicBezTo>
                  <a:cubicBezTo>
                    <a:pt x="11" y="0"/>
                    <a:pt x="8" y="1"/>
                    <a:pt x="7" y="1"/>
                  </a:cubicBezTo>
                  <a:cubicBezTo>
                    <a:pt x="3" y="2"/>
                    <a:pt x="0" y="4"/>
                    <a:pt x="0" y="5"/>
                  </a:cubicBezTo>
                  <a:cubicBezTo>
                    <a:pt x="0" y="7"/>
                    <a:pt x="3" y="7"/>
                    <a:pt x="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65" name="Freeform 2470"/>
            <p:cNvSpPr/>
            <p:nvPr/>
          </p:nvSpPr>
          <p:spPr bwMode="auto">
            <a:xfrm>
              <a:off x="6786867" y="9861328"/>
              <a:ext cx="31750" cy="19050"/>
            </a:xfrm>
            <a:custGeom>
              <a:avLst/>
              <a:gdLst>
                <a:gd name="T0" fmla="*/ 0 w 12"/>
                <a:gd name="T1" fmla="*/ 6 h 7"/>
                <a:gd name="T2" fmla="*/ 7 w 12"/>
                <a:gd name="T3" fmla="*/ 5 h 7"/>
                <a:gd name="T4" fmla="*/ 12 w 12"/>
                <a:gd name="T5" fmla="*/ 1 h 7"/>
                <a:gd name="T6" fmla="*/ 5 w 12"/>
                <a:gd name="T7" fmla="*/ 2 h 7"/>
                <a:gd name="T8" fmla="*/ 0 w 12"/>
                <a:gd name="T9" fmla="*/ 6 h 7"/>
              </a:gdLst>
              <a:ahLst/>
              <a:cxnLst>
                <a:cxn ang="0">
                  <a:pos x="T0" y="T1"/>
                </a:cxn>
                <a:cxn ang="0">
                  <a:pos x="T2" y="T3"/>
                </a:cxn>
                <a:cxn ang="0">
                  <a:pos x="T4" y="T5"/>
                </a:cxn>
                <a:cxn ang="0">
                  <a:pos x="T6" y="T7"/>
                </a:cxn>
                <a:cxn ang="0">
                  <a:pos x="T8" y="T9"/>
                </a:cxn>
              </a:cxnLst>
              <a:rect l="0" t="0" r="r" b="b"/>
              <a:pathLst>
                <a:path w="12" h="7">
                  <a:moveTo>
                    <a:pt x="0" y="6"/>
                  </a:moveTo>
                  <a:cubicBezTo>
                    <a:pt x="1" y="7"/>
                    <a:pt x="4" y="6"/>
                    <a:pt x="7" y="5"/>
                  </a:cubicBezTo>
                  <a:cubicBezTo>
                    <a:pt x="10" y="3"/>
                    <a:pt x="12" y="2"/>
                    <a:pt x="12" y="1"/>
                  </a:cubicBezTo>
                  <a:cubicBezTo>
                    <a:pt x="11" y="0"/>
                    <a:pt x="8" y="0"/>
                    <a:pt x="5" y="2"/>
                  </a:cubicBezTo>
                  <a:cubicBezTo>
                    <a:pt x="2" y="3"/>
                    <a:pt x="0"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66" name="Freeform 2471"/>
            <p:cNvSpPr/>
            <p:nvPr/>
          </p:nvSpPr>
          <p:spPr bwMode="auto">
            <a:xfrm>
              <a:off x="6575729" y="9956578"/>
              <a:ext cx="34925" cy="19050"/>
            </a:xfrm>
            <a:custGeom>
              <a:avLst/>
              <a:gdLst>
                <a:gd name="T0" fmla="*/ 0 w 13"/>
                <a:gd name="T1" fmla="*/ 7 h 7"/>
                <a:gd name="T2" fmla="*/ 7 w 13"/>
                <a:gd name="T3" fmla="*/ 5 h 7"/>
                <a:gd name="T4" fmla="*/ 12 w 13"/>
                <a:gd name="T5" fmla="*/ 1 h 7"/>
                <a:gd name="T6" fmla="*/ 5 w 13"/>
                <a:gd name="T7" fmla="*/ 2 h 7"/>
                <a:gd name="T8" fmla="*/ 0 w 13"/>
                <a:gd name="T9" fmla="*/ 7 h 7"/>
              </a:gdLst>
              <a:ahLst/>
              <a:cxnLst>
                <a:cxn ang="0">
                  <a:pos x="T0" y="T1"/>
                </a:cxn>
                <a:cxn ang="0">
                  <a:pos x="T2" y="T3"/>
                </a:cxn>
                <a:cxn ang="0">
                  <a:pos x="T4" y="T5"/>
                </a:cxn>
                <a:cxn ang="0">
                  <a:pos x="T6" y="T7"/>
                </a:cxn>
                <a:cxn ang="0">
                  <a:pos x="T8" y="T9"/>
                </a:cxn>
              </a:cxnLst>
              <a:rect l="0" t="0" r="r" b="b"/>
              <a:pathLst>
                <a:path w="13" h="7">
                  <a:moveTo>
                    <a:pt x="0" y="7"/>
                  </a:moveTo>
                  <a:cubicBezTo>
                    <a:pt x="1" y="7"/>
                    <a:pt x="4" y="7"/>
                    <a:pt x="7" y="5"/>
                  </a:cubicBezTo>
                  <a:cubicBezTo>
                    <a:pt x="11" y="3"/>
                    <a:pt x="13" y="2"/>
                    <a:pt x="12" y="1"/>
                  </a:cubicBezTo>
                  <a:cubicBezTo>
                    <a:pt x="11" y="0"/>
                    <a:pt x="8" y="1"/>
                    <a:pt x="5" y="2"/>
                  </a:cubicBezTo>
                  <a:cubicBezTo>
                    <a:pt x="2" y="4"/>
                    <a:pt x="0" y="6"/>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67" name="Freeform 2472"/>
            <p:cNvSpPr/>
            <p:nvPr/>
          </p:nvSpPr>
          <p:spPr bwMode="auto">
            <a:xfrm>
              <a:off x="6363004" y="10056591"/>
              <a:ext cx="34925" cy="19050"/>
            </a:xfrm>
            <a:custGeom>
              <a:avLst/>
              <a:gdLst>
                <a:gd name="T0" fmla="*/ 1 w 13"/>
                <a:gd name="T1" fmla="*/ 6 h 7"/>
                <a:gd name="T2" fmla="*/ 7 w 13"/>
                <a:gd name="T3" fmla="*/ 5 h 7"/>
                <a:gd name="T4" fmla="*/ 12 w 13"/>
                <a:gd name="T5" fmla="*/ 1 h 7"/>
                <a:gd name="T6" fmla="*/ 6 w 13"/>
                <a:gd name="T7" fmla="*/ 2 h 7"/>
                <a:gd name="T8" fmla="*/ 1 w 13"/>
                <a:gd name="T9" fmla="*/ 6 h 7"/>
              </a:gdLst>
              <a:ahLst/>
              <a:cxnLst>
                <a:cxn ang="0">
                  <a:pos x="T0" y="T1"/>
                </a:cxn>
                <a:cxn ang="0">
                  <a:pos x="T2" y="T3"/>
                </a:cxn>
                <a:cxn ang="0">
                  <a:pos x="T4" y="T5"/>
                </a:cxn>
                <a:cxn ang="0">
                  <a:pos x="T6" y="T7"/>
                </a:cxn>
                <a:cxn ang="0">
                  <a:pos x="T8" y="T9"/>
                </a:cxn>
              </a:cxnLst>
              <a:rect l="0" t="0" r="r" b="b"/>
              <a:pathLst>
                <a:path w="13" h="7">
                  <a:moveTo>
                    <a:pt x="1" y="6"/>
                  </a:moveTo>
                  <a:cubicBezTo>
                    <a:pt x="1" y="7"/>
                    <a:pt x="4" y="6"/>
                    <a:pt x="7" y="5"/>
                  </a:cubicBezTo>
                  <a:cubicBezTo>
                    <a:pt x="11" y="3"/>
                    <a:pt x="13" y="1"/>
                    <a:pt x="12" y="1"/>
                  </a:cubicBezTo>
                  <a:cubicBezTo>
                    <a:pt x="12" y="0"/>
                    <a:pt x="9" y="1"/>
                    <a:pt x="6" y="2"/>
                  </a:cubicBezTo>
                  <a:cubicBezTo>
                    <a:pt x="2" y="4"/>
                    <a:pt x="0"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68" name="Freeform 2473"/>
            <p:cNvSpPr/>
            <p:nvPr/>
          </p:nvSpPr>
          <p:spPr bwMode="auto">
            <a:xfrm>
              <a:off x="6155042" y="10159778"/>
              <a:ext cx="31750" cy="17463"/>
            </a:xfrm>
            <a:custGeom>
              <a:avLst/>
              <a:gdLst>
                <a:gd name="T0" fmla="*/ 0 w 12"/>
                <a:gd name="T1" fmla="*/ 5 h 6"/>
                <a:gd name="T2" fmla="*/ 6 w 12"/>
                <a:gd name="T3" fmla="*/ 4 h 6"/>
                <a:gd name="T4" fmla="*/ 11 w 12"/>
                <a:gd name="T5" fmla="*/ 0 h 6"/>
                <a:gd name="T6" fmla="*/ 7 w 12"/>
                <a:gd name="T7" fmla="*/ 1 h 6"/>
                <a:gd name="T8" fmla="*/ 0 w 12"/>
                <a:gd name="T9" fmla="*/ 5 h 6"/>
              </a:gdLst>
              <a:ahLst/>
              <a:cxnLst>
                <a:cxn ang="0">
                  <a:pos x="T0" y="T1"/>
                </a:cxn>
                <a:cxn ang="0">
                  <a:pos x="T2" y="T3"/>
                </a:cxn>
                <a:cxn ang="0">
                  <a:pos x="T4" y="T5"/>
                </a:cxn>
                <a:cxn ang="0">
                  <a:pos x="T6" y="T7"/>
                </a:cxn>
                <a:cxn ang="0">
                  <a:pos x="T8" y="T9"/>
                </a:cxn>
              </a:cxnLst>
              <a:rect l="0" t="0" r="r" b="b"/>
              <a:pathLst>
                <a:path w="12" h="6">
                  <a:moveTo>
                    <a:pt x="0" y="5"/>
                  </a:moveTo>
                  <a:cubicBezTo>
                    <a:pt x="0" y="6"/>
                    <a:pt x="2" y="5"/>
                    <a:pt x="6" y="4"/>
                  </a:cubicBezTo>
                  <a:cubicBezTo>
                    <a:pt x="9" y="2"/>
                    <a:pt x="12" y="0"/>
                    <a:pt x="11" y="0"/>
                  </a:cubicBezTo>
                  <a:cubicBezTo>
                    <a:pt x="11" y="0"/>
                    <a:pt x="8" y="0"/>
                    <a:pt x="7" y="1"/>
                  </a:cubicBezTo>
                  <a:cubicBezTo>
                    <a:pt x="3" y="3"/>
                    <a:pt x="0" y="5"/>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69" name="Freeform 2474"/>
            <p:cNvSpPr/>
            <p:nvPr/>
          </p:nvSpPr>
          <p:spPr bwMode="auto">
            <a:xfrm>
              <a:off x="5942317" y="10258203"/>
              <a:ext cx="33338" cy="15875"/>
            </a:xfrm>
            <a:custGeom>
              <a:avLst/>
              <a:gdLst>
                <a:gd name="T0" fmla="*/ 0 w 12"/>
                <a:gd name="T1" fmla="*/ 6 h 6"/>
                <a:gd name="T2" fmla="*/ 6 w 12"/>
                <a:gd name="T3" fmla="*/ 4 h 6"/>
                <a:gd name="T4" fmla="*/ 12 w 12"/>
                <a:gd name="T5" fmla="*/ 1 h 6"/>
                <a:gd name="T6" fmla="*/ 6 w 12"/>
                <a:gd name="T7" fmla="*/ 2 h 6"/>
                <a:gd name="T8" fmla="*/ 0 w 12"/>
                <a:gd name="T9" fmla="*/ 6 h 6"/>
              </a:gdLst>
              <a:ahLst/>
              <a:cxnLst>
                <a:cxn ang="0">
                  <a:pos x="T0" y="T1"/>
                </a:cxn>
                <a:cxn ang="0">
                  <a:pos x="T2" y="T3"/>
                </a:cxn>
                <a:cxn ang="0">
                  <a:pos x="T4" y="T5"/>
                </a:cxn>
                <a:cxn ang="0">
                  <a:pos x="T6" y="T7"/>
                </a:cxn>
                <a:cxn ang="0">
                  <a:pos x="T8" y="T9"/>
                </a:cxn>
              </a:cxnLst>
              <a:rect l="0" t="0" r="r" b="b"/>
              <a:pathLst>
                <a:path w="12" h="6">
                  <a:moveTo>
                    <a:pt x="0" y="6"/>
                  </a:moveTo>
                  <a:cubicBezTo>
                    <a:pt x="0" y="6"/>
                    <a:pt x="3" y="6"/>
                    <a:pt x="6" y="4"/>
                  </a:cubicBezTo>
                  <a:cubicBezTo>
                    <a:pt x="9" y="3"/>
                    <a:pt x="12" y="1"/>
                    <a:pt x="12" y="1"/>
                  </a:cubicBezTo>
                  <a:cubicBezTo>
                    <a:pt x="12" y="0"/>
                    <a:pt x="9" y="0"/>
                    <a:pt x="6" y="2"/>
                  </a:cubicBezTo>
                  <a:cubicBezTo>
                    <a:pt x="3" y="3"/>
                    <a:pt x="0"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70" name="Freeform 2475"/>
            <p:cNvSpPr/>
            <p:nvPr/>
          </p:nvSpPr>
          <p:spPr bwMode="auto">
            <a:xfrm>
              <a:off x="5731179" y="10353453"/>
              <a:ext cx="31750" cy="15875"/>
            </a:xfrm>
            <a:custGeom>
              <a:avLst/>
              <a:gdLst>
                <a:gd name="T0" fmla="*/ 0 w 12"/>
                <a:gd name="T1" fmla="*/ 6 h 6"/>
                <a:gd name="T2" fmla="*/ 7 w 12"/>
                <a:gd name="T3" fmla="*/ 4 h 6"/>
                <a:gd name="T4" fmla="*/ 12 w 12"/>
                <a:gd name="T5" fmla="*/ 1 h 6"/>
                <a:gd name="T6" fmla="*/ 5 w 12"/>
                <a:gd name="T7" fmla="*/ 2 h 6"/>
                <a:gd name="T8" fmla="*/ 0 w 12"/>
                <a:gd name="T9" fmla="*/ 6 h 6"/>
              </a:gdLst>
              <a:ahLst/>
              <a:cxnLst>
                <a:cxn ang="0">
                  <a:pos x="T0" y="T1"/>
                </a:cxn>
                <a:cxn ang="0">
                  <a:pos x="T2" y="T3"/>
                </a:cxn>
                <a:cxn ang="0">
                  <a:pos x="T4" y="T5"/>
                </a:cxn>
                <a:cxn ang="0">
                  <a:pos x="T6" y="T7"/>
                </a:cxn>
                <a:cxn ang="0">
                  <a:pos x="T8" y="T9"/>
                </a:cxn>
              </a:cxnLst>
              <a:rect l="0" t="0" r="r" b="b"/>
              <a:pathLst>
                <a:path w="12" h="6">
                  <a:moveTo>
                    <a:pt x="0" y="6"/>
                  </a:moveTo>
                  <a:cubicBezTo>
                    <a:pt x="1" y="6"/>
                    <a:pt x="4" y="6"/>
                    <a:pt x="7" y="4"/>
                  </a:cubicBezTo>
                  <a:cubicBezTo>
                    <a:pt x="10" y="3"/>
                    <a:pt x="12" y="1"/>
                    <a:pt x="12" y="1"/>
                  </a:cubicBezTo>
                  <a:cubicBezTo>
                    <a:pt x="11" y="0"/>
                    <a:pt x="8" y="1"/>
                    <a:pt x="5" y="2"/>
                  </a:cubicBezTo>
                  <a:cubicBezTo>
                    <a:pt x="2" y="4"/>
                    <a:pt x="0"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71" name="Freeform 2476"/>
            <p:cNvSpPr/>
            <p:nvPr/>
          </p:nvSpPr>
          <p:spPr bwMode="auto">
            <a:xfrm>
              <a:off x="8695042" y="9337453"/>
              <a:ext cx="31750" cy="17463"/>
            </a:xfrm>
            <a:custGeom>
              <a:avLst/>
              <a:gdLst>
                <a:gd name="T0" fmla="*/ 7 w 12"/>
                <a:gd name="T1" fmla="*/ 5 h 6"/>
                <a:gd name="T2" fmla="*/ 12 w 12"/>
                <a:gd name="T3" fmla="*/ 1 h 6"/>
                <a:gd name="T4" fmla="*/ 6 w 12"/>
                <a:gd name="T5" fmla="*/ 1 h 6"/>
                <a:gd name="T6" fmla="*/ 0 w 12"/>
                <a:gd name="T7" fmla="*/ 4 h 6"/>
                <a:gd name="T8" fmla="*/ 7 w 12"/>
                <a:gd name="T9" fmla="*/ 5 h 6"/>
              </a:gdLst>
              <a:ahLst/>
              <a:cxnLst>
                <a:cxn ang="0">
                  <a:pos x="T0" y="T1"/>
                </a:cxn>
                <a:cxn ang="0">
                  <a:pos x="T2" y="T3"/>
                </a:cxn>
                <a:cxn ang="0">
                  <a:pos x="T4" y="T5"/>
                </a:cxn>
                <a:cxn ang="0">
                  <a:pos x="T6" y="T7"/>
                </a:cxn>
                <a:cxn ang="0">
                  <a:pos x="T8" y="T9"/>
                </a:cxn>
              </a:cxnLst>
              <a:rect l="0" t="0" r="r" b="b"/>
              <a:pathLst>
                <a:path w="12" h="6">
                  <a:moveTo>
                    <a:pt x="7" y="5"/>
                  </a:moveTo>
                  <a:cubicBezTo>
                    <a:pt x="10" y="4"/>
                    <a:pt x="12" y="2"/>
                    <a:pt x="12" y="1"/>
                  </a:cubicBezTo>
                  <a:cubicBezTo>
                    <a:pt x="12" y="0"/>
                    <a:pt x="9" y="0"/>
                    <a:pt x="6" y="1"/>
                  </a:cubicBezTo>
                  <a:cubicBezTo>
                    <a:pt x="3" y="2"/>
                    <a:pt x="0" y="3"/>
                    <a:pt x="0" y="4"/>
                  </a:cubicBezTo>
                  <a:cubicBezTo>
                    <a:pt x="0" y="6"/>
                    <a:pt x="3" y="6"/>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72" name="Freeform 2477"/>
            <p:cNvSpPr/>
            <p:nvPr/>
          </p:nvSpPr>
          <p:spPr bwMode="auto">
            <a:xfrm>
              <a:off x="8906179" y="9261253"/>
              <a:ext cx="33338" cy="17463"/>
            </a:xfrm>
            <a:custGeom>
              <a:avLst/>
              <a:gdLst>
                <a:gd name="T0" fmla="*/ 5 w 12"/>
                <a:gd name="T1" fmla="*/ 1 h 6"/>
                <a:gd name="T2" fmla="*/ 0 w 12"/>
                <a:gd name="T3" fmla="*/ 5 h 6"/>
                <a:gd name="T4" fmla="*/ 7 w 12"/>
                <a:gd name="T5" fmla="*/ 4 h 6"/>
                <a:gd name="T6" fmla="*/ 12 w 12"/>
                <a:gd name="T7" fmla="*/ 0 h 6"/>
                <a:gd name="T8" fmla="*/ 5 w 12"/>
                <a:gd name="T9" fmla="*/ 1 h 6"/>
              </a:gdLst>
              <a:ahLst/>
              <a:cxnLst>
                <a:cxn ang="0">
                  <a:pos x="T0" y="T1"/>
                </a:cxn>
                <a:cxn ang="0">
                  <a:pos x="T2" y="T3"/>
                </a:cxn>
                <a:cxn ang="0">
                  <a:pos x="T4" y="T5"/>
                </a:cxn>
                <a:cxn ang="0">
                  <a:pos x="T6" y="T7"/>
                </a:cxn>
                <a:cxn ang="0">
                  <a:pos x="T8" y="T9"/>
                </a:cxn>
              </a:cxnLst>
              <a:rect l="0" t="0" r="r" b="b"/>
              <a:pathLst>
                <a:path w="12" h="6">
                  <a:moveTo>
                    <a:pt x="5" y="1"/>
                  </a:moveTo>
                  <a:cubicBezTo>
                    <a:pt x="2" y="3"/>
                    <a:pt x="0" y="4"/>
                    <a:pt x="0" y="5"/>
                  </a:cubicBezTo>
                  <a:cubicBezTo>
                    <a:pt x="1" y="6"/>
                    <a:pt x="4" y="5"/>
                    <a:pt x="7" y="4"/>
                  </a:cubicBezTo>
                  <a:cubicBezTo>
                    <a:pt x="10" y="3"/>
                    <a:pt x="12" y="1"/>
                    <a:pt x="12" y="0"/>
                  </a:cubicBezTo>
                  <a:cubicBezTo>
                    <a:pt x="11" y="0"/>
                    <a:pt x="8" y="0"/>
                    <a:pt x="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73" name="Freeform 2478"/>
            <p:cNvSpPr/>
            <p:nvPr/>
          </p:nvSpPr>
          <p:spPr bwMode="auto">
            <a:xfrm>
              <a:off x="9115729" y="9177116"/>
              <a:ext cx="34925" cy="17463"/>
            </a:xfrm>
            <a:custGeom>
              <a:avLst/>
              <a:gdLst>
                <a:gd name="T0" fmla="*/ 6 w 13"/>
                <a:gd name="T1" fmla="*/ 2 h 6"/>
                <a:gd name="T2" fmla="*/ 1 w 13"/>
                <a:gd name="T3" fmla="*/ 6 h 6"/>
                <a:gd name="T4" fmla="*/ 7 w 13"/>
                <a:gd name="T5" fmla="*/ 4 h 6"/>
                <a:gd name="T6" fmla="*/ 12 w 13"/>
                <a:gd name="T7" fmla="*/ 1 h 6"/>
                <a:gd name="T8" fmla="*/ 6 w 13"/>
                <a:gd name="T9" fmla="*/ 2 h 6"/>
              </a:gdLst>
              <a:ahLst/>
              <a:cxnLst>
                <a:cxn ang="0">
                  <a:pos x="T0" y="T1"/>
                </a:cxn>
                <a:cxn ang="0">
                  <a:pos x="T2" y="T3"/>
                </a:cxn>
                <a:cxn ang="0">
                  <a:pos x="T4" y="T5"/>
                </a:cxn>
                <a:cxn ang="0">
                  <a:pos x="T6" y="T7"/>
                </a:cxn>
                <a:cxn ang="0">
                  <a:pos x="T8" y="T9"/>
                </a:cxn>
              </a:cxnLst>
              <a:rect l="0" t="0" r="r" b="b"/>
              <a:pathLst>
                <a:path w="13" h="6">
                  <a:moveTo>
                    <a:pt x="6" y="2"/>
                  </a:moveTo>
                  <a:cubicBezTo>
                    <a:pt x="2" y="4"/>
                    <a:pt x="0" y="5"/>
                    <a:pt x="1" y="6"/>
                  </a:cubicBezTo>
                  <a:cubicBezTo>
                    <a:pt x="1" y="6"/>
                    <a:pt x="4" y="6"/>
                    <a:pt x="7" y="4"/>
                  </a:cubicBezTo>
                  <a:cubicBezTo>
                    <a:pt x="11" y="3"/>
                    <a:pt x="13" y="2"/>
                    <a:pt x="12" y="1"/>
                  </a:cubicBezTo>
                  <a:cubicBezTo>
                    <a:pt x="12" y="0"/>
                    <a:pt x="8" y="1"/>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74" name="Freeform 2479"/>
            <p:cNvSpPr/>
            <p:nvPr/>
          </p:nvSpPr>
          <p:spPr bwMode="auto">
            <a:xfrm>
              <a:off x="9326867" y="9091391"/>
              <a:ext cx="33338" cy="15875"/>
            </a:xfrm>
            <a:custGeom>
              <a:avLst/>
              <a:gdLst>
                <a:gd name="T0" fmla="*/ 0 w 12"/>
                <a:gd name="T1" fmla="*/ 6 h 6"/>
                <a:gd name="T2" fmla="*/ 6 w 12"/>
                <a:gd name="T3" fmla="*/ 4 h 6"/>
                <a:gd name="T4" fmla="*/ 12 w 12"/>
                <a:gd name="T5" fmla="*/ 1 h 6"/>
                <a:gd name="T6" fmla="*/ 6 w 12"/>
                <a:gd name="T7" fmla="*/ 2 h 6"/>
                <a:gd name="T8" fmla="*/ 0 w 12"/>
                <a:gd name="T9" fmla="*/ 6 h 6"/>
              </a:gdLst>
              <a:ahLst/>
              <a:cxnLst>
                <a:cxn ang="0">
                  <a:pos x="T0" y="T1"/>
                </a:cxn>
                <a:cxn ang="0">
                  <a:pos x="T2" y="T3"/>
                </a:cxn>
                <a:cxn ang="0">
                  <a:pos x="T4" y="T5"/>
                </a:cxn>
                <a:cxn ang="0">
                  <a:pos x="T6" y="T7"/>
                </a:cxn>
                <a:cxn ang="0">
                  <a:pos x="T8" y="T9"/>
                </a:cxn>
              </a:cxnLst>
              <a:rect l="0" t="0" r="r" b="b"/>
              <a:pathLst>
                <a:path w="12" h="6">
                  <a:moveTo>
                    <a:pt x="0" y="6"/>
                  </a:moveTo>
                  <a:cubicBezTo>
                    <a:pt x="0" y="6"/>
                    <a:pt x="3" y="6"/>
                    <a:pt x="6" y="4"/>
                  </a:cubicBezTo>
                  <a:cubicBezTo>
                    <a:pt x="9" y="3"/>
                    <a:pt x="12" y="1"/>
                    <a:pt x="12" y="1"/>
                  </a:cubicBezTo>
                  <a:cubicBezTo>
                    <a:pt x="11" y="0"/>
                    <a:pt x="9" y="1"/>
                    <a:pt x="6" y="2"/>
                  </a:cubicBezTo>
                  <a:cubicBezTo>
                    <a:pt x="3" y="3"/>
                    <a:pt x="0"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75" name="Freeform 2480"/>
            <p:cNvSpPr/>
            <p:nvPr/>
          </p:nvSpPr>
          <p:spPr bwMode="auto">
            <a:xfrm>
              <a:off x="9536417" y="9000903"/>
              <a:ext cx="31750" cy="15875"/>
            </a:xfrm>
            <a:custGeom>
              <a:avLst/>
              <a:gdLst>
                <a:gd name="T0" fmla="*/ 0 w 12"/>
                <a:gd name="T1" fmla="*/ 5 h 6"/>
                <a:gd name="T2" fmla="*/ 7 w 12"/>
                <a:gd name="T3" fmla="*/ 3 h 6"/>
                <a:gd name="T4" fmla="*/ 12 w 12"/>
                <a:gd name="T5" fmla="*/ 0 h 6"/>
                <a:gd name="T6" fmla="*/ 5 w 12"/>
                <a:gd name="T7" fmla="*/ 2 h 6"/>
                <a:gd name="T8" fmla="*/ 0 w 12"/>
                <a:gd name="T9" fmla="*/ 5 h 6"/>
              </a:gdLst>
              <a:ahLst/>
              <a:cxnLst>
                <a:cxn ang="0">
                  <a:pos x="T0" y="T1"/>
                </a:cxn>
                <a:cxn ang="0">
                  <a:pos x="T2" y="T3"/>
                </a:cxn>
                <a:cxn ang="0">
                  <a:pos x="T4" y="T5"/>
                </a:cxn>
                <a:cxn ang="0">
                  <a:pos x="T6" y="T7"/>
                </a:cxn>
                <a:cxn ang="0">
                  <a:pos x="T8" y="T9"/>
                </a:cxn>
              </a:cxnLst>
              <a:rect l="0" t="0" r="r" b="b"/>
              <a:pathLst>
                <a:path w="12" h="6">
                  <a:moveTo>
                    <a:pt x="0" y="5"/>
                  </a:moveTo>
                  <a:cubicBezTo>
                    <a:pt x="1" y="6"/>
                    <a:pt x="4" y="5"/>
                    <a:pt x="7" y="3"/>
                  </a:cubicBezTo>
                  <a:cubicBezTo>
                    <a:pt x="10" y="2"/>
                    <a:pt x="12" y="1"/>
                    <a:pt x="12" y="0"/>
                  </a:cubicBezTo>
                  <a:cubicBezTo>
                    <a:pt x="11" y="0"/>
                    <a:pt x="8" y="1"/>
                    <a:pt x="5" y="2"/>
                  </a:cubicBezTo>
                  <a:cubicBezTo>
                    <a:pt x="2" y="4"/>
                    <a:pt x="0" y="5"/>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76" name="Freeform 2481"/>
            <p:cNvSpPr/>
            <p:nvPr/>
          </p:nvSpPr>
          <p:spPr bwMode="auto">
            <a:xfrm>
              <a:off x="9744379" y="8908828"/>
              <a:ext cx="36513" cy="14288"/>
            </a:xfrm>
            <a:custGeom>
              <a:avLst/>
              <a:gdLst>
                <a:gd name="T0" fmla="*/ 6 w 13"/>
                <a:gd name="T1" fmla="*/ 2 h 5"/>
                <a:gd name="T2" fmla="*/ 1 w 13"/>
                <a:gd name="T3" fmla="*/ 5 h 5"/>
                <a:gd name="T4" fmla="*/ 7 w 13"/>
                <a:gd name="T5" fmla="*/ 3 h 5"/>
                <a:gd name="T6" fmla="*/ 12 w 13"/>
                <a:gd name="T7" fmla="*/ 0 h 5"/>
                <a:gd name="T8" fmla="*/ 6 w 13"/>
                <a:gd name="T9" fmla="*/ 2 h 5"/>
              </a:gdLst>
              <a:ahLst/>
              <a:cxnLst>
                <a:cxn ang="0">
                  <a:pos x="T0" y="T1"/>
                </a:cxn>
                <a:cxn ang="0">
                  <a:pos x="T2" y="T3"/>
                </a:cxn>
                <a:cxn ang="0">
                  <a:pos x="T4" y="T5"/>
                </a:cxn>
                <a:cxn ang="0">
                  <a:pos x="T6" y="T7"/>
                </a:cxn>
                <a:cxn ang="0">
                  <a:pos x="T8" y="T9"/>
                </a:cxn>
              </a:cxnLst>
              <a:rect l="0" t="0" r="r" b="b"/>
              <a:pathLst>
                <a:path w="13" h="5">
                  <a:moveTo>
                    <a:pt x="6" y="2"/>
                  </a:moveTo>
                  <a:cubicBezTo>
                    <a:pt x="2" y="4"/>
                    <a:pt x="0" y="5"/>
                    <a:pt x="1" y="5"/>
                  </a:cubicBezTo>
                  <a:cubicBezTo>
                    <a:pt x="1" y="5"/>
                    <a:pt x="4" y="4"/>
                    <a:pt x="7" y="3"/>
                  </a:cubicBezTo>
                  <a:cubicBezTo>
                    <a:pt x="11" y="1"/>
                    <a:pt x="13" y="0"/>
                    <a:pt x="12" y="0"/>
                  </a:cubicBezTo>
                  <a:cubicBezTo>
                    <a:pt x="12" y="0"/>
                    <a:pt x="9" y="1"/>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77" name="Freeform 2482"/>
            <p:cNvSpPr/>
            <p:nvPr/>
          </p:nvSpPr>
          <p:spPr bwMode="auto">
            <a:xfrm>
              <a:off x="9957104" y="8813578"/>
              <a:ext cx="31750" cy="15875"/>
            </a:xfrm>
            <a:custGeom>
              <a:avLst/>
              <a:gdLst>
                <a:gd name="T0" fmla="*/ 0 w 12"/>
                <a:gd name="T1" fmla="*/ 6 h 6"/>
                <a:gd name="T2" fmla="*/ 6 w 12"/>
                <a:gd name="T3" fmla="*/ 4 h 6"/>
                <a:gd name="T4" fmla="*/ 11 w 12"/>
                <a:gd name="T5" fmla="*/ 1 h 6"/>
                <a:gd name="T6" fmla="*/ 6 w 12"/>
                <a:gd name="T7" fmla="*/ 3 h 6"/>
                <a:gd name="T8" fmla="*/ 0 w 12"/>
                <a:gd name="T9" fmla="*/ 6 h 6"/>
              </a:gdLst>
              <a:ahLst/>
              <a:cxnLst>
                <a:cxn ang="0">
                  <a:pos x="T0" y="T1"/>
                </a:cxn>
                <a:cxn ang="0">
                  <a:pos x="T2" y="T3"/>
                </a:cxn>
                <a:cxn ang="0">
                  <a:pos x="T4" y="T5"/>
                </a:cxn>
                <a:cxn ang="0">
                  <a:pos x="T6" y="T7"/>
                </a:cxn>
                <a:cxn ang="0">
                  <a:pos x="T8" y="T9"/>
                </a:cxn>
              </a:cxnLst>
              <a:rect l="0" t="0" r="r" b="b"/>
              <a:pathLst>
                <a:path w="12" h="6">
                  <a:moveTo>
                    <a:pt x="0" y="6"/>
                  </a:moveTo>
                  <a:cubicBezTo>
                    <a:pt x="0" y="6"/>
                    <a:pt x="2" y="5"/>
                    <a:pt x="6" y="4"/>
                  </a:cubicBezTo>
                  <a:cubicBezTo>
                    <a:pt x="9" y="2"/>
                    <a:pt x="12" y="1"/>
                    <a:pt x="11" y="1"/>
                  </a:cubicBezTo>
                  <a:cubicBezTo>
                    <a:pt x="11" y="0"/>
                    <a:pt x="9" y="1"/>
                    <a:pt x="6" y="3"/>
                  </a:cubicBezTo>
                  <a:cubicBezTo>
                    <a:pt x="3" y="4"/>
                    <a:pt x="0"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78" name="Freeform 2483"/>
            <p:cNvSpPr/>
            <p:nvPr/>
          </p:nvSpPr>
          <p:spPr bwMode="auto">
            <a:xfrm>
              <a:off x="10165067" y="8721503"/>
              <a:ext cx="33338" cy="15875"/>
            </a:xfrm>
            <a:custGeom>
              <a:avLst/>
              <a:gdLst>
                <a:gd name="T0" fmla="*/ 0 w 12"/>
                <a:gd name="T1" fmla="*/ 6 h 6"/>
                <a:gd name="T2" fmla="*/ 7 w 12"/>
                <a:gd name="T3" fmla="*/ 3 h 6"/>
                <a:gd name="T4" fmla="*/ 12 w 12"/>
                <a:gd name="T5" fmla="*/ 0 h 6"/>
                <a:gd name="T6" fmla="*/ 5 w 12"/>
                <a:gd name="T7" fmla="*/ 3 h 6"/>
                <a:gd name="T8" fmla="*/ 0 w 12"/>
                <a:gd name="T9" fmla="*/ 6 h 6"/>
              </a:gdLst>
              <a:ahLst/>
              <a:cxnLst>
                <a:cxn ang="0">
                  <a:pos x="T0" y="T1"/>
                </a:cxn>
                <a:cxn ang="0">
                  <a:pos x="T2" y="T3"/>
                </a:cxn>
                <a:cxn ang="0">
                  <a:pos x="T4" y="T5"/>
                </a:cxn>
                <a:cxn ang="0">
                  <a:pos x="T6" y="T7"/>
                </a:cxn>
                <a:cxn ang="0">
                  <a:pos x="T8" y="T9"/>
                </a:cxn>
              </a:cxnLst>
              <a:rect l="0" t="0" r="r" b="b"/>
              <a:pathLst>
                <a:path w="12" h="6">
                  <a:moveTo>
                    <a:pt x="0" y="6"/>
                  </a:moveTo>
                  <a:cubicBezTo>
                    <a:pt x="1" y="6"/>
                    <a:pt x="4" y="4"/>
                    <a:pt x="7" y="3"/>
                  </a:cubicBezTo>
                  <a:cubicBezTo>
                    <a:pt x="10" y="1"/>
                    <a:pt x="12" y="0"/>
                    <a:pt x="12" y="0"/>
                  </a:cubicBezTo>
                  <a:cubicBezTo>
                    <a:pt x="11" y="0"/>
                    <a:pt x="8" y="2"/>
                    <a:pt x="5" y="3"/>
                  </a:cubicBezTo>
                  <a:cubicBezTo>
                    <a:pt x="2" y="4"/>
                    <a:pt x="0" y="6"/>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79" name="Freeform 2484"/>
            <p:cNvSpPr/>
            <p:nvPr/>
          </p:nvSpPr>
          <p:spPr bwMode="auto">
            <a:xfrm>
              <a:off x="10374617" y="8632603"/>
              <a:ext cx="34925" cy="12700"/>
            </a:xfrm>
            <a:custGeom>
              <a:avLst/>
              <a:gdLst>
                <a:gd name="T0" fmla="*/ 12 w 13"/>
                <a:gd name="T1" fmla="*/ 0 h 5"/>
                <a:gd name="T2" fmla="*/ 8 w 13"/>
                <a:gd name="T3" fmla="*/ 2 h 5"/>
                <a:gd name="T4" fmla="*/ 0 w 13"/>
                <a:gd name="T5" fmla="*/ 5 h 5"/>
                <a:gd name="T6" fmla="*/ 6 w 13"/>
                <a:gd name="T7" fmla="*/ 3 h 5"/>
                <a:gd name="T8" fmla="*/ 12 w 13"/>
                <a:gd name="T9" fmla="*/ 0 h 5"/>
              </a:gdLst>
              <a:ahLst/>
              <a:cxnLst>
                <a:cxn ang="0">
                  <a:pos x="T0" y="T1"/>
                </a:cxn>
                <a:cxn ang="0">
                  <a:pos x="T2" y="T3"/>
                </a:cxn>
                <a:cxn ang="0">
                  <a:pos x="T4" y="T5"/>
                </a:cxn>
                <a:cxn ang="0">
                  <a:pos x="T6" y="T7"/>
                </a:cxn>
                <a:cxn ang="0">
                  <a:pos x="T8" y="T9"/>
                </a:cxn>
              </a:cxnLst>
              <a:rect l="0" t="0" r="r" b="b"/>
              <a:pathLst>
                <a:path w="13" h="5">
                  <a:moveTo>
                    <a:pt x="12" y="0"/>
                  </a:moveTo>
                  <a:cubicBezTo>
                    <a:pt x="11" y="0"/>
                    <a:pt x="9" y="1"/>
                    <a:pt x="8" y="2"/>
                  </a:cubicBezTo>
                  <a:cubicBezTo>
                    <a:pt x="3" y="4"/>
                    <a:pt x="1" y="5"/>
                    <a:pt x="0" y="5"/>
                  </a:cubicBezTo>
                  <a:cubicBezTo>
                    <a:pt x="0" y="5"/>
                    <a:pt x="3" y="4"/>
                    <a:pt x="6" y="3"/>
                  </a:cubicBezTo>
                  <a:cubicBezTo>
                    <a:pt x="10" y="1"/>
                    <a:pt x="13"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80" name="Freeform 2485"/>
            <p:cNvSpPr/>
            <p:nvPr/>
          </p:nvSpPr>
          <p:spPr bwMode="auto">
            <a:xfrm>
              <a:off x="10585754" y="8542116"/>
              <a:ext cx="33338" cy="14288"/>
            </a:xfrm>
            <a:custGeom>
              <a:avLst/>
              <a:gdLst>
                <a:gd name="T0" fmla="*/ 11 w 12"/>
                <a:gd name="T1" fmla="*/ 0 h 5"/>
                <a:gd name="T2" fmla="*/ 5 w 12"/>
                <a:gd name="T3" fmla="*/ 3 h 5"/>
                <a:gd name="T4" fmla="*/ 0 w 12"/>
                <a:gd name="T5" fmla="*/ 5 h 5"/>
                <a:gd name="T6" fmla="*/ 6 w 12"/>
                <a:gd name="T7" fmla="*/ 2 h 5"/>
                <a:gd name="T8" fmla="*/ 11 w 12"/>
                <a:gd name="T9" fmla="*/ 0 h 5"/>
              </a:gdLst>
              <a:ahLst/>
              <a:cxnLst>
                <a:cxn ang="0">
                  <a:pos x="T0" y="T1"/>
                </a:cxn>
                <a:cxn ang="0">
                  <a:pos x="T2" y="T3"/>
                </a:cxn>
                <a:cxn ang="0">
                  <a:pos x="T4" y="T5"/>
                </a:cxn>
                <a:cxn ang="0">
                  <a:pos x="T6" y="T7"/>
                </a:cxn>
                <a:cxn ang="0">
                  <a:pos x="T8" y="T9"/>
                </a:cxn>
              </a:cxnLst>
              <a:rect l="0" t="0" r="r" b="b"/>
              <a:pathLst>
                <a:path w="12" h="5">
                  <a:moveTo>
                    <a:pt x="11" y="0"/>
                  </a:moveTo>
                  <a:cubicBezTo>
                    <a:pt x="11" y="1"/>
                    <a:pt x="8" y="2"/>
                    <a:pt x="5" y="3"/>
                  </a:cubicBezTo>
                  <a:cubicBezTo>
                    <a:pt x="2" y="4"/>
                    <a:pt x="0" y="5"/>
                    <a:pt x="0" y="5"/>
                  </a:cubicBezTo>
                  <a:cubicBezTo>
                    <a:pt x="0" y="5"/>
                    <a:pt x="3" y="4"/>
                    <a:pt x="6" y="2"/>
                  </a:cubicBezTo>
                  <a:cubicBezTo>
                    <a:pt x="10" y="1"/>
                    <a:pt x="12"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81" name="Freeform 2486"/>
            <p:cNvSpPr/>
            <p:nvPr/>
          </p:nvSpPr>
          <p:spPr bwMode="auto">
            <a:xfrm>
              <a:off x="10795304" y="8457978"/>
              <a:ext cx="33338" cy="14288"/>
            </a:xfrm>
            <a:custGeom>
              <a:avLst/>
              <a:gdLst>
                <a:gd name="T0" fmla="*/ 12 w 12"/>
                <a:gd name="T1" fmla="*/ 0 h 5"/>
                <a:gd name="T2" fmla="*/ 7 w 12"/>
                <a:gd name="T3" fmla="*/ 2 h 5"/>
                <a:gd name="T4" fmla="*/ 1 w 12"/>
                <a:gd name="T5" fmla="*/ 5 h 5"/>
                <a:gd name="T6" fmla="*/ 4 w 12"/>
                <a:gd name="T7" fmla="*/ 4 h 5"/>
                <a:gd name="T8" fmla="*/ 12 w 12"/>
                <a:gd name="T9" fmla="*/ 0 h 5"/>
              </a:gdLst>
              <a:ahLst/>
              <a:cxnLst>
                <a:cxn ang="0">
                  <a:pos x="T0" y="T1"/>
                </a:cxn>
                <a:cxn ang="0">
                  <a:pos x="T2" y="T3"/>
                </a:cxn>
                <a:cxn ang="0">
                  <a:pos x="T4" y="T5"/>
                </a:cxn>
                <a:cxn ang="0">
                  <a:pos x="T6" y="T7"/>
                </a:cxn>
                <a:cxn ang="0">
                  <a:pos x="T8" y="T9"/>
                </a:cxn>
              </a:cxnLst>
              <a:rect l="0" t="0" r="r" b="b"/>
              <a:pathLst>
                <a:path w="12" h="5">
                  <a:moveTo>
                    <a:pt x="12" y="0"/>
                  </a:moveTo>
                  <a:cubicBezTo>
                    <a:pt x="12" y="0"/>
                    <a:pt x="10" y="1"/>
                    <a:pt x="7" y="2"/>
                  </a:cubicBezTo>
                  <a:cubicBezTo>
                    <a:pt x="4" y="4"/>
                    <a:pt x="0" y="5"/>
                    <a:pt x="1" y="5"/>
                  </a:cubicBezTo>
                  <a:cubicBezTo>
                    <a:pt x="1" y="5"/>
                    <a:pt x="3" y="4"/>
                    <a:pt x="4" y="4"/>
                  </a:cubicBezTo>
                  <a:cubicBezTo>
                    <a:pt x="8" y="2"/>
                    <a:pt x="11" y="1"/>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82" name="Freeform 2487"/>
            <p:cNvSpPr/>
            <p:nvPr/>
          </p:nvSpPr>
          <p:spPr bwMode="auto">
            <a:xfrm>
              <a:off x="11006442" y="8380191"/>
              <a:ext cx="33338" cy="9525"/>
            </a:xfrm>
            <a:custGeom>
              <a:avLst/>
              <a:gdLst>
                <a:gd name="T0" fmla="*/ 7 w 12"/>
                <a:gd name="T1" fmla="*/ 2 h 4"/>
                <a:gd name="T2" fmla="*/ 0 w 12"/>
                <a:gd name="T3" fmla="*/ 4 h 4"/>
                <a:gd name="T4" fmla="*/ 5 w 12"/>
                <a:gd name="T5" fmla="*/ 2 h 4"/>
                <a:gd name="T6" fmla="*/ 11 w 12"/>
                <a:gd name="T7" fmla="*/ 0 h 4"/>
                <a:gd name="T8" fmla="*/ 7 w 12"/>
                <a:gd name="T9" fmla="*/ 2 h 4"/>
              </a:gdLst>
              <a:ahLst/>
              <a:cxnLst>
                <a:cxn ang="0">
                  <a:pos x="T0" y="T1"/>
                </a:cxn>
                <a:cxn ang="0">
                  <a:pos x="T2" y="T3"/>
                </a:cxn>
                <a:cxn ang="0">
                  <a:pos x="T4" y="T5"/>
                </a:cxn>
                <a:cxn ang="0">
                  <a:pos x="T6" y="T7"/>
                </a:cxn>
                <a:cxn ang="0">
                  <a:pos x="T8" y="T9"/>
                </a:cxn>
              </a:cxnLst>
              <a:rect l="0" t="0" r="r" b="b"/>
              <a:pathLst>
                <a:path w="12" h="4">
                  <a:moveTo>
                    <a:pt x="7" y="2"/>
                  </a:moveTo>
                  <a:cubicBezTo>
                    <a:pt x="3" y="3"/>
                    <a:pt x="0" y="4"/>
                    <a:pt x="0" y="4"/>
                  </a:cubicBezTo>
                  <a:cubicBezTo>
                    <a:pt x="0" y="4"/>
                    <a:pt x="2" y="4"/>
                    <a:pt x="5" y="2"/>
                  </a:cubicBezTo>
                  <a:cubicBezTo>
                    <a:pt x="8" y="1"/>
                    <a:pt x="11" y="0"/>
                    <a:pt x="11" y="0"/>
                  </a:cubicBezTo>
                  <a:cubicBezTo>
                    <a:pt x="12" y="0"/>
                    <a:pt x="10"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83" name="Freeform 2488"/>
            <p:cNvSpPr/>
            <p:nvPr/>
          </p:nvSpPr>
          <p:spPr bwMode="auto">
            <a:xfrm>
              <a:off x="11215992" y="8292878"/>
              <a:ext cx="33338" cy="15875"/>
            </a:xfrm>
            <a:custGeom>
              <a:avLst/>
              <a:gdLst>
                <a:gd name="T0" fmla="*/ 1 w 12"/>
                <a:gd name="T1" fmla="*/ 6 h 6"/>
                <a:gd name="T2" fmla="*/ 7 w 12"/>
                <a:gd name="T3" fmla="*/ 3 h 6"/>
                <a:gd name="T4" fmla="*/ 12 w 12"/>
                <a:gd name="T5" fmla="*/ 0 h 6"/>
                <a:gd name="T6" fmla="*/ 4 w 12"/>
                <a:gd name="T7" fmla="*/ 4 h 6"/>
                <a:gd name="T8" fmla="*/ 1 w 12"/>
                <a:gd name="T9" fmla="*/ 6 h 6"/>
              </a:gdLst>
              <a:ahLst/>
              <a:cxnLst>
                <a:cxn ang="0">
                  <a:pos x="T0" y="T1"/>
                </a:cxn>
                <a:cxn ang="0">
                  <a:pos x="T2" y="T3"/>
                </a:cxn>
                <a:cxn ang="0">
                  <a:pos x="T4" y="T5"/>
                </a:cxn>
                <a:cxn ang="0">
                  <a:pos x="T6" y="T7"/>
                </a:cxn>
                <a:cxn ang="0">
                  <a:pos x="T8" y="T9"/>
                </a:cxn>
              </a:cxnLst>
              <a:rect l="0" t="0" r="r" b="b"/>
              <a:pathLst>
                <a:path w="12" h="6">
                  <a:moveTo>
                    <a:pt x="1" y="6"/>
                  </a:moveTo>
                  <a:cubicBezTo>
                    <a:pt x="0" y="6"/>
                    <a:pt x="4" y="5"/>
                    <a:pt x="7" y="3"/>
                  </a:cubicBezTo>
                  <a:cubicBezTo>
                    <a:pt x="10" y="2"/>
                    <a:pt x="12" y="1"/>
                    <a:pt x="12" y="0"/>
                  </a:cubicBezTo>
                  <a:cubicBezTo>
                    <a:pt x="11" y="0"/>
                    <a:pt x="8" y="1"/>
                    <a:pt x="4" y="4"/>
                  </a:cubicBezTo>
                  <a:cubicBezTo>
                    <a:pt x="3" y="4"/>
                    <a:pt x="1"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84" name="Freeform 2489"/>
            <p:cNvSpPr/>
            <p:nvPr/>
          </p:nvSpPr>
          <p:spPr bwMode="auto">
            <a:xfrm>
              <a:off x="11425542" y="8189691"/>
              <a:ext cx="34925" cy="19050"/>
            </a:xfrm>
            <a:custGeom>
              <a:avLst/>
              <a:gdLst>
                <a:gd name="T0" fmla="*/ 1 w 13"/>
                <a:gd name="T1" fmla="*/ 6 h 7"/>
                <a:gd name="T2" fmla="*/ 7 w 13"/>
                <a:gd name="T3" fmla="*/ 5 h 7"/>
                <a:gd name="T4" fmla="*/ 12 w 13"/>
                <a:gd name="T5" fmla="*/ 0 h 7"/>
                <a:gd name="T6" fmla="*/ 6 w 13"/>
                <a:gd name="T7" fmla="*/ 2 h 7"/>
                <a:gd name="T8" fmla="*/ 1 w 13"/>
                <a:gd name="T9" fmla="*/ 6 h 7"/>
              </a:gdLst>
              <a:ahLst/>
              <a:cxnLst>
                <a:cxn ang="0">
                  <a:pos x="T0" y="T1"/>
                </a:cxn>
                <a:cxn ang="0">
                  <a:pos x="T2" y="T3"/>
                </a:cxn>
                <a:cxn ang="0">
                  <a:pos x="T4" y="T5"/>
                </a:cxn>
                <a:cxn ang="0">
                  <a:pos x="T6" y="T7"/>
                </a:cxn>
                <a:cxn ang="0">
                  <a:pos x="T8" y="T9"/>
                </a:cxn>
              </a:cxnLst>
              <a:rect l="0" t="0" r="r" b="b"/>
              <a:pathLst>
                <a:path w="13" h="7">
                  <a:moveTo>
                    <a:pt x="1" y="6"/>
                  </a:moveTo>
                  <a:cubicBezTo>
                    <a:pt x="1" y="7"/>
                    <a:pt x="4" y="6"/>
                    <a:pt x="7" y="5"/>
                  </a:cubicBezTo>
                  <a:cubicBezTo>
                    <a:pt x="11" y="3"/>
                    <a:pt x="13" y="1"/>
                    <a:pt x="12" y="0"/>
                  </a:cubicBezTo>
                  <a:cubicBezTo>
                    <a:pt x="12" y="0"/>
                    <a:pt x="8" y="0"/>
                    <a:pt x="6" y="2"/>
                  </a:cubicBezTo>
                  <a:cubicBezTo>
                    <a:pt x="2" y="4"/>
                    <a:pt x="0"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85" name="Freeform 2490"/>
            <p:cNvSpPr/>
            <p:nvPr/>
          </p:nvSpPr>
          <p:spPr bwMode="auto">
            <a:xfrm>
              <a:off x="-210834" y="11493278"/>
              <a:ext cx="33338" cy="34925"/>
            </a:xfrm>
            <a:custGeom>
              <a:avLst/>
              <a:gdLst>
                <a:gd name="T0" fmla="*/ 6 w 12"/>
                <a:gd name="T1" fmla="*/ 3 h 13"/>
                <a:gd name="T2" fmla="*/ 0 w 12"/>
                <a:gd name="T3" fmla="*/ 11 h 13"/>
                <a:gd name="T4" fmla="*/ 6 w 12"/>
                <a:gd name="T5" fmla="*/ 10 h 13"/>
                <a:gd name="T6" fmla="*/ 12 w 12"/>
                <a:gd name="T7" fmla="*/ 2 h 13"/>
                <a:gd name="T8" fmla="*/ 6 w 12"/>
                <a:gd name="T9" fmla="*/ 3 h 13"/>
              </a:gdLst>
              <a:ahLst/>
              <a:cxnLst>
                <a:cxn ang="0">
                  <a:pos x="T0" y="T1"/>
                </a:cxn>
                <a:cxn ang="0">
                  <a:pos x="T2" y="T3"/>
                </a:cxn>
                <a:cxn ang="0">
                  <a:pos x="T4" y="T5"/>
                </a:cxn>
                <a:cxn ang="0">
                  <a:pos x="T6" y="T7"/>
                </a:cxn>
                <a:cxn ang="0">
                  <a:pos x="T8" y="T9"/>
                </a:cxn>
              </a:cxnLst>
              <a:rect l="0" t="0" r="r" b="b"/>
              <a:pathLst>
                <a:path w="12" h="13">
                  <a:moveTo>
                    <a:pt x="6" y="3"/>
                  </a:moveTo>
                  <a:cubicBezTo>
                    <a:pt x="3" y="6"/>
                    <a:pt x="0" y="9"/>
                    <a:pt x="0" y="11"/>
                  </a:cubicBezTo>
                  <a:cubicBezTo>
                    <a:pt x="0" y="13"/>
                    <a:pt x="3" y="12"/>
                    <a:pt x="6" y="10"/>
                  </a:cubicBezTo>
                  <a:cubicBezTo>
                    <a:pt x="9" y="7"/>
                    <a:pt x="12" y="4"/>
                    <a:pt x="12" y="2"/>
                  </a:cubicBezTo>
                  <a:cubicBezTo>
                    <a:pt x="11" y="0"/>
                    <a:pt x="9" y="1"/>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86" name="Freeform 2491"/>
            <p:cNvSpPr/>
            <p:nvPr/>
          </p:nvSpPr>
          <p:spPr bwMode="auto">
            <a:xfrm>
              <a:off x="-6046" y="11275791"/>
              <a:ext cx="34925" cy="46038"/>
            </a:xfrm>
            <a:custGeom>
              <a:avLst/>
              <a:gdLst>
                <a:gd name="T0" fmla="*/ 1 w 13"/>
                <a:gd name="T1" fmla="*/ 15 h 17"/>
                <a:gd name="T2" fmla="*/ 8 w 13"/>
                <a:gd name="T3" fmla="*/ 11 h 17"/>
                <a:gd name="T4" fmla="*/ 12 w 13"/>
                <a:gd name="T5" fmla="*/ 1 h 17"/>
                <a:gd name="T6" fmla="*/ 6 w 13"/>
                <a:gd name="T7" fmla="*/ 6 h 17"/>
                <a:gd name="T8" fmla="*/ 1 w 13"/>
                <a:gd name="T9" fmla="*/ 15 h 17"/>
              </a:gdLst>
              <a:ahLst/>
              <a:cxnLst>
                <a:cxn ang="0">
                  <a:pos x="T0" y="T1"/>
                </a:cxn>
                <a:cxn ang="0">
                  <a:pos x="T2" y="T3"/>
                </a:cxn>
                <a:cxn ang="0">
                  <a:pos x="T4" y="T5"/>
                </a:cxn>
                <a:cxn ang="0">
                  <a:pos x="T6" y="T7"/>
                </a:cxn>
                <a:cxn ang="0">
                  <a:pos x="T8" y="T9"/>
                </a:cxn>
              </a:cxnLst>
              <a:rect l="0" t="0" r="r" b="b"/>
              <a:pathLst>
                <a:path w="13" h="17">
                  <a:moveTo>
                    <a:pt x="1" y="15"/>
                  </a:moveTo>
                  <a:cubicBezTo>
                    <a:pt x="1" y="17"/>
                    <a:pt x="4" y="15"/>
                    <a:pt x="8" y="11"/>
                  </a:cubicBezTo>
                  <a:cubicBezTo>
                    <a:pt x="11" y="7"/>
                    <a:pt x="13" y="3"/>
                    <a:pt x="12" y="1"/>
                  </a:cubicBezTo>
                  <a:cubicBezTo>
                    <a:pt x="11" y="0"/>
                    <a:pt x="8" y="2"/>
                    <a:pt x="6" y="6"/>
                  </a:cubicBezTo>
                  <a:cubicBezTo>
                    <a:pt x="2" y="10"/>
                    <a:pt x="0" y="14"/>
                    <a:pt x="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87" name="Freeform 2492"/>
            <p:cNvSpPr/>
            <p:nvPr/>
          </p:nvSpPr>
          <p:spPr bwMode="auto">
            <a:xfrm>
              <a:off x="197154" y="10999566"/>
              <a:ext cx="31750" cy="53975"/>
            </a:xfrm>
            <a:custGeom>
              <a:avLst/>
              <a:gdLst>
                <a:gd name="T0" fmla="*/ 5 w 12"/>
                <a:gd name="T1" fmla="*/ 7 h 20"/>
                <a:gd name="T2" fmla="*/ 1 w 12"/>
                <a:gd name="T3" fmla="*/ 18 h 20"/>
                <a:gd name="T4" fmla="*/ 7 w 12"/>
                <a:gd name="T5" fmla="*/ 12 h 20"/>
                <a:gd name="T6" fmla="*/ 12 w 12"/>
                <a:gd name="T7" fmla="*/ 2 h 20"/>
                <a:gd name="T8" fmla="*/ 5 w 12"/>
                <a:gd name="T9" fmla="*/ 7 h 20"/>
              </a:gdLst>
              <a:ahLst/>
              <a:cxnLst>
                <a:cxn ang="0">
                  <a:pos x="T0" y="T1"/>
                </a:cxn>
                <a:cxn ang="0">
                  <a:pos x="T2" y="T3"/>
                </a:cxn>
                <a:cxn ang="0">
                  <a:pos x="T4" y="T5"/>
                </a:cxn>
                <a:cxn ang="0">
                  <a:pos x="T6" y="T7"/>
                </a:cxn>
                <a:cxn ang="0">
                  <a:pos x="T8" y="T9"/>
                </a:cxn>
              </a:cxnLst>
              <a:rect l="0" t="0" r="r" b="b"/>
              <a:pathLst>
                <a:path w="12" h="20">
                  <a:moveTo>
                    <a:pt x="5" y="7"/>
                  </a:moveTo>
                  <a:cubicBezTo>
                    <a:pt x="2" y="12"/>
                    <a:pt x="0" y="17"/>
                    <a:pt x="1" y="18"/>
                  </a:cubicBezTo>
                  <a:cubicBezTo>
                    <a:pt x="1" y="20"/>
                    <a:pt x="4" y="17"/>
                    <a:pt x="7" y="12"/>
                  </a:cubicBezTo>
                  <a:cubicBezTo>
                    <a:pt x="10" y="8"/>
                    <a:pt x="12" y="3"/>
                    <a:pt x="12" y="2"/>
                  </a:cubicBezTo>
                  <a:cubicBezTo>
                    <a:pt x="11" y="0"/>
                    <a:pt x="8" y="3"/>
                    <a:pt x="5"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88" name="Freeform 2493"/>
            <p:cNvSpPr/>
            <p:nvPr/>
          </p:nvSpPr>
          <p:spPr bwMode="auto">
            <a:xfrm>
              <a:off x="397179" y="10702703"/>
              <a:ext cx="33338" cy="55563"/>
            </a:xfrm>
            <a:custGeom>
              <a:avLst/>
              <a:gdLst>
                <a:gd name="T0" fmla="*/ 5 w 12"/>
                <a:gd name="T1" fmla="*/ 7 h 20"/>
                <a:gd name="T2" fmla="*/ 1 w 12"/>
                <a:gd name="T3" fmla="*/ 19 h 20"/>
                <a:gd name="T4" fmla="*/ 7 w 12"/>
                <a:gd name="T5" fmla="*/ 13 h 20"/>
                <a:gd name="T6" fmla="*/ 12 w 12"/>
                <a:gd name="T7" fmla="*/ 2 h 20"/>
                <a:gd name="T8" fmla="*/ 5 w 12"/>
                <a:gd name="T9" fmla="*/ 7 h 20"/>
              </a:gdLst>
              <a:ahLst/>
              <a:cxnLst>
                <a:cxn ang="0">
                  <a:pos x="T0" y="T1"/>
                </a:cxn>
                <a:cxn ang="0">
                  <a:pos x="T2" y="T3"/>
                </a:cxn>
                <a:cxn ang="0">
                  <a:pos x="T4" y="T5"/>
                </a:cxn>
                <a:cxn ang="0">
                  <a:pos x="T6" y="T7"/>
                </a:cxn>
                <a:cxn ang="0">
                  <a:pos x="T8" y="T9"/>
                </a:cxn>
              </a:cxnLst>
              <a:rect l="0" t="0" r="r" b="b"/>
              <a:pathLst>
                <a:path w="12" h="20">
                  <a:moveTo>
                    <a:pt x="5" y="7"/>
                  </a:moveTo>
                  <a:cubicBezTo>
                    <a:pt x="2" y="12"/>
                    <a:pt x="0" y="17"/>
                    <a:pt x="1" y="19"/>
                  </a:cubicBezTo>
                  <a:cubicBezTo>
                    <a:pt x="1" y="20"/>
                    <a:pt x="4" y="18"/>
                    <a:pt x="7" y="13"/>
                  </a:cubicBezTo>
                  <a:cubicBezTo>
                    <a:pt x="10" y="8"/>
                    <a:pt x="12" y="4"/>
                    <a:pt x="12" y="2"/>
                  </a:cubicBezTo>
                  <a:cubicBezTo>
                    <a:pt x="11" y="0"/>
                    <a:pt x="8" y="3"/>
                    <a:pt x="5"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89" name="Freeform 2494"/>
            <p:cNvSpPr/>
            <p:nvPr/>
          </p:nvSpPr>
          <p:spPr bwMode="auto">
            <a:xfrm>
              <a:off x="598792" y="10426478"/>
              <a:ext cx="31750" cy="49213"/>
            </a:xfrm>
            <a:custGeom>
              <a:avLst/>
              <a:gdLst>
                <a:gd name="T0" fmla="*/ 1 w 12"/>
                <a:gd name="T1" fmla="*/ 17 h 18"/>
                <a:gd name="T2" fmla="*/ 7 w 12"/>
                <a:gd name="T3" fmla="*/ 12 h 18"/>
                <a:gd name="T4" fmla="*/ 12 w 12"/>
                <a:gd name="T5" fmla="*/ 2 h 18"/>
                <a:gd name="T6" fmla="*/ 5 w 12"/>
                <a:gd name="T7" fmla="*/ 6 h 18"/>
                <a:gd name="T8" fmla="*/ 1 w 12"/>
                <a:gd name="T9" fmla="*/ 17 h 18"/>
              </a:gdLst>
              <a:ahLst/>
              <a:cxnLst>
                <a:cxn ang="0">
                  <a:pos x="T0" y="T1"/>
                </a:cxn>
                <a:cxn ang="0">
                  <a:pos x="T2" y="T3"/>
                </a:cxn>
                <a:cxn ang="0">
                  <a:pos x="T4" y="T5"/>
                </a:cxn>
                <a:cxn ang="0">
                  <a:pos x="T6" y="T7"/>
                </a:cxn>
                <a:cxn ang="0">
                  <a:pos x="T8" y="T9"/>
                </a:cxn>
              </a:cxnLst>
              <a:rect l="0" t="0" r="r" b="b"/>
              <a:pathLst>
                <a:path w="12" h="18">
                  <a:moveTo>
                    <a:pt x="1" y="17"/>
                  </a:moveTo>
                  <a:cubicBezTo>
                    <a:pt x="1" y="18"/>
                    <a:pt x="4" y="16"/>
                    <a:pt x="7" y="12"/>
                  </a:cubicBezTo>
                  <a:cubicBezTo>
                    <a:pt x="11" y="8"/>
                    <a:pt x="12" y="4"/>
                    <a:pt x="12" y="2"/>
                  </a:cubicBezTo>
                  <a:cubicBezTo>
                    <a:pt x="11" y="0"/>
                    <a:pt x="8" y="2"/>
                    <a:pt x="5" y="6"/>
                  </a:cubicBezTo>
                  <a:cubicBezTo>
                    <a:pt x="2" y="10"/>
                    <a:pt x="0" y="15"/>
                    <a:pt x="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90" name="Freeform 2495"/>
            <p:cNvSpPr/>
            <p:nvPr/>
          </p:nvSpPr>
          <p:spPr bwMode="auto">
            <a:xfrm>
              <a:off x="801992" y="10207403"/>
              <a:ext cx="33338" cy="39688"/>
            </a:xfrm>
            <a:custGeom>
              <a:avLst/>
              <a:gdLst>
                <a:gd name="T0" fmla="*/ 1 w 12"/>
                <a:gd name="T1" fmla="*/ 13 h 15"/>
                <a:gd name="T2" fmla="*/ 7 w 12"/>
                <a:gd name="T3" fmla="*/ 11 h 15"/>
                <a:gd name="T4" fmla="*/ 12 w 12"/>
                <a:gd name="T5" fmla="*/ 2 h 15"/>
                <a:gd name="T6" fmla="*/ 5 w 12"/>
                <a:gd name="T7" fmla="*/ 4 h 15"/>
                <a:gd name="T8" fmla="*/ 1 w 12"/>
                <a:gd name="T9" fmla="*/ 13 h 15"/>
              </a:gdLst>
              <a:ahLst/>
              <a:cxnLst>
                <a:cxn ang="0">
                  <a:pos x="T0" y="T1"/>
                </a:cxn>
                <a:cxn ang="0">
                  <a:pos x="T2" y="T3"/>
                </a:cxn>
                <a:cxn ang="0">
                  <a:pos x="T4" y="T5"/>
                </a:cxn>
                <a:cxn ang="0">
                  <a:pos x="T6" y="T7"/>
                </a:cxn>
                <a:cxn ang="0">
                  <a:pos x="T8" y="T9"/>
                </a:cxn>
              </a:cxnLst>
              <a:rect l="0" t="0" r="r" b="b"/>
              <a:pathLst>
                <a:path w="12" h="15">
                  <a:moveTo>
                    <a:pt x="1" y="13"/>
                  </a:moveTo>
                  <a:cubicBezTo>
                    <a:pt x="1" y="15"/>
                    <a:pt x="4" y="14"/>
                    <a:pt x="7" y="11"/>
                  </a:cubicBezTo>
                  <a:cubicBezTo>
                    <a:pt x="10" y="8"/>
                    <a:pt x="12" y="4"/>
                    <a:pt x="12" y="2"/>
                  </a:cubicBezTo>
                  <a:cubicBezTo>
                    <a:pt x="11" y="0"/>
                    <a:pt x="8" y="1"/>
                    <a:pt x="5" y="4"/>
                  </a:cubicBezTo>
                  <a:cubicBezTo>
                    <a:pt x="2" y="7"/>
                    <a:pt x="0" y="11"/>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91" name="Freeform 2496"/>
            <p:cNvSpPr/>
            <p:nvPr/>
          </p:nvSpPr>
          <p:spPr bwMode="auto">
            <a:xfrm>
              <a:off x="1008367" y="10070878"/>
              <a:ext cx="33338" cy="33338"/>
            </a:xfrm>
            <a:custGeom>
              <a:avLst/>
              <a:gdLst>
                <a:gd name="T0" fmla="*/ 4 w 12"/>
                <a:gd name="T1" fmla="*/ 2 h 12"/>
                <a:gd name="T2" fmla="*/ 1 w 12"/>
                <a:gd name="T3" fmla="*/ 9 h 12"/>
                <a:gd name="T4" fmla="*/ 7 w 12"/>
                <a:gd name="T5" fmla="*/ 10 h 12"/>
                <a:gd name="T6" fmla="*/ 12 w 12"/>
                <a:gd name="T7" fmla="*/ 3 h 12"/>
                <a:gd name="T8" fmla="*/ 4 w 12"/>
                <a:gd name="T9" fmla="*/ 2 h 12"/>
              </a:gdLst>
              <a:ahLst/>
              <a:cxnLst>
                <a:cxn ang="0">
                  <a:pos x="T0" y="T1"/>
                </a:cxn>
                <a:cxn ang="0">
                  <a:pos x="T2" y="T3"/>
                </a:cxn>
                <a:cxn ang="0">
                  <a:pos x="T4" y="T5"/>
                </a:cxn>
                <a:cxn ang="0">
                  <a:pos x="T6" y="T7"/>
                </a:cxn>
                <a:cxn ang="0">
                  <a:pos x="T8" y="T9"/>
                </a:cxn>
              </a:cxnLst>
              <a:rect l="0" t="0" r="r" b="b"/>
              <a:pathLst>
                <a:path w="12" h="12">
                  <a:moveTo>
                    <a:pt x="4" y="2"/>
                  </a:moveTo>
                  <a:cubicBezTo>
                    <a:pt x="3" y="4"/>
                    <a:pt x="1" y="7"/>
                    <a:pt x="1" y="9"/>
                  </a:cubicBezTo>
                  <a:cubicBezTo>
                    <a:pt x="0" y="11"/>
                    <a:pt x="4" y="12"/>
                    <a:pt x="7" y="10"/>
                  </a:cubicBezTo>
                  <a:cubicBezTo>
                    <a:pt x="10" y="8"/>
                    <a:pt x="12" y="5"/>
                    <a:pt x="12" y="3"/>
                  </a:cubicBezTo>
                  <a:cubicBezTo>
                    <a:pt x="11" y="1"/>
                    <a:pt x="8"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92" name="Freeform 2497"/>
            <p:cNvSpPr/>
            <p:nvPr/>
          </p:nvSpPr>
          <p:spPr bwMode="auto">
            <a:xfrm>
              <a:off x="1217917" y="10005791"/>
              <a:ext cx="31750" cy="26988"/>
            </a:xfrm>
            <a:custGeom>
              <a:avLst/>
              <a:gdLst>
                <a:gd name="T0" fmla="*/ 1 w 12"/>
                <a:gd name="T1" fmla="*/ 6 h 10"/>
                <a:gd name="T2" fmla="*/ 7 w 12"/>
                <a:gd name="T3" fmla="*/ 9 h 10"/>
                <a:gd name="T4" fmla="*/ 12 w 12"/>
                <a:gd name="T5" fmla="*/ 3 h 10"/>
                <a:gd name="T6" fmla="*/ 4 w 12"/>
                <a:gd name="T7" fmla="*/ 1 h 10"/>
                <a:gd name="T8" fmla="*/ 1 w 12"/>
                <a:gd name="T9" fmla="*/ 6 h 10"/>
              </a:gdLst>
              <a:ahLst/>
              <a:cxnLst>
                <a:cxn ang="0">
                  <a:pos x="T0" y="T1"/>
                </a:cxn>
                <a:cxn ang="0">
                  <a:pos x="T2" y="T3"/>
                </a:cxn>
                <a:cxn ang="0">
                  <a:pos x="T4" y="T5"/>
                </a:cxn>
                <a:cxn ang="0">
                  <a:pos x="T6" y="T7"/>
                </a:cxn>
                <a:cxn ang="0">
                  <a:pos x="T8" y="T9"/>
                </a:cxn>
              </a:cxnLst>
              <a:rect l="0" t="0" r="r" b="b"/>
              <a:pathLst>
                <a:path w="12" h="10">
                  <a:moveTo>
                    <a:pt x="1" y="6"/>
                  </a:moveTo>
                  <a:cubicBezTo>
                    <a:pt x="0" y="8"/>
                    <a:pt x="4" y="10"/>
                    <a:pt x="7" y="9"/>
                  </a:cubicBezTo>
                  <a:cubicBezTo>
                    <a:pt x="11" y="9"/>
                    <a:pt x="12" y="6"/>
                    <a:pt x="12" y="3"/>
                  </a:cubicBezTo>
                  <a:cubicBezTo>
                    <a:pt x="11" y="1"/>
                    <a:pt x="8" y="0"/>
                    <a:pt x="4" y="1"/>
                  </a:cubicBezTo>
                  <a:cubicBezTo>
                    <a:pt x="3" y="2"/>
                    <a:pt x="1" y="4"/>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93" name="Freeform 2498"/>
            <p:cNvSpPr/>
            <p:nvPr/>
          </p:nvSpPr>
          <p:spPr bwMode="auto">
            <a:xfrm>
              <a:off x="1429054" y="10001028"/>
              <a:ext cx="33338" cy="23813"/>
            </a:xfrm>
            <a:custGeom>
              <a:avLst/>
              <a:gdLst>
                <a:gd name="T0" fmla="*/ 0 w 12"/>
                <a:gd name="T1" fmla="*/ 3 h 9"/>
                <a:gd name="T2" fmla="*/ 7 w 12"/>
                <a:gd name="T3" fmla="*/ 9 h 9"/>
                <a:gd name="T4" fmla="*/ 12 w 12"/>
                <a:gd name="T5" fmla="*/ 5 h 9"/>
                <a:gd name="T6" fmla="*/ 6 w 12"/>
                <a:gd name="T7" fmla="*/ 1 h 9"/>
                <a:gd name="T8" fmla="*/ 0 w 12"/>
                <a:gd name="T9" fmla="*/ 3 h 9"/>
              </a:gdLst>
              <a:ahLst/>
              <a:cxnLst>
                <a:cxn ang="0">
                  <a:pos x="T0" y="T1"/>
                </a:cxn>
                <a:cxn ang="0">
                  <a:pos x="T2" y="T3"/>
                </a:cxn>
                <a:cxn ang="0">
                  <a:pos x="T4" y="T5"/>
                </a:cxn>
                <a:cxn ang="0">
                  <a:pos x="T6" y="T7"/>
                </a:cxn>
                <a:cxn ang="0">
                  <a:pos x="T8" y="T9"/>
                </a:cxn>
              </a:cxnLst>
              <a:rect l="0" t="0" r="r" b="b"/>
              <a:pathLst>
                <a:path w="12" h="9">
                  <a:moveTo>
                    <a:pt x="0" y="3"/>
                  </a:moveTo>
                  <a:cubicBezTo>
                    <a:pt x="0" y="5"/>
                    <a:pt x="3" y="8"/>
                    <a:pt x="7" y="9"/>
                  </a:cubicBezTo>
                  <a:cubicBezTo>
                    <a:pt x="10" y="9"/>
                    <a:pt x="12" y="7"/>
                    <a:pt x="12" y="5"/>
                  </a:cubicBezTo>
                  <a:cubicBezTo>
                    <a:pt x="12" y="3"/>
                    <a:pt x="9" y="1"/>
                    <a:pt x="6" y="1"/>
                  </a:cubicBezTo>
                  <a:cubicBezTo>
                    <a:pt x="3" y="0"/>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94" name="Freeform 2499"/>
            <p:cNvSpPr/>
            <p:nvPr/>
          </p:nvSpPr>
          <p:spPr bwMode="auto">
            <a:xfrm>
              <a:off x="1643367" y="10047066"/>
              <a:ext cx="33338" cy="23813"/>
            </a:xfrm>
            <a:custGeom>
              <a:avLst/>
              <a:gdLst>
                <a:gd name="T0" fmla="*/ 0 w 12"/>
                <a:gd name="T1" fmla="*/ 3 h 9"/>
                <a:gd name="T2" fmla="*/ 6 w 12"/>
                <a:gd name="T3" fmla="*/ 8 h 9"/>
                <a:gd name="T4" fmla="*/ 12 w 12"/>
                <a:gd name="T5" fmla="*/ 7 h 9"/>
                <a:gd name="T6" fmla="*/ 6 w 12"/>
                <a:gd name="T7" fmla="*/ 1 h 9"/>
                <a:gd name="T8" fmla="*/ 0 w 12"/>
                <a:gd name="T9" fmla="*/ 3 h 9"/>
              </a:gdLst>
              <a:ahLst/>
              <a:cxnLst>
                <a:cxn ang="0">
                  <a:pos x="T0" y="T1"/>
                </a:cxn>
                <a:cxn ang="0">
                  <a:pos x="T2" y="T3"/>
                </a:cxn>
                <a:cxn ang="0">
                  <a:pos x="T4" y="T5"/>
                </a:cxn>
                <a:cxn ang="0">
                  <a:pos x="T6" y="T7"/>
                </a:cxn>
                <a:cxn ang="0">
                  <a:pos x="T8" y="T9"/>
                </a:cxn>
              </a:cxnLst>
              <a:rect l="0" t="0" r="r" b="b"/>
              <a:pathLst>
                <a:path w="12" h="9">
                  <a:moveTo>
                    <a:pt x="0" y="3"/>
                  </a:moveTo>
                  <a:cubicBezTo>
                    <a:pt x="0" y="5"/>
                    <a:pt x="3" y="7"/>
                    <a:pt x="6" y="8"/>
                  </a:cubicBezTo>
                  <a:cubicBezTo>
                    <a:pt x="10" y="9"/>
                    <a:pt x="12" y="9"/>
                    <a:pt x="12" y="7"/>
                  </a:cubicBezTo>
                  <a:cubicBezTo>
                    <a:pt x="12" y="5"/>
                    <a:pt x="9" y="2"/>
                    <a:pt x="6" y="1"/>
                  </a:cubicBezTo>
                  <a:cubicBezTo>
                    <a:pt x="3"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95" name="Freeform 2500"/>
            <p:cNvSpPr/>
            <p:nvPr/>
          </p:nvSpPr>
          <p:spPr bwMode="auto">
            <a:xfrm>
              <a:off x="1860854" y="10131203"/>
              <a:ext cx="31750" cy="28575"/>
            </a:xfrm>
            <a:custGeom>
              <a:avLst/>
              <a:gdLst>
                <a:gd name="T0" fmla="*/ 0 w 12"/>
                <a:gd name="T1" fmla="*/ 3 h 11"/>
                <a:gd name="T2" fmla="*/ 6 w 12"/>
                <a:gd name="T3" fmla="*/ 9 h 11"/>
                <a:gd name="T4" fmla="*/ 12 w 12"/>
                <a:gd name="T5" fmla="*/ 9 h 11"/>
                <a:gd name="T6" fmla="*/ 6 w 12"/>
                <a:gd name="T7" fmla="*/ 2 h 11"/>
                <a:gd name="T8" fmla="*/ 0 w 12"/>
                <a:gd name="T9" fmla="*/ 3 h 11"/>
              </a:gdLst>
              <a:ahLst/>
              <a:cxnLst>
                <a:cxn ang="0">
                  <a:pos x="T0" y="T1"/>
                </a:cxn>
                <a:cxn ang="0">
                  <a:pos x="T2" y="T3"/>
                </a:cxn>
                <a:cxn ang="0">
                  <a:pos x="T4" y="T5"/>
                </a:cxn>
                <a:cxn ang="0">
                  <a:pos x="T6" y="T7"/>
                </a:cxn>
                <a:cxn ang="0">
                  <a:pos x="T8" y="T9"/>
                </a:cxn>
              </a:cxnLst>
              <a:rect l="0" t="0" r="r" b="b"/>
              <a:pathLst>
                <a:path w="12" h="11">
                  <a:moveTo>
                    <a:pt x="0" y="3"/>
                  </a:moveTo>
                  <a:cubicBezTo>
                    <a:pt x="0" y="5"/>
                    <a:pt x="3" y="8"/>
                    <a:pt x="6" y="9"/>
                  </a:cubicBezTo>
                  <a:cubicBezTo>
                    <a:pt x="10" y="11"/>
                    <a:pt x="12" y="11"/>
                    <a:pt x="12" y="9"/>
                  </a:cubicBezTo>
                  <a:cubicBezTo>
                    <a:pt x="11" y="7"/>
                    <a:pt x="9" y="4"/>
                    <a:pt x="6" y="2"/>
                  </a:cubicBezTo>
                  <a:cubicBezTo>
                    <a:pt x="2"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96" name="Freeform 2501"/>
            <p:cNvSpPr/>
            <p:nvPr/>
          </p:nvSpPr>
          <p:spPr bwMode="auto">
            <a:xfrm>
              <a:off x="2075167" y="10243916"/>
              <a:ext cx="38100" cy="36513"/>
            </a:xfrm>
            <a:custGeom>
              <a:avLst/>
              <a:gdLst>
                <a:gd name="T0" fmla="*/ 1 w 14"/>
                <a:gd name="T1" fmla="*/ 3 h 13"/>
                <a:gd name="T2" fmla="*/ 8 w 14"/>
                <a:gd name="T3" fmla="*/ 11 h 13"/>
                <a:gd name="T4" fmla="*/ 13 w 14"/>
                <a:gd name="T5" fmla="*/ 9 h 13"/>
                <a:gd name="T6" fmla="*/ 6 w 14"/>
                <a:gd name="T7" fmla="*/ 2 h 13"/>
                <a:gd name="T8" fmla="*/ 1 w 14"/>
                <a:gd name="T9" fmla="*/ 3 h 13"/>
              </a:gdLst>
              <a:ahLst/>
              <a:cxnLst>
                <a:cxn ang="0">
                  <a:pos x="T0" y="T1"/>
                </a:cxn>
                <a:cxn ang="0">
                  <a:pos x="T2" y="T3"/>
                </a:cxn>
                <a:cxn ang="0">
                  <a:pos x="T4" y="T5"/>
                </a:cxn>
                <a:cxn ang="0">
                  <a:pos x="T6" y="T7"/>
                </a:cxn>
                <a:cxn ang="0">
                  <a:pos x="T8" y="T9"/>
                </a:cxn>
              </a:cxnLst>
              <a:rect l="0" t="0" r="r" b="b"/>
              <a:pathLst>
                <a:path w="14" h="13">
                  <a:moveTo>
                    <a:pt x="1" y="3"/>
                  </a:moveTo>
                  <a:cubicBezTo>
                    <a:pt x="1" y="5"/>
                    <a:pt x="5" y="9"/>
                    <a:pt x="8" y="11"/>
                  </a:cubicBezTo>
                  <a:cubicBezTo>
                    <a:pt x="12" y="13"/>
                    <a:pt x="14" y="12"/>
                    <a:pt x="13" y="9"/>
                  </a:cubicBezTo>
                  <a:cubicBezTo>
                    <a:pt x="12" y="7"/>
                    <a:pt x="9" y="3"/>
                    <a:pt x="6" y="2"/>
                  </a:cubicBezTo>
                  <a:cubicBezTo>
                    <a:pt x="3" y="0"/>
                    <a:pt x="0" y="1"/>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97" name="Freeform 2502"/>
            <p:cNvSpPr/>
            <p:nvPr/>
          </p:nvSpPr>
          <p:spPr bwMode="auto">
            <a:xfrm>
              <a:off x="2294242" y="10375678"/>
              <a:ext cx="36513" cy="36513"/>
            </a:xfrm>
            <a:custGeom>
              <a:avLst/>
              <a:gdLst>
                <a:gd name="T0" fmla="*/ 0 w 13"/>
                <a:gd name="T1" fmla="*/ 3 h 14"/>
                <a:gd name="T2" fmla="*/ 8 w 13"/>
                <a:gd name="T3" fmla="*/ 12 h 14"/>
                <a:gd name="T4" fmla="*/ 12 w 13"/>
                <a:gd name="T5" fmla="*/ 10 h 14"/>
                <a:gd name="T6" fmla="*/ 5 w 13"/>
                <a:gd name="T7" fmla="*/ 2 h 14"/>
                <a:gd name="T8" fmla="*/ 0 w 13"/>
                <a:gd name="T9" fmla="*/ 3 h 14"/>
              </a:gdLst>
              <a:ahLst/>
              <a:cxnLst>
                <a:cxn ang="0">
                  <a:pos x="T0" y="T1"/>
                </a:cxn>
                <a:cxn ang="0">
                  <a:pos x="T2" y="T3"/>
                </a:cxn>
                <a:cxn ang="0">
                  <a:pos x="T4" y="T5"/>
                </a:cxn>
                <a:cxn ang="0">
                  <a:pos x="T6" y="T7"/>
                </a:cxn>
                <a:cxn ang="0">
                  <a:pos x="T8" y="T9"/>
                </a:cxn>
              </a:cxnLst>
              <a:rect l="0" t="0" r="r" b="b"/>
              <a:pathLst>
                <a:path w="13" h="14">
                  <a:moveTo>
                    <a:pt x="0" y="3"/>
                  </a:moveTo>
                  <a:cubicBezTo>
                    <a:pt x="1" y="6"/>
                    <a:pt x="4" y="10"/>
                    <a:pt x="8" y="12"/>
                  </a:cubicBezTo>
                  <a:cubicBezTo>
                    <a:pt x="11" y="14"/>
                    <a:pt x="13" y="13"/>
                    <a:pt x="12" y="10"/>
                  </a:cubicBezTo>
                  <a:cubicBezTo>
                    <a:pt x="12" y="7"/>
                    <a:pt x="8" y="3"/>
                    <a:pt x="5" y="2"/>
                  </a:cubicBezTo>
                  <a:cubicBezTo>
                    <a:pt x="2" y="0"/>
                    <a:pt x="0" y="0"/>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98" name="Freeform 2503"/>
            <p:cNvSpPr/>
            <p:nvPr/>
          </p:nvSpPr>
          <p:spPr bwMode="auto">
            <a:xfrm>
              <a:off x="2514904" y="10510616"/>
              <a:ext cx="31750" cy="38100"/>
            </a:xfrm>
            <a:custGeom>
              <a:avLst/>
              <a:gdLst>
                <a:gd name="T0" fmla="*/ 0 w 12"/>
                <a:gd name="T1" fmla="*/ 3 h 14"/>
                <a:gd name="T2" fmla="*/ 6 w 12"/>
                <a:gd name="T3" fmla="*/ 12 h 14"/>
                <a:gd name="T4" fmla="*/ 12 w 12"/>
                <a:gd name="T5" fmla="*/ 11 h 14"/>
                <a:gd name="T6" fmla="*/ 6 w 12"/>
                <a:gd name="T7" fmla="*/ 2 h 14"/>
                <a:gd name="T8" fmla="*/ 0 w 12"/>
                <a:gd name="T9" fmla="*/ 3 h 14"/>
              </a:gdLst>
              <a:ahLst/>
              <a:cxnLst>
                <a:cxn ang="0">
                  <a:pos x="T0" y="T1"/>
                </a:cxn>
                <a:cxn ang="0">
                  <a:pos x="T2" y="T3"/>
                </a:cxn>
                <a:cxn ang="0">
                  <a:pos x="T4" y="T5"/>
                </a:cxn>
                <a:cxn ang="0">
                  <a:pos x="T6" y="T7"/>
                </a:cxn>
                <a:cxn ang="0">
                  <a:pos x="T8" y="T9"/>
                </a:cxn>
              </a:cxnLst>
              <a:rect l="0" t="0" r="r" b="b"/>
              <a:pathLst>
                <a:path w="12" h="14">
                  <a:moveTo>
                    <a:pt x="0" y="3"/>
                  </a:moveTo>
                  <a:cubicBezTo>
                    <a:pt x="0" y="6"/>
                    <a:pt x="3" y="10"/>
                    <a:pt x="6" y="12"/>
                  </a:cubicBezTo>
                  <a:cubicBezTo>
                    <a:pt x="10" y="14"/>
                    <a:pt x="12" y="14"/>
                    <a:pt x="12" y="11"/>
                  </a:cubicBezTo>
                  <a:cubicBezTo>
                    <a:pt x="12" y="8"/>
                    <a:pt x="9" y="4"/>
                    <a:pt x="6" y="2"/>
                  </a:cubicBezTo>
                  <a:cubicBezTo>
                    <a:pt x="3" y="0"/>
                    <a:pt x="0" y="0"/>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499" name="Freeform 2504"/>
            <p:cNvSpPr/>
            <p:nvPr/>
          </p:nvSpPr>
          <p:spPr bwMode="auto">
            <a:xfrm>
              <a:off x="2733979" y="10643966"/>
              <a:ext cx="36513" cy="39688"/>
            </a:xfrm>
            <a:custGeom>
              <a:avLst/>
              <a:gdLst>
                <a:gd name="T0" fmla="*/ 0 w 13"/>
                <a:gd name="T1" fmla="*/ 3 h 15"/>
                <a:gd name="T2" fmla="*/ 6 w 13"/>
                <a:gd name="T3" fmla="*/ 12 h 15"/>
                <a:gd name="T4" fmla="*/ 12 w 13"/>
                <a:gd name="T5" fmla="*/ 11 h 15"/>
                <a:gd name="T6" fmla="*/ 7 w 13"/>
                <a:gd name="T7" fmla="*/ 2 h 15"/>
                <a:gd name="T8" fmla="*/ 0 w 13"/>
                <a:gd name="T9" fmla="*/ 3 h 15"/>
              </a:gdLst>
              <a:ahLst/>
              <a:cxnLst>
                <a:cxn ang="0">
                  <a:pos x="T0" y="T1"/>
                </a:cxn>
                <a:cxn ang="0">
                  <a:pos x="T2" y="T3"/>
                </a:cxn>
                <a:cxn ang="0">
                  <a:pos x="T4" y="T5"/>
                </a:cxn>
                <a:cxn ang="0">
                  <a:pos x="T6" y="T7"/>
                </a:cxn>
                <a:cxn ang="0">
                  <a:pos x="T8" y="T9"/>
                </a:cxn>
              </a:cxnLst>
              <a:rect l="0" t="0" r="r" b="b"/>
              <a:pathLst>
                <a:path w="13" h="15">
                  <a:moveTo>
                    <a:pt x="0" y="3"/>
                  </a:moveTo>
                  <a:cubicBezTo>
                    <a:pt x="0" y="6"/>
                    <a:pt x="2" y="10"/>
                    <a:pt x="6" y="12"/>
                  </a:cubicBezTo>
                  <a:cubicBezTo>
                    <a:pt x="9" y="15"/>
                    <a:pt x="13" y="14"/>
                    <a:pt x="12" y="11"/>
                  </a:cubicBezTo>
                  <a:cubicBezTo>
                    <a:pt x="11" y="8"/>
                    <a:pt x="8" y="5"/>
                    <a:pt x="7" y="2"/>
                  </a:cubicBezTo>
                  <a:cubicBezTo>
                    <a:pt x="2" y="0"/>
                    <a:pt x="0" y="0"/>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00" name="Freeform 2505"/>
            <p:cNvSpPr/>
            <p:nvPr/>
          </p:nvSpPr>
          <p:spPr bwMode="auto">
            <a:xfrm>
              <a:off x="2951467" y="10759853"/>
              <a:ext cx="34925" cy="41275"/>
            </a:xfrm>
            <a:custGeom>
              <a:avLst/>
              <a:gdLst>
                <a:gd name="T0" fmla="*/ 7 w 13"/>
                <a:gd name="T1" fmla="*/ 13 h 15"/>
                <a:gd name="T2" fmla="*/ 12 w 13"/>
                <a:gd name="T3" fmla="*/ 11 h 15"/>
                <a:gd name="T4" fmla="*/ 6 w 13"/>
                <a:gd name="T5" fmla="*/ 2 h 15"/>
                <a:gd name="T6" fmla="*/ 0 w 13"/>
                <a:gd name="T7" fmla="*/ 4 h 15"/>
                <a:gd name="T8" fmla="*/ 7 w 13"/>
                <a:gd name="T9" fmla="*/ 13 h 15"/>
              </a:gdLst>
              <a:ahLst/>
              <a:cxnLst>
                <a:cxn ang="0">
                  <a:pos x="T0" y="T1"/>
                </a:cxn>
                <a:cxn ang="0">
                  <a:pos x="T2" y="T3"/>
                </a:cxn>
                <a:cxn ang="0">
                  <a:pos x="T4" y="T5"/>
                </a:cxn>
                <a:cxn ang="0">
                  <a:pos x="T6" y="T7"/>
                </a:cxn>
                <a:cxn ang="0">
                  <a:pos x="T8" y="T9"/>
                </a:cxn>
              </a:cxnLst>
              <a:rect l="0" t="0" r="r" b="b"/>
              <a:pathLst>
                <a:path w="13" h="15">
                  <a:moveTo>
                    <a:pt x="7" y="13"/>
                  </a:moveTo>
                  <a:cubicBezTo>
                    <a:pt x="10" y="15"/>
                    <a:pt x="13" y="14"/>
                    <a:pt x="12" y="11"/>
                  </a:cubicBezTo>
                  <a:cubicBezTo>
                    <a:pt x="12" y="7"/>
                    <a:pt x="9" y="3"/>
                    <a:pt x="6" y="2"/>
                  </a:cubicBezTo>
                  <a:cubicBezTo>
                    <a:pt x="3" y="0"/>
                    <a:pt x="0" y="1"/>
                    <a:pt x="0" y="4"/>
                  </a:cubicBezTo>
                  <a:cubicBezTo>
                    <a:pt x="0" y="7"/>
                    <a:pt x="3" y="11"/>
                    <a:pt x="7"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01" name="Freeform 2506"/>
            <p:cNvSpPr/>
            <p:nvPr/>
          </p:nvSpPr>
          <p:spPr bwMode="auto">
            <a:xfrm>
              <a:off x="3168954" y="10853516"/>
              <a:ext cx="34925" cy="42863"/>
            </a:xfrm>
            <a:custGeom>
              <a:avLst/>
              <a:gdLst>
                <a:gd name="T0" fmla="*/ 7 w 13"/>
                <a:gd name="T1" fmla="*/ 14 h 16"/>
                <a:gd name="T2" fmla="*/ 12 w 13"/>
                <a:gd name="T3" fmla="*/ 11 h 16"/>
                <a:gd name="T4" fmla="*/ 8 w 13"/>
                <a:gd name="T5" fmla="*/ 2 h 16"/>
                <a:gd name="T6" fmla="*/ 0 w 13"/>
                <a:gd name="T7" fmla="*/ 6 h 16"/>
                <a:gd name="T8" fmla="*/ 7 w 13"/>
                <a:gd name="T9" fmla="*/ 14 h 16"/>
              </a:gdLst>
              <a:ahLst/>
              <a:cxnLst>
                <a:cxn ang="0">
                  <a:pos x="T0" y="T1"/>
                </a:cxn>
                <a:cxn ang="0">
                  <a:pos x="T2" y="T3"/>
                </a:cxn>
                <a:cxn ang="0">
                  <a:pos x="T4" y="T5"/>
                </a:cxn>
                <a:cxn ang="0">
                  <a:pos x="T6" y="T7"/>
                </a:cxn>
                <a:cxn ang="0">
                  <a:pos x="T8" y="T9"/>
                </a:cxn>
              </a:cxnLst>
              <a:rect l="0" t="0" r="r" b="b"/>
              <a:pathLst>
                <a:path w="13" h="16">
                  <a:moveTo>
                    <a:pt x="7" y="14"/>
                  </a:moveTo>
                  <a:cubicBezTo>
                    <a:pt x="10" y="16"/>
                    <a:pt x="13" y="14"/>
                    <a:pt x="12" y="11"/>
                  </a:cubicBezTo>
                  <a:cubicBezTo>
                    <a:pt x="11" y="8"/>
                    <a:pt x="9" y="5"/>
                    <a:pt x="8" y="2"/>
                  </a:cubicBezTo>
                  <a:cubicBezTo>
                    <a:pt x="3" y="0"/>
                    <a:pt x="0" y="2"/>
                    <a:pt x="0" y="6"/>
                  </a:cubicBezTo>
                  <a:cubicBezTo>
                    <a:pt x="0" y="9"/>
                    <a:pt x="3" y="13"/>
                    <a:pt x="7"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02" name="Freeform 2507"/>
            <p:cNvSpPr/>
            <p:nvPr/>
          </p:nvSpPr>
          <p:spPr bwMode="auto">
            <a:xfrm>
              <a:off x="3386442" y="10915428"/>
              <a:ext cx="34925" cy="39688"/>
            </a:xfrm>
            <a:custGeom>
              <a:avLst/>
              <a:gdLst>
                <a:gd name="T0" fmla="*/ 7 w 13"/>
                <a:gd name="T1" fmla="*/ 14 h 15"/>
                <a:gd name="T2" fmla="*/ 12 w 13"/>
                <a:gd name="T3" fmla="*/ 9 h 15"/>
                <a:gd name="T4" fmla="*/ 7 w 13"/>
                <a:gd name="T5" fmla="*/ 1 h 15"/>
                <a:gd name="T6" fmla="*/ 0 w 13"/>
                <a:gd name="T7" fmla="*/ 6 h 15"/>
                <a:gd name="T8" fmla="*/ 7 w 13"/>
                <a:gd name="T9" fmla="*/ 14 h 15"/>
              </a:gdLst>
              <a:ahLst/>
              <a:cxnLst>
                <a:cxn ang="0">
                  <a:pos x="T0" y="T1"/>
                </a:cxn>
                <a:cxn ang="0">
                  <a:pos x="T2" y="T3"/>
                </a:cxn>
                <a:cxn ang="0">
                  <a:pos x="T4" y="T5"/>
                </a:cxn>
                <a:cxn ang="0">
                  <a:pos x="T6" y="T7"/>
                </a:cxn>
                <a:cxn ang="0">
                  <a:pos x="T8" y="T9"/>
                </a:cxn>
              </a:cxnLst>
              <a:rect l="0" t="0" r="r" b="b"/>
              <a:pathLst>
                <a:path w="13" h="15">
                  <a:moveTo>
                    <a:pt x="7" y="14"/>
                  </a:moveTo>
                  <a:cubicBezTo>
                    <a:pt x="10" y="15"/>
                    <a:pt x="13" y="13"/>
                    <a:pt x="12" y="9"/>
                  </a:cubicBezTo>
                  <a:cubicBezTo>
                    <a:pt x="11" y="6"/>
                    <a:pt x="9" y="3"/>
                    <a:pt x="7" y="1"/>
                  </a:cubicBezTo>
                  <a:cubicBezTo>
                    <a:pt x="3" y="0"/>
                    <a:pt x="0" y="2"/>
                    <a:pt x="0" y="6"/>
                  </a:cubicBezTo>
                  <a:cubicBezTo>
                    <a:pt x="0" y="10"/>
                    <a:pt x="3" y="13"/>
                    <a:pt x="7"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03" name="Freeform 2508"/>
            <p:cNvSpPr/>
            <p:nvPr/>
          </p:nvSpPr>
          <p:spPr bwMode="auto">
            <a:xfrm>
              <a:off x="3600754" y="10934478"/>
              <a:ext cx="34925" cy="38100"/>
            </a:xfrm>
            <a:custGeom>
              <a:avLst/>
              <a:gdLst>
                <a:gd name="T0" fmla="*/ 1 w 13"/>
                <a:gd name="T1" fmla="*/ 8 h 14"/>
                <a:gd name="T2" fmla="*/ 8 w 13"/>
                <a:gd name="T3" fmla="*/ 14 h 14"/>
                <a:gd name="T4" fmla="*/ 12 w 13"/>
                <a:gd name="T5" fmla="*/ 7 h 14"/>
                <a:gd name="T6" fmla="*/ 5 w 13"/>
                <a:gd name="T7" fmla="*/ 0 h 14"/>
                <a:gd name="T8" fmla="*/ 1 w 13"/>
                <a:gd name="T9" fmla="*/ 8 h 14"/>
              </a:gdLst>
              <a:ahLst/>
              <a:cxnLst>
                <a:cxn ang="0">
                  <a:pos x="T0" y="T1"/>
                </a:cxn>
                <a:cxn ang="0">
                  <a:pos x="T2" y="T3"/>
                </a:cxn>
                <a:cxn ang="0">
                  <a:pos x="T4" y="T5"/>
                </a:cxn>
                <a:cxn ang="0">
                  <a:pos x="T6" y="T7"/>
                </a:cxn>
                <a:cxn ang="0">
                  <a:pos x="T8" y="T9"/>
                </a:cxn>
              </a:cxnLst>
              <a:rect l="0" t="0" r="r" b="b"/>
              <a:pathLst>
                <a:path w="13" h="14">
                  <a:moveTo>
                    <a:pt x="1" y="8"/>
                  </a:moveTo>
                  <a:cubicBezTo>
                    <a:pt x="1" y="11"/>
                    <a:pt x="4" y="14"/>
                    <a:pt x="8" y="14"/>
                  </a:cubicBezTo>
                  <a:cubicBezTo>
                    <a:pt x="11" y="14"/>
                    <a:pt x="13" y="11"/>
                    <a:pt x="12" y="7"/>
                  </a:cubicBezTo>
                  <a:cubicBezTo>
                    <a:pt x="12" y="3"/>
                    <a:pt x="8" y="0"/>
                    <a:pt x="5" y="0"/>
                  </a:cubicBezTo>
                  <a:cubicBezTo>
                    <a:pt x="2" y="1"/>
                    <a:pt x="0" y="4"/>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04" name="Freeform 2509"/>
            <p:cNvSpPr/>
            <p:nvPr/>
          </p:nvSpPr>
          <p:spPr bwMode="auto">
            <a:xfrm>
              <a:off x="3815067" y="10899553"/>
              <a:ext cx="34925" cy="39688"/>
            </a:xfrm>
            <a:custGeom>
              <a:avLst/>
              <a:gdLst>
                <a:gd name="T0" fmla="*/ 0 w 13"/>
                <a:gd name="T1" fmla="*/ 8 h 15"/>
                <a:gd name="T2" fmla="*/ 6 w 13"/>
                <a:gd name="T3" fmla="*/ 15 h 15"/>
                <a:gd name="T4" fmla="*/ 12 w 13"/>
                <a:gd name="T5" fmla="*/ 7 h 15"/>
                <a:gd name="T6" fmla="*/ 7 w 13"/>
                <a:gd name="T7" fmla="*/ 0 h 15"/>
                <a:gd name="T8" fmla="*/ 0 w 13"/>
                <a:gd name="T9" fmla="*/ 8 h 15"/>
              </a:gdLst>
              <a:ahLst/>
              <a:cxnLst>
                <a:cxn ang="0">
                  <a:pos x="T0" y="T1"/>
                </a:cxn>
                <a:cxn ang="0">
                  <a:pos x="T2" y="T3"/>
                </a:cxn>
                <a:cxn ang="0">
                  <a:pos x="T4" y="T5"/>
                </a:cxn>
                <a:cxn ang="0">
                  <a:pos x="T6" y="T7"/>
                </a:cxn>
                <a:cxn ang="0">
                  <a:pos x="T8" y="T9"/>
                </a:cxn>
              </a:cxnLst>
              <a:rect l="0" t="0" r="r" b="b"/>
              <a:pathLst>
                <a:path w="13" h="15">
                  <a:moveTo>
                    <a:pt x="0" y="8"/>
                  </a:moveTo>
                  <a:cubicBezTo>
                    <a:pt x="0" y="12"/>
                    <a:pt x="3" y="15"/>
                    <a:pt x="6" y="15"/>
                  </a:cubicBezTo>
                  <a:cubicBezTo>
                    <a:pt x="10" y="14"/>
                    <a:pt x="13" y="11"/>
                    <a:pt x="12" y="7"/>
                  </a:cubicBezTo>
                  <a:cubicBezTo>
                    <a:pt x="11" y="4"/>
                    <a:pt x="8" y="2"/>
                    <a:pt x="7" y="0"/>
                  </a:cubicBezTo>
                  <a:cubicBezTo>
                    <a:pt x="3" y="1"/>
                    <a:pt x="0" y="5"/>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05" name="Freeform 2510"/>
            <p:cNvSpPr/>
            <p:nvPr/>
          </p:nvSpPr>
          <p:spPr bwMode="auto">
            <a:xfrm>
              <a:off x="4026204" y="10853516"/>
              <a:ext cx="34925" cy="39688"/>
            </a:xfrm>
            <a:custGeom>
              <a:avLst/>
              <a:gdLst>
                <a:gd name="T0" fmla="*/ 8 w 13"/>
                <a:gd name="T1" fmla="*/ 14 h 15"/>
                <a:gd name="T2" fmla="*/ 12 w 13"/>
                <a:gd name="T3" fmla="*/ 6 h 15"/>
                <a:gd name="T4" fmla="*/ 4 w 13"/>
                <a:gd name="T5" fmla="*/ 2 h 15"/>
                <a:gd name="T6" fmla="*/ 1 w 13"/>
                <a:gd name="T7" fmla="*/ 10 h 15"/>
                <a:gd name="T8" fmla="*/ 8 w 13"/>
                <a:gd name="T9" fmla="*/ 14 h 15"/>
              </a:gdLst>
              <a:ahLst/>
              <a:cxnLst>
                <a:cxn ang="0">
                  <a:pos x="T0" y="T1"/>
                </a:cxn>
                <a:cxn ang="0">
                  <a:pos x="T2" y="T3"/>
                </a:cxn>
                <a:cxn ang="0">
                  <a:pos x="T4" y="T5"/>
                </a:cxn>
                <a:cxn ang="0">
                  <a:pos x="T6" y="T7"/>
                </a:cxn>
                <a:cxn ang="0">
                  <a:pos x="T8" y="T9"/>
                </a:cxn>
              </a:cxnLst>
              <a:rect l="0" t="0" r="r" b="b"/>
              <a:pathLst>
                <a:path w="13" h="15">
                  <a:moveTo>
                    <a:pt x="8" y="14"/>
                  </a:moveTo>
                  <a:cubicBezTo>
                    <a:pt x="11" y="14"/>
                    <a:pt x="13" y="10"/>
                    <a:pt x="12" y="6"/>
                  </a:cubicBezTo>
                  <a:cubicBezTo>
                    <a:pt x="12" y="3"/>
                    <a:pt x="8" y="0"/>
                    <a:pt x="4" y="2"/>
                  </a:cubicBezTo>
                  <a:cubicBezTo>
                    <a:pt x="3" y="4"/>
                    <a:pt x="1" y="7"/>
                    <a:pt x="1" y="10"/>
                  </a:cubicBezTo>
                  <a:cubicBezTo>
                    <a:pt x="0" y="13"/>
                    <a:pt x="4" y="15"/>
                    <a:pt x="8"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06" name="Freeform 2511"/>
            <p:cNvSpPr/>
            <p:nvPr/>
          </p:nvSpPr>
          <p:spPr bwMode="auto">
            <a:xfrm>
              <a:off x="4240517" y="10812241"/>
              <a:ext cx="34925" cy="31750"/>
            </a:xfrm>
            <a:custGeom>
              <a:avLst/>
              <a:gdLst>
                <a:gd name="T0" fmla="*/ 6 w 13"/>
                <a:gd name="T1" fmla="*/ 12 h 12"/>
                <a:gd name="T2" fmla="*/ 12 w 13"/>
                <a:gd name="T3" fmla="*/ 5 h 12"/>
                <a:gd name="T4" fmla="*/ 7 w 13"/>
                <a:gd name="T5" fmla="*/ 0 h 12"/>
                <a:gd name="T6" fmla="*/ 0 w 13"/>
                <a:gd name="T7" fmla="*/ 7 h 12"/>
                <a:gd name="T8" fmla="*/ 6 w 13"/>
                <a:gd name="T9" fmla="*/ 12 h 12"/>
              </a:gdLst>
              <a:ahLst/>
              <a:cxnLst>
                <a:cxn ang="0">
                  <a:pos x="T0" y="T1"/>
                </a:cxn>
                <a:cxn ang="0">
                  <a:pos x="T2" y="T3"/>
                </a:cxn>
                <a:cxn ang="0">
                  <a:pos x="T4" y="T5"/>
                </a:cxn>
                <a:cxn ang="0">
                  <a:pos x="T6" y="T7"/>
                </a:cxn>
                <a:cxn ang="0">
                  <a:pos x="T8" y="T9"/>
                </a:cxn>
              </a:cxnLst>
              <a:rect l="0" t="0" r="r" b="b"/>
              <a:pathLst>
                <a:path w="13" h="12">
                  <a:moveTo>
                    <a:pt x="6" y="12"/>
                  </a:moveTo>
                  <a:cubicBezTo>
                    <a:pt x="10" y="11"/>
                    <a:pt x="13" y="8"/>
                    <a:pt x="12" y="5"/>
                  </a:cubicBezTo>
                  <a:cubicBezTo>
                    <a:pt x="11" y="3"/>
                    <a:pt x="8" y="1"/>
                    <a:pt x="7" y="0"/>
                  </a:cubicBezTo>
                  <a:cubicBezTo>
                    <a:pt x="3" y="0"/>
                    <a:pt x="0" y="4"/>
                    <a:pt x="0" y="7"/>
                  </a:cubicBezTo>
                  <a:cubicBezTo>
                    <a:pt x="0" y="10"/>
                    <a:pt x="3" y="12"/>
                    <a:pt x="6"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07" name="Freeform 2512"/>
            <p:cNvSpPr/>
            <p:nvPr/>
          </p:nvSpPr>
          <p:spPr bwMode="auto">
            <a:xfrm>
              <a:off x="4454829" y="10763028"/>
              <a:ext cx="33338" cy="33338"/>
            </a:xfrm>
            <a:custGeom>
              <a:avLst/>
              <a:gdLst>
                <a:gd name="T0" fmla="*/ 0 w 12"/>
                <a:gd name="T1" fmla="*/ 7 h 12"/>
                <a:gd name="T2" fmla="*/ 6 w 12"/>
                <a:gd name="T3" fmla="*/ 11 h 12"/>
                <a:gd name="T4" fmla="*/ 12 w 12"/>
                <a:gd name="T5" fmla="*/ 5 h 12"/>
                <a:gd name="T6" fmla="*/ 5 w 12"/>
                <a:gd name="T7" fmla="*/ 1 h 12"/>
                <a:gd name="T8" fmla="*/ 0 w 12"/>
                <a:gd name="T9" fmla="*/ 7 h 12"/>
              </a:gdLst>
              <a:ahLst/>
              <a:cxnLst>
                <a:cxn ang="0">
                  <a:pos x="T0" y="T1"/>
                </a:cxn>
                <a:cxn ang="0">
                  <a:pos x="T2" y="T3"/>
                </a:cxn>
                <a:cxn ang="0">
                  <a:pos x="T4" y="T5"/>
                </a:cxn>
                <a:cxn ang="0">
                  <a:pos x="T6" y="T7"/>
                </a:cxn>
                <a:cxn ang="0">
                  <a:pos x="T8" y="T9"/>
                </a:cxn>
              </a:cxnLst>
              <a:rect l="0" t="0" r="r" b="b"/>
              <a:pathLst>
                <a:path w="12" h="12">
                  <a:moveTo>
                    <a:pt x="0" y="7"/>
                  </a:moveTo>
                  <a:cubicBezTo>
                    <a:pt x="0" y="10"/>
                    <a:pt x="2" y="12"/>
                    <a:pt x="6" y="11"/>
                  </a:cubicBezTo>
                  <a:cubicBezTo>
                    <a:pt x="9" y="11"/>
                    <a:pt x="12" y="8"/>
                    <a:pt x="12" y="5"/>
                  </a:cubicBezTo>
                  <a:cubicBezTo>
                    <a:pt x="11" y="2"/>
                    <a:pt x="8" y="0"/>
                    <a:pt x="5" y="1"/>
                  </a:cubicBezTo>
                  <a:cubicBezTo>
                    <a:pt x="2" y="2"/>
                    <a:pt x="0" y="5"/>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08" name="Freeform 2513"/>
            <p:cNvSpPr/>
            <p:nvPr/>
          </p:nvSpPr>
          <p:spPr bwMode="auto">
            <a:xfrm>
              <a:off x="4667554" y="10716991"/>
              <a:ext cx="34925" cy="26988"/>
            </a:xfrm>
            <a:custGeom>
              <a:avLst/>
              <a:gdLst>
                <a:gd name="T0" fmla="*/ 7 w 13"/>
                <a:gd name="T1" fmla="*/ 9 h 10"/>
                <a:gd name="T2" fmla="*/ 12 w 13"/>
                <a:gd name="T3" fmla="*/ 3 h 10"/>
                <a:gd name="T4" fmla="*/ 4 w 13"/>
                <a:gd name="T5" fmla="*/ 1 h 10"/>
                <a:gd name="T6" fmla="*/ 1 w 13"/>
                <a:gd name="T7" fmla="*/ 6 h 10"/>
                <a:gd name="T8" fmla="*/ 7 w 13"/>
                <a:gd name="T9" fmla="*/ 9 h 10"/>
              </a:gdLst>
              <a:ahLst/>
              <a:cxnLst>
                <a:cxn ang="0">
                  <a:pos x="T0" y="T1"/>
                </a:cxn>
                <a:cxn ang="0">
                  <a:pos x="T2" y="T3"/>
                </a:cxn>
                <a:cxn ang="0">
                  <a:pos x="T4" y="T5"/>
                </a:cxn>
                <a:cxn ang="0">
                  <a:pos x="T6" y="T7"/>
                </a:cxn>
                <a:cxn ang="0">
                  <a:pos x="T8" y="T9"/>
                </a:cxn>
              </a:cxnLst>
              <a:rect l="0" t="0" r="r" b="b"/>
              <a:pathLst>
                <a:path w="13" h="10">
                  <a:moveTo>
                    <a:pt x="7" y="9"/>
                  </a:moveTo>
                  <a:cubicBezTo>
                    <a:pt x="11" y="8"/>
                    <a:pt x="13" y="5"/>
                    <a:pt x="12" y="3"/>
                  </a:cubicBezTo>
                  <a:cubicBezTo>
                    <a:pt x="11" y="1"/>
                    <a:pt x="8" y="0"/>
                    <a:pt x="4" y="1"/>
                  </a:cubicBezTo>
                  <a:cubicBezTo>
                    <a:pt x="3" y="2"/>
                    <a:pt x="1" y="5"/>
                    <a:pt x="1" y="6"/>
                  </a:cubicBezTo>
                  <a:cubicBezTo>
                    <a:pt x="0" y="9"/>
                    <a:pt x="4" y="10"/>
                    <a:pt x="7"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09" name="Freeform 2514"/>
            <p:cNvSpPr/>
            <p:nvPr/>
          </p:nvSpPr>
          <p:spPr bwMode="auto">
            <a:xfrm>
              <a:off x="4881867" y="10663016"/>
              <a:ext cx="31750" cy="20638"/>
            </a:xfrm>
            <a:custGeom>
              <a:avLst/>
              <a:gdLst>
                <a:gd name="T0" fmla="*/ 0 w 12"/>
                <a:gd name="T1" fmla="*/ 6 h 8"/>
                <a:gd name="T2" fmla="*/ 7 w 12"/>
                <a:gd name="T3" fmla="*/ 7 h 8"/>
                <a:gd name="T4" fmla="*/ 12 w 12"/>
                <a:gd name="T5" fmla="*/ 3 h 8"/>
                <a:gd name="T6" fmla="*/ 5 w 12"/>
                <a:gd name="T7" fmla="*/ 1 h 8"/>
                <a:gd name="T8" fmla="*/ 0 w 12"/>
                <a:gd name="T9" fmla="*/ 6 h 8"/>
              </a:gdLst>
              <a:ahLst/>
              <a:cxnLst>
                <a:cxn ang="0">
                  <a:pos x="T0" y="T1"/>
                </a:cxn>
                <a:cxn ang="0">
                  <a:pos x="T2" y="T3"/>
                </a:cxn>
                <a:cxn ang="0">
                  <a:pos x="T4" y="T5"/>
                </a:cxn>
                <a:cxn ang="0">
                  <a:pos x="T6" y="T7"/>
                </a:cxn>
                <a:cxn ang="0">
                  <a:pos x="T8" y="T9"/>
                </a:cxn>
              </a:cxnLst>
              <a:rect l="0" t="0" r="r" b="b"/>
              <a:pathLst>
                <a:path w="12" h="8">
                  <a:moveTo>
                    <a:pt x="0" y="6"/>
                  </a:moveTo>
                  <a:cubicBezTo>
                    <a:pt x="1" y="8"/>
                    <a:pt x="4" y="8"/>
                    <a:pt x="7" y="7"/>
                  </a:cubicBezTo>
                  <a:cubicBezTo>
                    <a:pt x="10" y="6"/>
                    <a:pt x="12" y="4"/>
                    <a:pt x="12" y="3"/>
                  </a:cubicBezTo>
                  <a:cubicBezTo>
                    <a:pt x="11" y="1"/>
                    <a:pt x="8" y="0"/>
                    <a:pt x="5" y="1"/>
                  </a:cubicBezTo>
                  <a:cubicBezTo>
                    <a:pt x="2" y="3"/>
                    <a:pt x="0"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10" name="Freeform 2515"/>
            <p:cNvSpPr/>
            <p:nvPr/>
          </p:nvSpPr>
          <p:spPr bwMode="auto">
            <a:xfrm>
              <a:off x="5093004" y="10602691"/>
              <a:ext cx="34925" cy="15875"/>
            </a:xfrm>
            <a:custGeom>
              <a:avLst/>
              <a:gdLst>
                <a:gd name="T0" fmla="*/ 1 w 13"/>
                <a:gd name="T1" fmla="*/ 5 h 6"/>
                <a:gd name="T2" fmla="*/ 7 w 13"/>
                <a:gd name="T3" fmla="*/ 5 h 6"/>
                <a:gd name="T4" fmla="*/ 12 w 13"/>
                <a:gd name="T5" fmla="*/ 1 h 6"/>
                <a:gd name="T6" fmla="*/ 4 w 13"/>
                <a:gd name="T7" fmla="*/ 1 h 6"/>
                <a:gd name="T8" fmla="*/ 1 w 13"/>
                <a:gd name="T9" fmla="*/ 5 h 6"/>
              </a:gdLst>
              <a:ahLst/>
              <a:cxnLst>
                <a:cxn ang="0">
                  <a:pos x="T0" y="T1"/>
                </a:cxn>
                <a:cxn ang="0">
                  <a:pos x="T2" y="T3"/>
                </a:cxn>
                <a:cxn ang="0">
                  <a:pos x="T4" y="T5"/>
                </a:cxn>
                <a:cxn ang="0">
                  <a:pos x="T6" y="T7"/>
                </a:cxn>
                <a:cxn ang="0">
                  <a:pos x="T8" y="T9"/>
                </a:cxn>
              </a:cxnLst>
              <a:rect l="0" t="0" r="r" b="b"/>
              <a:pathLst>
                <a:path w="13" h="6">
                  <a:moveTo>
                    <a:pt x="1" y="5"/>
                  </a:moveTo>
                  <a:cubicBezTo>
                    <a:pt x="0" y="6"/>
                    <a:pt x="4" y="6"/>
                    <a:pt x="7" y="5"/>
                  </a:cubicBezTo>
                  <a:cubicBezTo>
                    <a:pt x="11" y="4"/>
                    <a:pt x="13" y="2"/>
                    <a:pt x="12" y="1"/>
                  </a:cubicBezTo>
                  <a:cubicBezTo>
                    <a:pt x="12" y="0"/>
                    <a:pt x="9" y="0"/>
                    <a:pt x="4" y="1"/>
                  </a:cubicBezTo>
                  <a:cubicBezTo>
                    <a:pt x="3" y="2"/>
                    <a:pt x="1" y="4"/>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11" name="Freeform 2516"/>
            <p:cNvSpPr/>
            <p:nvPr/>
          </p:nvSpPr>
          <p:spPr bwMode="auto">
            <a:xfrm>
              <a:off x="5307317" y="10526491"/>
              <a:ext cx="33338" cy="17463"/>
            </a:xfrm>
            <a:custGeom>
              <a:avLst/>
              <a:gdLst>
                <a:gd name="T0" fmla="*/ 0 w 12"/>
                <a:gd name="T1" fmla="*/ 5 h 6"/>
                <a:gd name="T2" fmla="*/ 6 w 12"/>
                <a:gd name="T3" fmla="*/ 4 h 6"/>
                <a:gd name="T4" fmla="*/ 12 w 12"/>
                <a:gd name="T5" fmla="*/ 1 h 6"/>
                <a:gd name="T6" fmla="*/ 6 w 12"/>
                <a:gd name="T7" fmla="*/ 1 h 6"/>
                <a:gd name="T8" fmla="*/ 0 w 12"/>
                <a:gd name="T9" fmla="*/ 5 h 6"/>
              </a:gdLst>
              <a:ahLst/>
              <a:cxnLst>
                <a:cxn ang="0">
                  <a:pos x="T0" y="T1"/>
                </a:cxn>
                <a:cxn ang="0">
                  <a:pos x="T2" y="T3"/>
                </a:cxn>
                <a:cxn ang="0">
                  <a:pos x="T4" y="T5"/>
                </a:cxn>
                <a:cxn ang="0">
                  <a:pos x="T6" y="T7"/>
                </a:cxn>
                <a:cxn ang="0">
                  <a:pos x="T8" y="T9"/>
                </a:cxn>
              </a:cxnLst>
              <a:rect l="0" t="0" r="r" b="b"/>
              <a:pathLst>
                <a:path w="12" h="6">
                  <a:moveTo>
                    <a:pt x="0" y="5"/>
                  </a:moveTo>
                  <a:cubicBezTo>
                    <a:pt x="0" y="6"/>
                    <a:pt x="2" y="6"/>
                    <a:pt x="6" y="4"/>
                  </a:cubicBezTo>
                  <a:cubicBezTo>
                    <a:pt x="9" y="3"/>
                    <a:pt x="12" y="2"/>
                    <a:pt x="12" y="1"/>
                  </a:cubicBezTo>
                  <a:cubicBezTo>
                    <a:pt x="11" y="0"/>
                    <a:pt x="9" y="0"/>
                    <a:pt x="6" y="1"/>
                  </a:cubicBezTo>
                  <a:cubicBezTo>
                    <a:pt x="3" y="2"/>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12" name="Freeform 2517"/>
            <p:cNvSpPr/>
            <p:nvPr/>
          </p:nvSpPr>
          <p:spPr bwMode="auto">
            <a:xfrm>
              <a:off x="5520042" y="10442353"/>
              <a:ext cx="31750" cy="17463"/>
            </a:xfrm>
            <a:custGeom>
              <a:avLst/>
              <a:gdLst>
                <a:gd name="T0" fmla="*/ 0 w 12"/>
                <a:gd name="T1" fmla="*/ 6 h 6"/>
                <a:gd name="T2" fmla="*/ 7 w 12"/>
                <a:gd name="T3" fmla="*/ 4 h 6"/>
                <a:gd name="T4" fmla="*/ 12 w 12"/>
                <a:gd name="T5" fmla="*/ 1 h 6"/>
                <a:gd name="T6" fmla="*/ 5 w 12"/>
                <a:gd name="T7" fmla="*/ 2 h 6"/>
                <a:gd name="T8" fmla="*/ 0 w 12"/>
                <a:gd name="T9" fmla="*/ 6 h 6"/>
              </a:gdLst>
              <a:ahLst/>
              <a:cxnLst>
                <a:cxn ang="0">
                  <a:pos x="T0" y="T1"/>
                </a:cxn>
                <a:cxn ang="0">
                  <a:pos x="T2" y="T3"/>
                </a:cxn>
                <a:cxn ang="0">
                  <a:pos x="T4" y="T5"/>
                </a:cxn>
                <a:cxn ang="0">
                  <a:pos x="T6" y="T7"/>
                </a:cxn>
                <a:cxn ang="0">
                  <a:pos x="T8" y="T9"/>
                </a:cxn>
              </a:cxnLst>
              <a:rect l="0" t="0" r="r" b="b"/>
              <a:pathLst>
                <a:path w="12" h="6">
                  <a:moveTo>
                    <a:pt x="0" y="6"/>
                  </a:moveTo>
                  <a:cubicBezTo>
                    <a:pt x="0" y="6"/>
                    <a:pt x="3" y="6"/>
                    <a:pt x="7" y="4"/>
                  </a:cubicBezTo>
                  <a:cubicBezTo>
                    <a:pt x="10" y="3"/>
                    <a:pt x="12" y="2"/>
                    <a:pt x="12" y="1"/>
                  </a:cubicBezTo>
                  <a:cubicBezTo>
                    <a:pt x="11" y="0"/>
                    <a:pt x="8" y="1"/>
                    <a:pt x="5" y="2"/>
                  </a:cubicBezTo>
                  <a:cubicBezTo>
                    <a:pt x="2" y="4"/>
                    <a:pt x="0"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13" name="Freeform 2518"/>
            <p:cNvSpPr/>
            <p:nvPr/>
          </p:nvSpPr>
          <p:spPr bwMode="auto">
            <a:xfrm>
              <a:off x="5845479" y="10328053"/>
              <a:ext cx="34925" cy="19050"/>
            </a:xfrm>
            <a:custGeom>
              <a:avLst/>
              <a:gdLst>
                <a:gd name="T0" fmla="*/ 0 w 13"/>
                <a:gd name="T1" fmla="*/ 6 h 7"/>
                <a:gd name="T2" fmla="*/ 7 w 13"/>
                <a:gd name="T3" fmla="*/ 5 h 7"/>
                <a:gd name="T4" fmla="*/ 13 w 13"/>
                <a:gd name="T5" fmla="*/ 1 h 7"/>
                <a:gd name="T6" fmla="*/ 7 w 13"/>
                <a:gd name="T7" fmla="*/ 1 h 7"/>
                <a:gd name="T8" fmla="*/ 0 w 13"/>
                <a:gd name="T9" fmla="*/ 6 h 7"/>
              </a:gdLst>
              <a:ahLst/>
              <a:cxnLst>
                <a:cxn ang="0">
                  <a:pos x="T0" y="T1"/>
                </a:cxn>
                <a:cxn ang="0">
                  <a:pos x="T2" y="T3"/>
                </a:cxn>
                <a:cxn ang="0">
                  <a:pos x="T4" y="T5"/>
                </a:cxn>
                <a:cxn ang="0">
                  <a:pos x="T6" y="T7"/>
                </a:cxn>
                <a:cxn ang="0">
                  <a:pos x="T8" y="T9"/>
                </a:cxn>
              </a:cxnLst>
              <a:rect l="0" t="0" r="r" b="b"/>
              <a:pathLst>
                <a:path w="13" h="7">
                  <a:moveTo>
                    <a:pt x="0" y="6"/>
                  </a:moveTo>
                  <a:cubicBezTo>
                    <a:pt x="0" y="7"/>
                    <a:pt x="3" y="7"/>
                    <a:pt x="7" y="5"/>
                  </a:cubicBezTo>
                  <a:cubicBezTo>
                    <a:pt x="9" y="4"/>
                    <a:pt x="11" y="2"/>
                    <a:pt x="13" y="1"/>
                  </a:cubicBezTo>
                  <a:cubicBezTo>
                    <a:pt x="13" y="0"/>
                    <a:pt x="10" y="0"/>
                    <a:pt x="7" y="1"/>
                  </a:cubicBezTo>
                  <a:cubicBezTo>
                    <a:pt x="3" y="3"/>
                    <a:pt x="1"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14" name="Freeform 2519"/>
            <p:cNvSpPr/>
            <p:nvPr/>
          </p:nvSpPr>
          <p:spPr bwMode="auto">
            <a:xfrm>
              <a:off x="6053442" y="10231216"/>
              <a:ext cx="41275" cy="19050"/>
            </a:xfrm>
            <a:custGeom>
              <a:avLst/>
              <a:gdLst>
                <a:gd name="T0" fmla="*/ 2 w 15"/>
                <a:gd name="T1" fmla="*/ 7 h 7"/>
                <a:gd name="T2" fmla="*/ 9 w 15"/>
                <a:gd name="T3" fmla="*/ 5 h 7"/>
                <a:gd name="T4" fmla="*/ 15 w 15"/>
                <a:gd name="T5" fmla="*/ 0 h 7"/>
                <a:gd name="T6" fmla="*/ 7 w 15"/>
                <a:gd name="T7" fmla="*/ 2 h 7"/>
                <a:gd name="T8" fmla="*/ 2 w 15"/>
                <a:gd name="T9" fmla="*/ 7 h 7"/>
              </a:gdLst>
              <a:ahLst/>
              <a:cxnLst>
                <a:cxn ang="0">
                  <a:pos x="T0" y="T1"/>
                </a:cxn>
                <a:cxn ang="0">
                  <a:pos x="T2" y="T3"/>
                </a:cxn>
                <a:cxn ang="0">
                  <a:pos x="T4" y="T5"/>
                </a:cxn>
                <a:cxn ang="0">
                  <a:pos x="T6" y="T7"/>
                </a:cxn>
                <a:cxn ang="0">
                  <a:pos x="T8" y="T9"/>
                </a:cxn>
              </a:cxnLst>
              <a:rect l="0" t="0" r="r" b="b"/>
              <a:pathLst>
                <a:path w="15" h="7">
                  <a:moveTo>
                    <a:pt x="2" y="7"/>
                  </a:moveTo>
                  <a:cubicBezTo>
                    <a:pt x="2" y="7"/>
                    <a:pt x="6" y="6"/>
                    <a:pt x="9" y="5"/>
                  </a:cubicBezTo>
                  <a:cubicBezTo>
                    <a:pt x="11" y="3"/>
                    <a:pt x="12" y="2"/>
                    <a:pt x="15" y="0"/>
                  </a:cubicBezTo>
                  <a:cubicBezTo>
                    <a:pt x="12" y="1"/>
                    <a:pt x="9" y="1"/>
                    <a:pt x="7" y="2"/>
                  </a:cubicBezTo>
                  <a:cubicBezTo>
                    <a:pt x="3" y="4"/>
                    <a:pt x="0" y="6"/>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15" name="Freeform 2520"/>
            <p:cNvSpPr/>
            <p:nvPr/>
          </p:nvSpPr>
          <p:spPr bwMode="auto">
            <a:xfrm>
              <a:off x="6267754" y="10132791"/>
              <a:ext cx="38100" cy="19050"/>
            </a:xfrm>
            <a:custGeom>
              <a:avLst/>
              <a:gdLst>
                <a:gd name="T0" fmla="*/ 0 w 14"/>
                <a:gd name="T1" fmla="*/ 6 h 7"/>
                <a:gd name="T2" fmla="*/ 7 w 14"/>
                <a:gd name="T3" fmla="*/ 5 h 7"/>
                <a:gd name="T4" fmla="*/ 12 w 14"/>
                <a:gd name="T5" fmla="*/ 0 h 7"/>
                <a:gd name="T6" fmla="*/ 6 w 14"/>
                <a:gd name="T7" fmla="*/ 1 h 7"/>
                <a:gd name="T8" fmla="*/ 0 w 14"/>
                <a:gd name="T9" fmla="*/ 6 h 7"/>
              </a:gdLst>
              <a:ahLst/>
              <a:cxnLst>
                <a:cxn ang="0">
                  <a:pos x="T0" y="T1"/>
                </a:cxn>
                <a:cxn ang="0">
                  <a:pos x="T2" y="T3"/>
                </a:cxn>
                <a:cxn ang="0">
                  <a:pos x="T4" y="T5"/>
                </a:cxn>
                <a:cxn ang="0">
                  <a:pos x="T6" y="T7"/>
                </a:cxn>
                <a:cxn ang="0">
                  <a:pos x="T8" y="T9"/>
                </a:cxn>
              </a:cxnLst>
              <a:rect l="0" t="0" r="r" b="b"/>
              <a:pathLst>
                <a:path w="14" h="7">
                  <a:moveTo>
                    <a:pt x="0" y="6"/>
                  </a:moveTo>
                  <a:cubicBezTo>
                    <a:pt x="1" y="7"/>
                    <a:pt x="4" y="6"/>
                    <a:pt x="7" y="5"/>
                  </a:cubicBezTo>
                  <a:cubicBezTo>
                    <a:pt x="11" y="3"/>
                    <a:pt x="14" y="0"/>
                    <a:pt x="12" y="0"/>
                  </a:cubicBezTo>
                  <a:cubicBezTo>
                    <a:pt x="11" y="0"/>
                    <a:pt x="8" y="1"/>
                    <a:pt x="6" y="1"/>
                  </a:cubicBezTo>
                  <a:cubicBezTo>
                    <a:pt x="2" y="4"/>
                    <a:pt x="0"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16" name="Freeform 2521"/>
            <p:cNvSpPr/>
            <p:nvPr/>
          </p:nvSpPr>
          <p:spPr bwMode="auto">
            <a:xfrm>
              <a:off x="6480479" y="10032778"/>
              <a:ext cx="34925" cy="22225"/>
            </a:xfrm>
            <a:custGeom>
              <a:avLst/>
              <a:gdLst>
                <a:gd name="T0" fmla="*/ 0 w 13"/>
                <a:gd name="T1" fmla="*/ 7 h 8"/>
                <a:gd name="T2" fmla="*/ 8 w 13"/>
                <a:gd name="T3" fmla="*/ 6 h 8"/>
                <a:gd name="T4" fmla="*/ 12 w 13"/>
                <a:gd name="T5" fmla="*/ 2 h 8"/>
                <a:gd name="T6" fmla="*/ 5 w 13"/>
                <a:gd name="T7" fmla="*/ 3 h 8"/>
                <a:gd name="T8" fmla="*/ 0 w 13"/>
                <a:gd name="T9" fmla="*/ 7 h 8"/>
              </a:gdLst>
              <a:ahLst/>
              <a:cxnLst>
                <a:cxn ang="0">
                  <a:pos x="T0" y="T1"/>
                </a:cxn>
                <a:cxn ang="0">
                  <a:pos x="T2" y="T3"/>
                </a:cxn>
                <a:cxn ang="0">
                  <a:pos x="T4" y="T5"/>
                </a:cxn>
                <a:cxn ang="0">
                  <a:pos x="T6" y="T7"/>
                </a:cxn>
                <a:cxn ang="0">
                  <a:pos x="T8" y="T9"/>
                </a:cxn>
              </a:cxnLst>
              <a:rect l="0" t="0" r="r" b="b"/>
              <a:pathLst>
                <a:path w="13" h="8">
                  <a:moveTo>
                    <a:pt x="0" y="7"/>
                  </a:moveTo>
                  <a:cubicBezTo>
                    <a:pt x="0" y="8"/>
                    <a:pt x="3" y="8"/>
                    <a:pt x="8" y="6"/>
                  </a:cubicBezTo>
                  <a:cubicBezTo>
                    <a:pt x="9" y="5"/>
                    <a:pt x="11" y="3"/>
                    <a:pt x="12" y="2"/>
                  </a:cubicBezTo>
                  <a:cubicBezTo>
                    <a:pt x="13" y="0"/>
                    <a:pt x="9" y="1"/>
                    <a:pt x="5" y="3"/>
                  </a:cubicBezTo>
                  <a:cubicBezTo>
                    <a:pt x="2" y="4"/>
                    <a:pt x="0" y="6"/>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17" name="Freeform 2522"/>
            <p:cNvSpPr/>
            <p:nvPr/>
          </p:nvSpPr>
          <p:spPr bwMode="auto">
            <a:xfrm>
              <a:off x="6688442" y="9940703"/>
              <a:ext cx="41275" cy="19050"/>
            </a:xfrm>
            <a:custGeom>
              <a:avLst/>
              <a:gdLst>
                <a:gd name="T0" fmla="*/ 1 w 15"/>
                <a:gd name="T1" fmla="*/ 6 h 7"/>
                <a:gd name="T2" fmla="*/ 7 w 15"/>
                <a:gd name="T3" fmla="*/ 6 h 7"/>
                <a:gd name="T4" fmla="*/ 15 w 15"/>
                <a:gd name="T5" fmla="*/ 0 h 7"/>
                <a:gd name="T6" fmla="*/ 7 w 15"/>
                <a:gd name="T7" fmla="*/ 1 h 7"/>
                <a:gd name="T8" fmla="*/ 1 w 15"/>
                <a:gd name="T9" fmla="*/ 6 h 7"/>
              </a:gdLst>
              <a:ahLst/>
              <a:cxnLst>
                <a:cxn ang="0">
                  <a:pos x="T0" y="T1"/>
                </a:cxn>
                <a:cxn ang="0">
                  <a:pos x="T2" y="T3"/>
                </a:cxn>
                <a:cxn ang="0">
                  <a:pos x="T4" y="T5"/>
                </a:cxn>
                <a:cxn ang="0">
                  <a:pos x="T6" y="T7"/>
                </a:cxn>
                <a:cxn ang="0">
                  <a:pos x="T8" y="T9"/>
                </a:cxn>
              </a:cxnLst>
              <a:rect l="0" t="0" r="r" b="b"/>
              <a:pathLst>
                <a:path w="15" h="7">
                  <a:moveTo>
                    <a:pt x="1" y="6"/>
                  </a:moveTo>
                  <a:cubicBezTo>
                    <a:pt x="0" y="7"/>
                    <a:pt x="4" y="7"/>
                    <a:pt x="7" y="6"/>
                  </a:cubicBezTo>
                  <a:cubicBezTo>
                    <a:pt x="10" y="4"/>
                    <a:pt x="12" y="3"/>
                    <a:pt x="15" y="0"/>
                  </a:cubicBezTo>
                  <a:cubicBezTo>
                    <a:pt x="12" y="1"/>
                    <a:pt x="10" y="1"/>
                    <a:pt x="7" y="1"/>
                  </a:cubicBezTo>
                  <a:cubicBezTo>
                    <a:pt x="4" y="2"/>
                    <a:pt x="1"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18" name="Freeform 2523"/>
            <p:cNvSpPr/>
            <p:nvPr/>
          </p:nvSpPr>
          <p:spPr bwMode="auto">
            <a:xfrm>
              <a:off x="6901167" y="9850216"/>
              <a:ext cx="39688" cy="22225"/>
            </a:xfrm>
            <a:custGeom>
              <a:avLst/>
              <a:gdLst>
                <a:gd name="T0" fmla="*/ 1 w 15"/>
                <a:gd name="T1" fmla="*/ 7 h 8"/>
                <a:gd name="T2" fmla="*/ 8 w 15"/>
                <a:gd name="T3" fmla="*/ 6 h 8"/>
                <a:gd name="T4" fmla="*/ 15 w 15"/>
                <a:gd name="T5" fmla="*/ 0 h 8"/>
                <a:gd name="T6" fmla="*/ 6 w 15"/>
                <a:gd name="T7" fmla="*/ 2 h 8"/>
                <a:gd name="T8" fmla="*/ 1 w 15"/>
                <a:gd name="T9" fmla="*/ 7 h 8"/>
              </a:gdLst>
              <a:ahLst/>
              <a:cxnLst>
                <a:cxn ang="0">
                  <a:pos x="T0" y="T1"/>
                </a:cxn>
                <a:cxn ang="0">
                  <a:pos x="T2" y="T3"/>
                </a:cxn>
                <a:cxn ang="0">
                  <a:pos x="T4" y="T5"/>
                </a:cxn>
                <a:cxn ang="0">
                  <a:pos x="T6" y="T7"/>
                </a:cxn>
                <a:cxn ang="0">
                  <a:pos x="T8" y="T9"/>
                </a:cxn>
              </a:cxnLst>
              <a:rect l="0" t="0" r="r" b="b"/>
              <a:pathLst>
                <a:path w="15" h="8">
                  <a:moveTo>
                    <a:pt x="1" y="7"/>
                  </a:moveTo>
                  <a:cubicBezTo>
                    <a:pt x="2" y="8"/>
                    <a:pt x="6" y="7"/>
                    <a:pt x="8" y="6"/>
                  </a:cubicBezTo>
                  <a:cubicBezTo>
                    <a:pt x="11" y="4"/>
                    <a:pt x="12" y="3"/>
                    <a:pt x="15" y="0"/>
                  </a:cubicBezTo>
                  <a:cubicBezTo>
                    <a:pt x="11" y="1"/>
                    <a:pt x="8" y="1"/>
                    <a:pt x="6" y="2"/>
                  </a:cubicBezTo>
                  <a:cubicBezTo>
                    <a:pt x="2" y="3"/>
                    <a:pt x="0" y="6"/>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19" name="Freeform 2524"/>
            <p:cNvSpPr/>
            <p:nvPr/>
          </p:nvSpPr>
          <p:spPr bwMode="auto">
            <a:xfrm>
              <a:off x="7112304" y="9769253"/>
              <a:ext cx="38100" cy="22225"/>
            </a:xfrm>
            <a:custGeom>
              <a:avLst/>
              <a:gdLst>
                <a:gd name="T0" fmla="*/ 1 w 14"/>
                <a:gd name="T1" fmla="*/ 6 h 8"/>
                <a:gd name="T2" fmla="*/ 9 w 14"/>
                <a:gd name="T3" fmla="*/ 6 h 8"/>
                <a:gd name="T4" fmla="*/ 13 w 14"/>
                <a:gd name="T5" fmla="*/ 2 h 8"/>
                <a:gd name="T6" fmla="*/ 6 w 14"/>
                <a:gd name="T7" fmla="*/ 2 h 8"/>
                <a:gd name="T8" fmla="*/ 1 w 14"/>
                <a:gd name="T9" fmla="*/ 6 h 8"/>
              </a:gdLst>
              <a:ahLst/>
              <a:cxnLst>
                <a:cxn ang="0">
                  <a:pos x="T0" y="T1"/>
                </a:cxn>
                <a:cxn ang="0">
                  <a:pos x="T2" y="T3"/>
                </a:cxn>
                <a:cxn ang="0">
                  <a:pos x="T4" y="T5"/>
                </a:cxn>
                <a:cxn ang="0">
                  <a:pos x="T6" y="T7"/>
                </a:cxn>
                <a:cxn ang="0">
                  <a:pos x="T8" y="T9"/>
                </a:cxn>
              </a:cxnLst>
              <a:rect l="0" t="0" r="r" b="b"/>
              <a:pathLst>
                <a:path w="14" h="8">
                  <a:moveTo>
                    <a:pt x="1" y="6"/>
                  </a:moveTo>
                  <a:cubicBezTo>
                    <a:pt x="1" y="7"/>
                    <a:pt x="4" y="8"/>
                    <a:pt x="9" y="6"/>
                  </a:cubicBezTo>
                  <a:cubicBezTo>
                    <a:pt x="10" y="5"/>
                    <a:pt x="12" y="3"/>
                    <a:pt x="13" y="2"/>
                  </a:cubicBezTo>
                  <a:cubicBezTo>
                    <a:pt x="14" y="0"/>
                    <a:pt x="9" y="0"/>
                    <a:pt x="6" y="2"/>
                  </a:cubicBezTo>
                  <a:cubicBezTo>
                    <a:pt x="2" y="3"/>
                    <a:pt x="0"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20" name="Freeform 2525"/>
            <p:cNvSpPr/>
            <p:nvPr/>
          </p:nvSpPr>
          <p:spPr bwMode="auto">
            <a:xfrm>
              <a:off x="7326617" y="9700991"/>
              <a:ext cx="33338" cy="19050"/>
            </a:xfrm>
            <a:custGeom>
              <a:avLst/>
              <a:gdLst>
                <a:gd name="T0" fmla="*/ 0 w 12"/>
                <a:gd name="T1" fmla="*/ 5 h 7"/>
                <a:gd name="T2" fmla="*/ 7 w 12"/>
                <a:gd name="T3" fmla="*/ 5 h 7"/>
                <a:gd name="T4" fmla="*/ 12 w 12"/>
                <a:gd name="T5" fmla="*/ 0 h 7"/>
                <a:gd name="T6" fmla="*/ 5 w 12"/>
                <a:gd name="T7" fmla="*/ 0 h 7"/>
                <a:gd name="T8" fmla="*/ 0 w 12"/>
                <a:gd name="T9" fmla="*/ 5 h 7"/>
              </a:gdLst>
              <a:ahLst/>
              <a:cxnLst>
                <a:cxn ang="0">
                  <a:pos x="T0" y="T1"/>
                </a:cxn>
                <a:cxn ang="0">
                  <a:pos x="T2" y="T3"/>
                </a:cxn>
                <a:cxn ang="0">
                  <a:pos x="T4" y="T5"/>
                </a:cxn>
                <a:cxn ang="0">
                  <a:pos x="T6" y="T7"/>
                </a:cxn>
                <a:cxn ang="0">
                  <a:pos x="T8" y="T9"/>
                </a:cxn>
              </a:cxnLst>
              <a:rect l="0" t="0" r="r" b="b"/>
              <a:pathLst>
                <a:path w="12" h="7">
                  <a:moveTo>
                    <a:pt x="0" y="5"/>
                  </a:moveTo>
                  <a:cubicBezTo>
                    <a:pt x="0" y="6"/>
                    <a:pt x="3" y="7"/>
                    <a:pt x="7" y="5"/>
                  </a:cubicBezTo>
                  <a:cubicBezTo>
                    <a:pt x="10" y="4"/>
                    <a:pt x="12" y="2"/>
                    <a:pt x="12" y="0"/>
                  </a:cubicBezTo>
                  <a:cubicBezTo>
                    <a:pt x="10" y="0"/>
                    <a:pt x="8" y="0"/>
                    <a:pt x="5" y="0"/>
                  </a:cubicBezTo>
                  <a:cubicBezTo>
                    <a:pt x="2" y="1"/>
                    <a:pt x="0" y="3"/>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21" name="Freeform 2526"/>
            <p:cNvSpPr/>
            <p:nvPr/>
          </p:nvSpPr>
          <p:spPr bwMode="auto">
            <a:xfrm>
              <a:off x="7539342" y="9645428"/>
              <a:ext cx="36513" cy="17463"/>
            </a:xfrm>
            <a:custGeom>
              <a:avLst/>
              <a:gdLst>
                <a:gd name="T0" fmla="*/ 0 w 14"/>
                <a:gd name="T1" fmla="*/ 5 h 7"/>
                <a:gd name="T2" fmla="*/ 7 w 14"/>
                <a:gd name="T3" fmla="*/ 6 h 7"/>
                <a:gd name="T4" fmla="*/ 12 w 14"/>
                <a:gd name="T5" fmla="*/ 1 h 7"/>
                <a:gd name="T6" fmla="*/ 6 w 14"/>
                <a:gd name="T7" fmla="*/ 0 h 7"/>
                <a:gd name="T8" fmla="*/ 0 w 14"/>
                <a:gd name="T9" fmla="*/ 5 h 7"/>
              </a:gdLst>
              <a:ahLst/>
              <a:cxnLst>
                <a:cxn ang="0">
                  <a:pos x="T0" y="T1"/>
                </a:cxn>
                <a:cxn ang="0">
                  <a:pos x="T2" y="T3"/>
                </a:cxn>
                <a:cxn ang="0">
                  <a:pos x="T4" y="T5"/>
                </a:cxn>
                <a:cxn ang="0">
                  <a:pos x="T6" y="T7"/>
                </a:cxn>
                <a:cxn ang="0">
                  <a:pos x="T8" y="T9"/>
                </a:cxn>
              </a:cxnLst>
              <a:rect l="0" t="0" r="r" b="b"/>
              <a:pathLst>
                <a:path w="14" h="7">
                  <a:moveTo>
                    <a:pt x="0" y="5"/>
                  </a:moveTo>
                  <a:cubicBezTo>
                    <a:pt x="1" y="6"/>
                    <a:pt x="4" y="7"/>
                    <a:pt x="7" y="6"/>
                  </a:cubicBezTo>
                  <a:cubicBezTo>
                    <a:pt x="11" y="5"/>
                    <a:pt x="14" y="2"/>
                    <a:pt x="12" y="1"/>
                  </a:cubicBezTo>
                  <a:cubicBezTo>
                    <a:pt x="11" y="0"/>
                    <a:pt x="8" y="0"/>
                    <a:pt x="6" y="0"/>
                  </a:cubicBezTo>
                  <a:cubicBezTo>
                    <a:pt x="1" y="1"/>
                    <a:pt x="0" y="3"/>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22" name="Freeform 2527"/>
            <p:cNvSpPr/>
            <p:nvPr/>
          </p:nvSpPr>
          <p:spPr bwMode="auto">
            <a:xfrm>
              <a:off x="7750479" y="9604153"/>
              <a:ext cx="38100" cy="19050"/>
            </a:xfrm>
            <a:custGeom>
              <a:avLst/>
              <a:gdLst>
                <a:gd name="T0" fmla="*/ 1 w 14"/>
                <a:gd name="T1" fmla="*/ 4 h 7"/>
                <a:gd name="T2" fmla="*/ 6 w 14"/>
                <a:gd name="T3" fmla="*/ 7 h 7"/>
                <a:gd name="T4" fmla="*/ 13 w 14"/>
                <a:gd name="T5" fmla="*/ 3 h 7"/>
                <a:gd name="T6" fmla="*/ 6 w 14"/>
                <a:gd name="T7" fmla="*/ 0 h 7"/>
                <a:gd name="T8" fmla="*/ 1 w 14"/>
                <a:gd name="T9" fmla="*/ 4 h 7"/>
              </a:gdLst>
              <a:ahLst/>
              <a:cxnLst>
                <a:cxn ang="0">
                  <a:pos x="T0" y="T1"/>
                </a:cxn>
                <a:cxn ang="0">
                  <a:pos x="T2" y="T3"/>
                </a:cxn>
                <a:cxn ang="0">
                  <a:pos x="T4" y="T5"/>
                </a:cxn>
                <a:cxn ang="0">
                  <a:pos x="T6" y="T7"/>
                </a:cxn>
                <a:cxn ang="0">
                  <a:pos x="T8" y="T9"/>
                </a:cxn>
              </a:cxnLst>
              <a:rect l="0" t="0" r="r" b="b"/>
              <a:pathLst>
                <a:path w="14" h="7">
                  <a:moveTo>
                    <a:pt x="1" y="4"/>
                  </a:moveTo>
                  <a:cubicBezTo>
                    <a:pt x="1" y="5"/>
                    <a:pt x="4" y="6"/>
                    <a:pt x="6" y="7"/>
                  </a:cubicBezTo>
                  <a:cubicBezTo>
                    <a:pt x="9" y="5"/>
                    <a:pt x="12" y="4"/>
                    <a:pt x="13" y="3"/>
                  </a:cubicBezTo>
                  <a:cubicBezTo>
                    <a:pt x="14" y="1"/>
                    <a:pt x="10" y="0"/>
                    <a:pt x="6" y="0"/>
                  </a:cubicBezTo>
                  <a:cubicBezTo>
                    <a:pt x="3" y="1"/>
                    <a:pt x="0" y="2"/>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23" name="Freeform 2528"/>
            <p:cNvSpPr/>
            <p:nvPr/>
          </p:nvSpPr>
          <p:spPr bwMode="auto">
            <a:xfrm>
              <a:off x="7964792" y="9573991"/>
              <a:ext cx="34925" cy="22225"/>
            </a:xfrm>
            <a:custGeom>
              <a:avLst/>
              <a:gdLst>
                <a:gd name="T0" fmla="*/ 0 w 13"/>
                <a:gd name="T1" fmla="*/ 4 h 8"/>
                <a:gd name="T2" fmla="*/ 7 w 13"/>
                <a:gd name="T3" fmla="*/ 7 h 8"/>
                <a:gd name="T4" fmla="*/ 13 w 13"/>
                <a:gd name="T5" fmla="*/ 4 h 8"/>
                <a:gd name="T6" fmla="*/ 6 w 13"/>
                <a:gd name="T7" fmla="*/ 1 h 8"/>
                <a:gd name="T8" fmla="*/ 0 w 13"/>
                <a:gd name="T9" fmla="*/ 4 h 8"/>
              </a:gdLst>
              <a:ahLst/>
              <a:cxnLst>
                <a:cxn ang="0">
                  <a:pos x="T0" y="T1"/>
                </a:cxn>
                <a:cxn ang="0">
                  <a:pos x="T2" y="T3"/>
                </a:cxn>
                <a:cxn ang="0">
                  <a:pos x="T4" y="T5"/>
                </a:cxn>
                <a:cxn ang="0">
                  <a:pos x="T6" y="T7"/>
                </a:cxn>
                <a:cxn ang="0">
                  <a:pos x="T8" y="T9"/>
                </a:cxn>
              </a:cxnLst>
              <a:rect l="0" t="0" r="r" b="b"/>
              <a:pathLst>
                <a:path w="13" h="8">
                  <a:moveTo>
                    <a:pt x="0" y="4"/>
                  </a:moveTo>
                  <a:cubicBezTo>
                    <a:pt x="0" y="6"/>
                    <a:pt x="3" y="8"/>
                    <a:pt x="7" y="7"/>
                  </a:cubicBezTo>
                  <a:cubicBezTo>
                    <a:pt x="9" y="6"/>
                    <a:pt x="11" y="4"/>
                    <a:pt x="13" y="4"/>
                  </a:cubicBezTo>
                  <a:cubicBezTo>
                    <a:pt x="13" y="1"/>
                    <a:pt x="10" y="0"/>
                    <a:pt x="6" y="1"/>
                  </a:cubicBezTo>
                  <a:cubicBezTo>
                    <a:pt x="3" y="1"/>
                    <a:pt x="0" y="3"/>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24" name="Freeform 2529"/>
            <p:cNvSpPr/>
            <p:nvPr/>
          </p:nvSpPr>
          <p:spPr bwMode="auto">
            <a:xfrm>
              <a:off x="8175929" y="9532716"/>
              <a:ext cx="38100" cy="19050"/>
            </a:xfrm>
            <a:custGeom>
              <a:avLst/>
              <a:gdLst>
                <a:gd name="T0" fmla="*/ 1 w 14"/>
                <a:gd name="T1" fmla="*/ 4 h 7"/>
                <a:gd name="T2" fmla="*/ 6 w 14"/>
                <a:gd name="T3" fmla="*/ 7 h 7"/>
                <a:gd name="T4" fmla="*/ 13 w 14"/>
                <a:gd name="T5" fmla="*/ 2 h 7"/>
                <a:gd name="T6" fmla="*/ 6 w 14"/>
                <a:gd name="T7" fmla="*/ 1 h 7"/>
                <a:gd name="T8" fmla="*/ 1 w 14"/>
                <a:gd name="T9" fmla="*/ 4 h 7"/>
              </a:gdLst>
              <a:ahLst/>
              <a:cxnLst>
                <a:cxn ang="0">
                  <a:pos x="T0" y="T1"/>
                </a:cxn>
                <a:cxn ang="0">
                  <a:pos x="T2" y="T3"/>
                </a:cxn>
                <a:cxn ang="0">
                  <a:pos x="T4" y="T5"/>
                </a:cxn>
                <a:cxn ang="0">
                  <a:pos x="T6" y="T7"/>
                </a:cxn>
                <a:cxn ang="0">
                  <a:pos x="T8" y="T9"/>
                </a:cxn>
              </a:cxnLst>
              <a:rect l="0" t="0" r="r" b="b"/>
              <a:pathLst>
                <a:path w="14" h="7">
                  <a:moveTo>
                    <a:pt x="1" y="4"/>
                  </a:moveTo>
                  <a:cubicBezTo>
                    <a:pt x="1" y="6"/>
                    <a:pt x="4" y="6"/>
                    <a:pt x="6" y="7"/>
                  </a:cubicBezTo>
                  <a:cubicBezTo>
                    <a:pt x="9" y="5"/>
                    <a:pt x="12" y="4"/>
                    <a:pt x="13" y="2"/>
                  </a:cubicBezTo>
                  <a:cubicBezTo>
                    <a:pt x="14" y="1"/>
                    <a:pt x="10" y="0"/>
                    <a:pt x="6" y="1"/>
                  </a:cubicBezTo>
                  <a:cubicBezTo>
                    <a:pt x="3" y="1"/>
                    <a:pt x="0"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25" name="Freeform 2530"/>
            <p:cNvSpPr/>
            <p:nvPr/>
          </p:nvSpPr>
          <p:spPr bwMode="auto">
            <a:xfrm>
              <a:off x="8388654" y="9475566"/>
              <a:ext cx="38100" cy="22225"/>
            </a:xfrm>
            <a:custGeom>
              <a:avLst/>
              <a:gdLst>
                <a:gd name="T0" fmla="*/ 1 w 14"/>
                <a:gd name="T1" fmla="*/ 6 h 8"/>
                <a:gd name="T2" fmla="*/ 8 w 14"/>
                <a:gd name="T3" fmla="*/ 6 h 8"/>
                <a:gd name="T4" fmla="*/ 13 w 14"/>
                <a:gd name="T5" fmla="*/ 2 h 8"/>
                <a:gd name="T6" fmla="*/ 6 w 14"/>
                <a:gd name="T7" fmla="*/ 1 h 8"/>
                <a:gd name="T8" fmla="*/ 1 w 14"/>
                <a:gd name="T9" fmla="*/ 6 h 8"/>
              </a:gdLst>
              <a:ahLst/>
              <a:cxnLst>
                <a:cxn ang="0">
                  <a:pos x="T0" y="T1"/>
                </a:cxn>
                <a:cxn ang="0">
                  <a:pos x="T2" y="T3"/>
                </a:cxn>
                <a:cxn ang="0">
                  <a:pos x="T4" y="T5"/>
                </a:cxn>
                <a:cxn ang="0">
                  <a:pos x="T6" y="T7"/>
                </a:cxn>
                <a:cxn ang="0">
                  <a:pos x="T8" y="T9"/>
                </a:cxn>
              </a:cxnLst>
              <a:rect l="0" t="0" r="r" b="b"/>
              <a:pathLst>
                <a:path w="14" h="8">
                  <a:moveTo>
                    <a:pt x="1" y="6"/>
                  </a:moveTo>
                  <a:cubicBezTo>
                    <a:pt x="1" y="7"/>
                    <a:pt x="4" y="8"/>
                    <a:pt x="8" y="6"/>
                  </a:cubicBezTo>
                  <a:cubicBezTo>
                    <a:pt x="10" y="5"/>
                    <a:pt x="12" y="4"/>
                    <a:pt x="13" y="2"/>
                  </a:cubicBezTo>
                  <a:cubicBezTo>
                    <a:pt x="14" y="1"/>
                    <a:pt x="10" y="0"/>
                    <a:pt x="6" y="1"/>
                  </a:cubicBezTo>
                  <a:cubicBezTo>
                    <a:pt x="2" y="2"/>
                    <a:pt x="0" y="4"/>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26" name="Freeform 2531"/>
            <p:cNvSpPr/>
            <p:nvPr/>
          </p:nvSpPr>
          <p:spPr bwMode="auto">
            <a:xfrm>
              <a:off x="8599792" y="9410478"/>
              <a:ext cx="38100" cy="19050"/>
            </a:xfrm>
            <a:custGeom>
              <a:avLst/>
              <a:gdLst>
                <a:gd name="T0" fmla="*/ 0 w 14"/>
                <a:gd name="T1" fmla="*/ 5 h 7"/>
                <a:gd name="T2" fmla="*/ 6 w 14"/>
                <a:gd name="T3" fmla="*/ 6 h 7"/>
                <a:gd name="T4" fmla="*/ 12 w 14"/>
                <a:gd name="T5" fmla="*/ 1 h 7"/>
                <a:gd name="T6" fmla="*/ 7 w 14"/>
                <a:gd name="T7" fmla="*/ 0 h 7"/>
                <a:gd name="T8" fmla="*/ 0 w 14"/>
                <a:gd name="T9" fmla="*/ 5 h 7"/>
              </a:gdLst>
              <a:ahLst/>
              <a:cxnLst>
                <a:cxn ang="0">
                  <a:pos x="T0" y="T1"/>
                </a:cxn>
                <a:cxn ang="0">
                  <a:pos x="T2" y="T3"/>
                </a:cxn>
                <a:cxn ang="0">
                  <a:pos x="T4" y="T5"/>
                </a:cxn>
                <a:cxn ang="0">
                  <a:pos x="T6" y="T7"/>
                </a:cxn>
                <a:cxn ang="0">
                  <a:pos x="T8" y="T9"/>
                </a:cxn>
              </a:cxnLst>
              <a:rect l="0" t="0" r="r" b="b"/>
              <a:pathLst>
                <a:path w="14" h="7">
                  <a:moveTo>
                    <a:pt x="0" y="5"/>
                  </a:moveTo>
                  <a:cubicBezTo>
                    <a:pt x="1" y="6"/>
                    <a:pt x="3" y="7"/>
                    <a:pt x="6" y="6"/>
                  </a:cubicBezTo>
                  <a:cubicBezTo>
                    <a:pt x="10" y="5"/>
                    <a:pt x="14" y="2"/>
                    <a:pt x="12" y="1"/>
                  </a:cubicBezTo>
                  <a:cubicBezTo>
                    <a:pt x="11" y="0"/>
                    <a:pt x="9" y="0"/>
                    <a:pt x="7" y="0"/>
                  </a:cubicBezTo>
                  <a:cubicBezTo>
                    <a:pt x="2" y="2"/>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27" name="Freeform 2532"/>
            <p:cNvSpPr/>
            <p:nvPr/>
          </p:nvSpPr>
          <p:spPr bwMode="auto">
            <a:xfrm>
              <a:off x="8810929" y="9335866"/>
              <a:ext cx="36513" cy="19050"/>
            </a:xfrm>
            <a:custGeom>
              <a:avLst/>
              <a:gdLst>
                <a:gd name="T0" fmla="*/ 0 w 13"/>
                <a:gd name="T1" fmla="*/ 5 h 7"/>
                <a:gd name="T2" fmla="*/ 7 w 13"/>
                <a:gd name="T3" fmla="*/ 5 h 7"/>
                <a:gd name="T4" fmla="*/ 12 w 13"/>
                <a:gd name="T5" fmla="*/ 0 h 7"/>
                <a:gd name="T6" fmla="*/ 6 w 13"/>
                <a:gd name="T7" fmla="*/ 1 h 7"/>
                <a:gd name="T8" fmla="*/ 0 w 13"/>
                <a:gd name="T9" fmla="*/ 5 h 7"/>
              </a:gdLst>
              <a:ahLst/>
              <a:cxnLst>
                <a:cxn ang="0">
                  <a:pos x="T0" y="T1"/>
                </a:cxn>
                <a:cxn ang="0">
                  <a:pos x="T2" y="T3"/>
                </a:cxn>
                <a:cxn ang="0">
                  <a:pos x="T4" y="T5"/>
                </a:cxn>
                <a:cxn ang="0">
                  <a:pos x="T6" y="T7"/>
                </a:cxn>
                <a:cxn ang="0">
                  <a:pos x="T8" y="T9"/>
                </a:cxn>
              </a:cxnLst>
              <a:rect l="0" t="0" r="r" b="b"/>
              <a:pathLst>
                <a:path w="13" h="7">
                  <a:moveTo>
                    <a:pt x="0" y="5"/>
                  </a:moveTo>
                  <a:cubicBezTo>
                    <a:pt x="0" y="7"/>
                    <a:pt x="4" y="7"/>
                    <a:pt x="7" y="5"/>
                  </a:cubicBezTo>
                  <a:cubicBezTo>
                    <a:pt x="10" y="4"/>
                    <a:pt x="13" y="1"/>
                    <a:pt x="12" y="0"/>
                  </a:cubicBezTo>
                  <a:cubicBezTo>
                    <a:pt x="10" y="0"/>
                    <a:pt x="8" y="0"/>
                    <a:pt x="6" y="1"/>
                  </a:cubicBezTo>
                  <a:cubicBezTo>
                    <a:pt x="2" y="2"/>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28" name="Freeform 2533"/>
            <p:cNvSpPr/>
            <p:nvPr/>
          </p:nvSpPr>
          <p:spPr bwMode="auto">
            <a:xfrm>
              <a:off x="9020479" y="9248553"/>
              <a:ext cx="34925" cy="19050"/>
            </a:xfrm>
            <a:custGeom>
              <a:avLst/>
              <a:gdLst>
                <a:gd name="T0" fmla="*/ 1 w 13"/>
                <a:gd name="T1" fmla="*/ 6 h 7"/>
                <a:gd name="T2" fmla="*/ 8 w 13"/>
                <a:gd name="T3" fmla="*/ 5 h 7"/>
                <a:gd name="T4" fmla="*/ 12 w 13"/>
                <a:gd name="T5" fmla="*/ 2 h 7"/>
                <a:gd name="T6" fmla="*/ 5 w 13"/>
                <a:gd name="T7" fmla="*/ 2 h 7"/>
                <a:gd name="T8" fmla="*/ 1 w 13"/>
                <a:gd name="T9" fmla="*/ 6 h 7"/>
              </a:gdLst>
              <a:ahLst/>
              <a:cxnLst>
                <a:cxn ang="0">
                  <a:pos x="T0" y="T1"/>
                </a:cxn>
                <a:cxn ang="0">
                  <a:pos x="T2" y="T3"/>
                </a:cxn>
                <a:cxn ang="0">
                  <a:pos x="T4" y="T5"/>
                </a:cxn>
                <a:cxn ang="0">
                  <a:pos x="T6" y="T7"/>
                </a:cxn>
                <a:cxn ang="0">
                  <a:pos x="T8" y="T9"/>
                </a:cxn>
              </a:cxnLst>
              <a:rect l="0" t="0" r="r" b="b"/>
              <a:pathLst>
                <a:path w="13" h="7">
                  <a:moveTo>
                    <a:pt x="1" y="6"/>
                  </a:moveTo>
                  <a:cubicBezTo>
                    <a:pt x="1" y="7"/>
                    <a:pt x="4" y="7"/>
                    <a:pt x="8" y="5"/>
                  </a:cubicBezTo>
                  <a:cubicBezTo>
                    <a:pt x="9" y="4"/>
                    <a:pt x="12" y="3"/>
                    <a:pt x="12" y="2"/>
                  </a:cubicBezTo>
                  <a:cubicBezTo>
                    <a:pt x="13" y="0"/>
                    <a:pt x="9" y="1"/>
                    <a:pt x="5" y="2"/>
                  </a:cubicBezTo>
                  <a:cubicBezTo>
                    <a:pt x="2" y="4"/>
                    <a:pt x="0"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29" name="Freeform 2534"/>
            <p:cNvSpPr/>
            <p:nvPr/>
          </p:nvSpPr>
          <p:spPr bwMode="auto">
            <a:xfrm>
              <a:off x="9230029" y="9158066"/>
              <a:ext cx="39688" cy="19050"/>
            </a:xfrm>
            <a:custGeom>
              <a:avLst/>
              <a:gdLst>
                <a:gd name="T0" fmla="*/ 1 w 15"/>
                <a:gd name="T1" fmla="*/ 7 h 7"/>
                <a:gd name="T2" fmla="*/ 8 w 15"/>
                <a:gd name="T3" fmla="*/ 5 h 7"/>
                <a:gd name="T4" fmla="*/ 15 w 15"/>
                <a:gd name="T5" fmla="*/ 0 h 7"/>
                <a:gd name="T6" fmla="*/ 6 w 15"/>
                <a:gd name="T7" fmla="*/ 2 h 7"/>
                <a:gd name="T8" fmla="*/ 1 w 15"/>
                <a:gd name="T9" fmla="*/ 7 h 7"/>
              </a:gdLst>
              <a:ahLst/>
              <a:cxnLst>
                <a:cxn ang="0">
                  <a:pos x="T0" y="T1"/>
                </a:cxn>
                <a:cxn ang="0">
                  <a:pos x="T2" y="T3"/>
                </a:cxn>
                <a:cxn ang="0">
                  <a:pos x="T4" y="T5"/>
                </a:cxn>
                <a:cxn ang="0">
                  <a:pos x="T6" y="T7"/>
                </a:cxn>
                <a:cxn ang="0">
                  <a:pos x="T8" y="T9"/>
                </a:cxn>
              </a:cxnLst>
              <a:rect l="0" t="0" r="r" b="b"/>
              <a:pathLst>
                <a:path w="15" h="7">
                  <a:moveTo>
                    <a:pt x="1" y="7"/>
                  </a:moveTo>
                  <a:cubicBezTo>
                    <a:pt x="2" y="7"/>
                    <a:pt x="6" y="6"/>
                    <a:pt x="8" y="5"/>
                  </a:cubicBezTo>
                  <a:cubicBezTo>
                    <a:pt x="11" y="3"/>
                    <a:pt x="12" y="2"/>
                    <a:pt x="15" y="0"/>
                  </a:cubicBezTo>
                  <a:cubicBezTo>
                    <a:pt x="11" y="1"/>
                    <a:pt x="9" y="1"/>
                    <a:pt x="6" y="2"/>
                  </a:cubicBezTo>
                  <a:cubicBezTo>
                    <a:pt x="2" y="4"/>
                    <a:pt x="0" y="6"/>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30" name="Freeform 2535"/>
            <p:cNvSpPr/>
            <p:nvPr/>
          </p:nvSpPr>
          <p:spPr bwMode="auto">
            <a:xfrm>
              <a:off x="9441167" y="9064403"/>
              <a:ext cx="34925" cy="19050"/>
            </a:xfrm>
            <a:custGeom>
              <a:avLst/>
              <a:gdLst>
                <a:gd name="T0" fmla="*/ 5 w 13"/>
                <a:gd name="T1" fmla="*/ 3 h 7"/>
                <a:gd name="T2" fmla="*/ 0 w 13"/>
                <a:gd name="T3" fmla="*/ 7 h 7"/>
                <a:gd name="T4" fmla="*/ 8 w 13"/>
                <a:gd name="T5" fmla="*/ 5 h 7"/>
                <a:gd name="T6" fmla="*/ 12 w 13"/>
                <a:gd name="T7" fmla="*/ 1 h 7"/>
                <a:gd name="T8" fmla="*/ 5 w 13"/>
                <a:gd name="T9" fmla="*/ 3 h 7"/>
              </a:gdLst>
              <a:ahLst/>
              <a:cxnLst>
                <a:cxn ang="0">
                  <a:pos x="T0" y="T1"/>
                </a:cxn>
                <a:cxn ang="0">
                  <a:pos x="T2" y="T3"/>
                </a:cxn>
                <a:cxn ang="0">
                  <a:pos x="T4" y="T5"/>
                </a:cxn>
                <a:cxn ang="0">
                  <a:pos x="T6" y="T7"/>
                </a:cxn>
                <a:cxn ang="0">
                  <a:pos x="T8" y="T9"/>
                </a:cxn>
              </a:cxnLst>
              <a:rect l="0" t="0" r="r" b="b"/>
              <a:pathLst>
                <a:path w="13" h="7">
                  <a:moveTo>
                    <a:pt x="5" y="3"/>
                  </a:moveTo>
                  <a:cubicBezTo>
                    <a:pt x="2" y="4"/>
                    <a:pt x="0" y="6"/>
                    <a:pt x="0" y="7"/>
                  </a:cubicBezTo>
                  <a:cubicBezTo>
                    <a:pt x="1" y="7"/>
                    <a:pt x="3" y="7"/>
                    <a:pt x="8" y="5"/>
                  </a:cubicBezTo>
                  <a:cubicBezTo>
                    <a:pt x="9" y="4"/>
                    <a:pt x="11" y="2"/>
                    <a:pt x="12" y="1"/>
                  </a:cubicBezTo>
                  <a:cubicBezTo>
                    <a:pt x="13" y="0"/>
                    <a:pt x="9" y="1"/>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31" name="Freeform 2536"/>
            <p:cNvSpPr/>
            <p:nvPr/>
          </p:nvSpPr>
          <p:spPr bwMode="auto">
            <a:xfrm>
              <a:off x="9650717" y="8969153"/>
              <a:ext cx="34925" cy="19050"/>
            </a:xfrm>
            <a:custGeom>
              <a:avLst/>
              <a:gdLst>
                <a:gd name="T0" fmla="*/ 0 w 13"/>
                <a:gd name="T1" fmla="*/ 6 h 7"/>
                <a:gd name="T2" fmla="*/ 6 w 13"/>
                <a:gd name="T3" fmla="*/ 5 h 7"/>
                <a:gd name="T4" fmla="*/ 12 w 13"/>
                <a:gd name="T5" fmla="*/ 1 h 7"/>
                <a:gd name="T6" fmla="*/ 8 w 13"/>
                <a:gd name="T7" fmla="*/ 1 h 7"/>
                <a:gd name="T8" fmla="*/ 0 w 13"/>
                <a:gd name="T9" fmla="*/ 6 h 7"/>
              </a:gdLst>
              <a:ahLst/>
              <a:cxnLst>
                <a:cxn ang="0">
                  <a:pos x="T0" y="T1"/>
                </a:cxn>
                <a:cxn ang="0">
                  <a:pos x="T2" y="T3"/>
                </a:cxn>
                <a:cxn ang="0">
                  <a:pos x="T4" y="T5"/>
                </a:cxn>
                <a:cxn ang="0">
                  <a:pos x="T6" y="T7"/>
                </a:cxn>
                <a:cxn ang="0">
                  <a:pos x="T8" y="T9"/>
                </a:cxn>
              </a:cxnLst>
              <a:rect l="0" t="0" r="r" b="b"/>
              <a:pathLst>
                <a:path w="13" h="7">
                  <a:moveTo>
                    <a:pt x="0" y="6"/>
                  </a:moveTo>
                  <a:cubicBezTo>
                    <a:pt x="0" y="7"/>
                    <a:pt x="3" y="6"/>
                    <a:pt x="6" y="5"/>
                  </a:cubicBezTo>
                  <a:cubicBezTo>
                    <a:pt x="9" y="3"/>
                    <a:pt x="13" y="1"/>
                    <a:pt x="12" y="1"/>
                  </a:cubicBezTo>
                  <a:cubicBezTo>
                    <a:pt x="11" y="0"/>
                    <a:pt x="9" y="1"/>
                    <a:pt x="8" y="1"/>
                  </a:cubicBezTo>
                  <a:cubicBezTo>
                    <a:pt x="3" y="4"/>
                    <a:pt x="0"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32" name="Freeform 2537"/>
            <p:cNvSpPr/>
            <p:nvPr/>
          </p:nvSpPr>
          <p:spPr bwMode="auto">
            <a:xfrm>
              <a:off x="9858679" y="8870728"/>
              <a:ext cx="36513" cy="19050"/>
            </a:xfrm>
            <a:custGeom>
              <a:avLst/>
              <a:gdLst>
                <a:gd name="T0" fmla="*/ 0 w 13"/>
                <a:gd name="T1" fmla="*/ 6 h 7"/>
                <a:gd name="T2" fmla="*/ 7 w 13"/>
                <a:gd name="T3" fmla="*/ 4 h 7"/>
                <a:gd name="T4" fmla="*/ 13 w 13"/>
                <a:gd name="T5" fmla="*/ 1 h 7"/>
                <a:gd name="T6" fmla="*/ 7 w 13"/>
                <a:gd name="T7" fmla="*/ 2 h 7"/>
                <a:gd name="T8" fmla="*/ 0 w 13"/>
                <a:gd name="T9" fmla="*/ 6 h 7"/>
              </a:gdLst>
              <a:ahLst/>
              <a:cxnLst>
                <a:cxn ang="0">
                  <a:pos x="T0" y="T1"/>
                </a:cxn>
                <a:cxn ang="0">
                  <a:pos x="T2" y="T3"/>
                </a:cxn>
                <a:cxn ang="0">
                  <a:pos x="T4" y="T5"/>
                </a:cxn>
                <a:cxn ang="0">
                  <a:pos x="T6" y="T7"/>
                </a:cxn>
                <a:cxn ang="0">
                  <a:pos x="T8" y="T9"/>
                </a:cxn>
              </a:cxnLst>
              <a:rect l="0" t="0" r="r" b="b"/>
              <a:pathLst>
                <a:path w="13" h="7">
                  <a:moveTo>
                    <a:pt x="0" y="6"/>
                  </a:moveTo>
                  <a:cubicBezTo>
                    <a:pt x="0" y="7"/>
                    <a:pt x="4" y="6"/>
                    <a:pt x="7" y="4"/>
                  </a:cubicBezTo>
                  <a:cubicBezTo>
                    <a:pt x="9" y="3"/>
                    <a:pt x="11" y="2"/>
                    <a:pt x="13" y="1"/>
                  </a:cubicBezTo>
                  <a:cubicBezTo>
                    <a:pt x="13" y="0"/>
                    <a:pt x="10" y="1"/>
                    <a:pt x="7" y="2"/>
                  </a:cubicBezTo>
                  <a:cubicBezTo>
                    <a:pt x="3" y="4"/>
                    <a:pt x="1"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33" name="Freeform 2538"/>
            <p:cNvSpPr/>
            <p:nvPr/>
          </p:nvSpPr>
          <p:spPr bwMode="auto">
            <a:xfrm>
              <a:off x="10068229" y="8773891"/>
              <a:ext cx="38100" cy="15875"/>
            </a:xfrm>
            <a:custGeom>
              <a:avLst/>
              <a:gdLst>
                <a:gd name="T0" fmla="*/ 1 w 14"/>
                <a:gd name="T1" fmla="*/ 6 h 6"/>
                <a:gd name="T2" fmla="*/ 8 w 14"/>
                <a:gd name="T3" fmla="*/ 3 h 6"/>
                <a:gd name="T4" fmla="*/ 13 w 14"/>
                <a:gd name="T5" fmla="*/ 1 h 6"/>
                <a:gd name="T6" fmla="*/ 6 w 14"/>
                <a:gd name="T7" fmla="*/ 3 h 6"/>
                <a:gd name="T8" fmla="*/ 1 w 14"/>
                <a:gd name="T9" fmla="*/ 6 h 6"/>
              </a:gdLst>
              <a:ahLst/>
              <a:cxnLst>
                <a:cxn ang="0">
                  <a:pos x="T0" y="T1"/>
                </a:cxn>
                <a:cxn ang="0">
                  <a:pos x="T2" y="T3"/>
                </a:cxn>
                <a:cxn ang="0">
                  <a:pos x="T4" y="T5"/>
                </a:cxn>
                <a:cxn ang="0">
                  <a:pos x="T6" y="T7"/>
                </a:cxn>
                <a:cxn ang="0">
                  <a:pos x="T8" y="T9"/>
                </a:cxn>
              </a:cxnLst>
              <a:rect l="0" t="0" r="r" b="b"/>
              <a:pathLst>
                <a:path w="14" h="6">
                  <a:moveTo>
                    <a:pt x="1" y="6"/>
                  </a:moveTo>
                  <a:cubicBezTo>
                    <a:pt x="1" y="6"/>
                    <a:pt x="4" y="5"/>
                    <a:pt x="8" y="3"/>
                  </a:cubicBezTo>
                  <a:cubicBezTo>
                    <a:pt x="10" y="3"/>
                    <a:pt x="12" y="1"/>
                    <a:pt x="13" y="1"/>
                  </a:cubicBezTo>
                  <a:cubicBezTo>
                    <a:pt x="14" y="0"/>
                    <a:pt x="9" y="1"/>
                    <a:pt x="6" y="3"/>
                  </a:cubicBezTo>
                  <a:cubicBezTo>
                    <a:pt x="2" y="5"/>
                    <a:pt x="0"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34" name="Freeform 2539"/>
            <p:cNvSpPr/>
            <p:nvPr/>
          </p:nvSpPr>
          <p:spPr bwMode="auto">
            <a:xfrm>
              <a:off x="10277779" y="8678641"/>
              <a:ext cx="38100" cy="15875"/>
            </a:xfrm>
            <a:custGeom>
              <a:avLst/>
              <a:gdLst>
                <a:gd name="T0" fmla="*/ 1 w 14"/>
                <a:gd name="T1" fmla="*/ 6 h 6"/>
                <a:gd name="T2" fmla="*/ 6 w 14"/>
                <a:gd name="T3" fmla="*/ 4 h 6"/>
                <a:gd name="T4" fmla="*/ 13 w 14"/>
                <a:gd name="T5" fmla="*/ 1 h 6"/>
                <a:gd name="T6" fmla="*/ 6 w 14"/>
                <a:gd name="T7" fmla="*/ 3 h 6"/>
                <a:gd name="T8" fmla="*/ 1 w 14"/>
                <a:gd name="T9" fmla="*/ 6 h 6"/>
              </a:gdLst>
              <a:ahLst/>
              <a:cxnLst>
                <a:cxn ang="0">
                  <a:pos x="T0" y="T1"/>
                </a:cxn>
                <a:cxn ang="0">
                  <a:pos x="T2" y="T3"/>
                </a:cxn>
                <a:cxn ang="0">
                  <a:pos x="T4" y="T5"/>
                </a:cxn>
                <a:cxn ang="0">
                  <a:pos x="T6" y="T7"/>
                </a:cxn>
                <a:cxn ang="0">
                  <a:pos x="T8" y="T9"/>
                </a:cxn>
              </a:cxnLst>
              <a:rect l="0" t="0" r="r" b="b"/>
              <a:pathLst>
                <a:path w="14" h="6">
                  <a:moveTo>
                    <a:pt x="1" y="6"/>
                  </a:moveTo>
                  <a:cubicBezTo>
                    <a:pt x="2" y="6"/>
                    <a:pt x="4" y="5"/>
                    <a:pt x="6" y="4"/>
                  </a:cubicBezTo>
                  <a:cubicBezTo>
                    <a:pt x="9" y="3"/>
                    <a:pt x="12" y="1"/>
                    <a:pt x="13" y="1"/>
                  </a:cubicBezTo>
                  <a:cubicBezTo>
                    <a:pt x="14" y="0"/>
                    <a:pt x="10" y="1"/>
                    <a:pt x="6" y="3"/>
                  </a:cubicBezTo>
                  <a:cubicBezTo>
                    <a:pt x="3" y="4"/>
                    <a:pt x="0"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35" name="Freeform 2540"/>
            <p:cNvSpPr/>
            <p:nvPr/>
          </p:nvSpPr>
          <p:spPr bwMode="auto">
            <a:xfrm>
              <a:off x="10488917" y="8586566"/>
              <a:ext cx="34925" cy="15875"/>
            </a:xfrm>
            <a:custGeom>
              <a:avLst/>
              <a:gdLst>
                <a:gd name="T0" fmla="*/ 7 w 13"/>
                <a:gd name="T1" fmla="*/ 2 h 6"/>
                <a:gd name="T2" fmla="*/ 0 w 13"/>
                <a:gd name="T3" fmla="*/ 6 h 6"/>
                <a:gd name="T4" fmla="*/ 6 w 13"/>
                <a:gd name="T5" fmla="*/ 3 h 6"/>
                <a:gd name="T6" fmla="*/ 12 w 13"/>
                <a:gd name="T7" fmla="*/ 0 h 6"/>
                <a:gd name="T8" fmla="*/ 7 w 13"/>
                <a:gd name="T9" fmla="*/ 2 h 6"/>
              </a:gdLst>
              <a:ahLst/>
              <a:cxnLst>
                <a:cxn ang="0">
                  <a:pos x="T0" y="T1"/>
                </a:cxn>
                <a:cxn ang="0">
                  <a:pos x="T2" y="T3"/>
                </a:cxn>
                <a:cxn ang="0">
                  <a:pos x="T4" y="T5"/>
                </a:cxn>
                <a:cxn ang="0">
                  <a:pos x="T6" y="T7"/>
                </a:cxn>
                <a:cxn ang="0">
                  <a:pos x="T8" y="T9"/>
                </a:cxn>
              </a:cxnLst>
              <a:rect l="0" t="0" r="r" b="b"/>
              <a:pathLst>
                <a:path w="13" h="6">
                  <a:moveTo>
                    <a:pt x="7" y="2"/>
                  </a:moveTo>
                  <a:cubicBezTo>
                    <a:pt x="2" y="4"/>
                    <a:pt x="0" y="5"/>
                    <a:pt x="0" y="6"/>
                  </a:cubicBezTo>
                  <a:cubicBezTo>
                    <a:pt x="0" y="6"/>
                    <a:pt x="3" y="5"/>
                    <a:pt x="6" y="3"/>
                  </a:cubicBezTo>
                  <a:cubicBezTo>
                    <a:pt x="10" y="2"/>
                    <a:pt x="13" y="0"/>
                    <a:pt x="12" y="0"/>
                  </a:cubicBezTo>
                  <a:cubicBezTo>
                    <a:pt x="11" y="1"/>
                    <a:pt x="8" y="2"/>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36" name="Freeform 2541"/>
            <p:cNvSpPr/>
            <p:nvPr/>
          </p:nvSpPr>
          <p:spPr bwMode="auto">
            <a:xfrm>
              <a:off x="10684179" y="8496078"/>
              <a:ext cx="52388" cy="22225"/>
            </a:xfrm>
            <a:custGeom>
              <a:avLst/>
              <a:gdLst>
                <a:gd name="T0" fmla="*/ 6 w 19"/>
                <a:gd name="T1" fmla="*/ 6 h 8"/>
                <a:gd name="T2" fmla="*/ 0 w 19"/>
                <a:gd name="T3" fmla="*/ 8 h 8"/>
                <a:gd name="T4" fmla="*/ 4 w 19"/>
                <a:gd name="T5" fmla="*/ 7 h 8"/>
                <a:gd name="T6" fmla="*/ 10 w 19"/>
                <a:gd name="T7" fmla="*/ 4 h 8"/>
                <a:gd name="T8" fmla="*/ 11 w 19"/>
                <a:gd name="T9" fmla="*/ 4 h 8"/>
                <a:gd name="T10" fmla="*/ 18 w 19"/>
                <a:gd name="T11" fmla="*/ 1 h 8"/>
                <a:gd name="T12" fmla="*/ 11 w 19"/>
                <a:gd name="T13" fmla="*/ 3 h 8"/>
                <a:gd name="T14" fmla="*/ 6 w 19"/>
                <a:gd name="T15" fmla="*/ 6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8">
                  <a:moveTo>
                    <a:pt x="6" y="6"/>
                  </a:moveTo>
                  <a:cubicBezTo>
                    <a:pt x="3" y="7"/>
                    <a:pt x="0" y="8"/>
                    <a:pt x="0" y="8"/>
                  </a:cubicBezTo>
                  <a:cubicBezTo>
                    <a:pt x="0" y="8"/>
                    <a:pt x="2" y="8"/>
                    <a:pt x="4" y="7"/>
                  </a:cubicBezTo>
                  <a:cubicBezTo>
                    <a:pt x="7" y="6"/>
                    <a:pt x="9" y="5"/>
                    <a:pt x="10" y="4"/>
                  </a:cubicBezTo>
                  <a:cubicBezTo>
                    <a:pt x="10" y="4"/>
                    <a:pt x="11" y="4"/>
                    <a:pt x="11" y="4"/>
                  </a:cubicBezTo>
                  <a:cubicBezTo>
                    <a:pt x="14" y="3"/>
                    <a:pt x="17" y="1"/>
                    <a:pt x="18" y="1"/>
                  </a:cubicBezTo>
                  <a:cubicBezTo>
                    <a:pt x="19" y="0"/>
                    <a:pt x="15" y="2"/>
                    <a:pt x="11" y="3"/>
                  </a:cubicBezTo>
                  <a:cubicBezTo>
                    <a:pt x="8" y="5"/>
                    <a:pt x="5" y="6"/>
                    <a:pt x="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37" name="Freeform 2542"/>
            <p:cNvSpPr/>
            <p:nvPr/>
          </p:nvSpPr>
          <p:spPr bwMode="auto">
            <a:xfrm>
              <a:off x="10906429" y="8415116"/>
              <a:ext cx="34925" cy="12700"/>
            </a:xfrm>
            <a:custGeom>
              <a:avLst/>
              <a:gdLst>
                <a:gd name="T0" fmla="*/ 1 w 13"/>
                <a:gd name="T1" fmla="*/ 5 h 5"/>
                <a:gd name="T2" fmla="*/ 9 w 13"/>
                <a:gd name="T3" fmla="*/ 2 h 5"/>
                <a:gd name="T4" fmla="*/ 13 w 13"/>
                <a:gd name="T5" fmla="*/ 0 h 5"/>
                <a:gd name="T6" fmla="*/ 5 w 13"/>
                <a:gd name="T7" fmla="*/ 3 h 5"/>
                <a:gd name="T8" fmla="*/ 1 w 13"/>
                <a:gd name="T9" fmla="*/ 5 h 5"/>
              </a:gdLst>
              <a:ahLst/>
              <a:cxnLst>
                <a:cxn ang="0">
                  <a:pos x="T0" y="T1"/>
                </a:cxn>
                <a:cxn ang="0">
                  <a:pos x="T2" y="T3"/>
                </a:cxn>
                <a:cxn ang="0">
                  <a:pos x="T4" y="T5"/>
                </a:cxn>
                <a:cxn ang="0">
                  <a:pos x="T6" y="T7"/>
                </a:cxn>
                <a:cxn ang="0">
                  <a:pos x="T8" y="T9"/>
                </a:cxn>
              </a:cxnLst>
              <a:rect l="0" t="0" r="r" b="b"/>
              <a:pathLst>
                <a:path w="13" h="5">
                  <a:moveTo>
                    <a:pt x="1" y="5"/>
                  </a:moveTo>
                  <a:cubicBezTo>
                    <a:pt x="2" y="5"/>
                    <a:pt x="5" y="4"/>
                    <a:pt x="9" y="2"/>
                  </a:cubicBezTo>
                  <a:cubicBezTo>
                    <a:pt x="10" y="2"/>
                    <a:pt x="13" y="1"/>
                    <a:pt x="13" y="0"/>
                  </a:cubicBezTo>
                  <a:cubicBezTo>
                    <a:pt x="13" y="0"/>
                    <a:pt x="9" y="2"/>
                    <a:pt x="5" y="3"/>
                  </a:cubicBezTo>
                  <a:cubicBezTo>
                    <a:pt x="2" y="4"/>
                    <a:pt x="0" y="5"/>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38" name="Freeform 2543"/>
            <p:cNvSpPr/>
            <p:nvPr/>
          </p:nvSpPr>
          <p:spPr bwMode="auto">
            <a:xfrm>
              <a:off x="11120742" y="8343678"/>
              <a:ext cx="33338" cy="11113"/>
            </a:xfrm>
            <a:custGeom>
              <a:avLst/>
              <a:gdLst>
                <a:gd name="T0" fmla="*/ 5 w 12"/>
                <a:gd name="T1" fmla="*/ 1 h 4"/>
                <a:gd name="T2" fmla="*/ 0 w 12"/>
                <a:gd name="T3" fmla="*/ 4 h 4"/>
                <a:gd name="T4" fmla="*/ 7 w 12"/>
                <a:gd name="T5" fmla="*/ 2 h 4"/>
                <a:gd name="T6" fmla="*/ 12 w 12"/>
                <a:gd name="T7" fmla="*/ 0 h 4"/>
                <a:gd name="T8" fmla="*/ 5 w 12"/>
                <a:gd name="T9" fmla="*/ 1 h 4"/>
              </a:gdLst>
              <a:ahLst/>
              <a:cxnLst>
                <a:cxn ang="0">
                  <a:pos x="T0" y="T1"/>
                </a:cxn>
                <a:cxn ang="0">
                  <a:pos x="T2" y="T3"/>
                </a:cxn>
                <a:cxn ang="0">
                  <a:pos x="T4" y="T5"/>
                </a:cxn>
                <a:cxn ang="0">
                  <a:pos x="T6" y="T7"/>
                </a:cxn>
                <a:cxn ang="0">
                  <a:pos x="T8" y="T9"/>
                </a:cxn>
              </a:cxnLst>
              <a:rect l="0" t="0" r="r" b="b"/>
              <a:pathLst>
                <a:path w="12" h="4">
                  <a:moveTo>
                    <a:pt x="5" y="1"/>
                  </a:moveTo>
                  <a:cubicBezTo>
                    <a:pt x="2" y="2"/>
                    <a:pt x="0" y="3"/>
                    <a:pt x="0" y="4"/>
                  </a:cubicBezTo>
                  <a:cubicBezTo>
                    <a:pt x="0" y="4"/>
                    <a:pt x="3" y="3"/>
                    <a:pt x="7" y="2"/>
                  </a:cubicBezTo>
                  <a:cubicBezTo>
                    <a:pt x="10" y="1"/>
                    <a:pt x="12" y="0"/>
                    <a:pt x="12" y="0"/>
                  </a:cubicBezTo>
                  <a:cubicBezTo>
                    <a:pt x="10" y="0"/>
                    <a:pt x="8" y="1"/>
                    <a:pt x="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39" name="Freeform 2544"/>
            <p:cNvSpPr/>
            <p:nvPr/>
          </p:nvSpPr>
          <p:spPr bwMode="auto">
            <a:xfrm>
              <a:off x="11330292" y="8262716"/>
              <a:ext cx="34925" cy="15875"/>
            </a:xfrm>
            <a:custGeom>
              <a:avLst/>
              <a:gdLst>
                <a:gd name="T0" fmla="*/ 1 w 13"/>
                <a:gd name="T1" fmla="*/ 6 h 6"/>
                <a:gd name="T2" fmla="*/ 9 w 13"/>
                <a:gd name="T3" fmla="*/ 4 h 6"/>
                <a:gd name="T4" fmla="*/ 12 w 13"/>
                <a:gd name="T5" fmla="*/ 1 h 6"/>
                <a:gd name="T6" fmla="*/ 5 w 13"/>
                <a:gd name="T7" fmla="*/ 2 h 6"/>
                <a:gd name="T8" fmla="*/ 1 w 13"/>
                <a:gd name="T9" fmla="*/ 6 h 6"/>
              </a:gdLst>
              <a:ahLst/>
              <a:cxnLst>
                <a:cxn ang="0">
                  <a:pos x="T0" y="T1"/>
                </a:cxn>
                <a:cxn ang="0">
                  <a:pos x="T2" y="T3"/>
                </a:cxn>
                <a:cxn ang="0">
                  <a:pos x="T4" y="T5"/>
                </a:cxn>
                <a:cxn ang="0">
                  <a:pos x="T6" y="T7"/>
                </a:cxn>
                <a:cxn ang="0">
                  <a:pos x="T8" y="T9"/>
                </a:cxn>
              </a:cxnLst>
              <a:rect l="0" t="0" r="r" b="b"/>
              <a:pathLst>
                <a:path w="13" h="6">
                  <a:moveTo>
                    <a:pt x="1" y="6"/>
                  </a:moveTo>
                  <a:cubicBezTo>
                    <a:pt x="1" y="6"/>
                    <a:pt x="4" y="6"/>
                    <a:pt x="9" y="4"/>
                  </a:cubicBezTo>
                  <a:cubicBezTo>
                    <a:pt x="10" y="3"/>
                    <a:pt x="12" y="2"/>
                    <a:pt x="12" y="1"/>
                  </a:cubicBezTo>
                  <a:cubicBezTo>
                    <a:pt x="13" y="0"/>
                    <a:pt x="8" y="1"/>
                    <a:pt x="5" y="2"/>
                  </a:cubicBezTo>
                  <a:cubicBezTo>
                    <a:pt x="2" y="4"/>
                    <a:pt x="0"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40" name="Freeform 2545"/>
            <p:cNvSpPr/>
            <p:nvPr/>
          </p:nvSpPr>
          <p:spPr bwMode="auto">
            <a:xfrm>
              <a:off x="11539842" y="8181753"/>
              <a:ext cx="39688" cy="19050"/>
            </a:xfrm>
            <a:custGeom>
              <a:avLst/>
              <a:gdLst>
                <a:gd name="T0" fmla="*/ 1 w 15"/>
                <a:gd name="T1" fmla="*/ 6 h 7"/>
                <a:gd name="T2" fmla="*/ 9 w 15"/>
                <a:gd name="T3" fmla="*/ 6 h 7"/>
                <a:gd name="T4" fmla="*/ 15 w 15"/>
                <a:gd name="T5" fmla="*/ 0 h 7"/>
                <a:gd name="T6" fmla="*/ 6 w 15"/>
                <a:gd name="T7" fmla="*/ 1 h 7"/>
                <a:gd name="T8" fmla="*/ 1 w 15"/>
                <a:gd name="T9" fmla="*/ 6 h 7"/>
              </a:gdLst>
              <a:ahLst/>
              <a:cxnLst>
                <a:cxn ang="0">
                  <a:pos x="T0" y="T1"/>
                </a:cxn>
                <a:cxn ang="0">
                  <a:pos x="T2" y="T3"/>
                </a:cxn>
                <a:cxn ang="0">
                  <a:pos x="T4" y="T5"/>
                </a:cxn>
                <a:cxn ang="0">
                  <a:pos x="T6" y="T7"/>
                </a:cxn>
                <a:cxn ang="0">
                  <a:pos x="T8" y="T9"/>
                </a:cxn>
              </a:cxnLst>
              <a:rect l="0" t="0" r="r" b="b"/>
              <a:pathLst>
                <a:path w="15" h="7">
                  <a:moveTo>
                    <a:pt x="1" y="6"/>
                  </a:moveTo>
                  <a:cubicBezTo>
                    <a:pt x="2" y="7"/>
                    <a:pt x="6" y="7"/>
                    <a:pt x="9" y="6"/>
                  </a:cubicBezTo>
                  <a:cubicBezTo>
                    <a:pt x="11" y="4"/>
                    <a:pt x="12" y="3"/>
                    <a:pt x="15" y="0"/>
                  </a:cubicBezTo>
                  <a:cubicBezTo>
                    <a:pt x="11" y="1"/>
                    <a:pt x="9" y="0"/>
                    <a:pt x="6" y="1"/>
                  </a:cubicBezTo>
                  <a:cubicBezTo>
                    <a:pt x="3" y="2"/>
                    <a:pt x="0"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41" name="Freeform 2546"/>
            <p:cNvSpPr/>
            <p:nvPr/>
          </p:nvSpPr>
          <p:spPr bwMode="auto">
            <a:xfrm>
              <a:off x="-302909" y="11620278"/>
              <a:ext cx="33338" cy="25400"/>
            </a:xfrm>
            <a:custGeom>
              <a:avLst/>
              <a:gdLst>
                <a:gd name="T0" fmla="*/ 12 w 12"/>
                <a:gd name="T1" fmla="*/ 0 h 9"/>
                <a:gd name="T2" fmla="*/ 5 w 12"/>
                <a:gd name="T3" fmla="*/ 2 h 9"/>
                <a:gd name="T4" fmla="*/ 0 w 12"/>
                <a:gd name="T5" fmla="*/ 7 h 9"/>
                <a:gd name="T6" fmla="*/ 7 w 12"/>
                <a:gd name="T7" fmla="*/ 6 h 9"/>
                <a:gd name="T8" fmla="*/ 12 w 12"/>
                <a:gd name="T9" fmla="*/ 0 h 9"/>
              </a:gdLst>
              <a:ahLst/>
              <a:cxnLst>
                <a:cxn ang="0">
                  <a:pos x="T0" y="T1"/>
                </a:cxn>
                <a:cxn ang="0">
                  <a:pos x="T2" y="T3"/>
                </a:cxn>
                <a:cxn ang="0">
                  <a:pos x="T4" y="T5"/>
                </a:cxn>
                <a:cxn ang="0">
                  <a:pos x="T6" y="T7"/>
                </a:cxn>
                <a:cxn ang="0">
                  <a:pos x="T8" y="T9"/>
                </a:cxn>
              </a:cxnLst>
              <a:rect l="0" t="0" r="r" b="b"/>
              <a:pathLst>
                <a:path w="12" h="9">
                  <a:moveTo>
                    <a:pt x="12" y="0"/>
                  </a:moveTo>
                  <a:cubicBezTo>
                    <a:pt x="10" y="0"/>
                    <a:pt x="8" y="1"/>
                    <a:pt x="5" y="2"/>
                  </a:cubicBezTo>
                  <a:cubicBezTo>
                    <a:pt x="2" y="3"/>
                    <a:pt x="0" y="6"/>
                    <a:pt x="0" y="7"/>
                  </a:cubicBezTo>
                  <a:cubicBezTo>
                    <a:pt x="0" y="9"/>
                    <a:pt x="3" y="9"/>
                    <a:pt x="7" y="6"/>
                  </a:cubicBezTo>
                  <a:cubicBezTo>
                    <a:pt x="10" y="4"/>
                    <a:pt x="12" y="2"/>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42" name="Freeform 2547"/>
            <p:cNvSpPr/>
            <p:nvPr/>
          </p:nvSpPr>
          <p:spPr bwMode="auto">
            <a:xfrm>
              <a:off x="-96534" y="11442478"/>
              <a:ext cx="33338" cy="39688"/>
            </a:xfrm>
            <a:custGeom>
              <a:avLst/>
              <a:gdLst>
                <a:gd name="T0" fmla="*/ 6 w 12"/>
                <a:gd name="T1" fmla="*/ 4 h 15"/>
                <a:gd name="T2" fmla="*/ 0 w 12"/>
                <a:gd name="T3" fmla="*/ 13 h 15"/>
                <a:gd name="T4" fmla="*/ 7 w 12"/>
                <a:gd name="T5" fmla="*/ 10 h 15"/>
                <a:gd name="T6" fmla="*/ 12 w 12"/>
                <a:gd name="T7" fmla="*/ 2 h 15"/>
                <a:gd name="T8" fmla="*/ 6 w 12"/>
                <a:gd name="T9" fmla="*/ 4 h 15"/>
              </a:gdLst>
              <a:ahLst/>
              <a:cxnLst>
                <a:cxn ang="0">
                  <a:pos x="T0" y="T1"/>
                </a:cxn>
                <a:cxn ang="0">
                  <a:pos x="T2" y="T3"/>
                </a:cxn>
                <a:cxn ang="0">
                  <a:pos x="T4" y="T5"/>
                </a:cxn>
                <a:cxn ang="0">
                  <a:pos x="T6" y="T7"/>
                </a:cxn>
                <a:cxn ang="0">
                  <a:pos x="T8" y="T9"/>
                </a:cxn>
              </a:cxnLst>
              <a:rect l="0" t="0" r="r" b="b"/>
              <a:pathLst>
                <a:path w="12" h="15">
                  <a:moveTo>
                    <a:pt x="6" y="4"/>
                  </a:moveTo>
                  <a:cubicBezTo>
                    <a:pt x="3" y="8"/>
                    <a:pt x="0" y="11"/>
                    <a:pt x="0" y="13"/>
                  </a:cubicBezTo>
                  <a:cubicBezTo>
                    <a:pt x="0" y="15"/>
                    <a:pt x="3" y="14"/>
                    <a:pt x="7" y="10"/>
                  </a:cubicBezTo>
                  <a:cubicBezTo>
                    <a:pt x="9" y="7"/>
                    <a:pt x="11" y="4"/>
                    <a:pt x="12" y="2"/>
                  </a:cubicBezTo>
                  <a:cubicBezTo>
                    <a:pt x="12" y="0"/>
                    <a:pt x="9" y="1"/>
                    <a:pt x="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43" name="Freeform 2548"/>
            <p:cNvSpPr/>
            <p:nvPr/>
          </p:nvSpPr>
          <p:spPr bwMode="auto">
            <a:xfrm>
              <a:off x="106667" y="11190066"/>
              <a:ext cx="33338" cy="50800"/>
            </a:xfrm>
            <a:custGeom>
              <a:avLst/>
              <a:gdLst>
                <a:gd name="T0" fmla="*/ 0 w 12"/>
                <a:gd name="T1" fmla="*/ 19 h 19"/>
                <a:gd name="T2" fmla="*/ 9 w 12"/>
                <a:gd name="T3" fmla="*/ 11 h 19"/>
                <a:gd name="T4" fmla="*/ 12 w 12"/>
                <a:gd name="T5" fmla="*/ 3 h 19"/>
                <a:gd name="T6" fmla="*/ 4 w 12"/>
                <a:gd name="T7" fmla="*/ 10 h 19"/>
                <a:gd name="T8" fmla="*/ 0 w 12"/>
                <a:gd name="T9" fmla="*/ 19 h 19"/>
              </a:gdLst>
              <a:ahLst/>
              <a:cxnLst>
                <a:cxn ang="0">
                  <a:pos x="T0" y="T1"/>
                </a:cxn>
                <a:cxn ang="0">
                  <a:pos x="T2" y="T3"/>
                </a:cxn>
                <a:cxn ang="0">
                  <a:pos x="T4" y="T5"/>
                </a:cxn>
                <a:cxn ang="0">
                  <a:pos x="T6" y="T7"/>
                </a:cxn>
                <a:cxn ang="0">
                  <a:pos x="T8" y="T9"/>
                </a:cxn>
              </a:cxnLst>
              <a:rect l="0" t="0" r="r" b="b"/>
              <a:pathLst>
                <a:path w="12" h="19">
                  <a:moveTo>
                    <a:pt x="0" y="19"/>
                  </a:moveTo>
                  <a:cubicBezTo>
                    <a:pt x="1" y="19"/>
                    <a:pt x="4" y="17"/>
                    <a:pt x="9" y="11"/>
                  </a:cubicBezTo>
                  <a:cubicBezTo>
                    <a:pt x="9" y="9"/>
                    <a:pt x="12" y="5"/>
                    <a:pt x="12" y="3"/>
                  </a:cubicBezTo>
                  <a:cubicBezTo>
                    <a:pt x="12" y="0"/>
                    <a:pt x="8" y="5"/>
                    <a:pt x="4" y="10"/>
                  </a:cubicBezTo>
                  <a:cubicBezTo>
                    <a:pt x="1" y="14"/>
                    <a:pt x="0" y="18"/>
                    <a:pt x="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44" name="Freeform 2549"/>
            <p:cNvSpPr/>
            <p:nvPr/>
          </p:nvSpPr>
          <p:spPr bwMode="auto">
            <a:xfrm>
              <a:off x="311454" y="10907491"/>
              <a:ext cx="28575" cy="57150"/>
            </a:xfrm>
            <a:custGeom>
              <a:avLst/>
              <a:gdLst>
                <a:gd name="T0" fmla="*/ 5 w 11"/>
                <a:gd name="T1" fmla="*/ 6 h 21"/>
                <a:gd name="T2" fmla="*/ 0 w 11"/>
                <a:gd name="T3" fmla="*/ 18 h 21"/>
                <a:gd name="T4" fmla="*/ 6 w 11"/>
                <a:gd name="T5" fmla="*/ 13 h 21"/>
                <a:gd name="T6" fmla="*/ 11 w 11"/>
                <a:gd name="T7" fmla="*/ 3 h 21"/>
                <a:gd name="T8" fmla="*/ 5 w 11"/>
                <a:gd name="T9" fmla="*/ 6 h 21"/>
              </a:gdLst>
              <a:ahLst/>
              <a:cxnLst>
                <a:cxn ang="0">
                  <a:pos x="T0" y="T1"/>
                </a:cxn>
                <a:cxn ang="0">
                  <a:pos x="T2" y="T3"/>
                </a:cxn>
                <a:cxn ang="0">
                  <a:pos x="T4" y="T5"/>
                </a:cxn>
                <a:cxn ang="0">
                  <a:pos x="T6" y="T7"/>
                </a:cxn>
                <a:cxn ang="0">
                  <a:pos x="T8" y="T9"/>
                </a:cxn>
              </a:cxnLst>
              <a:rect l="0" t="0" r="r" b="b"/>
              <a:pathLst>
                <a:path w="11" h="21">
                  <a:moveTo>
                    <a:pt x="5" y="6"/>
                  </a:moveTo>
                  <a:cubicBezTo>
                    <a:pt x="2" y="11"/>
                    <a:pt x="0" y="16"/>
                    <a:pt x="0" y="18"/>
                  </a:cubicBezTo>
                  <a:cubicBezTo>
                    <a:pt x="0" y="21"/>
                    <a:pt x="3" y="18"/>
                    <a:pt x="6" y="13"/>
                  </a:cubicBezTo>
                  <a:cubicBezTo>
                    <a:pt x="9" y="9"/>
                    <a:pt x="10" y="5"/>
                    <a:pt x="11" y="3"/>
                  </a:cubicBezTo>
                  <a:cubicBezTo>
                    <a:pt x="11" y="0"/>
                    <a:pt x="8" y="2"/>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45" name="Freeform 2550"/>
            <p:cNvSpPr/>
            <p:nvPr/>
          </p:nvSpPr>
          <p:spPr bwMode="auto">
            <a:xfrm>
              <a:off x="511479" y="10628091"/>
              <a:ext cx="34925" cy="47625"/>
            </a:xfrm>
            <a:custGeom>
              <a:avLst/>
              <a:gdLst>
                <a:gd name="T0" fmla="*/ 6 w 13"/>
                <a:gd name="T1" fmla="*/ 3 h 18"/>
                <a:gd name="T2" fmla="*/ 0 w 13"/>
                <a:gd name="T3" fmla="*/ 16 h 18"/>
                <a:gd name="T4" fmla="*/ 6 w 13"/>
                <a:gd name="T5" fmla="*/ 12 h 18"/>
                <a:gd name="T6" fmla="*/ 11 w 13"/>
                <a:gd name="T7" fmla="*/ 0 h 18"/>
                <a:gd name="T8" fmla="*/ 6 w 13"/>
                <a:gd name="T9" fmla="*/ 3 h 18"/>
              </a:gdLst>
              <a:ahLst/>
              <a:cxnLst>
                <a:cxn ang="0">
                  <a:pos x="T0" y="T1"/>
                </a:cxn>
                <a:cxn ang="0">
                  <a:pos x="T2" y="T3"/>
                </a:cxn>
                <a:cxn ang="0">
                  <a:pos x="T4" y="T5"/>
                </a:cxn>
                <a:cxn ang="0">
                  <a:pos x="T6" y="T7"/>
                </a:cxn>
                <a:cxn ang="0">
                  <a:pos x="T8" y="T9"/>
                </a:cxn>
              </a:cxnLst>
              <a:rect l="0" t="0" r="r" b="b"/>
              <a:pathLst>
                <a:path w="13" h="18">
                  <a:moveTo>
                    <a:pt x="6" y="3"/>
                  </a:moveTo>
                  <a:cubicBezTo>
                    <a:pt x="2" y="9"/>
                    <a:pt x="0" y="14"/>
                    <a:pt x="0" y="16"/>
                  </a:cubicBezTo>
                  <a:cubicBezTo>
                    <a:pt x="0" y="18"/>
                    <a:pt x="3" y="16"/>
                    <a:pt x="6" y="12"/>
                  </a:cubicBezTo>
                  <a:cubicBezTo>
                    <a:pt x="9" y="8"/>
                    <a:pt x="13" y="1"/>
                    <a:pt x="11" y="0"/>
                  </a:cubicBezTo>
                  <a:cubicBezTo>
                    <a:pt x="10" y="0"/>
                    <a:pt x="8" y="2"/>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46" name="Freeform 2551"/>
            <p:cNvSpPr/>
            <p:nvPr/>
          </p:nvSpPr>
          <p:spPr bwMode="auto">
            <a:xfrm>
              <a:off x="713092" y="10377266"/>
              <a:ext cx="31750" cy="44450"/>
            </a:xfrm>
            <a:custGeom>
              <a:avLst/>
              <a:gdLst>
                <a:gd name="T0" fmla="*/ 7 w 12"/>
                <a:gd name="T1" fmla="*/ 11 h 16"/>
                <a:gd name="T2" fmla="*/ 12 w 12"/>
                <a:gd name="T3" fmla="*/ 0 h 16"/>
                <a:gd name="T4" fmla="*/ 6 w 12"/>
                <a:gd name="T5" fmla="*/ 4 h 16"/>
                <a:gd name="T6" fmla="*/ 0 w 12"/>
                <a:gd name="T7" fmla="*/ 13 h 16"/>
                <a:gd name="T8" fmla="*/ 7 w 12"/>
                <a:gd name="T9" fmla="*/ 11 h 16"/>
              </a:gdLst>
              <a:ahLst/>
              <a:cxnLst>
                <a:cxn ang="0">
                  <a:pos x="T0" y="T1"/>
                </a:cxn>
                <a:cxn ang="0">
                  <a:pos x="T2" y="T3"/>
                </a:cxn>
                <a:cxn ang="0">
                  <a:pos x="T4" y="T5"/>
                </a:cxn>
                <a:cxn ang="0">
                  <a:pos x="T6" y="T7"/>
                </a:cxn>
                <a:cxn ang="0">
                  <a:pos x="T8" y="T9"/>
                </a:cxn>
              </a:cxnLst>
              <a:rect l="0" t="0" r="r" b="b"/>
              <a:pathLst>
                <a:path w="12" h="16">
                  <a:moveTo>
                    <a:pt x="7" y="11"/>
                  </a:moveTo>
                  <a:cubicBezTo>
                    <a:pt x="10" y="7"/>
                    <a:pt x="12" y="3"/>
                    <a:pt x="12" y="0"/>
                  </a:cubicBezTo>
                  <a:cubicBezTo>
                    <a:pt x="10" y="1"/>
                    <a:pt x="8" y="1"/>
                    <a:pt x="6" y="4"/>
                  </a:cubicBezTo>
                  <a:cubicBezTo>
                    <a:pt x="2" y="6"/>
                    <a:pt x="0" y="11"/>
                    <a:pt x="0" y="13"/>
                  </a:cubicBezTo>
                  <a:cubicBezTo>
                    <a:pt x="1" y="16"/>
                    <a:pt x="4" y="15"/>
                    <a:pt x="7"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47" name="Freeform 2552"/>
            <p:cNvSpPr/>
            <p:nvPr/>
          </p:nvSpPr>
          <p:spPr bwMode="auto">
            <a:xfrm>
              <a:off x="916292" y="10204228"/>
              <a:ext cx="34925" cy="34925"/>
            </a:xfrm>
            <a:custGeom>
              <a:avLst/>
              <a:gdLst>
                <a:gd name="T0" fmla="*/ 1 w 13"/>
                <a:gd name="T1" fmla="*/ 11 h 13"/>
                <a:gd name="T2" fmla="*/ 8 w 13"/>
                <a:gd name="T3" fmla="*/ 11 h 13"/>
                <a:gd name="T4" fmla="*/ 12 w 13"/>
                <a:gd name="T5" fmla="*/ 4 h 13"/>
                <a:gd name="T6" fmla="*/ 5 w 13"/>
                <a:gd name="T7" fmla="*/ 3 h 13"/>
                <a:gd name="T8" fmla="*/ 1 w 13"/>
                <a:gd name="T9" fmla="*/ 11 h 13"/>
              </a:gdLst>
              <a:ahLst/>
              <a:cxnLst>
                <a:cxn ang="0">
                  <a:pos x="T0" y="T1"/>
                </a:cxn>
                <a:cxn ang="0">
                  <a:pos x="T2" y="T3"/>
                </a:cxn>
                <a:cxn ang="0">
                  <a:pos x="T4" y="T5"/>
                </a:cxn>
                <a:cxn ang="0">
                  <a:pos x="T6" y="T7"/>
                </a:cxn>
                <a:cxn ang="0">
                  <a:pos x="T8" y="T9"/>
                </a:cxn>
              </a:cxnLst>
              <a:rect l="0" t="0" r="r" b="b"/>
              <a:pathLst>
                <a:path w="13" h="13">
                  <a:moveTo>
                    <a:pt x="1" y="11"/>
                  </a:moveTo>
                  <a:cubicBezTo>
                    <a:pt x="1" y="13"/>
                    <a:pt x="4" y="13"/>
                    <a:pt x="8" y="11"/>
                  </a:cubicBezTo>
                  <a:cubicBezTo>
                    <a:pt x="9" y="9"/>
                    <a:pt x="12" y="6"/>
                    <a:pt x="12" y="4"/>
                  </a:cubicBezTo>
                  <a:cubicBezTo>
                    <a:pt x="13" y="1"/>
                    <a:pt x="9" y="0"/>
                    <a:pt x="5" y="3"/>
                  </a:cubicBezTo>
                  <a:cubicBezTo>
                    <a:pt x="2" y="5"/>
                    <a:pt x="0" y="8"/>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48" name="Freeform 2553"/>
            <p:cNvSpPr/>
            <p:nvPr/>
          </p:nvSpPr>
          <p:spPr bwMode="auto">
            <a:xfrm>
              <a:off x="1125842" y="10113741"/>
              <a:ext cx="34925" cy="33338"/>
            </a:xfrm>
            <a:custGeom>
              <a:avLst/>
              <a:gdLst>
                <a:gd name="T0" fmla="*/ 0 w 13"/>
                <a:gd name="T1" fmla="*/ 6 h 12"/>
                <a:gd name="T2" fmla="*/ 7 w 13"/>
                <a:gd name="T3" fmla="*/ 10 h 12"/>
                <a:gd name="T4" fmla="*/ 13 w 13"/>
                <a:gd name="T5" fmla="*/ 5 h 12"/>
                <a:gd name="T6" fmla="*/ 6 w 13"/>
                <a:gd name="T7" fmla="*/ 0 h 12"/>
                <a:gd name="T8" fmla="*/ 0 w 13"/>
                <a:gd name="T9" fmla="*/ 6 h 12"/>
              </a:gdLst>
              <a:ahLst/>
              <a:cxnLst>
                <a:cxn ang="0">
                  <a:pos x="T0" y="T1"/>
                </a:cxn>
                <a:cxn ang="0">
                  <a:pos x="T2" y="T3"/>
                </a:cxn>
                <a:cxn ang="0">
                  <a:pos x="T4" y="T5"/>
                </a:cxn>
                <a:cxn ang="0">
                  <a:pos x="T6" y="T7"/>
                </a:cxn>
                <a:cxn ang="0">
                  <a:pos x="T8" y="T9"/>
                </a:cxn>
              </a:cxnLst>
              <a:rect l="0" t="0" r="r" b="b"/>
              <a:pathLst>
                <a:path w="13" h="12">
                  <a:moveTo>
                    <a:pt x="0" y="6"/>
                  </a:moveTo>
                  <a:cubicBezTo>
                    <a:pt x="0" y="10"/>
                    <a:pt x="4" y="12"/>
                    <a:pt x="7" y="10"/>
                  </a:cubicBezTo>
                  <a:cubicBezTo>
                    <a:pt x="10" y="9"/>
                    <a:pt x="11" y="6"/>
                    <a:pt x="13" y="5"/>
                  </a:cubicBezTo>
                  <a:cubicBezTo>
                    <a:pt x="12" y="1"/>
                    <a:pt x="9" y="0"/>
                    <a:pt x="6" y="0"/>
                  </a:cubicBezTo>
                  <a:cubicBezTo>
                    <a:pt x="3" y="1"/>
                    <a:pt x="0" y="4"/>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49" name="Freeform 2554"/>
            <p:cNvSpPr/>
            <p:nvPr/>
          </p:nvSpPr>
          <p:spPr bwMode="auto">
            <a:xfrm>
              <a:off x="1333804" y="10085166"/>
              <a:ext cx="38100" cy="26988"/>
            </a:xfrm>
            <a:custGeom>
              <a:avLst/>
              <a:gdLst>
                <a:gd name="T0" fmla="*/ 1 w 14"/>
                <a:gd name="T1" fmla="*/ 5 h 10"/>
                <a:gd name="T2" fmla="*/ 9 w 14"/>
                <a:gd name="T3" fmla="*/ 10 h 10"/>
                <a:gd name="T4" fmla="*/ 13 w 14"/>
                <a:gd name="T5" fmla="*/ 6 h 10"/>
                <a:gd name="T6" fmla="*/ 6 w 14"/>
                <a:gd name="T7" fmla="*/ 0 h 10"/>
                <a:gd name="T8" fmla="*/ 1 w 14"/>
                <a:gd name="T9" fmla="*/ 5 h 10"/>
              </a:gdLst>
              <a:ahLst/>
              <a:cxnLst>
                <a:cxn ang="0">
                  <a:pos x="T0" y="T1"/>
                </a:cxn>
                <a:cxn ang="0">
                  <a:pos x="T2" y="T3"/>
                </a:cxn>
                <a:cxn ang="0">
                  <a:pos x="T4" y="T5"/>
                </a:cxn>
                <a:cxn ang="0">
                  <a:pos x="T6" y="T7"/>
                </a:cxn>
                <a:cxn ang="0">
                  <a:pos x="T8" y="T9"/>
                </a:cxn>
              </a:cxnLst>
              <a:rect l="0" t="0" r="r" b="b"/>
              <a:pathLst>
                <a:path w="14" h="10">
                  <a:moveTo>
                    <a:pt x="1" y="5"/>
                  </a:moveTo>
                  <a:cubicBezTo>
                    <a:pt x="1" y="8"/>
                    <a:pt x="4" y="10"/>
                    <a:pt x="9" y="10"/>
                  </a:cubicBezTo>
                  <a:cubicBezTo>
                    <a:pt x="10" y="9"/>
                    <a:pt x="12" y="8"/>
                    <a:pt x="13" y="6"/>
                  </a:cubicBezTo>
                  <a:cubicBezTo>
                    <a:pt x="14" y="3"/>
                    <a:pt x="10" y="0"/>
                    <a:pt x="6" y="0"/>
                  </a:cubicBezTo>
                  <a:cubicBezTo>
                    <a:pt x="3" y="0"/>
                    <a:pt x="0" y="2"/>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50" name="Freeform 2555"/>
            <p:cNvSpPr/>
            <p:nvPr/>
          </p:nvSpPr>
          <p:spPr bwMode="auto">
            <a:xfrm>
              <a:off x="1546529" y="10104216"/>
              <a:ext cx="39688" cy="31750"/>
            </a:xfrm>
            <a:custGeom>
              <a:avLst/>
              <a:gdLst>
                <a:gd name="T0" fmla="*/ 2 w 15"/>
                <a:gd name="T1" fmla="*/ 6 h 12"/>
                <a:gd name="T2" fmla="*/ 9 w 15"/>
                <a:gd name="T3" fmla="*/ 12 h 12"/>
                <a:gd name="T4" fmla="*/ 15 w 15"/>
                <a:gd name="T5" fmla="*/ 7 h 12"/>
                <a:gd name="T6" fmla="*/ 6 w 15"/>
                <a:gd name="T7" fmla="*/ 1 h 12"/>
                <a:gd name="T8" fmla="*/ 2 w 15"/>
                <a:gd name="T9" fmla="*/ 6 h 12"/>
              </a:gdLst>
              <a:ahLst/>
              <a:cxnLst>
                <a:cxn ang="0">
                  <a:pos x="T0" y="T1"/>
                </a:cxn>
                <a:cxn ang="0">
                  <a:pos x="T2" y="T3"/>
                </a:cxn>
                <a:cxn ang="0">
                  <a:pos x="T4" y="T5"/>
                </a:cxn>
                <a:cxn ang="0">
                  <a:pos x="T6" y="T7"/>
                </a:cxn>
                <a:cxn ang="0">
                  <a:pos x="T8" y="T9"/>
                </a:cxn>
              </a:cxnLst>
              <a:rect l="0" t="0" r="r" b="b"/>
              <a:pathLst>
                <a:path w="15" h="12">
                  <a:moveTo>
                    <a:pt x="2" y="6"/>
                  </a:moveTo>
                  <a:cubicBezTo>
                    <a:pt x="3" y="9"/>
                    <a:pt x="7" y="12"/>
                    <a:pt x="9" y="12"/>
                  </a:cubicBezTo>
                  <a:cubicBezTo>
                    <a:pt x="12" y="11"/>
                    <a:pt x="13" y="9"/>
                    <a:pt x="15" y="7"/>
                  </a:cubicBezTo>
                  <a:cubicBezTo>
                    <a:pt x="12" y="4"/>
                    <a:pt x="9" y="2"/>
                    <a:pt x="6" y="1"/>
                  </a:cubicBezTo>
                  <a:cubicBezTo>
                    <a:pt x="3" y="0"/>
                    <a:pt x="0" y="3"/>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51" name="Freeform 2556"/>
            <p:cNvSpPr/>
            <p:nvPr/>
          </p:nvSpPr>
          <p:spPr bwMode="auto">
            <a:xfrm>
              <a:off x="1762429" y="10169303"/>
              <a:ext cx="38100" cy="34925"/>
            </a:xfrm>
            <a:custGeom>
              <a:avLst/>
              <a:gdLst>
                <a:gd name="T0" fmla="*/ 1 w 14"/>
                <a:gd name="T1" fmla="*/ 4 h 13"/>
                <a:gd name="T2" fmla="*/ 7 w 14"/>
                <a:gd name="T3" fmla="*/ 13 h 13"/>
                <a:gd name="T4" fmla="*/ 13 w 14"/>
                <a:gd name="T5" fmla="*/ 10 h 13"/>
                <a:gd name="T6" fmla="*/ 6 w 14"/>
                <a:gd name="T7" fmla="*/ 1 h 13"/>
                <a:gd name="T8" fmla="*/ 1 w 14"/>
                <a:gd name="T9" fmla="*/ 4 h 13"/>
              </a:gdLst>
              <a:ahLst/>
              <a:cxnLst>
                <a:cxn ang="0">
                  <a:pos x="T0" y="T1"/>
                </a:cxn>
                <a:cxn ang="0">
                  <a:pos x="T2" y="T3"/>
                </a:cxn>
                <a:cxn ang="0">
                  <a:pos x="T4" y="T5"/>
                </a:cxn>
                <a:cxn ang="0">
                  <a:pos x="T6" y="T7"/>
                </a:cxn>
                <a:cxn ang="0">
                  <a:pos x="T8" y="T9"/>
                </a:cxn>
              </a:cxnLst>
              <a:rect l="0" t="0" r="r" b="b"/>
              <a:pathLst>
                <a:path w="14" h="13">
                  <a:moveTo>
                    <a:pt x="1" y="4"/>
                  </a:moveTo>
                  <a:cubicBezTo>
                    <a:pt x="2" y="6"/>
                    <a:pt x="4" y="9"/>
                    <a:pt x="7" y="13"/>
                  </a:cubicBezTo>
                  <a:cubicBezTo>
                    <a:pt x="9" y="12"/>
                    <a:pt x="12" y="12"/>
                    <a:pt x="13" y="10"/>
                  </a:cubicBezTo>
                  <a:cubicBezTo>
                    <a:pt x="14" y="8"/>
                    <a:pt x="10" y="3"/>
                    <a:pt x="6" y="1"/>
                  </a:cubicBezTo>
                  <a:cubicBezTo>
                    <a:pt x="3" y="0"/>
                    <a:pt x="0" y="1"/>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52" name="Freeform 2557"/>
            <p:cNvSpPr/>
            <p:nvPr/>
          </p:nvSpPr>
          <p:spPr bwMode="auto">
            <a:xfrm>
              <a:off x="1979917" y="10269316"/>
              <a:ext cx="34925" cy="34925"/>
            </a:xfrm>
            <a:custGeom>
              <a:avLst/>
              <a:gdLst>
                <a:gd name="T0" fmla="*/ 7 w 13"/>
                <a:gd name="T1" fmla="*/ 2 h 13"/>
                <a:gd name="T2" fmla="*/ 0 w 13"/>
                <a:gd name="T3" fmla="*/ 2 h 13"/>
                <a:gd name="T4" fmla="*/ 7 w 13"/>
                <a:gd name="T5" fmla="*/ 12 h 13"/>
                <a:gd name="T6" fmla="*/ 13 w 13"/>
                <a:gd name="T7" fmla="*/ 12 h 13"/>
                <a:gd name="T8" fmla="*/ 7 w 13"/>
                <a:gd name="T9" fmla="*/ 2 h 13"/>
              </a:gdLst>
              <a:ahLst/>
              <a:cxnLst>
                <a:cxn ang="0">
                  <a:pos x="T0" y="T1"/>
                </a:cxn>
                <a:cxn ang="0">
                  <a:pos x="T2" y="T3"/>
                </a:cxn>
                <a:cxn ang="0">
                  <a:pos x="T4" y="T5"/>
                </a:cxn>
                <a:cxn ang="0">
                  <a:pos x="T6" y="T7"/>
                </a:cxn>
                <a:cxn ang="0">
                  <a:pos x="T8" y="T9"/>
                </a:cxn>
              </a:cxnLst>
              <a:rect l="0" t="0" r="r" b="b"/>
              <a:pathLst>
                <a:path w="13" h="13">
                  <a:moveTo>
                    <a:pt x="7" y="2"/>
                  </a:moveTo>
                  <a:cubicBezTo>
                    <a:pt x="3" y="0"/>
                    <a:pt x="0" y="0"/>
                    <a:pt x="0" y="2"/>
                  </a:cubicBezTo>
                  <a:cubicBezTo>
                    <a:pt x="0" y="5"/>
                    <a:pt x="4" y="11"/>
                    <a:pt x="7" y="12"/>
                  </a:cubicBezTo>
                  <a:cubicBezTo>
                    <a:pt x="10" y="13"/>
                    <a:pt x="12" y="12"/>
                    <a:pt x="13" y="12"/>
                  </a:cubicBezTo>
                  <a:cubicBezTo>
                    <a:pt x="13" y="8"/>
                    <a:pt x="10" y="4"/>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53" name="Freeform 2558"/>
            <p:cNvSpPr/>
            <p:nvPr/>
          </p:nvSpPr>
          <p:spPr bwMode="auto">
            <a:xfrm>
              <a:off x="2197404" y="10391553"/>
              <a:ext cx="39688" cy="39688"/>
            </a:xfrm>
            <a:custGeom>
              <a:avLst/>
              <a:gdLst>
                <a:gd name="T0" fmla="*/ 1 w 15"/>
                <a:gd name="T1" fmla="*/ 3 h 15"/>
                <a:gd name="T2" fmla="*/ 7 w 15"/>
                <a:gd name="T3" fmla="*/ 12 h 15"/>
                <a:gd name="T4" fmla="*/ 13 w 15"/>
                <a:gd name="T5" fmla="*/ 11 h 15"/>
                <a:gd name="T6" fmla="*/ 8 w 15"/>
                <a:gd name="T7" fmla="*/ 3 h 15"/>
                <a:gd name="T8" fmla="*/ 1 w 15"/>
                <a:gd name="T9" fmla="*/ 3 h 15"/>
              </a:gdLst>
              <a:ahLst/>
              <a:cxnLst>
                <a:cxn ang="0">
                  <a:pos x="T0" y="T1"/>
                </a:cxn>
                <a:cxn ang="0">
                  <a:pos x="T2" y="T3"/>
                </a:cxn>
                <a:cxn ang="0">
                  <a:pos x="T4" y="T5"/>
                </a:cxn>
                <a:cxn ang="0">
                  <a:pos x="T6" y="T7"/>
                </a:cxn>
                <a:cxn ang="0">
                  <a:pos x="T8" y="T9"/>
                </a:cxn>
              </a:cxnLst>
              <a:rect l="0" t="0" r="r" b="b"/>
              <a:pathLst>
                <a:path w="15" h="15">
                  <a:moveTo>
                    <a:pt x="1" y="3"/>
                  </a:moveTo>
                  <a:cubicBezTo>
                    <a:pt x="1" y="6"/>
                    <a:pt x="4" y="10"/>
                    <a:pt x="7" y="12"/>
                  </a:cubicBezTo>
                  <a:cubicBezTo>
                    <a:pt x="11" y="15"/>
                    <a:pt x="15" y="15"/>
                    <a:pt x="13" y="11"/>
                  </a:cubicBezTo>
                  <a:cubicBezTo>
                    <a:pt x="12" y="8"/>
                    <a:pt x="9" y="5"/>
                    <a:pt x="8" y="3"/>
                  </a:cubicBezTo>
                  <a:cubicBezTo>
                    <a:pt x="3" y="0"/>
                    <a:pt x="0" y="1"/>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54" name="Freeform 2559"/>
            <p:cNvSpPr/>
            <p:nvPr/>
          </p:nvSpPr>
          <p:spPr bwMode="auto">
            <a:xfrm>
              <a:off x="2416479" y="10529666"/>
              <a:ext cx="36513" cy="41275"/>
            </a:xfrm>
            <a:custGeom>
              <a:avLst/>
              <a:gdLst>
                <a:gd name="T0" fmla="*/ 0 w 13"/>
                <a:gd name="T1" fmla="*/ 3 h 15"/>
                <a:gd name="T2" fmla="*/ 8 w 13"/>
                <a:gd name="T3" fmla="*/ 13 h 15"/>
                <a:gd name="T4" fmla="*/ 13 w 13"/>
                <a:gd name="T5" fmla="*/ 12 h 15"/>
                <a:gd name="T6" fmla="*/ 6 w 13"/>
                <a:gd name="T7" fmla="*/ 3 h 15"/>
                <a:gd name="T8" fmla="*/ 0 w 13"/>
                <a:gd name="T9" fmla="*/ 3 h 15"/>
              </a:gdLst>
              <a:ahLst/>
              <a:cxnLst>
                <a:cxn ang="0">
                  <a:pos x="T0" y="T1"/>
                </a:cxn>
                <a:cxn ang="0">
                  <a:pos x="T2" y="T3"/>
                </a:cxn>
                <a:cxn ang="0">
                  <a:pos x="T4" y="T5"/>
                </a:cxn>
                <a:cxn ang="0">
                  <a:pos x="T6" y="T7"/>
                </a:cxn>
                <a:cxn ang="0">
                  <a:pos x="T8" y="T9"/>
                </a:cxn>
              </a:cxnLst>
              <a:rect l="0" t="0" r="r" b="b"/>
              <a:pathLst>
                <a:path w="13" h="15">
                  <a:moveTo>
                    <a:pt x="0" y="3"/>
                  </a:moveTo>
                  <a:cubicBezTo>
                    <a:pt x="0" y="6"/>
                    <a:pt x="4" y="11"/>
                    <a:pt x="8" y="13"/>
                  </a:cubicBezTo>
                  <a:cubicBezTo>
                    <a:pt x="11" y="15"/>
                    <a:pt x="13" y="14"/>
                    <a:pt x="13" y="12"/>
                  </a:cubicBezTo>
                  <a:cubicBezTo>
                    <a:pt x="13" y="9"/>
                    <a:pt x="10" y="5"/>
                    <a:pt x="6" y="3"/>
                  </a:cubicBezTo>
                  <a:cubicBezTo>
                    <a:pt x="3" y="0"/>
                    <a:pt x="0" y="0"/>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55" name="Freeform 2560"/>
            <p:cNvSpPr/>
            <p:nvPr/>
          </p:nvSpPr>
          <p:spPr bwMode="auto">
            <a:xfrm>
              <a:off x="5632754" y="10423303"/>
              <a:ext cx="36513" cy="19050"/>
            </a:xfrm>
            <a:custGeom>
              <a:avLst/>
              <a:gdLst>
                <a:gd name="T0" fmla="*/ 12 w 13"/>
                <a:gd name="T1" fmla="*/ 0 h 7"/>
                <a:gd name="T2" fmla="*/ 6 w 13"/>
                <a:gd name="T3" fmla="*/ 2 h 7"/>
                <a:gd name="T4" fmla="*/ 0 w 13"/>
                <a:gd name="T5" fmla="*/ 6 h 7"/>
                <a:gd name="T6" fmla="*/ 8 w 13"/>
                <a:gd name="T7" fmla="*/ 5 h 7"/>
                <a:gd name="T8" fmla="*/ 12 w 13"/>
                <a:gd name="T9" fmla="*/ 0 h 7"/>
              </a:gdLst>
              <a:ahLst/>
              <a:cxnLst>
                <a:cxn ang="0">
                  <a:pos x="T0" y="T1"/>
                </a:cxn>
                <a:cxn ang="0">
                  <a:pos x="T2" y="T3"/>
                </a:cxn>
                <a:cxn ang="0">
                  <a:pos x="T4" y="T5"/>
                </a:cxn>
                <a:cxn ang="0">
                  <a:pos x="T6" y="T7"/>
                </a:cxn>
                <a:cxn ang="0">
                  <a:pos x="T8" y="T9"/>
                </a:cxn>
              </a:cxnLst>
              <a:rect l="0" t="0" r="r" b="b"/>
              <a:pathLst>
                <a:path w="13" h="7">
                  <a:moveTo>
                    <a:pt x="12" y="0"/>
                  </a:moveTo>
                  <a:cubicBezTo>
                    <a:pt x="11" y="0"/>
                    <a:pt x="9" y="1"/>
                    <a:pt x="6" y="2"/>
                  </a:cubicBezTo>
                  <a:cubicBezTo>
                    <a:pt x="3" y="3"/>
                    <a:pt x="0" y="5"/>
                    <a:pt x="0" y="6"/>
                  </a:cubicBezTo>
                  <a:cubicBezTo>
                    <a:pt x="1" y="7"/>
                    <a:pt x="4" y="6"/>
                    <a:pt x="8" y="5"/>
                  </a:cubicBezTo>
                  <a:cubicBezTo>
                    <a:pt x="11" y="3"/>
                    <a:pt x="13" y="1"/>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56" name="Freeform 2561"/>
            <p:cNvSpPr/>
            <p:nvPr/>
          </p:nvSpPr>
          <p:spPr bwMode="auto">
            <a:xfrm>
              <a:off x="5421617" y="10513791"/>
              <a:ext cx="38100" cy="15875"/>
            </a:xfrm>
            <a:custGeom>
              <a:avLst/>
              <a:gdLst>
                <a:gd name="T0" fmla="*/ 1 w 14"/>
                <a:gd name="T1" fmla="*/ 6 h 6"/>
                <a:gd name="T2" fmla="*/ 6 w 14"/>
                <a:gd name="T3" fmla="*/ 6 h 6"/>
                <a:gd name="T4" fmla="*/ 13 w 14"/>
                <a:gd name="T5" fmla="*/ 1 h 6"/>
                <a:gd name="T6" fmla="*/ 6 w 14"/>
                <a:gd name="T7" fmla="*/ 2 h 6"/>
                <a:gd name="T8" fmla="*/ 1 w 14"/>
                <a:gd name="T9" fmla="*/ 6 h 6"/>
              </a:gdLst>
              <a:ahLst/>
              <a:cxnLst>
                <a:cxn ang="0">
                  <a:pos x="T0" y="T1"/>
                </a:cxn>
                <a:cxn ang="0">
                  <a:pos x="T2" y="T3"/>
                </a:cxn>
                <a:cxn ang="0">
                  <a:pos x="T4" y="T5"/>
                </a:cxn>
                <a:cxn ang="0">
                  <a:pos x="T6" y="T7"/>
                </a:cxn>
                <a:cxn ang="0">
                  <a:pos x="T8" y="T9"/>
                </a:cxn>
              </a:cxnLst>
              <a:rect l="0" t="0" r="r" b="b"/>
              <a:pathLst>
                <a:path w="14" h="6">
                  <a:moveTo>
                    <a:pt x="1" y="6"/>
                  </a:moveTo>
                  <a:cubicBezTo>
                    <a:pt x="1" y="6"/>
                    <a:pt x="4" y="6"/>
                    <a:pt x="6" y="6"/>
                  </a:cubicBezTo>
                  <a:cubicBezTo>
                    <a:pt x="9" y="4"/>
                    <a:pt x="12" y="3"/>
                    <a:pt x="13" y="1"/>
                  </a:cubicBezTo>
                  <a:cubicBezTo>
                    <a:pt x="14" y="0"/>
                    <a:pt x="10" y="0"/>
                    <a:pt x="6" y="2"/>
                  </a:cubicBezTo>
                  <a:cubicBezTo>
                    <a:pt x="3" y="3"/>
                    <a:pt x="0"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57" name="Freeform 2562"/>
            <p:cNvSpPr/>
            <p:nvPr/>
          </p:nvSpPr>
          <p:spPr bwMode="auto">
            <a:xfrm>
              <a:off x="5210479" y="10602691"/>
              <a:ext cx="34925" cy="19050"/>
            </a:xfrm>
            <a:custGeom>
              <a:avLst/>
              <a:gdLst>
                <a:gd name="T0" fmla="*/ 0 w 13"/>
                <a:gd name="T1" fmla="*/ 5 h 7"/>
                <a:gd name="T2" fmla="*/ 8 w 13"/>
                <a:gd name="T3" fmla="*/ 5 h 7"/>
                <a:gd name="T4" fmla="*/ 12 w 13"/>
                <a:gd name="T5" fmla="*/ 0 h 7"/>
                <a:gd name="T6" fmla="*/ 6 w 13"/>
                <a:gd name="T7" fmla="*/ 1 h 7"/>
                <a:gd name="T8" fmla="*/ 0 w 13"/>
                <a:gd name="T9" fmla="*/ 5 h 7"/>
              </a:gdLst>
              <a:ahLst/>
              <a:cxnLst>
                <a:cxn ang="0">
                  <a:pos x="T0" y="T1"/>
                </a:cxn>
                <a:cxn ang="0">
                  <a:pos x="T2" y="T3"/>
                </a:cxn>
                <a:cxn ang="0">
                  <a:pos x="T4" y="T5"/>
                </a:cxn>
                <a:cxn ang="0">
                  <a:pos x="T6" y="T7"/>
                </a:cxn>
                <a:cxn ang="0">
                  <a:pos x="T8" y="T9"/>
                </a:cxn>
              </a:cxnLst>
              <a:rect l="0" t="0" r="r" b="b"/>
              <a:pathLst>
                <a:path w="13" h="7">
                  <a:moveTo>
                    <a:pt x="0" y="5"/>
                  </a:moveTo>
                  <a:cubicBezTo>
                    <a:pt x="0" y="7"/>
                    <a:pt x="4" y="7"/>
                    <a:pt x="8" y="5"/>
                  </a:cubicBezTo>
                  <a:cubicBezTo>
                    <a:pt x="11" y="4"/>
                    <a:pt x="13" y="1"/>
                    <a:pt x="12" y="0"/>
                  </a:cubicBezTo>
                  <a:cubicBezTo>
                    <a:pt x="11" y="0"/>
                    <a:pt x="8" y="0"/>
                    <a:pt x="6" y="1"/>
                  </a:cubicBezTo>
                  <a:cubicBezTo>
                    <a:pt x="3" y="2"/>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58" name="Freeform 2563"/>
            <p:cNvSpPr/>
            <p:nvPr/>
          </p:nvSpPr>
          <p:spPr bwMode="auto">
            <a:xfrm>
              <a:off x="4997754" y="10683653"/>
              <a:ext cx="33338" cy="25400"/>
            </a:xfrm>
            <a:custGeom>
              <a:avLst/>
              <a:gdLst>
                <a:gd name="T0" fmla="*/ 0 w 12"/>
                <a:gd name="T1" fmla="*/ 5 h 9"/>
                <a:gd name="T2" fmla="*/ 7 w 12"/>
                <a:gd name="T3" fmla="*/ 7 h 9"/>
                <a:gd name="T4" fmla="*/ 12 w 12"/>
                <a:gd name="T5" fmla="*/ 2 h 9"/>
                <a:gd name="T6" fmla="*/ 6 w 12"/>
                <a:gd name="T7" fmla="*/ 1 h 9"/>
                <a:gd name="T8" fmla="*/ 0 w 12"/>
                <a:gd name="T9" fmla="*/ 5 h 9"/>
              </a:gdLst>
              <a:ahLst/>
              <a:cxnLst>
                <a:cxn ang="0">
                  <a:pos x="T0" y="T1"/>
                </a:cxn>
                <a:cxn ang="0">
                  <a:pos x="T2" y="T3"/>
                </a:cxn>
                <a:cxn ang="0">
                  <a:pos x="T4" y="T5"/>
                </a:cxn>
                <a:cxn ang="0">
                  <a:pos x="T6" y="T7"/>
                </a:cxn>
                <a:cxn ang="0">
                  <a:pos x="T8" y="T9"/>
                </a:cxn>
              </a:cxnLst>
              <a:rect l="0" t="0" r="r" b="b"/>
              <a:pathLst>
                <a:path w="12" h="9">
                  <a:moveTo>
                    <a:pt x="0" y="5"/>
                  </a:moveTo>
                  <a:cubicBezTo>
                    <a:pt x="0" y="8"/>
                    <a:pt x="3" y="9"/>
                    <a:pt x="7" y="7"/>
                  </a:cubicBezTo>
                  <a:cubicBezTo>
                    <a:pt x="9" y="6"/>
                    <a:pt x="11" y="4"/>
                    <a:pt x="12" y="2"/>
                  </a:cubicBezTo>
                  <a:cubicBezTo>
                    <a:pt x="12" y="0"/>
                    <a:pt x="10" y="0"/>
                    <a:pt x="6" y="1"/>
                  </a:cubicBezTo>
                  <a:cubicBezTo>
                    <a:pt x="3" y="1"/>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59" name="Freeform 2564"/>
            <p:cNvSpPr/>
            <p:nvPr/>
          </p:nvSpPr>
          <p:spPr bwMode="auto">
            <a:xfrm>
              <a:off x="4783442" y="10758266"/>
              <a:ext cx="38100" cy="26988"/>
            </a:xfrm>
            <a:custGeom>
              <a:avLst/>
              <a:gdLst>
                <a:gd name="T0" fmla="*/ 1 w 14"/>
                <a:gd name="T1" fmla="*/ 7 h 10"/>
                <a:gd name="T2" fmla="*/ 9 w 14"/>
                <a:gd name="T3" fmla="*/ 8 h 10"/>
                <a:gd name="T4" fmla="*/ 13 w 14"/>
                <a:gd name="T5" fmla="*/ 3 h 10"/>
                <a:gd name="T6" fmla="*/ 6 w 14"/>
                <a:gd name="T7" fmla="*/ 1 h 10"/>
                <a:gd name="T8" fmla="*/ 1 w 14"/>
                <a:gd name="T9" fmla="*/ 7 h 10"/>
              </a:gdLst>
              <a:ahLst/>
              <a:cxnLst>
                <a:cxn ang="0">
                  <a:pos x="T0" y="T1"/>
                </a:cxn>
                <a:cxn ang="0">
                  <a:pos x="T2" y="T3"/>
                </a:cxn>
                <a:cxn ang="0">
                  <a:pos x="T4" y="T5"/>
                </a:cxn>
                <a:cxn ang="0">
                  <a:pos x="T6" y="T7"/>
                </a:cxn>
                <a:cxn ang="0">
                  <a:pos x="T8" y="T9"/>
                </a:cxn>
              </a:cxnLst>
              <a:rect l="0" t="0" r="r" b="b"/>
              <a:pathLst>
                <a:path w="14" h="10">
                  <a:moveTo>
                    <a:pt x="1" y="7"/>
                  </a:moveTo>
                  <a:cubicBezTo>
                    <a:pt x="1" y="9"/>
                    <a:pt x="4" y="10"/>
                    <a:pt x="9" y="8"/>
                  </a:cubicBezTo>
                  <a:cubicBezTo>
                    <a:pt x="10" y="7"/>
                    <a:pt x="12" y="5"/>
                    <a:pt x="13" y="3"/>
                  </a:cubicBezTo>
                  <a:cubicBezTo>
                    <a:pt x="14" y="0"/>
                    <a:pt x="10" y="0"/>
                    <a:pt x="6" y="1"/>
                  </a:cubicBezTo>
                  <a:cubicBezTo>
                    <a:pt x="3" y="2"/>
                    <a:pt x="0" y="5"/>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60" name="Freeform 2565"/>
            <p:cNvSpPr/>
            <p:nvPr/>
          </p:nvSpPr>
          <p:spPr bwMode="auto">
            <a:xfrm>
              <a:off x="4572304" y="10824941"/>
              <a:ext cx="38100" cy="30163"/>
            </a:xfrm>
            <a:custGeom>
              <a:avLst/>
              <a:gdLst>
                <a:gd name="T0" fmla="*/ 1 w 14"/>
                <a:gd name="T1" fmla="*/ 8 h 11"/>
                <a:gd name="T2" fmla="*/ 8 w 14"/>
                <a:gd name="T3" fmla="*/ 9 h 11"/>
                <a:gd name="T4" fmla="*/ 14 w 14"/>
                <a:gd name="T5" fmla="*/ 2 h 11"/>
                <a:gd name="T6" fmla="*/ 6 w 14"/>
                <a:gd name="T7" fmla="*/ 1 h 11"/>
                <a:gd name="T8" fmla="*/ 1 w 14"/>
                <a:gd name="T9" fmla="*/ 8 h 11"/>
              </a:gdLst>
              <a:ahLst/>
              <a:cxnLst>
                <a:cxn ang="0">
                  <a:pos x="T0" y="T1"/>
                </a:cxn>
                <a:cxn ang="0">
                  <a:pos x="T2" y="T3"/>
                </a:cxn>
                <a:cxn ang="0">
                  <a:pos x="T4" y="T5"/>
                </a:cxn>
                <a:cxn ang="0">
                  <a:pos x="T6" y="T7"/>
                </a:cxn>
                <a:cxn ang="0">
                  <a:pos x="T8" y="T9"/>
                </a:cxn>
              </a:cxnLst>
              <a:rect l="0" t="0" r="r" b="b"/>
              <a:pathLst>
                <a:path w="14" h="11">
                  <a:moveTo>
                    <a:pt x="1" y="8"/>
                  </a:moveTo>
                  <a:cubicBezTo>
                    <a:pt x="2" y="10"/>
                    <a:pt x="6" y="11"/>
                    <a:pt x="8" y="9"/>
                  </a:cubicBezTo>
                  <a:cubicBezTo>
                    <a:pt x="11" y="8"/>
                    <a:pt x="12" y="5"/>
                    <a:pt x="14" y="2"/>
                  </a:cubicBezTo>
                  <a:cubicBezTo>
                    <a:pt x="11" y="1"/>
                    <a:pt x="8" y="0"/>
                    <a:pt x="6" y="1"/>
                  </a:cubicBezTo>
                  <a:cubicBezTo>
                    <a:pt x="2" y="1"/>
                    <a:pt x="0" y="5"/>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61" name="Freeform 2566"/>
            <p:cNvSpPr/>
            <p:nvPr/>
          </p:nvSpPr>
          <p:spPr bwMode="auto">
            <a:xfrm>
              <a:off x="4359579" y="10888441"/>
              <a:ext cx="38100" cy="31750"/>
            </a:xfrm>
            <a:custGeom>
              <a:avLst/>
              <a:gdLst>
                <a:gd name="T0" fmla="*/ 0 w 14"/>
                <a:gd name="T1" fmla="*/ 7 h 12"/>
                <a:gd name="T2" fmla="*/ 6 w 14"/>
                <a:gd name="T3" fmla="*/ 12 h 12"/>
                <a:gd name="T4" fmla="*/ 12 w 14"/>
                <a:gd name="T5" fmla="*/ 4 h 12"/>
                <a:gd name="T6" fmla="*/ 7 w 14"/>
                <a:gd name="T7" fmla="*/ 0 h 12"/>
                <a:gd name="T8" fmla="*/ 0 w 14"/>
                <a:gd name="T9" fmla="*/ 7 h 12"/>
              </a:gdLst>
              <a:ahLst/>
              <a:cxnLst>
                <a:cxn ang="0">
                  <a:pos x="T0" y="T1"/>
                </a:cxn>
                <a:cxn ang="0">
                  <a:pos x="T2" y="T3"/>
                </a:cxn>
                <a:cxn ang="0">
                  <a:pos x="T4" y="T5"/>
                </a:cxn>
                <a:cxn ang="0">
                  <a:pos x="T6" y="T7"/>
                </a:cxn>
                <a:cxn ang="0">
                  <a:pos x="T8" y="T9"/>
                </a:cxn>
              </a:cxnLst>
              <a:rect l="0" t="0" r="r" b="b"/>
              <a:pathLst>
                <a:path w="14" h="12">
                  <a:moveTo>
                    <a:pt x="0" y="7"/>
                  </a:moveTo>
                  <a:cubicBezTo>
                    <a:pt x="1" y="10"/>
                    <a:pt x="3" y="12"/>
                    <a:pt x="6" y="12"/>
                  </a:cubicBezTo>
                  <a:cubicBezTo>
                    <a:pt x="10" y="11"/>
                    <a:pt x="14" y="6"/>
                    <a:pt x="12" y="4"/>
                  </a:cubicBezTo>
                  <a:cubicBezTo>
                    <a:pt x="11" y="2"/>
                    <a:pt x="8" y="1"/>
                    <a:pt x="7" y="0"/>
                  </a:cubicBezTo>
                  <a:cubicBezTo>
                    <a:pt x="2" y="1"/>
                    <a:pt x="0" y="4"/>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62" name="Freeform 2567"/>
            <p:cNvSpPr/>
            <p:nvPr/>
          </p:nvSpPr>
          <p:spPr bwMode="auto">
            <a:xfrm>
              <a:off x="4148442" y="10947178"/>
              <a:ext cx="34925" cy="36513"/>
            </a:xfrm>
            <a:custGeom>
              <a:avLst/>
              <a:gdLst>
                <a:gd name="T0" fmla="*/ 7 w 13"/>
                <a:gd name="T1" fmla="*/ 11 h 13"/>
                <a:gd name="T2" fmla="*/ 12 w 13"/>
                <a:gd name="T3" fmla="*/ 2 h 13"/>
                <a:gd name="T4" fmla="*/ 5 w 13"/>
                <a:gd name="T5" fmla="*/ 0 h 13"/>
                <a:gd name="T6" fmla="*/ 0 w 13"/>
                <a:gd name="T7" fmla="*/ 7 h 13"/>
                <a:gd name="T8" fmla="*/ 7 w 13"/>
                <a:gd name="T9" fmla="*/ 11 h 13"/>
              </a:gdLst>
              <a:ahLst/>
              <a:cxnLst>
                <a:cxn ang="0">
                  <a:pos x="T0" y="T1"/>
                </a:cxn>
                <a:cxn ang="0">
                  <a:pos x="T2" y="T3"/>
                </a:cxn>
                <a:cxn ang="0">
                  <a:pos x="T4" y="T5"/>
                </a:cxn>
                <a:cxn ang="0">
                  <a:pos x="T6" y="T7"/>
                </a:cxn>
                <a:cxn ang="0">
                  <a:pos x="T8" y="T9"/>
                </a:cxn>
              </a:cxnLst>
              <a:rect l="0" t="0" r="r" b="b"/>
              <a:pathLst>
                <a:path w="13" h="13">
                  <a:moveTo>
                    <a:pt x="7" y="11"/>
                  </a:moveTo>
                  <a:cubicBezTo>
                    <a:pt x="10" y="10"/>
                    <a:pt x="13" y="7"/>
                    <a:pt x="12" y="2"/>
                  </a:cubicBezTo>
                  <a:cubicBezTo>
                    <a:pt x="10" y="2"/>
                    <a:pt x="8" y="0"/>
                    <a:pt x="5" y="0"/>
                  </a:cubicBezTo>
                  <a:cubicBezTo>
                    <a:pt x="2" y="0"/>
                    <a:pt x="0" y="3"/>
                    <a:pt x="0" y="7"/>
                  </a:cubicBezTo>
                  <a:cubicBezTo>
                    <a:pt x="0" y="11"/>
                    <a:pt x="4" y="13"/>
                    <a:pt x="7"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63" name="Freeform 2568"/>
            <p:cNvSpPr/>
            <p:nvPr/>
          </p:nvSpPr>
          <p:spPr bwMode="auto">
            <a:xfrm>
              <a:off x="3934129" y="10996391"/>
              <a:ext cx="34925" cy="34925"/>
            </a:xfrm>
            <a:custGeom>
              <a:avLst/>
              <a:gdLst>
                <a:gd name="T0" fmla="*/ 1 w 13"/>
                <a:gd name="T1" fmla="*/ 8 h 13"/>
                <a:gd name="T2" fmla="*/ 9 w 13"/>
                <a:gd name="T3" fmla="*/ 12 h 13"/>
                <a:gd name="T4" fmla="*/ 13 w 13"/>
                <a:gd name="T5" fmla="*/ 6 h 13"/>
                <a:gd name="T6" fmla="*/ 5 w 13"/>
                <a:gd name="T7" fmla="*/ 1 h 13"/>
                <a:gd name="T8" fmla="*/ 1 w 13"/>
                <a:gd name="T9" fmla="*/ 8 h 13"/>
              </a:gdLst>
              <a:ahLst/>
              <a:cxnLst>
                <a:cxn ang="0">
                  <a:pos x="T0" y="T1"/>
                </a:cxn>
                <a:cxn ang="0">
                  <a:pos x="T2" y="T3"/>
                </a:cxn>
                <a:cxn ang="0">
                  <a:pos x="T4" y="T5"/>
                </a:cxn>
                <a:cxn ang="0">
                  <a:pos x="T6" y="T7"/>
                </a:cxn>
                <a:cxn ang="0">
                  <a:pos x="T8" y="T9"/>
                </a:cxn>
              </a:cxnLst>
              <a:rect l="0" t="0" r="r" b="b"/>
              <a:pathLst>
                <a:path w="13" h="13">
                  <a:moveTo>
                    <a:pt x="1" y="8"/>
                  </a:moveTo>
                  <a:cubicBezTo>
                    <a:pt x="1" y="12"/>
                    <a:pt x="4" y="13"/>
                    <a:pt x="9" y="12"/>
                  </a:cubicBezTo>
                  <a:cubicBezTo>
                    <a:pt x="10" y="11"/>
                    <a:pt x="12" y="8"/>
                    <a:pt x="13" y="6"/>
                  </a:cubicBezTo>
                  <a:cubicBezTo>
                    <a:pt x="13" y="2"/>
                    <a:pt x="9" y="0"/>
                    <a:pt x="5" y="1"/>
                  </a:cubicBezTo>
                  <a:cubicBezTo>
                    <a:pt x="2" y="2"/>
                    <a:pt x="0" y="5"/>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64" name="Freeform 2569"/>
            <p:cNvSpPr/>
            <p:nvPr/>
          </p:nvSpPr>
          <p:spPr bwMode="auto">
            <a:xfrm>
              <a:off x="3722992" y="11040841"/>
              <a:ext cx="31750" cy="34925"/>
            </a:xfrm>
            <a:custGeom>
              <a:avLst/>
              <a:gdLst>
                <a:gd name="T0" fmla="*/ 7 w 12"/>
                <a:gd name="T1" fmla="*/ 12 h 13"/>
                <a:gd name="T2" fmla="*/ 12 w 12"/>
                <a:gd name="T3" fmla="*/ 7 h 13"/>
                <a:gd name="T4" fmla="*/ 6 w 12"/>
                <a:gd name="T5" fmla="*/ 0 h 13"/>
                <a:gd name="T6" fmla="*/ 0 w 12"/>
                <a:gd name="T7" fmla="*/ 6 h 13"/>
                <a:gd name="T8" fmla="*/ 7 w 12"/>
                <a:gd name="T9" fmla="*/ 12 h 13"/>
              </a:gdLst>
              <a:ahLst/>
              <a:cxnLst>
                <a:cxn ang="0">
                  <a:pos x="T0" y="T1"/>
                </a:cxn>
                <a:cxn ang="0">
                  <a:pos x="T2" y="T3"/>
                </a:cxn>
                <a:cxn ang="0">
                  <a:pos x="T4" y="T5"/>
                </a:cxn>
                <a:cxn ang="0">
                  <a:pos x="T6" y="T7"/>
                </a:cxn>
                <a:cxn ang="0">
                  <a:pos x="T8" y="T9"/>
                </a:cxn>
              </a:cxnLst>
              <a:rect l="0" t="0" r="r" b="b"/>
              <a:pathLst>
                <a:path w="12" h="13">
                  <a:moveTo>
                    <a:pt x="7" y="12"/>
                  </a:moveTo>
                  <a:cubicBezTo>
                    <a:pt x="9" y="11"/>
                    <a:pt x="11" y="8"/>
                    <a:pt x="12" y="7"/>
                  </a:cubicBezTo>
                  <a:cubicBezTo>
                    <a:pt x="12" y="3"/>
                    <a:pt x="9" y="0"/>
                    <a:pt x="6" y="0"/>
                  </a:cubicBezTo>
                  <a:cubicBezTo>
                    <a:pt x="3" y="0"/>
                    <a:pt x="0" y="3"/>
                    <a:pt x="0" y="6"/>
                  </a:cubicBezTo>
                  <a:cubicBezTo>
                    <a:pt x="0" y="10"/>
                    <a:pt x="3" y="13"/>
                    <a:pt x="7"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65" name="Freeform 2570"/>
            <p:cNvSpPr/>
            <p:nvPr/>
          </p:nvSpPr>
          <p:spPr bwMode="auto">
            <a:xfrm>
              <a:off x="3508679" y="11048778"/>
              <a:ext cx="38100" cy="34925"/>
            </a:xfrm>
            <a:custGeom>
              <a:avLst/>
              <a:gdLst>
                <a:gd name="T0" fmla="*/ 7 w 14"/>
                <a:gd name="T1" fmla="*/ 1 h 13"/>
                <a:gd name="T2" fmla="*/ 0 w 14"/>
                <a:gd name="T3" fmla="*/ 5 h 13"/>
                <a:gd name="T4" fmla="*/ 6 w 14"/>
                <a:gd name="T5" fmla="*/ 12 h 13"/>
                <a:gd name="T6" fmla="*/ 12 w 14"/>
                <a:gd name="T7" fmla="*/ 6 h 13"/>
                <a:gd name="T8" fmla="*/ 7 w 14"/>
                <a:gd name="T9" fmla="*/ 1 h 13"/>
              </a:gdLst>
              <a:ahLst/>
              <a:cxnLst>
                <a:cxn ang="0">
                  <a:pos x="T0" y="T1"/>
                </a:cxn>
                <a:cxn ang="0">
                  <a:pos x="T2" y="T3"/>
                </a:cxn>
                <a:cxn ang="0">
                  <a:pos x="T4" y="T5"/>
                </a:cxn>
                <a:cxn ang="0">
                  <a:pos x="T6" y="T7"/>
                </a:cxn>
                <a:cxn ang="0">
                  <a:pos x="T8" y="T9"/>
                </a:cxn>
              </a:cxnLst>
              <a:rect l="0" t="0" r="r" b="b"/>
              <a:pathLst>
                <a:path w="14" h="13">
                  <a:moveTo>
                    <a:pt x="7" y="1"/>
                  </a:moveTo>
                  <a:cubicBezTo>
                    <a:pt x="2" y="0"/>
                    <a:pt x="0" y="2"/>
                    <a:pt x="0" y="5"/>
                  </a:cubicBezTo>
                  <a:cubicBezTo>
                    <a:pt x="0" y="8"/>
                    <a:pt x="3" y="11"/>
                    <a:pt x="6" y="12"/>
                  </a:cubicBezTo>
                  <a:cubicBezTo>
                    <a:pt x="10" y="13"/>
                    <a:pt x="14" y="10"/>
                    <a:pt x="12" y="6"/>
                  </a:cubicBezTo>
                  <a:cubicBezTo>
                    <a:pt x="11" y="4"/>
                    <a:pt x="8" y="2"/>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66" name="Freeform 2571"/>
            <p:cNvSpPr/>
            <p:nvPr/>
          </p:nvSpPr>
          <p:spPr bwMode="auto">
            <a:xfrm>
              <a:off x="3291192" y="11004328"/>
              <a:ext cx="39688" cy="36513"/>
            </a:xfrm>
            <a:custGeom>
              <a:avLst/>
              <a:gdLst>
                <a:gd name="T0" fmla="*/ 6 w 15"/>
                <a:gd name="T1" fmla="*/ 1 h 13"/>
                <a:gd name="T2" fmla="*/ 1 w 15"/>
                <a:gd name="T3" fmla="*/ 5 h 13"/>
                <a:gd name="T4" fmla="*/ 8 w 15"/>
                <a:gd name="T5" fmla="*/ 12 h 13"/>
                <a:gd name="T6" fmla="*/ 13 w 15"/>
                <a:gd name="T7" fmla="*/ 7 h 13"/>
                <a:gd name="T8" fmla="*/ 6 w 15"/>
                <a:gd name="T9" fmla="*/ 1 h 13"/>
              </a:gdLst>
              <a:ahLst/>
              <a:cxnLst>
                <a:cxn ang="0">
                  <a:pos x="T0" y="T1"/>
                </a:cxn>
                <a:cxn ang="0">
                  <a:pos x="T2" y="T3"/>
                </a:cxn>
                <a:cxn ang="0">
                  <a:pos x="T4" y="T5"/>
                </a:cxn>
                <a:cxn ang="0">
                  <a:pos x="T6" y="T7"/>
                </a:cxn>
                <a:cxn ang="0">
                  <a:pos x="T8" y="T9"/>
                </a:cxn>
              </a:cxnLst>
              <a:rect l="0" t="0" r="r" b="b"/>
              <a:pathLst>
                <a:path w="15" h="13">
                  <a:moveTo>
                    <a:pt x="6" y="1"/>
                  </a:moveTo>
                  <a:cubicBezTo>
                    <a:pt x="2" y="0"/>
                    <a:pt x="0" y="2"/>
                    <a:pt x="1" y="5"/>
                  </a:cubicBezTo>
                  <a:cubicBezTo>
                    <a:pt x="1" y="9"/>
                    <a:pt x="4" y="11"/>
                    <a:pt x="8" y="12"/>
                  </a:cubicBezTo>
                  <a:cubicBezTo>
                    <a:pt x="11" y="13"/>
                    <a:pt x="15" y="11"/>
                    <a:pt x="13" y="7"/>
                  </a:cubicBezTo>
                  <a:cubicBezTo>
                    <a:pt x="11" y="5"/>
                    <a:pt x="8" y="2"/>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67" name="Freeform 2572"/>
            <p:cNvSpPr/>
            <p:nvPr/>
          </p:nvSpPr>
          <p:spPr bwMode="auto">
            <a:xfrm>
              <a:off x="3073704" y="10918603"/>
              <a:ext cx="34925" cy="39688"/>
            </a:xfrm>
            <a:custGeom>
              <a:avLst/>
              <a:gdLst>
                <a:gd name="T0" fmla="*/ 0 w 13"/>
                <a:gd name="T1" fmla="*/ 5 h 15"/>
                <a:gd name="T2" fmla="*/ 8 w 13"/>
                <a:gd name="T3" fmla="*/ 14 h 15"/>
                <a:gd name="T4" fmla="*/ 13 w 13"/>
                <a:gd name="T5" fmla="*/ 9 h 15"/>
                <a:gd name="T6" fmla="*/ 6 w 13"/>
                <a:gd name="T7" fmla="*/ 3 h 15"/>
                <a:gd name="T8" fmla="*/ 0 w 13"/>
                <a:gd name="T9" fmla="*/ 5 h 15"/>
              </a:gdLst>
              <a:ahLst/>
              <a:cxnLst>
                <a:cxn ang="0">
                  <a:pos x="T0" y="T1"/>
                </a:cxn>
                <a:cxn ang="0">
                  <a:pos x="T2" y="T3"/>
                </a:cxn>
                <a:cxn ang="0">
                  <a:pos x="T4" y="T5"/>
                </a:cxn>
                <a:cxn ang="0">
                  <a:pos x="T6" y="T7"/>
                </a:cxn>
                <a:cxn ang="0">
                  <a:pos x="T8" y="T9"/>
                </a:cxn>
              </a:cxnLst>
              <a:rect l="0" t="0" r="r" b="b"/>
              <a:pathLst>
                <a:path w="13" h="15">
                  <a:moveTo>
                    <a:pt x="0" y="5"/>
                  </a:moveTo>
                  <a:cubicBezTo>
                    <a:pt x="1" y="8"/>
                    <a:pt x="4" y="12"/>
                    <a:pt x="8" y="14"/>
                  </a:cubicBezTo>
                  <a:cubicBezTo>
                    <a:pt x="11" y="15"/>
                    <a:pt x="13" y="13"/>
                    <a:pt x="13" y="9"/>
                  </a:cubicBezTo>
                  <a:cubicBezTo>
                    <a:pt x="11" y="8"/>
                    <a:pt x="9" y="5"/>
                    <a:pt x="6" y="3"/>
                  </a:cubicBezTo>
                  <a:cubicBezTo>
                    <a:pt x="3" y="0"/>
                    <a:pt x="0" y="2"/>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68" name="Freeform 2573"/>
            <p:cNvSpPr/>
            <p:nvPr/>
          </p:nvSpPr>
          <p:spPr bwMode="auto">
            <a:xfrm>
              <a:off x="2854629" y="10805891"/>
              <a:ext cx="38100" cy="36513"/>
            </a:xfrm>
            <a:custGeom>
              <a:avLst/>
              <a:gdLst>
                <a:gd name="T0" fmla="*/ 1 w 14"/>
                <a:gd name="T1" fmla="*/ 4 h 13"/>
                <a:gd name="T2" fmla="*/ 9 w 14"/>
                <a:gd name="T3" fmla="*/ 13 h 13"/>
                <a:gd name="T4" fmla="*/ 13 w 14"/>
                <a:gd name="T5" fmla="*/ 11 h 13"/>
                <a:gd name="T6" fmla="*/ 6 w 14"/>
                <a:gd name="T7" fmla="*/ 2 h 13"/>
                <a:gd name="T8" fmla="*/ 1 w 14"/>
                <a:gd name="T9" fmla="*/ 4 h 13"/>
              </a:gdLst>
              <a:ahLst/>
              <a:cxnLst>
                <a:cxn ang="0">
                  <a:pos x="T0" y="T1"/>
                </a:cxn>
                <a:cxn ang="0">
                  <a:pos x="T2" y="T3"/>
                </a:cxn>
                <a:cxn ang="0">
                  <a:pos x="T4" y="T5"/>
                </a:cxn>
                <a:cxn ang="0">
                  <a:pos x="T6" y="T7"/>
                </a:cxn>
                <a:cxn ang="0">
                  <a:pos x="T8" y="T9"/>
                </a:cxn>
              </a:cxnLst>
              <a:rect l="0" t="0" r="r" b="b"/>
              <a:pathLst>
                <a:path w="14" h="13">
                  <a:moveTo>
                    <a:pt x="1" y="4"/>
                  </a:moveTo>
                  <a:cubicBezTo>
                    <a:pt x="2" y="7"/>
                    <a:pt x="4" y="10"/>
                    <a:pt x="9" y="13"/>
                  </a:cubicBezTo>
                  <a:cubicBezTo>
                    <a:pt x="10" y="13"/>
                    <a:pt x="13" y="13"/>
                    <a:pt x="13" y="11"/>
                  </a:cubicBezTo>
                  <a:cubicBezTo>
                    <a:pt x="14" y="9"/>
                    <a:pt x="10" y="4"/>
                    <a:pt x="6" y="2"/>
                  </a:cubicBezTo>
                  <a:cubicBezTo>
                    <a:pt x="2" y="0"/>
                    <a:pt x="0" y="1"/>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69" name="Freeform 2574"/>
            <p:cNvSpPr/>
            <p:nvPr/>
          </p:nvSpPr>
          <p:spPr bwMode="auto">
            <a:xfrm>
              <a:off x="2633967" y="10670953"/>
              <a:ext cx="41275" cy="38100"/>
            </a:xfrm>
            <a:custGeom>
              <a:avLst/>
              <a:gdLst>
                <a:gd name="T0" fmla="*/ 6 w 15"/>
                <a:gd name="T1" fmla="*/ 3 h 14"/>
                <a:gd name="T2" fmla="*/ 1 w 15"/>
                <a:gd name="T3" fmla="*/ 5 h 14"/>
                <a:gd name="T4" fmla="*/ 9 w 15"/>
                <a:gd name="T5" fmla="*/ 13 h 14"/>
                <a:gd name="T6" fmla="*/ 15 w 15"/>
                <a:gd name="T7" fmla="*/ 12 h 14"/>
                <a:gd name="T8" fmla="*/ 6 w 15"/>
                <a:gd name="T9" fmla="*/ 3 h 14"/>
              </a:gdLst>
              <a:ahLst/>
              <a:cxnLst>
                <a:cxn ang="0">
                  <a:pos x="T0" y="T1"/>
                </a:cxn>
                <a:cxn ang="0">
                  <a:pos x="T2" y="T3"/>
                </a:cxn>
                <a:cxn ang="0">
                  <a:pos x="T4" y="T5"/>
                </a:cxn>
                <a:cxn ang="0">
                  <a:pos x="T6" y="T7"/>
                </a:cxn>
                <a:cxn ang="0">
                  <a:pos x="T8" y="T9"/>
                </a:cxn>
              </a:cxnLst>
              <a:rect l="0" t="0" r="r" b="b"/>
              <a:pathLst>
                <a:path w="15" h="14">
                  <a:moveTo>
                    <a:pt x="6" y="3"/>
                  </a:moveTo>
                  <a:cubicBezTo>
                    <a:pt x="2" y="0"/>
                    <a:pt x="0" y="1"/>
                    <a:pt x="1" y="5"/>
                  </a:cubicBezTo>
                  <a:cubicBezTo>
                    <a:pt x="3" y="8"/>
                    <a:pt x="7" y="13"/>
                    <a:pt x="9" y="13"/>
                  </a:cubicBezTo>
                  <a:cubicBezTo>
                    <a:pt x="11" y="14"/>
                    <a:pt x="13" y="13"/>
                    <a:pt x="15" y="12"/>
                  </a:cubicBezTo>
                  <a:cubicBezTo>
                    <a:pt x="12" y="8"/>
                    <a:pt x="9" y="5"/>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70" name="Freeform 2575"/>
            <p:cNvSpPr/>
            <p:nvPr/>
          </p:nvSpPr>
          <p:spPr bwMode="auto">
            <a:xfrm>
              <a:off x="2610154" y="10469341"/>
              <a:ext cx="31750" cy="38100"/>
            </a:xfrm>
            <a:custGeom>
              <a:avLst/>
              <a:gdLst>
                <a:gd name="T0" fmla="*/ 1 w 12"/>
                <a:gd name="T1" fmla="*/ 3 h 14"/>
                <a:gd name="T2" fmla="*/ 6 w 12"/>
                <a:gd name="T3" fmla="*/ 13 h 14"/>
                <a:gd name="T4" fmla="*/ 12 w 12"/>
                <a:gd name="T5" fmla="*/ 12 h 14"/>
                <a:gd name="T6" fmla="*/ 6 w 12"/>
                <a:gd name="T7" fmla="*/ 1 h 14"/>
                <a:gd name="T8" fmla="*/ 1 w 12"/>
                <a:gd name="T9" fmla="*/ 3 h 14"/>
              </a:gdLst>
              <a:ahLst/>
              <a:cxnLst>
                <a:cxn ang="0">
                  <a:pos x="T0" y="T1"/>
                </a:cxn>
                <a:cxn ang="0">
                  <a:pos x="T2" y="T3"/>
                </a:cxn>
                <a:cxn ang="0">
                  <a:pos x="T4" y="T5"/>
                </a:cxn>
                <a:cxn ang="0">
                  <a:pos x="T6" y="T7"/>
                </a:cxn>
                <a:cxn ang="0">
                  <a:pos x="T8" y="T9"/>
                </a:cxn>
              </a:cxnLst>
              <a:rect l="0" t="0" r="r" b="b"/>
              <a:pathLst>
                <a:path w="12" h="14">
                  <a:moveTo>
                    <a:pt x="1" y="3"/>
                  </a:moveTo>
                  <a:cubicBezTo>
                    <a:pt x="0" y="6"/>
                    <a:pt x="4" y="12"/>
                    <a:pt x="6" y="13"/>
                  </a:cubicBezTo>
                  <a:cubicBezTo>
                    <a:pt x="9" y="14"/>
                    <a:pt x="11" y="13"/>
                    <a:pt x="12" y="12"/>
                  </a:cubicBezTo>
                  <a:cubicBezTo>
                    <a:pt x="12" y="8"/>
                    <a:pt x="9" y="3"/>
                    <a:pt x="6" y="1"/>
                  </a:cubicBezTo>
                  <a:cubicBezTo>
                    <a:pt x="3" y="0"/>
                    <a:pt x="1" y="1"/>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71" name="Freeform 2576"/>
            <p:cNvSpPr/>
            <p:nvPr/>
          </p:nvSpPr>
          <p:spPr bwMode="auto">
            <a:xfrm>
              <a:off x="2829229" y="10586816"/>
              <a:ext cx="33338" cy="41275"/>
            </a:xfrm>
            <a:custGeom>
              <a:avLst/>
              <a:gdLst>
                <a:gd name="T0" fmla="*/ 0 w 12"/>
                <a:gd name="T1" fmla="*/ 4 h 15"/>
                <a:gd name="T2" fmla="*/ 7 w 12"/>
                <a:gd name="T3" fmla="*/ 14 h 15"/>
                <a:gd name="T4" fmla="*/ 11 w 12"/>
                <a:gd name="T5" fmla="*/ 10 h 15"/>
                <a:gd name="T6" fmla="*/ 4 w 12"/>
                <a:gd name="T7" fmla="*/ 0 h 15"/>
                <a:gd name="T8" fmla="*/ 0 w 12"/>
                <a:gd name="T9" fmla="*/ 4 h 15"/>
              </a:gdLst>
              <a:ahLst/>
              <a:cxnLst>
                <a:cxn ang="0">
                  <a:pos x="T0" y="T1"/>
                </a:cxn>
                <a:cxn ang="0">
                  <a:pos x="T2" y="T3"/>
                </a:cxn>
                <a:cxn ang="0">
                  <a:pos x="T4" y="T5"/>
                </a:cxn>
                <a:cxn ang="0">
                  <a:pos x="T6" y="T7"/>
                </a:cxn>
                <a:cxn ang="0">
                  <a:pos x="T8" y="T9"/>
                </a:cxn>
              </a:cxnLst>
              <a:rect l="0" t="0" r="r" b="b"/>
              <a:pathLst>
                <a:path w="12" h="15">
                  <a:moveTo>
                    <a:pt x="0" y="4"/>
                  </a:moveTo>
                  <a:cubicBezTo>
                    <a:pt x="1" y="8"/>
                    <a:pt x="4" y="13"/>
                    <a:pt x="7" y="14"/>
                  </a:cubicBezTo>
                  <a:cubicBezTo>
                    <a:pt x="10" y="15"/>
                    <a:pt x="12" y="13"/>
                    <a:pt x="11" y="10"/>
                  </a:cubicBezTo>
                  <a:cubicBezTo>
                    <a:pt x="11" y="6"/>
                    <a:pt x="7" y="1"/>
                    <a:pt x="4" y="0"/>
                  </a:cubicBezTo>
                  <a:cubicBezTo>
                    <a:pt x="1" y="0"/>
                    <a:pt x="0" y="1"/>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72" name="Freeform 2577"/>
            <p:cNvSpPr/>
            <p:nvPr/>
          </p:nvSpPr>
          <p:spPr bwMode="auto">
            <a:xfrm>
              <a:off x="3046717" y="10683653"/>
              <a:ext cx="30163" cy="41275"/>
            </a:xfrm>
            <a:custGeom>
              <a:avLst/>
              <a:gdLst>
                <a:gd name="T0" fmla="*/ 9 w 11"/>
                <a:gd name="T1" fmla="*/ 15 h 15"/>
                <a:gd name="T2" fmla="*/ 11 w 11"/>
                <a:gd name="T3" fmla="*/ 9 h 15"/>
                <a:gd name="T4" fmla="*/ 4 w 11"/>
                <a:gd name="T5" fmla="*/ 0 h 15"/>
                <a:gd name="T6" fmla="*/ 1 w 11"/>
                <a:gd name="T7" fmla="*/ 5 h 15"/>
                <a:gd name="T8" fmla="*/ 9 w 11"/>
                <a:gd name="T9" fmla="*/ 15 h 15"/>
              </a:gdLst>
              <a:ahLst/>
              <a:cxnLst>
                <a:cxn ang="0">
                  <a:pos x="T0" y="T1"/>
                </a:cxn>
                <a:cxn ang="0">
                  <a:pos x="T2" y="T3"/>
                </a:cxn>
                <a:cxn ang="0">
                  <a:pos x="T4" y="T5"/>
                </a:cxn>
                <a:cxn ang="0">
                  <a:pos x="T6" y="T7"/>
                </a:cxn>
                <a:cxn ang="0">
                  <a:pos x="T8" y="T9"/>
                </a:cxn>
              </a:cxnLst>
              <a:rect l="0" t="0" r="r" b="b"/>
              <a:pathLst>
                <a:path w="11" h="15">
                  <a:moveTo>
                    <a:pt x="9" y="15"/>
                  </a:moveTo>
                  <a:cubicBezTo>
                    <a:pt x="9" y="14"/>
                    <a:pt x="11" y="12"/>
                    <a:pt x="11" y="9"/>
                  </a:cubicBezTo>
                  <a:cubicBezTo>
                    <a:pt x="11" y="5"/>
                    <a:pt x="7" y="0"/>
                    <a:pt x="4" y="0"/>
                  </a:cubicBezTo>
                  <a:cubicBezTo>
                    <a:pt x="1" y="0"/>
                    <a:pt x="0" y="2"/>
                    <a:pt x="1" y="5"/>
                  </a:cubicBezTo>
                  <a:cubicBezTo>
                    <a:pt x="1" y="10"/>
                    <a:pt x="4" y="14"/>
                    <a:pt x="9"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73" name="Freeform 2578"/>
            <p:cNvSpPr/>
            <p:nvPr/>
          </p:nvSpPr>
          <p:spPr bwMode="auto">
            <a:xfrm>
              <a:off x="3264204" y="10751916"/>
              <a:ext cx="31750" cy="49213"/>
            </a:xfrm>
            <a:custGeom>
              <a:avLst/>
              <a:gdLst>
                <a:gd name="T0" fmla="*/ 1 w 12"/>
                <a:gd name="T1" fmla="*/ 8 h 18"/>
                <a:gd name="T2" fmla="*/ 6 w 12"/>
                <a:gd name="T3" fmla="*/ 16 h 18"/>
                <a:gd name="T4" fmla="*/ 12 w 12"/>
                <a:gd name="T5" fmla="*/ 11 h 18"/>
                <a:gd name="T6" fmla="*/ 5 w 12"/>
                <a:gd name="T7" fmla="*/ 1 h 18"/>
                <a:gd name="T8" fmla="*/ 1 w 12"/>
                <a:gd name="T9" fmla="*/ 8 h 18"/>
              </a:gdLst>
              <a:ahLst/>
              <a:cxnLst>
                <a:cxn ang="0">
                  <a:pos x="T0" y="T1"/>
                </a:cxn>
                <a:cxn ang="0">
                  <a:pos x="T2" y="T3"/>
                </a:cxn>
                <a:cxn ang="0">
                  <a:pos x="T4" y="T5"/>
                </a:cxn>
                <a:cxn ang="0">
                  <a:pos x="T6" y="T7"/>
                </a:cxn>
                <a:cxn ang="0">
                  <a:pos x="T8" y="T9"/>
                </a:cxn>
              </a:cxnLst>
              <a:rect l="0" t="0" r="r" b="b"/>
              <a:pathLst>
                <a:path w="12" h="18">
                  <a:moveTo>
                    <a:pt x="1" y="8"/>
                  </a:moveTo>
                  <a:cubicBezTo>
                    <a:pt x="1" y="12"/>
                    <a:pt x="3" y="14"/>
                    <a:pt x="6" y="16"/>
                  </a:cubicBezTo>
                  <a:cubicBezTo>
                    <a:pt x="9" y="18"/>
                    <a:pt x="12" y="15"/>
                    <a:pt x="12" y="11"/>
                  </a:cubicBezTo>
                  <a:cubicBezTo>
                    <a:pt x="12" y="7"/>
                    <a:pt x="9" y="2"/>
                    <a:pt x="5" y="1"/>
                  </a:cubicBezTo>
                  <a:cubicBezTo>
                    <a:pt x="2" y="0"/>
                    <a:pt x="0" y="3"/>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74" name="Freeform 2579"/>
            <p:cNvSpPr/>
            <p:nvPr/>
          </p:nvSpPr>
          <p:spPr bwMode="auto">
            <a:xfrm>
              <a:off x="3478517" y="10790016"/>
              <a:ext cx="31750" cy="46038"/>
            </a:xfrm>
            <a:custGeom>
              <a:avLst/>
              <a:gdLst>
                <a:gd name="T0" fmla="*/ 5 w 12"/>
                <a:gd name="T1" fmla="*/ 0 h 17"/>
                <a:gd name="T2" fmla="*/ 1 w 12"/>
                <a:gd name="T3" fmla="*/ 6 h 17"/>
                <a:gd name="T4" fmla="*/ 5 w 12"/>
                <a:gd name="T5" fmla="*/ 16 h 17"/>
                <a:gd name="T6" fmla="*/ 12 w 12"/>
                <a:gd name="T7" fmla="*/ 9 h 17"/>
                <a:gd name="T8" fmla="*/ 5 w 12"/>
                <a:gd name="T9" fmla="*/ 0 h 17"/>
              </a:gdLst>
              <a:ahLst/>
              <a:cxnLst>
                <a:cxn ang="0">
                  <a:pos x="T0" y="T1"/>
                </a:cxn>
                <a:cxn ang="0">
                  <a:pos x="T2" y="T3"/>
                </a:cxn>
                <a:cxn ang="0">
                  <a:pos x="T4" y="T5"/>
                </a:cxn>
                <a:cxn ang="0">
                  <a:pos x="T6" y="T7"/>
                </a:cxn>
                <a:cxn ang="0">
                  <a:pos x="T8" y="T9"/>
                </a:cxn>
              </a:cxnLst>
              <a:rect l="0" t="0" r="r" b="b"/>
              <a:pathLst>
                <a:path w="12" h="17">
                  <a:moveTo>
                    <a:pt x="5" y="0"/>
                  </a:moveTo>
                  <a:cubicBezTo>
                    <a:pt x="2" y="0"/>
                    <a:pt x="0" y="3"/>
                    <a:pt x="1" y="6"/>
                  </a:cubicBezTo>
                  <a:cubicBezTo>
                    <a:pt x="2" y="10"/>
                    <a:pt x="4" y="13"/>
                    <a:pt x="5" y="16"/>
                  </a:cubicBezTo>
                  <a:cubicBezTo>
                    <a:pt x="10" y="17"/>
                    <a:pt x="12" y="13"/>
                    <a:pt x="12" y="9"/>
                  </a:cubicBezTo>
                  <a:cubicBezTo>
                    <a:pt x="12" y="4"/>
                    <a:pt x="9" y="0"/>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75" name="Freeform 2580"/>
            <p:cNvSpPr/>
            <p:nvPr/>
          </p:nvSpPr>
          <p:spPr bwMode="auto">
            <a:xfrm>
              <a:off x="3696004" y="10778903"/>
              <a:ext cx="28575" cy="49213"/>
            </a:xfrm>
            <a:custGeom>
              <a:avLst/>
              <a:gdLst>
                <a:gd name="T0" fmla="*/ 0 w 11"/>
                <a:gd name="T1" fmla="*/ 8 h 18"/>
                <a:gd name="T2" fmla="*/ 5 w 11"/>
                <a:gd name="T3" fmla="*/ 16 h 18"/>
                <a:gd name="T4" fmla="*/ 11 w 11"/>
                <a:gd name="T5" fmla="*/ 10 h 18"/>
                <a:gd name="T6" fmla="*/ 4 w 11"/>
                <a:gd name="T7" fmla="*/ 1 h 18"/>
                <a:gd name="T8" fmla="*/ 0 w 11"/>
                <a:gd name="T9" fmla="*/ 8 h 18"/>
              </a:gdLst>
              <a:ahLst/>
              <a:cxnLst>
                <a:cxn ang="0">
                  <a:pos x="T0" y="T1"/>
                </a:cxn>
                <a:cxn ang="0">
                  <a:pos x="T2" y="T3"/>
                </a:cxn>
                <a:cxn ang="0">
                  <a:pos x="T4" y="T5"/>
                </a:cxn>
                <a:cxn ang="0">
                  <a:pos x="T6" y="T7"/>
                </a:cxn>
                <a:cxn ang="0">
                  <a:pos x="T8" y="T9"/>
                </a:cxn>
              </a:cxnLst>
              <a:rect l="0" t="0" r="r" b="b"/>
              <a:pathLst>
                <a:path w="11" h="18">
                  <a:moveTo>
                    <a:pt x="0" y="8"/>
                  </a:moveTo>
                  <a:cubicBezTo>
                    <a:pt x="0" y="13"/>
                    <a:pt x="3" y="18"/>
                    <a:pt x="5" y="16"/>
                  </a:cubicBezTo>
                  <a:cubicBezTo>
                    <a:pt x="8" y="15"/>
                    <a:pt x="10" y="12"/>
                    <a:pt x="11" y="10"/>
                  </a:cubicBezTo>
                  <a:cubicBezTo>
                    <a:pt x="11" y="4"/>
                    <a:pt x="8" y="0"/>
                    <a:pt x="4" y="1"/>
                  </a:cubicBezTo>
                  <a:cubicBezTo>
                    <a:pt x="1" y="2"/>
                    <a:pt x="0" y="5"/>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76" name="Freeform 2581"/>
            <p:cNvSpPr/>
            <p:nvPr/>
          </p:nvSpPr>
          <p:spPr bwMode="auto">
            <a:xfrm>
              <a:off x="3907142" y="10740803"/>
              <a:ext cx="30163" cy="44450"/>
            </a:xfrm>
            <a:custGeom>
              <a:avLst/>
              <a:gdLst>
                <a:gd name="T0" fmla="*/ 5 w 11"/>
                <a:gd name="T1" fmla="*/ 0 h 16"/>
                <a:gd name="T2" fmla="*/ 0 w 11"/>
                <a:gd name="T3" fmla="*/ 7 h 16"/>
                <a:gd name="T4" fmla="*/ 6 w 11"/>
                <a:gd name="T5" fmla="*/ 15 h 16"/>
                <a:gd name="T6" fmla="*/ 11 w 11"/>
                <a:gd name="T7" fmla="*/ 9 h 16"/>
                <a:gd name="T8" fmla="*/ 5 w 11"/>
                <a:gd name="T9" fmla="*/ 0 h 16"/>
              </a:gdLst>
              <a:ahLst/>
              <a:cxnLst>
                <a:cxn ang="0">
                  <a:pos x="T0" y="T1"/>
                </a:cxn>
                <a:cxn ang="0">
                  <a:pos x="T2" y="T3"/>
                </a:cxn>
                <a:cxn ang="0">
                  <a:pos x="T4" y="T5"/>
                </a:cxn>
                <a:cxn ang="0">
                  <a:pos x="T6" y="T7"/>
                </a:cxn>
                <a:cxn ang="0">
                  <a:pos x="T8" y="T9"/>
                </a:cxn>
              </a:cxnLst>
              <a:rect l="0" t="0" r="r" b="b"/>
              <a:pathLst>
                <a:path w="11" h="16">
                  <a:moveTo>
                    <a:pt x="5" y="0"/>
                  </a:moveTo>
                  <a:cubicBezTo>
                    <a:pt x="2" y="1"/>
                    <a:pt x="1" y="4"/>
                    <a:pt x="0" y="7"/>
                  </a:cubicBezTo>
                  <a:cubicBezTo>
                    <a:pt x="0" y="12"/>
                    <a:pt x="3" y="16"/>
                    <a:pt x="6" y="15"/>
                  </a:cubicBezTo>
                  <a:cubicBezTo>
                    <a:pt x="8" y="14"/>
                    <a:pt x="10" y="11"/>
                    <a:pt x="11" y="9"/>
                  </a:cubicBezTo>
                  <a:cubicBezTo>
                    <a:pt x="11" y="3"/>
                    <a:pt x="8" y="0"/>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77" name="Freeform 2582"/>
            <p:cNvSpPr/>
            <p:nvPr/>
          </p:nvSpPr>
          <p:spPr bwMode="auto">
            <a:xfrm>
              <a:off x="4121454" y="10705878"/>
              <a:ext cx="30163" cy="41275"/>
            </a:xfrm>
            <a:custGeom>
              <a:avLst/>
              <a:gdLst>
                <a:gd name="T0" fmla="*/ 4 w 11"/>
                <a:gd name="T1" fmla="*/ 1 h 15"/>
                <a:gd name="T2" fmla="*/ 0 w 11"/>
                <a:gd name="T3" fmla="*/ 8 h 15"/>
                <a:gd name="T4" fmla="*/ 6 w 11"/>
                <a:gd name="T5" fmla="*/ 15 h 15"/>
                <a:gd name="T6" fmla="*/ 11 w 11"/>
                <a:gd name="T7" fmla="*/ 7 h 15"/>
                <a:gd name="T8" fmla="*/ 4 w 11"/>
                <a:gd name="T9" fmla="*/ 1 h 15"/>
              </a:gdLst>
              <a:ahLst/>
              <a:cxnLst>
                <a:cxn ang="0">
                  <a:pos x="T0" y="T1"/>
                </a:cxn>
                <a:cxn ang="0">
                  <a:pos x="T2" y="T3"/>
                </a:cxn>
                <a:cxn ang="0">
                  <a:pos x="T4" y="T5"/>
                </a:cxn>
                <a:cxn ang="0">
                  <a:pos x="T6" y="T7"/>
                </a:cxn>
                <a:cxn ang="0">
                  <a:pos x="T8" y="T9"/>
                </a:cxn>
              </a:cxnLst>
              <a:rect l="0" t="0" r="r" b="b"/>
              <a:pathLst>
                <a:path w="11" h="15">
                  <a:moveTo>
                    <a:pt x="4" y="1"/>
                  </a:moveTo>
                  <a:cubicBezTo>
                    <a:pt x="1" y="2"/>
                    <a:pt x="0" y="4"/>
                    <a:pt x="0" y="8"/>
                  </a:cubicBezTo>
                  <a:cubicBezTo>
                    <a:pt x="0" y="12"/>
                    <a:pt x="3" y="15"/>
                    <a:pt x="6" y="15"/>
                  </a:cubicBezTo>
                  <a:cubicBezTo>
                    <a:pt x="9" y="14"/>
                    <a:pt x="11" y="11"/>
                    <a:pt x="11" y="7"/>
                  </a:cubicBezTo>
                  <a:cubicBezTo>
                    <a:pt x="11" y="3"/>
                    <a:pt x="8" y="0"/>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78" name="Freeform 2583"/>
            <p:cNvSpPr/>
            <p:nvPr/>
          </p:nvSpPr>
          <p:spPr bwMode="auto">
            <a:xfrm>
              <a:off x="4332592" y="10678891"/>
              <a:ext cx="33338" cy="34925"/>
            </a:xfrm>
            <a:custGeom>
              <a:avLst/>
              <a:gdLst>
                <a:gd name="T0" fmla="*/ 1 w 12"/>
                <a:gd name="T1" fmla="*/ 7 h 13"/>
                <a:gd name="T2" fmla="*/ 6 w 12"/>
                <a:gd name="T3" fmla="*/ 12 h 13"/>
                <a:gd name="T4" fmla="*/ 12 w 12"/>
                <a:gd name="T5" fmla="*/ 7 h 13"/>
                <a:gd name="T6" fmla="*/ 7 w 12"/>
                <a:gd name="T7" fmla="*/ 0 h 13"/>
                <a:gd name="T8" fmla="*/ 1 w 12"/>
                <a:gd name="T9" fmla="*/ 7 h 13"/>
              </a:gdLst>
              <a:ahLst/>
              <a:cxnLst>
                <a:cxn ang="0">
                  <a:pos x="T0" y="T1"/>
                </a:cxn>
                <a:cxn ang="0">
                  <a:pos x="T2" y="T3"/>
                </a:cxn>
                <a:cxn ang="0">
                  <a:pos x="T4" y="T5"/>
                </a:cxn>
                <a:cxn ang="0">
                  <a:pos x="T6" y="T7"/>
                </a:cxn>
                <a:cxn ang="0">
                  <a:pos x="T8" y="T9"/>
                </a:cxn>
              </a:cxnLst>
              <a:rect l="0" t="0" r="r" b="b"/>
              <a:pathLst>
                <a:path w="12" h="13">
                  <a:moveTo>
                    <a:pt x="1" y="7"/>
                  </a:moveTo>
                  <a:cubicBezTo>
                    <a:pt x="2" y="9"/>
                    <a:pt x="4" y="11"/>
                    <a:pt x="6" y="12"/>
                  </a:cubicBezTo>
                  <a:cubicBezTo>
                    <a:pt x="8" y="13"/>
                    <a:pt x="12" y="10"/>
                    <a:pt x="12" y="7"/>
                  </a:cubicBezTo>
                  <a:cubicBezTo>
                    <a:pt x="12" y="3"/>
                    <a:pt x="10" y="0"/>
                    <a:pt x="7" y="0"/>
                  </a:cubicBezTo>
                  <a:cubicBezTo>
                    <a:pt x="3" y="0"/>
                    <a:pt x="0" y="3"/>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79" name="Freeform 2584"/>
            <p:cNvSpPr/>
            <p:nvPr/>
          </p:nvSpPr>
          <p:spPr bwMode="auto">
            <a:xfrm>
              <a:off x="4550079" y="10651903"/>
              <a:ext cx="30163" cy="30163"/>
            </a:xfrm>
            <a:custGeom>
              <a:avLst/>
              <a:gdLst>
                <a:gd name="T0" fmla="*/ 5 w 11"/>
                <a:gd name="T1" fmla="*/ 10 h 11"/>
                <a:gd name="T2" fmla="*/ 11 w 11"/>
                <a:gd name="T3" fmla="*/ 6 h 11"/>
                <a:gd name="T4" fmla="*/ 5 w 11"/>
                <a:gd name="T5" fmla="*/ 1 h 11"/>
                <a:gd name="T6" fmla="*/ 0 w 11"/>
                <a:gd name="T7" fmla="*/ 5 h 11"/>
                <a:gd name="T8" fmla="*/ 5 w 11"/>
                <a:gd name="T9" fmla="*/ 10 h 11"/>
              </a:gdLst>
              <a:ahLst/>
              <a:cxnLst>
                <a:cxn ang="0">
                  <a:pos x="T0" y="T1"/>
                </a:cxn>
                <a:cxn ang="0">
                  <a:pos x="T2" y="T3"/>
                </a:cxn>
                <a:cxn ang="0">
                  <a:pos x="T4" y="T5"/>
                </a:cxn>
                <a:cxn ang="0">
                  <a:pos x="T6" y="T7"/>
                </a:cxn>
                <a:cxn ang="0">
                  <a:pos x="T8" y="T9"/>
                </a:cxn>
              </a:cxnLst>
              <a:rect l="0" t="0" r="r" b="b"/>
              <a:pathLst>
                <a:path w="11" h="11">
                  <a:moveTo>
                    <a:pt x="5" y="10"/>
                  </a:moveTo>
                  <a:cubicBezTo>
                    <a:pt x="8" y="10"/>
                    <a:pt x="10" y="7"/>
                    <a:pt x="11" y="6"/>
                  </a:cubicBezTo>
                  <a:cubicBezTo>
                    <a:pt x="11" y="2"/>
                    <a:pt x="8" y="0"/>
                    <a:pt x="5" y="1"/>
                  </a:cubicBezTo>
                  <a:cubicBezTo>
                    <a:pt x="2" y="1"/>
                    <a:pt x="0" y="3"/>
                    <a:pt x="0" y="5"/>
                  </a:cubicBezTo>
                  <a:cubicBezTo>
                    <a:pt x="0" y="8"/>
                    <a:pt x="3" y="11"/>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80" name="Freeform 2585"/>
            <p:cNvSpPr/>
            <p:nvPr/>
          </p:nvSpPr>
          <p:spPr bwMode="auto">
            <a:xfrm>
              <a:off x="4762804" y="10624916"/>
              <a:ext cx="31750" cy="22225"/>
            </a:xfrm>
            <a:custGeom>
              <a:avLst/>
              <a:gdLst>
                <a:gd name="T0" fmla="*/ 1 w 12"/>
                <a:gd name="T1" fmla="*/ 5 h 8"/>
                <a:gd name="T2" fmla="*/ 7 w 12"/>
                <a:gd name="T3" fmla="*/ 8 h 8"/>
                <a:gd name="T4" fmla="*/ 12 w 12"/>
                <a:gd name="T5" fmla="*/ 3 h 8"/>
                <a:gd name="T6" fmla="*/ 5 w 12"/>
                <a:gd name="T7" fmla="*/ 0 h 8"/>
                <a:gd name="T8" fmla="*/ 1 w 12"/>
                <a:gd name="T9" fmla="*/ 5 h 8"/>
              </a:gdLst>
              <a:ahLst/>
              <a:cxnLst>
                <a:cxn ang="0">
                  <a:pos x="T0" y="T1"/>
                </a:cxn>
                <a:cxn ang="0">
                  <a:pos x="T2" y="T3"/>
                </a:cxn>
                <a:cxn ang="0">
                  <a:pos x="T4" y="T5"/>
                </a:cxn>
                <a:cxn ang="0">
                  <a:pos x="T6" y="T7"/>
                </a:cxn>
                <a:cxn ang="0">
                  <a:pos x="T8" y="T9"/>
                </a:cxn>
              </a:cxnLst>
              <a:rect l="0" t="0" r="r" b="b"/>
              <a:pathLst>
                <a:path w="12" h="8">
                  <a:moveTo>
                    <a:pt x="1" y="5"/>
                  </a:moveTo>
                  <a:cubicBezTo>
                    <a:pt x="2" y="7"/>
                    <a:pt x="4" y="8"/>
                    <a:pt x="7" y="8"/>
                  </a:cubicBezTo>
                  <a:cubicBezTo>
                    <a:pt x="10" y="7"/>
                    <a:pt x="12" y="5"/>
                    <a:pt x="12" y="3"/>
                  </a:cubicBezTo>
                  <a:cubicBezTo>
                    <a:pt x="12" y="1"/>
                    <a:pt x="9" y="0"/>
                    <a:pt x="5" y="0"/>
                  </a:cubicBezTo>
                  <a:cubicBezTo>
                    <a:pt x="2" y="1"/>
                    <a:pt x="0" y="3"/>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81" name="Freeform 2586"/>
            <p:cNvSpPr/>
            <p:nvPr/>
          </p:nvSpPr>
          <p:spPr bwMode="auto">
            <a:xfrm>
              <a:off x="4978704" y="10586816"/>
              <a:ext cx="33338" cy="19050"/>
            </a:xfrm>
            <a:custGeom>
              <a:avLst/>
              <a:gdLst>
                <a:gd name="T0" fmla="*/ 0 w 12"/>
                <a:gd name="T1" fmla="*/ 4 h 7"/>
                <a:gd name="T2" fmla="*/ 6 w 12"/>
                <a:gd name="T3" fmla="*/ 6 h 7"/>
                <a:gd name="T4" fmla="*/ 11 w 12"/>
                <a:gd name="T5" fmla="*/ 2 h 7"/>
                <a:gd name="T6" fmla="*/ 4 w 12"/>
                <a:gd name="T7" fmla="*/ 1 h 7"/>
                <a:gd name="T8" fmla="*/ 0 w 12"/>
                <a:gd name="T9" fmla="*/ 4 h 7"/>
              </a:gdLst>
              <a:ahLst/>
              <a:cxnLst>
                <a:cxn ang="0">
                  <a:pos x="T0" y="T1"/>
                </a:cxn>
                <a:cxn ang="0">
                  <a:pos x="T2" y="T3"/>
                </a:cxn>
                <a:cxn ang="0">
                  <a:pos x="T4" y="T5"/>
                </a:cxn>
                <a:cxn ang="0">
                  <a:pos x="T6" y="T7"/>
                </a:cxn>
                <a:cxn ang="0">
                  <a:pos x="T8" y="T9"/>
                </a:cxn>
              </a:cxnLst>
              <a:rect l="0" t="0" r="r" b="b"/>
              <a:pathLst>
                <a:path w="12" h="7">
                  <a:moveTo>
                    <a:pt x="0" y="4"/>
                  </a:moveTo>
                  <a:cubicBezTo>
                    <a:pt x="0" y="6"/>
                    <a:pt x="3" y="7"/>
                    <a:pt x="6" y="6"/>
                  </a:cubicBezTo>
                  <a:cubicBezTo>
                    <a:pt x="9" y="5"/>
                    <a:pt x="12" y="3"/>
                    <a:pt x="11" y="2"/>
                  </a:cubicBezTo>
                  <a:cubicBezTo>
                    <a:pt x="10" y="1"/>
                    <a:pt x="7" y="0"/>
                    <a:pt x="4" y="1"/>
                  </a:cubicBezTo>
                  <a:cubicBezTo>
                    <a:pt x="1" y="2"/>
                    <a:pt x="0" y="3"/>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82" name="Freeform 2587"/>
            <p:cNvSpPr/>
            <p:nvPr/>
          </p:nvSpPr>
          <p:spPr bwMode="auto">
            <a:xfrm>
              <a:off x="5193017" y="10534428"/>
              <a:ext cx="30163" cy="17463"/>
            </a:xfrm>
            <a:custGeom>
              <a:avLst/>
              <a:gdLst>
                <a:gd name="T0" fmla="*/ 5 w 11"/>
                <a:gd name="T1" fmla="*/ 5 h 6"/>
                <a:gd name="T2" fmla="*/ 11 w 11"/>
                <a:gd name="T3" fmla="*/ 1 h 6"/>
                <a:gd name="T4" fmla="*/ 4 w 11"/>
                <a:gd name="T5" fmla="*/ 1 h 6"/>
                <a:gd name="T6" fmla="*/ 0 w 11"/>
                <a:gd name="T7" fmla="*/ 4 h 6"/>
                <a:gd name="T8" fmla="*/ 5 w 11"/>
                <a:gd name="T9" fmla="*/ 5 h 6"/>
              </a:gdLst>
              <a:ahLst/>
              <a:cxnLst>
                <a:cxn ang="0">
                  <a:pos x="T0" y="T1"/>
                </a:cxn>
                <a:cxn ang="0">
                  <a:pos x="T2" y="T3"/>
                </a:cxn>
                <a:cxn ang="0">
                  <a:pos x="T4" y="T5"/>
                </a:cxn>
                <a:cxn ang="0">
                  <a:pos x="T6" y="T7"/>
                </a:cxn>
                <a:cxn ang="0">
                  <a:pos x="T8" y="T9"/>
                </a:cxn>
              </a:cxnLst>
              <a:rect l="0" t="0" r="r" b="b"/>
              <a:pathLst>
                <a:path w="11" h="6">
                  <a:moveTo>
                    <a:pt x="5" y="5"/>
                  </a:moveTo>
                  <a:cubicBezTo>
                    <a:pt x="8" y="4"/>
                    <a:pt x="11" y="2"/>
                    <a:pt x="11" y="1"/>
                  </a:cubicBezTo>
                  <a:cubicBezTo>
                    <a:pt x="10" y="0"/>
                    <a:pt x="8" y="0"/>
                    <a:pt x="4" y="1"/>
                  </a:cubicBezTo>
                  <a:cubicBezTo>
                    <a:pt x="1" y="2"/>
                    <a:pt x="0" y="3"/>
                    <a:pt x="0" y="4"/>
                  </a:cubicBezTo>
                  <a:cubicBezTo>
                    <a:pt x="0" y="5"/>
                    <a:pt x="2" y="6"/>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83" name="Freeform 2588"/>
            <p:cNvSpPr/>
            <p:nvPr/>
          </p:nvSpPr>
          <p:spPr bwMode="auto">
            <a:xfrm>
              <a:off x="5405742" y="10464578"/>
              <a:ext cx="30163" cy="14288"/>
            </a:xfrm>
            <a:custGeom>
              <a:avLst/>
              <a:gdLst>
                <a:gd name="T0" fmla="*/ 0 w 11"/>
                <a:gd name="T1" fmla="*/ 4 h 5"/>
                <a:gd name="T2" fmla="*/ 6 w 11"/>
                <a:gd name="T3" fmla="*/ 4 h 5"/>
                <a:gd name="T4" fmla="*/ 11 w 11"/>
                <a:gd name="T5" fmla="*/ 1 h 5"/>
                <a:gd name="T6" fmla="*/ 5 w 11"/>
                <a:gd name="T7" fmla="*/ 2 h 5"/>
                <a:gd name="T8" fmla="*/ 0 w 11"/>
                <a:gd name="T9" fmla="*/ 4 h 5"/>
              </a:gdLst>
              <a:ahLst/>
              <a:cxnLst>
                <a:cxn ang="0">
                  <a:pos x="T0" y="T1"/>
                </a:cxn>
                <a:cxn ang="0">
                  <a:pos x="T2" y="T3"/>
                </a:cxn>
                <a:cxn ang="0">
                  <a:pos x="T4" y="T5"/>
                </a:cxn>
                <a:cxn ang="0">
                  <a:pos x="T6" y="T7"/>
                </a:cxn>
                <a:cxn ang="0">
                  <a:pos x="T8" y="T9"/>
                </a:cxn>
              </a:cxnLst>
              <a:rect l="0" t="0" r="r" b="b"/>
              <a:pathLst>
                <a:path w="11" h="5">
                  <a:moveTo>
                    <a:pt x="0" y="4"/>
                  </a:moveTo>
                  <a:cubicBezTo>
                    <a:pt x="0" y="5"/>
                    <a:pt x="3" y="5"/>
                    <a:pt x="6" y="4"/>
                  </a:cubicBezTo>
                  <a:cubicBezTo>
                    <a:pt x="8" y="3"/>
                    <a:pt x="10" y="2"/>
                    <a:pt x="11" y="1"/>
                  </a:cubicBezTo>
                  <a:cubicBezTo>
                    <a:pt x="11" y="0"/>
                    <a:pt x="8" y="0"/>
                    <a:pt x="5" y="2"/>
                  </a:cubicBezTo>
                  <a:cubicBezTo>
                    <a:pt x="2" y="3"/>
                    <a:pt x="0" y="4"/>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84" name="Freeform 2589"/>
            <p:cNvSpPr/>
            <p:nvPr/>
          </p:nvSpPr>
          <p:spPr bwMode="auto">
            <a:xfrm>
              <a:off x="2392667" y="10345516"/>
              <a:ext cx="31750" cy="38100"/>
            </a:xfrm>
            <a:custGeom>
              <a:avLst/>
              <a:gdLst>
                <a:gd name="T0" fmla="*/ 0 w 12"/>
                <a:gd name="T1" fmla="*/ 4 h 14"/>
                <a:gd name="T2" fmla="*/ 7 w 12"/>
                <a:gd name="T3" fmla="*/ 13 h 14"/>
                <a:gd name="T4" fmla="*/ 11 w 12"/>
                <a:gd name="T5" fmla="*/ 10 h 14"/>
                <a:gd name="T6" fmla="*/ 4 w 12"/>
                <a:gd name="T7" fmla="*/ 1 h 14"/>
                <a:gd name="T8" fmla="*/ 0 w 12"/>
                <a:gd name="T9" fmla="*/ 4 h 14"/>
              </a:gdLst>
              <a:ahLst/>
              <a:cxnLst>
                <a:cxn ang="0">
                  <a:pos x="T0" y="T1"/>
                </a:cxn>
                <a:cxn ang="0">
                  <a:pos x="T2" y="T3"/>
                </a:cxn>
                <a:cxn ang="0">
                  <a:pos x="T4" y="T5"/>
                </a:cxn>
                <a:cxn ang="0">
                  <a:pos x="T6" y="T7"/>
                </a:cxn>
                <a:cxn ang="0">
                  <a:pos x="T8" y="T9"/>
                </a:cxn>
              </a:cxnLst>
              <a:rect l="0" t="0" r="r" b="b"/>
              <a:pathLst>
                <a:path w="12" h="14">
                  <a:moveTo>
                    <a:pt x="0" y="4"/>
                  </a:moveTo>
                  <a:cubicBezTo>
                    <a:pt x="1" y="7"/>
                    <a:pt x="4" y="11"/>
                    <a:pt x="7" y="13"/>
                  </a:cubicBezTo>
                  <a:cubicBezTo>
                    <a:pt x="10" y="14"/>
                    <a:pt x="12" y="13"/>
                    <a:pt x="11" y="10"/>
                  </a:cubicBezTo>
                  <a:cubicBezTo>
                    <a:pt x="11" y="7"/>
                    <a:pt x="7" y="2"/>
                    <a:pt x="4" y="1"/>
                  </a:cubicBezTo>
                  <a:cubicBezTo>
                    <a:pt x="1" y="0"/>
                    <a:pt x="0" y="1"/>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85" name="Freeform 2590"/>
            <p:cNvSpPr/>
            <p:nvPr/>
          </p:nvSpPr>
          <p:spPr bwMode="auto">
            <a:xfrm>
              <a:off x="2175179" y="10223278"/>
              <a:ext cx="33338" cy="31750"/>
            </a:xfrm>
            <a:custGeom>
              <a:avLst/>
              <a:gdLst>
                <a:gd name="T0" fmla="*/ 0 w 12"/>
                <a:gd name="T1" fmla="*/ 3 h 12"/>
                <a:gd name="T2" fmla="*/ 6 w 12"/>
                <a:gd name="T3" fmla="*/ 11 h 12"/>
                <a:gd name="T4" fmla="*/ 11 w 12"/>
                <a:gd name="T5" fmla="*/ 8 h 12"/>
                <a:gd name="T6" fmla="*/ 4 w 12"/>
                <a:gd name="T7" fmla="*/ 1 h 12"/>
                <a:gd name="T8" fmla="*/ 0 w 12"/>
                <a:gd name="T9" fmla="*/ 3 h 12"/>
              </a:gdLst>
              <a:ahLst/>
              <a:cxnLst>
                <a:cxn ang="0">
                  <a:pos x="T0" y="T1"/>
                </a:cxn>
                <a:cxn ang="0">
                  <a:pos x="T2" y="T3"/>
                </a:cxn>
                <a:cxn ang="0">
                  <a:pos x="T4" y="T5"/>
                </a:cxn>
                <a:cxn ang="0">
                  <a:pos x="T6" y="T7"/>
                </a:cxn>
                <a:cxn ang="0">
                  <a:pos x="T8" y="T9"/>
                </a:cxn>
              </a:cxnLst>
              <a:rect l="0" t="0" r="r" b="b"/>
              <a:pathLst>
                <a:path w="12" h="12">
                  <a:moveTo>
                    <a:pt x="0" y="3"/>
                  </a:moveTo>
                  <a:cubicBezTo>
                    <a:pt x="0" y="5"/>
                    <a:pt x="3" y="9"/>
                    <a:pt x="6" y="11"/>
                  </a:cubicBezTo>
                  <a:cubicBezTo>
                    <a:pt x="10" y="12"/>
                    <a:pt x="12" y="11"/>
                    <a:pt x="11" y="8"/>
                  </a:cubicBezTo>
                  <a:cubicBezTo>
                    <a:pt x="10" y="6"/>
                    <a:pt x="7" y="2"/>
                    <a:pt x="4" y="1"/>
                  </a:cubicBezTo>
                  <a:cubicBezTo>
                    <a:pt x="1" y="0"/>
                    <a:pt x="0" y="0"/>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86" name="Freeform 2591"/>
            <p:cNvSpPr/>
            <p:nvPr/>
          </p:nvSpPr>
          <p:spPr bwMode="auto">
            <a:xfrm>
              <a:off x="1956104" y="10108978"/>
              <a:ext cx="31750" cy="30163"/>
            </a:xfrm>
            <a:custGeom>
              <a:avLst/>
              <a:gdLst>
                <a:gd name="T0" fmla="*/ 1 w 12"/>
                <a:gd name="T1" fmla="*/ 4 h 11"/>
                <a:gd name="T2" fmla="*/ 7 w 12"/>
                <a:gd name="T3" fmla="*/ 10 h 11"/>
                <a:gd name="T4" fmla="*/ 12 w 12"/>
                <a:gd name="T5" fmla="*/ 8 h 11"/>
                <a:gd name="T6" fmla="*/ 5 w 12"/>
                <a:gd name="T7" fmla="*/ 1 h 11"/>
                <a:gd name="T8" fmla="*/ 1 w 12"/>
                <a:gd name="T9" fmla="*/ 4 h 11"/>
              </a:gdLst>
              <a:ahLst/>
              <a:cxnLst>
                <a:cxn ang="0">
                  <a:pos x="T0" y="T1"/>
                </a:cxn>
                <a:cxn ang="0">
                  <a:pos x="T2" y="T3"/>
                </a:cxn>
                <a:cxn ang="0">
                  <a:pos x="T4" y="T5"/>
                </a:cxn>
                <a:cxn ang="0">
                  <a:pos x="T6" y="T7"/>
                </a:cxn>
                <a:cxn ang="0">
                  <a:pos x="T8" y="T9"/>
                </a:cxn>
              </a:cxnLst>
              <a:rect l="0" t="0" r="r" b="b"/>
              <a:pathLst>
                <a:path w="12" h="11">
                  <a:moveTo>
                    <a:pt x="1" y="4"/>
                  </a:moveTo>
                  <a:cubicBezTo>
                    <a:pt x="2" y="6"/>
                    <a:pt x="4" y="8"/>
                    <a:pt x="7" y="10"/>
                  </a:cubicBezTo>
                  <a:cubicBezTo>
                    <a:pt x="10" y="11"/>
                    <a:pt x="12" y="10"/>
                    <a:pt x="12" y="8"/>
                  </a:cubicBezTo>
                  <a:cubicBezTo>
                    <a:pt x="11" y="6"/>
                    <a:pt x="8" y="2"/>
                    <a:pt x="5" y="1"/>
                  </a:cubicBezTo>
                  <a:cubicBezTo>
                    <a:pt x="2" y="0"/>
                    <a:pt x="0" y="1"/>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87" name="Freeform 2592"/>
            <p:cNvSpPr/>
            <p:nvPr/>
          </p:nvSpPr>
          <p:spPr bwMode="auto">
            <a:xfrm>
              <a:off x="1741792" y="10016903"/>
              <a:ext cx="31750" cy="23813"/>
            </a:xfrm>
            <a:custGeom>
              <a:avLst/>
              <a:gdLst>
                <a:gd name="T0" fmla="*/ 0 w 12"/>
                <a:gd name="T1" fmla="*/ 2 h 9"/>
                <a:gd name="T2" fmla="*/ 6 w 12"/>
                <a:gd name="T3" fmla="*/ 8 h 9"/>
                <a:gd name="T4" fmla="*/ 11 w 12"/>
                <a:gd name="T5" fmla="*/ 6 h 9"/>
                <a:gd name="T6" fmla="*/ 4 w 12"/>
                <a:gd name="T7" fmla="*/ 1 h 9"/>
                <a:gd name="T8" fmla="*/ 0 w 12"/>
                <a:gd name="T9" fmla="*/ 2 h 9"/>
              </a:gdLst>
              <a:ahLst/>
              <a:cxnLst>
                <a:cxn ang="0">
                  <a:pos x="T0" y="T1"/>
                </a:cxn>
                <a:cxn ang="0">
                  <a:pos x="T2" y="T3"/>
                </a:cxn>
                <a:cxn ang="0">
                  <a:pos x="T4" y="T5"/>
                </a:cxn>
                <a:cxn ang="0">
                  <a:pos x="T6" y="T7"/>
                </a:cxn>
                <a:cxn ang="0">
                  <a:pos x="T8" y="T9"/>
                </a:cxn>
              </a:cxnLst>
              <a:rect l="0" t="0" r="r" b="b"/>
              <a:pathLst>
                <a:path w="12" h="9">
                  <a:moveTo>
                    <a:pt x="0" y="2"/>
                  </a:moveTo>
                  <a:cubicBezTo>
                    <a:pt x="0" y="5"/>
                    <a:pt x="3" y="7"/>
                    <a:pt x="6" y="8"/>
                  </a:cubicBezTo>
                  <a:cubicBezTo>
                    <a:pt x="9" y="9"/>
                    <a:pt x="12" y="9"/>
                    <a:pt x="11" y="6"/>
                  </a:cubicBezTo>
                  <a:cubicBezTo>
                    <a:pt x="10" y="4"/>
                    <a:pt x="7" y="1"/>
                    <a:pt x="4" y="1"/>
                  </a:cubicBezTo>
                  <a:cubicBezTo>
                    <a:pt x="1" y="0"/>
                    <a:pt x="0" y="1"/>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88" name="Freeform 2593"/>
            <p:cNvSpPr/>
            <p:nvPr/>
          </p:nvSpPr>
          <p:spPr bwMode="auto">
            <a:xfrm>
              <a:off x="1527479" y="9956578"/>
              <a:ext cx="28575" cy="19050"/>
            </a:xfrm>
            <a:custGeom>
              <a:avLst/>
              <a:gdLst>
                <a:gd name="T0" fmla="*/ 0 w 11"/>
                <a:gd name="T1" fmla="*/ 2 h 7"/>
                <a:gd name="T2" fmla="*/ 6 w 11"/>
                <a:gd name="T3" fmla="*/ 7 h 7"/>
                <a:gd name="T4" fmla="*/ 11 w 11"/>
                <a:gd name="T5" fmla="*/ 4 h 7"/>
                <a:gd name="T6" fmla="*/ 4 w 11"/>
                <a:gd name="T7" fmla="*/ 0 h 7"/>
                <a:gd name="T8" fmla="*/ 0 w 11"/>
                <a:gd name="T9" fmla="*/ 2 h 7"/>
              </a:gdLst>
              <a:ahLst/>
              <a:cxnLst>
                <a:cxn ang="0">
                  <a:pos x="T0" y="T1"/>
                </a:cxn>
                <a:cxn ang="0">
                  <a:pos x="T2" y="T3"/>
                </a:cxn>
                <a:cxn ang="0">
                  <a:pos x="T4" y="T5"/>
                </a:cxn>
                <a:cxn ang="0">
                  <a:pos x="T6" y="T7"/>
                </a:cxn>
                <a:cxn ang="0">
                  <a:pos x="T8" y="T9"/>
                </a:cxn>
              </a:cxnLst>
              <a:rect l="0" t="0" r="r" b="b"/>
              <a:pathLst>
                <a:path w="11" h="7">
                  <a:moveTo>
                    <a:pt x="0" y="2"/>
                  </a:moveTo>
                  <a:cubicBezTo>
                    <a:pt x="0" y="4"/>
                    <a:pt x="3" y="6"/>
                    <a:pt x="6" y="7"/>
                  </a:cubicBezTo>
                  <a:cubicBezTo>
                    <a:pt x="9" y="7"/>
                    <a:pt x="11" y="6"/>
                    <a:pt x="11" y="4"/>
                  </a:cubicBezTo>
                  <a:cubicBezTo>
                    <a:pt x="10" y="2"/>
                    <a:pt x="7" y="0"/>
                    <a:pt x="4" y="0"/>
                  </a:cubicBezTo>
                  <a:cubicBezTo>
                    <a:pt x="1" y="0"/>
                    <a:pt x="0" y="1"/>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89" name="Freeform 2594"/>
            <p:cNvSpPr/>
            <p:nvPr/>
          </p:nvSpPr>
          <p:spPr bwMode="auto">
            <a:xfrm>
              <a:off x="1311579" y="9937528"/>
              <a:ext cx="30163" cy="15875"/>
            </a:xfrm>
            <a:custGeom>
              <a:avLst/>
              <a:gdLst>
                <a:gd name="T0" fmla="*/ 0 w 11"/>
                <a:gd name="T1" fmla="*/ 3 h 6"/>
                <a:gd name="T2" fmla="*/ 5 w 11"/>
                <a:gd name="T3" fmla="*/ 6 h 6"/>
                <a:gd name="T4" fmla="*/ 11 w 11"/>
                <a:gd name="T5" fmla="*/ 3 h 6"/>
                <a:gd name="T6" fmla="*/ 5 w 11"/>
                <a:gd name="T7" fmla="*/ 0 h 6"/>
                <a:gd name="T8" fmla="*/ 0 w 11"/>
                <a:gd name="T9" fmla="*/ 3 h 6"/>
              </a:gdLst>
              <a:ahLst/>
              <a:cxnLst>
                <a:cxn ang="0">
                  <a:pos x="T0" y="T1"/>
                </a:cxn>
                <a:cxn ang="0">
                  <a:pos x="T2" y="T3"/>
                </a:cxn>
                <a:cxn ang="0">
                  <a:pos x="T4" y="T5"/>
                </a:cxn>
                <a:cxn ang="0">
                  <a:pos x="T6" y="T7"/>
                </a:cxn>
                <a:cxn ang="0">
                  <a:pos x="T8" y="T9"/>
                </a:cxn>
              </a:cxnLst>
              <a:rect l="0" t="0" r="r" b="b"/>
              <a:pathLst>
                <a:path w="11" h="6">
                  <a:moveTo>
                    <a:pt x="0" y="3"/>
                  </a:moveTo>
                  <a:cubicBezTo>
                    <a:pt x="1" y="5"/>
                    <a:pt x="3" y="6"/>
                    <a:pt x="5" y="6"/>
                  </a:cubicBezTo>
                  <a:cubicBezTo>
                    <a:pt x="8" y="6"/>
                    <a:pt x="11" y="5"/>
                    <a:pt x="11" y="3"/>
                  </a:cubicBezTo>
                  <a:cubicBezTo>
                    <a:pt x="11" y="1"/>
                    <a:pt x="9" y="0"/>
                    <a:pt x="5" y="0"/>
                  </a:cubicBezTo>
                  <a:cubicBezTo>
                    <a:pt x="2"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90" name="Freeform 2595"/>
            <p:cNvSpPr/>
            <p:nvPr/>
          </p:nvSpPr>
          <p:spPr bwMode="auto">
            <a:xfrm>
              <a:off x="1103617" y="9967691"/>
              <a:ext cx="30163" cy="22225"/>
            </a:xfrm>
            <a:custGeom>
              <a:avLst/>
              <a:gdLst>
                <a:gd name="T0" fmla="*/ 0 w 11"/>
                <a:gd name="T1" fmla="*/ 6 h 8"/>
                <a:gd name="T2" fmla="*/ 6 w 11"/>
                <a:gd name="T3" fmla="*/ 7 h 8"/>
                <a:gd name="T4" fmla="*/ 11 w 11"/>
                <a:gd name="T5" fmla="*/ 2 h 8"/>
                <a:gd name="T6" fmla="*/ 4 w 11"/>
                <a:gd name="T7" fmla="*/ 2 h 8"/>
                <a:gd name="T8" fmla="*/ 0 w 11"/>
                <a:gd name="T9" fmla="*/ 6 h 8"/>
              </a:gdLst>
              <a:ahLst/>
              <a:cxnLst>
                <a:cxn ang="0">
                  <a:pos x="T0" y="T1"/>
                </a:cxn>
                <a:cxn ang="0">
                  <a:pos x="T2" y="T3"/>
                </a:cxn>
                <a:cxn ang="0">
                  <a:pos x="T4" y="T5"/>
                </a:cxn>
                <a:cxn ang="0">
                  <a:pos x="T6" y="T7"/>
                </a:cxn>
                <a:cxn ang="0">
                  <a:pos x="T8" y="T9"/>
                </a:cxn>
              </a:cxnLst>
              <a:rect l="0" t="0" r="r" b="b"/>
              <a:pathLst>
                <a:path w="11" h="8">
                  <a:moveTo>
                    <a:pt x="0" y="6"/>
                  </a:moveTo>
                  <a:cubicBezTo>
                    <a:pt x="0" y="8"/>
                    <a:pt x="3" y="8"/>
                    <a:pt x="6" y="7"/>
                  </a:cubicBezTo>
                  <a:cubicBezTo>
                    <a:pt x="9" y="6"/>
                    <a:pt x="11" y="4"/>
                    <a:pt x="11" y="2"/>
                  </a:cubicBezTo>
                  <a:cubicBezTo>
                    <a:pt x="10" y="1"/>
                    <a:pt x="7" y="0"/>
                    <a:pt x="4" y="2"/>
                  </a:cubicBezTo>
                  <a:cubicBezTo>
                    <a:pt x="1" y="3"/>
                    <a:pt x="0" y="4"/>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91" name="Freeform 2596"/>
            <p:cNvSpPr/>
            <p:nvPr/>
          </p:nvSpPr>
          <p:spPr bwMode="auto">
            <a:xfrm>
              <a:off x="894067" y="10066116"/>
              <a:ext cx="30163" cy="23813"/>
            </a:xfrm>
            <a:custGeom>
              <a:avLst/>
              <a:gdLst>
                <a:gd name="T0" fmla="*/ 1 w 11"/>
                <a:gd name="T1" fmla="*/ 8 h 9"/>
                <a:gd name="T2" fmla="*/ 5 w 11"/>
                <a:gd name="T3" fmla="*/ 9 h 9"/>
                <a:gd name="T4" fmla="*/ 11 w 11"/>
                <a:gd name="T5" fmla="*/ 2 h 9"/>
                <a:gd name="T6" fmla="*/ 6 w 11"/>
                <a:gd name="T7" fmla="*/ 1 h 9"/>
                <a:gd name="T8" fmla="*/ 1 w 11"/>
                <a:gd name="T9" fmla="*/ 8 h 9"/>
              </a:gdLst>
              <a:ahLst/>
              <a:cxnLst>
                <a:cxn ang="0">
                  <a:pos x="T0" y="T1"/>
                </a:cxn>
                <a:cxn ang="0">
                  <a:pos x="T2" y="T3"/>
                </a:cxn>
                <a:cxn ang="0">
                  <a:pos x="T4" y="T5"/>
                </a:cxn>
                <a:cxn ang="0">
                  <a:pos x="T6" y="T7"/>
                </a:cxn>
                <a:cxn ang="0">
                  <a:pos x="T8" y="T9"/>
                </a:cxn>
              </a:cxnLst>
              <a:rect l="0" t="0" r="r" b="b"/>
              <a:pathLst>
                <a:path w="11" h="9">
                  <a:moveTo>
                    <a:pt x="1" y="8"/>
                  </a:moveTo>
                  <a:cubicBezTo>
                    <a:pt x="1" y="9"/>
                    <a:pt x="3" y="9"/>
                    <a:pt x="5" y="9"/>
                  </a:cubicBezTo>
                  <a:cubicBezTo>
                    <a:pt x="7" y="8"/>
                    <a:pt x="11" y="4"/>
                    <a:pt x="11" y="2"/>
                  </a:cubicBezTo>
                  <a:cubicBezTo>
                    <a:pt x="11" y="0"/>
                    <a:pt x="9" y="0"/>
                    <a:pt x="6" y="1"/>
                  </a:cubicBezTo>
                  <a:cubicBezTo>
                    <a:pt x="3" y="3"/>
                    <a:pt x="0" y="7"/>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92" name="Freeform 2597"/>
            <p:cNvSpPr/>
            <p:nvPr/>
          </p:nvSpPr>
          <p:spPr bwMode="auto">
            <a:xfrm>
              <a:off x="690867" y="10242328"/>
              <a:ext cx="30163" cy="42863"/>
            </a:xfrm>
            <a:custGeom>
              <a:avLst/>
              <a:gdLst>
                <a:gd name="T0" fmla="*/ 5 w 11"/>
                <a:gd name="T1" fmla="*/ 12 h 16"/>
                <a:gd name="T2" fmla="*/ 11 w 11"/>
                <a:gd name="T3" fmla="*/ 3 h 16"/>
                <a:gd name="T4" fmla="*/ 5 w 11"/>
                <a:gd name="T5" fmla="*/ 5 h 16"/>
                <a:gd name="T6" fmla="*/ 0 w 11"/>
                <a:gd name="T7" fmla="*/ 13 h 16"/>
                <a:gd name="T8" fmla="*/ 5 w 11"/>
                <a:gd name="T9" fmla="*/ 12 h 16"/>
              </a:gdLst>
              <a:ahLst/>
              <a:cxnLst>
                <a:cxn ang="0">
                  <a:pos x="T0" y="T1"/>
                </a:cxn>
                <a:cxn ang="0">
                  <a:pos x="T2" y="T3"/>
                </a:cxn>
                <a:cxn ang="0">
                  <a:pos x="T4" y="T5"/>
                </a:cxn>
                <a:cxn ang="0">
                  <a:pos x="T6" y="T7"/>
                </a:cxn>
                <a:cxn ang="0">
                  <a:pos x="T8" y="T9"/>
                </a:cxn>
              </a:cxnLst>
              <a:rect l="0" t="0" r="r" b="b"/>
              <a:pathLst>
                <a:path w="11" h="16">
                  <a:moveTo>
                    <a:pt x="5" y="12"/>
                  </a:moveTo>
                  <a:cubicBezTo>
                    <a:pt x="8" y="9"/>
                    <a:pt x="9" y="5"/>
                    <a:pt x="11" y="3"/>
                  </a:cubicBezTo>
                  <a:cubicBezTo>
                    <a:pt x="10" y="0"/>
                    <a:pt x="8" y="2"/>
                    <a:pt x="5" y="5"/>
                  </a:cubicBezTo>
                  <a:cubicBezTo>
                    <a:pt x="2" y="8"/>
                    <a:pt x="0" y="11"/>
                    <a:pt x="0" y="13"/>
                  </a:cubicBezTo>
                  <a:cubicBezTo>
                    <a:pt x="0" y="16"/>
                    <a:pt x="3" y="15"/>
                    <a:pt x="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93" name="Freeform 2598"/>
            <p:cNvSpPr/>
            <p:nvPr/>
          </p:nvSpPr>
          <p:spPr bwMode="auto">
            <a:xfrm>
              <a:off x="487667" y="10496328"/>
              <a:ext cx="30163" cy="47625"/>
            </a:xfrm>
            <a:custGeom>
              <a:avLst/>
              <a:gdLst>
                <a:gd name="T0" fmla="*/ 1 w 11"/>
                <a:gd name="T1" fmla="*/ 16 h 17"/>
                <a:gd name="T2" fmla="*/ 5 w 11"/>
                <a:gd name="T3" fmla="*/ 15 h 17"/>
                <a:gd name="T4" fmla="*/ 11 w 11"/>
                <a:gd name="T5" fmla="*/ 2 h 17"/>
                <a:gd name="T6" fmla="*/ 5 w 11"/>
                <a:gd name="T7" fmla="*/ 7 h 17"/>
                <a:gd name="T8" fmla="*/ 1 w 11"/>
                <a:gd name="T9" fmla="*/ 16 h 17"/>
              </a:gdLst>
              <a:ahLst/>
              <a:cxnLst>
                <a:cxn ang="0">
                  <a:pos x="T0" y="T1"/>
                </a:cxn>
                <a:cxn ang="0">
                  <a:pos x="T2" y="T3"/>
                </a:cxn>
                <a:cxn ang="0">
                  <a:pos x="T4" y="T5"/>
                </a:cxn>
                <a:cxn ang="0">
                  <a:pos x="T6" y="T7"/>
                </a:cxn>
                <a:cxn ang="0">
                  <a:pos x="T8" y="T9"/>
                </a:cxn>
              </a:cxnLst>
              <a:rect l="0" t="0" r="r" b="b"/>
              <a:pathLst>
                <a:path w="11" h="17">
                  <a:moveTo>
                    <a:pt x="1" y="16"/>
                  </a:moveTo>
                  <a:cubicBezTo>
                    <a:pt x="2" y="17"/>
                    <a:pt x="4" y="15"/>
                    <a:pt x="5" y="15"/>
                  </a:cubicBezTo>
                  <a:cubicBezTo>
                    <a:pt x="9" y="10"/>
                    <a:pt x="11" y="4"/>
                    <a:pt x="11" y="2"/>
                  </a:cubicBezTo>
                  <a:cubicBezTo>
                    <a:pt x="11" y="0"/>
                    <a:pt x="8" y="2"/>
                    <a:pt x="5" y="7"/>
                  </a:cubicBezTo>
                  <a:cubicBezTo>
                    <a:pt x="2" y="11"/>
                    <a:pt x="0" y="15"/>
                    <a:pt x="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94" name="Freeform 2599"/>
            <p:cNvSpPr/>
            <p:nvPr/>
          </p:nvSpPr>
          <p:spPr bwMode="auto">
            <a:xfrm>
              <a:off x="286054" y="10790016"/>
              <a:ext cx="33338" cy="52388"/>
            </a:xfrm>
            <a:custGeom>
              <a:avLst/>
              <a:gdLst>
                <a:gd name="T0" fmla="*/ 5 w 12"/>
                <a:gd name="T1" fmla="*/ 8 h 19"/>
                <a:gd name="T2" fmla="*/ 1 w 12"/>
                <a:gd name="T3" fmla="*/ 18 h 19"/>
                <a:gd name="T4" fmla="*/ 6 w 12"/>
                <a:gd name="T5" fmla="*/ 14 h 19"/>
                <a:gd name="T6" fmla="*/ 11 w 12"/>
                <a:gd name="T7" fmla="*/ 2 h 19"/>
                <a:gd name="T8" fmla="*/ 5 w 12"/>
                <a:gd name="T9" fmla="*/ 8 h 19"/>
              </a:gdLst>
              <a:ahLst/>
              <a:cxnLst>
                <a:cxn ang="0">
                  <a:pos x="T0" y="T1"/>
                </a:cxn>
                <a:cxn ang="0">
                  <a:pos x="T2" y="T3"/>
                </a:cxn>
                <a:cxn ang="0">
                  <a:pos x="T4" y="T5"/>
                </a:cxn>
                <a:cxn ang="0">
                  <a:pos x="T6" y="T7"/>
                </a:cxn>
                <a:cxn ang="0">
                  <a:pos x="T8" y="T9"/>
                </a:cxn>
              </a:cxnLst>
              <a:rect l="0" t="0" r="r" b="b"/>
              <a:pathLst>
                <a:path w="12" h="19">
                  <a:moveTo>
                    <a:pt x="5" y="8"/>
                  </a:moveTo>
                  <a:cubicBezTo>
                    <a:pt x="2" y="12"/>
                    <a:pt x="0" y="17"/>
                    <a:pt x="1" y="18"/>
                  </a:cubicBezTo>
                  <a:cubicBezTo>
                    <a:pt x="2" y="19"/>
                    <a:pt x="4" y="18"/>
                    <a:pt x="6" y="14"/>
                  </a:cubicBezTo>
                  <a:cubicBezTo>
                    <a:pt x="9" y="9"/>
                    <a:pt x="12" y="4"/>
                    <a:pt x="11" y="2"/>
                  </a:cubicBezTo>
                  <a:cubicBezTo>
                    <a:pt x="11" y="0"/>
                    <a:pt x="8" y="3"/>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95" name="Freeform 2600"/>
            <p:cNvSpPr/>
            <p:nvPr/>
          </p:nvSpPr>
          <p:spPr bwMode="auto">
            <a:xfrm>
              <a:off x="86029" y="11083703"/>
              <a:ext cx="30163" cy="46038"/>
            </a:xfrm>
            <a:custGeom>
              <a:avLst/>
              <a:gdLst>
                <a:gd name="T0" fmla="*/ 1 w 11"/>
                <a:gd name="T1" fmla="*/ 16 h 17"/>
                <a:gd name="T2" fmla="*/ 5 w 11"/>
                <a:gd name="T3" fmla="*/ 15 h 17"/>
                <a:gd name="T4" fmla="*/ 11 w 11"/>
                <a:gd name="T5" fmla="*/ 3 h 17"/>
                <a:gd name="T6" fmla="*/ 6 w 11"/>
                <a:gd name="T7" fmla="*/ 5 h 17"/>
                <a:gd name="T8" fmla="*/ 1 w 11"/>
                <a:gd name="T9" fmla="*/ 16 h 17"/>
              </a:gdLst>
              <a:ahLst/>
              <a:cxnLst>
                <a:cxn ang="0">
                  <a:pos x="T0" y="T1"/>
                </a:cxn>
                <a:cxn ang="0">
                  <a:pos x="T2" y="T3"/>
                </a:cxn>
                <a:cxn ang="0">
                  <a:pos x="T4" y="T5"/>
                </a:cxn>
                <a:cxn ang="0">
                  <a:pos x="T6" y="T7"/>
                </a:cxn>
                <a:cxn ang="0">
                  <a:pos x="T8" y="T9"/>
                </a:cxn>
              </a:cxnLst>
              <a:rect l="0" t="0" r="r" b="b"/>
              <a:pathLst>
                <a:path w="11" h="17">
                  <a:moveTo>
                    <a:pt x="1" y="16"/>
                  </a:moveTo>
                  <a:cubicBezTo>
                    <a:pt x="1" y="17"/>
                    <a:pt x="3" y="16"/>
                    <a:pt x="5" y="15"/>
                  </a:cubicBezTo>
                  <a:cubicBezTo>
                    <a:pt x="7" y="12"/>
                    <a:pt x="11" y="6"/>
                    <a:pt x="11" y="3"/>
                  </a:cubicBezTo>
                  <a:cubicBezTo>
                    <a:pt x="11" y="0"/>
                    <a:pt x="9" y="1"/>
                    <a:pt x="6" y="5"/>
                  </a:cubicBezTo>
                  <a:cubicBezTo>
                    <a:pt x="3" y="9"/>
                    <a:pt x="0" y="15"/>
                    <a:pt x="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96" name="Freeform 2601"/>
            <p:cNvSpPr/>
            <p:nvPr/>
          </p:nvSpPr>
          <p:spPr bwMode="auto">
            <a:xfrm>
              <a:off x="-118759" y="11339291"/>
              <a:ext cx="30163" cy="38100"/>
            </a:xfrm>
            <a:custGeom>
              <a:avLst/>
              <a:gdLst>
                <a:gd name="T0" fmla="*/ 4 w 11"/>
                <a:gd name="T1" fmla="*/ 5 h 14"/>
                <a:gd name="T2" fmla="*/ 1 w 11"/>
                <a:gd name="T3" fmla="*/ 12 h 14"/>
                <a:gd name="T4" fmla="*/ 6 w 11"/>
                <a:gd name="T5" fmla="*/ 11 h 14"/>
                <a:gd name="T6" fmla="*/ 11 w 11"/>
                <a:gd name="T7" fmla="*/ 1 h 14"/>
                <a:gd name="T8" fmla="*/ 4 w 11"/>
                <a:gd name="T9" fmla="*/ 5 h 14"/>
              </a:gdLst>
              <a:ahLst/>
              <a:cxnLst>
                <a:cxn ang="0">
                  <a:pos x="T0" y="T1"/>
                </a:cxn>
                <a:cxn ang="0">
                  <a:pos x="T2" y="T3"/>
                </a:cxn>
                <a:cxn ang="0">
                  <a:pos x="T4" y="T5"/>
                </a:cxn>
                <a:cxn ang="0">
                  <a:pos x="T6" y="T7"/>
                </a:cxn>
                <a:cxn ang="0">
                  <a:pos x="T8" y="T9"/>
                </a:cxn>
              </a:cxnLst>
              <a:rect l="0" t="0" r="r" b="b"/>
              <a:pathLst>
                <a:path w="11" h="14">
                  <a:moveTo>
                    <a:pt x="4" y="5"/>
                  </a:moveTo>
                  <a:cubicBezTo>
                    <a:pt x="2" y="8"/>
                    <a:pt x="0" y="10"/>
                    <a:pt x="1" y="12"/>
                  </a:cubicBezTo>
                  <a:cubicBezTo>
                    <a:pt x="1" y="14"/>
                    <a:pt x="3" y="14"/>
                    <a:pt x="6" y="11"/>
                  </a:cubicBezTo>
                  <a:cubicBezTo>
                    <a:pt x="9" y="7"/>
                    <a:pt x="11" y="3"/>
                    <a:pt x="11" y="1"/>
                  </a:cubicBezTo>
                  <a:cubicBezTo>
                    <a:pt x="10" y="0"/>
                    <a:pt x="7" y="1"/>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97" name="Freeform 2602"/>
            <p:cNvSpPr/>
            <p:nvPr/>
          </p:nvSpPr>
          <p:spPr bwMode="auto">
            <a:xfrm>
              <a:off x="-323546" y="11509153"/>
              <a:ext cx="28575" cy="26988"/>
            </a:xfrm>
            <a:custGeom>
              <a:avLst/>
              <a:gdLst>
                <a:gd name="T0" fmla="*/ 10 w 11"/>
                <a:gd name="T1" fmla="*/ 2 h 10"/>
                <a:gd name="T2" fmla="*/ 4 w 11"/>
                <a:gd name="T3" fmla="*/ 2 h 10"/>
                <a:gd name="T4" fmla="*/ 0 w 11"/>
                <a:gd name="T5" fmla="*/ 8 h 10"/>
                <a:gd name="T6" fmla="*/ 8 w 11"/>
                <a:gd name="T7" fmla="*/ 8 h 10"/>
                <a:gd name="T8" fmla="*/ 10 w 11"/>
                <a:gd name="T9" fmla="*/ 2 h 10"/>
              </a:gdLst>
              <a:ahLst/>
              <a:cxnLst>
                <a:cxn ang="0">
                  <a:pos x="T0" y="T1"/>
                </a:cxn>
                <a:cxn ang="0">
                  <a:pos x="T2" y="T3"/>
                </a:cxn>
                <a:cxn ang="0">
                  <a:pos x="T4" y="T5"/>
                </a:cxn>
                <a:cxn ang="0">
                  <a:pos x="T6" y="T7"/>
                </a:cxn>
                <a:cxn ang="0">
                  <a:pos x="T8" y="T9"/>
                </a:cxn>
              </a:cxnLst>
              <a:rect l="0" t="0" r="r" b="b"/>
              <a:pathLst>
                <a:path w="11" h="10">
                  <a:moveTo>
                    <a:pt x="10" y="2"/>
                  </a:moveTo>
                  <a:cubicBezTo>
                    <a:pt x="11" y="0"/>
                    <a:pt x="6" y="0"/>
                    <a:pt x="4" y="2"/>
                  </a:cubicBezTo>
                  <a:cubicBezTo>
                    <a:pt x="1" y="4"/>
                    <a:pt x="0" y="6"/>
                    <a:pt x="0" y="8"/>
                  </a:cubicBezTo>
                  <a:cubicBezTo>
                    <a:pt x="0" y="10"/>
                    <a:pt x="3" y="10"/>
                    <a:pt x="8" y="8"/>
                  </a:cubicBezTo>
                  <a:cubicBezTo>
                    <a:pt x="8" y="6"/>
                    <a:pt x="10" y="4"/>
                    <a:pt x="1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98" name="Freeform 2603"/>
            <p:cNvSpPr/>
            <p:nvPr/>
          </p:nvSpPr>
          <p:spPr bwMode="auto">
            <a:xfrm>
              <a:off x="11522379" y="8080153"/>
              <a:ext cx="30163" cy="33338"/>
            </a:xfrm>
            <a:custGeom>
              <a:avLst/>
              <a:gdLst>
                <a:gd name="T0" fmla="*/ 6 w 11"/>
                <a:gd name="T1" fmla="*/ 10 h 12"/>
                <a:gd name="T2" fmla="*/ 11 w 11"/>
                <a:gd name="T3" fmla="*/ 3 h 12"/>
                <a:gd name="T4" fmla="*/ 5 w 11"/>
                <a:gd name="T5" fmla="*/ 3 h 12"/>
                <a:gd name="T6" fmla="*/ 0 w 11"/>
                <a:gd name="T7" fmla="*/ 10 h 12"/>
                <a:gd name="T8" fmla="*/ 6 w 11"/>
                <a:gd name="T9" fmla="*/ 10 h 12"/>
              </a:gdLst>
              <a:ahLst/>
              <a:cxnLst>
                <a:cxn ang="0">
                  <a:pos x="T0" y="T1"/>
                </a:cxn>
                <a:cxn ang="0">
                  <a:pos x="T2" y="T3"/>
                </a:cxn>
                <a:cxn ang="0">
                  <a:pos x="T4" y="T5"/>
                </a:cxn>
                <a:cxn ang="0">
                  <a:pos x="T6" y="T7"/>
                </a:cxn>
                <a:cxn ang="0">
                  <a:pos x="T8" y="T9"/>
                </a:cxn>
              </a:cxnLst>
              <a:rect l="0" t="0" r="r" b="b"/>
              <a:pathLst>
                <a:path w="11" h="12">
                  <a:moveTo>
                    <a:pt x="6" y="10"/>
                  </a:moveTo>
                  <a:cubicBezTo>
                    <a:pt x="9" y="8"/>
                    <a:pt x="11" y="5"/>
                    <a:pt x="11" y="3"/>
                  </a:cubicBezTo>
                  <a:cubicBezTo>
                    <a:pt x="11" y="0"/>
                    <a:pt x="8" y="0"/>
                    <a:pt x="5" y="3"/>
                  </a:cubicBezTo>
                  <a:cubicBezTo>
                    <a:pt x="2" y="5"/>
                    <a:pt x="0" y="8"/>
                    <a:pt x="0" y="10"/>
                  </a:cubicBezTo>
                  <a:cubicBezTo>
                    <a:pt x="0" y="12"/>
                    <a:pt x="3" y="12"/>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599" name="Freeform 2604"/>
            <p:cNvSpPr/>
            <p:nvPr/>
          </p:nvSpPr>
          <p:spPr bwMode="auto">
            <a:xfrm>
              <a:off x="11314417" y="8219853"/>
              <a:ext cx="28575" cy="23813"/>
            </a:xfrm>
            <a:custGeom>
              <a:avLst/>
              <a:gdLst>
                <a:gd name="T0" fmla="*/ 4 w 11"/>
                <a:gd name="T1" fmla="*/ 4 h 9"/>
                <a:gd name="T2" fmla="*/ 0 w 11"/>
                <a:gd name="T3" fmla="*/ 8 h 9"/>
                <a:gd name="T4" fmla="*/ 8 w 11"/>
                <a:gd name="T5" fmla="*/ 5 h 9"/>
                <a:gd name="T6" fmla="*/ 11 w 11"/>
                <a:gd name="T7" fmla="*/ 1 h 9"/>
                <a:gd name="T8" fmla="*/ 4 w 11"/>
                <a:gd name="T9" fmla="*/ 4 h 9"/>
              </a:gdLst>
              <a:ahLst/>
              <a:cxnLst>
                <a:cxn ang="0">
                  <a:pos x="T0" y="T1"/>
                </a:cxn>
                <a:cxn ang="0">
                  <a:pos x="T2" y="T3"/>
                </a:cxn>
                <a:cxn ang="0">
                  <a:pos x="T4" y="T5"/>
                </a:cxn>
                <a:cxn ang="0">
                  <a:pos x="T6" y="T7"/>
                </a:cxn>
                <a:cxn ang="0">
                  <a:pos x="T8" y="T9"/>
                </a:cxn>
              </a:cxnLst>
              <a:rect l="0" t="0" r="r" b="b"/>
              <a:pathLst>
                <a:path w="11" h="9">
                  <a:moveTo>
                    <a:pt x="4" y="4"/>
                  </a:moveTo>
                  <a:cubicBezTo>
                    <a:pt x="1" y="6"/>
                    <a:pt x="0" y="7"/>
                    <a:pt x="0" y="8"/>
                  </a:cubicBezTo>
                  <a:cubicBezTo>
                    <a:pt x="1" y="9"/>
                    <a:pt x="3" y="8"/>
                    <a:pt x="8" y="5"/>
                  </a:cubicBezTo>
                  <a:cubicBezTo>
                    <a:pt x="9" y="4"/>
                    <a:pt x="10" y="3"/>
                    <a:pt x="11" y="1"/>
                  </a:cubicBezTo>
                  <a:cubicBezTo>
                    <a:pt x="11" y="0"/>
                    <a:pt x="7" y="1"/>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00" name="Freeform 2605"/>
            <p:cNvSpPr/>
            <p:nvPr/>
          </p:nvSpPr>
          <p:spPr bwMode="auto">
            <a:xfrm>
              <a:off x="11101692" y="8342091"/>
              <a:ext cx="33338" cy="12700"/>
            </a:xfrm>
            <a:custGeom>
              <a:avLst/>
              <a:gdLst>
                <a:gd name="T0" fmla="*/ 5 w 12"/>
                <a:gd name="T1" fmla="*/ 2 h 5"/>
                <a:gd name="T2" fmla="*/ 1 w 12"/>
                <a:gd name="T3" fmla="*/ 5 h 5"/>
                <a:gd name="T4" fmla="*/ 7 w 12"/>
                <a:gd name="T5" fmla="*/ 2 h 5"/>
                <a:gd name="T6" fmla="*/ 12 w 12"/>
                <a:gd name="T7" fmla="*/ 0 h 5"/>
                <a:gd name="T8" fmla="*/ 5 w 12"/>
                <a:gd name="T9" fmla="*/ 2 h 5"/>
              </a:gdLst>
              <a:ahLst/>
              <a:cxnLst>
                <a:cxn ang="0">
                  <a:pos x="T0" y="T1"/>
                </a:cxn>
                <a:cxn ang="0">
                  <a:pos x="T2" y="T3"/>
                </a:cxn>
                <a:cxn ang="0">
                  <a:pos x="T4" y="T5"/>
                </a:cxn>
                <a:cxn ang="0">
                  <a:pos x="T6" y="T7"/>
                </a:cxn>
                <a:cxn ang="0">
                  <a:pos x="T8" y="T9"/>
                </a:cxn>
              </a:cxnLst>
              <a:rect l="0" t="0" r="r" b="b"/>
              <a:pathLst>
                <a:path w="12" h="5">
                  <a:moveTo>
                    <a:pt x="5" y="2"/>
                  </a:moveTo>
                  <a:cubicBezTo>
                    <a:pt x="2" y="4"/>
                    <a:pt x="0" y="5"/>
                    <a:pt x="1" y="5"/>
                  </a:cubicBezTo>
                  <a:cubicBezTo>
                    <a:pt x="2" y="4"/>
                    <a:pt x="4" y="4"/>
                    <a:pt x="7" y="2"/>
                  </a:cubicBezTo>
                  <a:cubicBezTo>
                    <a:pt x="10" y="1"/>
                    <a:pt x="12" y="0"/>
                    <a:pt x="12" y="0"/>
                  </a:cubicBezTo>
                  <a:cubicBezTo>
                    <a:pt x="12" y="0"/>
                    <a:pt x="9" y="1"/>
                    <a:pt x="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01" name="Freeform 2606"/>
            <p:cNvSpPr/>
            <p:nvPr/>
          </p:nvSpPr>
          <p:spPr bwMode="auto">
            <a:xfrm>
              <a:off x="10893729" y="8426228"/>
              <a:ext cx="31750" cy="9525"/>
            </a:xfrm>
            <a:custGeom>
              <a:avLst/>
              <a:gdLst>
                <a:gd name="T0" fmla="*/ 6 w 12"/>
                <a:gd name="T1" fmla="*/ 1 h 4"/>
                <a:gd name="T2" fmla="*/ 1 w 12"/>
                <a:gd name="T3" fmla="*/ 4 h 4"/>
                <a:gd name="T4" fmla="*/ 5 w 12"/>
                <a:gd name="T5" fmla="*/ 2 h 4"/>
                <a:gd name="T6" fmla="*/ 11 w 12"/>
                <a:gd name="T7" fmla="*/ 0 h 4"/>
                <a:gd name="T8" fmla="*/ 6 w 12"/>
                <a:gd name="T9" fmla="*/ 1 h 4"/>
              </a:gdLst>
              <a:ahLst/>
              <a:cxnLst>
                <a:cxn ang="0">
                  <a:pos x="T0" y="T1"/>
                </a:cxn>
                <a:cxn ang="0">
                  <a:pos x="T2" y="T3"/>
                </a:cxn>
                <a:cxn ang="0">
                  <a:pos x="T4" y="T5"/>
                </a:cxn>
                <a:cxn ang="0">
                  <a:pos x="T6" y="T7"/>
                </a:cxn>
                <a:cxn ang="0">
                  <a:pos x="T8" y="T9"/>
                </a:cxn>
              </a:cxnLst>
              <a:rect l="0" t="0" r="r" b="b"/>
              <a:pathLst>
                <a:path w="12" h="4">
                  <a:moveTo>
                    <a:pt x="6" y="1"/>
                  </a:moveTo>
                  <a:cubicBezTo>
                    <a:pt x="3" y="3"/>
                    <a:pt x="2" y="3"/>
                    <a:pt x="1" y="4"/>
                  </a:cubicBezTo>
                  <a:cubicBezTo>
                    <a:pt x="0" y="4"/>
                    <a:pt x="2" y="4"/>
                    <a:pt x="5" y="2"/>
                  </a:cubicBezTo>
                  <a:cubicBezTo>
                    <a:pt x="8" y="1"/>
                    <a:pt x="11" y="0"/>
                    <a:pt x="11" y="0"/>
                  </a:cubicBezTo>
                  <a:cubicBezTo>
                    <a:pt x="12" y="0"/>
                    <a:pt x="9"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02" name="Freeform 2607"/>
            <p:cNvSpPr/>
            <p:nvPr/>
          </p:nvSpPr>
          <p:spPr bwMode="auto">
            <a:xfrm>
              <a:off x="10473042" y="8591328"/>
              <a:ext cx="31750" cy="14288"/>
            </a:xfrm>
            <a:custGeom>
              <a:avLst/>
              <a:gdLst>
                <a:gd name="T0" fmla="*/ 11 w 12"/>
                <a:gd name="T1" fmla="*/ 0 h 5"/>
                <a:gd name="T2" fmla="*/ 5 w 12"/>
                <a:gd name="T3" fmla="*/ 3 h 5"/>
                <a:gd name="T4" fmla="*/ 1 w 12"/>
                <a:gd name="T5" fmla="*/ 4 h 5"/>
                <a:gd name="T6" fmla="*/ 6 w 12"/>
                <a:gd name="T7" fmla="*/ 2 h 5"/>
                <a:gd name="T8" fmla="*/ 11 w 12"/>
                <a:gd name="T9" fmla="*/ 0 h 5"/>
              </a:gdLst>
              <a:ahLst/>
              <a:cxnLst>
                <a:cxn ang="0">
                  <a:pos x="T0" y="T1"/>
                </a:cxn>
                <a:cxn ang="0">
                  <a:pos x="T2" y="T3"/>
                </a:cxn>
                <a:cxn ang="0">
                  <a:pos x="T4" y="T5"/>
                </a:cxn>
                <a:cxn ang="0">
                  <a:pos x="T6" y="T7"/>
                </a:cxn>
                <a:cxn ang="0">
                  <a:pos x="T8" y="T9"/>
                </a:cxn>
              </a:cxnLst>
              <a:rect l="0" t="0" r="r" b="b"/>
              <a:pathLst>
                <a:path w="12" h="5">
                  <a:moveTo>
                    <a:pt x="11" y="0"/>
                  </a:moveTo>
                  <a:cubicBezTo>
                    <a:pt x="11" y="0"/>
                    <a:pt x="8" y="2"/>
                    <a:pt x="5" y="3"/>
                  </a:cubicBezTo>
                  <a:cubicBezTo>
                    <a:pt x="3" y="3"/>
                    <a:pt x="1" y="4"/>
                    <a:pt x="1" y="4"/>
                  </a:cubicBezTo>
                  <a:cubicBezTo>
                    <a:pt x="0" y="5"/>
                    <a:pt x="3" y="4"/>
                    <a:pt x="6" y="2"/>
                  </a:cubicBezTo>
                  <a:cubicBezTo>
                    <a:pt x="9" y="1"/>
                    <a:pt x="12"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03" name="Freeform 2608"/>
            <p:cNvSpPr/>
            <p:nvPr/>
          </p:nvSpPr>
          <p:spPr bwMode="auto">
            <a:xfrm>
              <a:off x="10263492" y="8678641"/>
              <a:ext cx="30163" cy="12700"/>
            </a:xfrm>
            <a:custGeom>
              <a:avLst/>
              <a:gdLst>
                <a:gd name="T0" fmla="*/ 6 w 11"/>
                <a:gd name="T1" fmla="*/ 2 h 5"/>
                <a:gd name="T2" fmla="*/ 11 w 11"/>
                <a:gd name="T3" fmla="*/ 0 h 5"/>
                <a:gd name="T4" fmla="*/ 5 w 11"/>
                <a:gd name="T5" fmla="*/ 3 h 5"/>
                <a:gd name="T6" fmla="*/ 0 w 11"/>
                <a:gd name="T7" fmla="*/ 5 h 5"/>
                <a:gd name="T8" fmla="*/ 6 w 11"/>
                <a:gd name="T9" fmla="*/ 2 h 5"/>
              </a:gdLst>
              <a:ahLst/>
              <a:cxnLst>
                <a:cxn ang="0">
                  <a:pos x="T0" y="T1"/>
                </a:cxn>
                <a:cxn ang="0">
                  <a:pos x="T2" y="T3"/>
                </a:cxn>
                <a:cxn ang="0">
                  <a:pos x="T4" y="T5"/>
                </a:cxn>
                <a:cxn ang="0">
                  <a:pos x="T6" y="T7"/>
                </a:cxn>
                <a:cxn ang="0">
                  <a:pos x="T8" y="T9"/>
                </a:cxn>
              </a:cxnLst>
              <a:rect l="0" t="0" r="r" b="b"/>
              <a:pathLst>
                <a:path w="11" h="5">
                  <a:moveTo>
                    <a:pt x="6" y="2"/>
                  </a:moveTo>
                  <a:cubicBezTo>
                    <a:pt x="8" y="1"/>
                    <a:pt x="10" y="1"/>
                    <a:pt x="11" y="0"/>
                  </a:cubicBezTo>
                  <a:cubicBezTo>
                    <a:pt x="11" y="0"/>
                    <a:pt x="8" y="1"/>
                    <a:pt x="5" y="3"/>
                  </a:cubicBezTo>
                  <a:cubicBezTo>
                    <a:pt x="2" y="4"/>
                    <a:pt x="1" y="5"/>
                    <a:pt x="0" y="5"/>
                  </a:cubicBezTo>
                  <a:cubicBezTo>
                    <a:pt x="0" y="5"/>
                    <a:pt x="3" y="4"/>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04" name="Freeform 2609"/>
            <p:cNvSpPr/>
            <p:nvPr/>
          </p:nvSpPr>
          <p:spPr bwMode="auto">
            <a:xfrm>
              <a:off x="10053942" y="8767541"/>
              <a:ext cx="30163" cy="11113"/>
            </a:xfrm>
            <a:custGeom>
              <a:avLst/>
              <a:gdLst>
                <a:gd name="T0" fmla="*/ 0 w 11"/>
                <a:gd name="T1" fmla="*/ 4 h 4"/>
                <a:gd name="T2" fmla="*/ 4 w 11"/>
                <a:gd name="T3" fmla="*/ 3 h 4"/>
                <a:gd name="T4" fmla="*/ 11 w 11"/>
                <a:gd name="T5" fmla="*/ 0 h 4"/>
                <a:gd name="T6" fmla="*/ 5 w 11"/>
                <a:gd name="T7" fmla="*/ 2 h 4"/>
                <a:gd name="T8" fmla="*/ 0 w 11"/>
                <a:gd name="T9" fmla="*/ 4 h 4"/>
              </a:gdLst>
              <a:ahLst/>
              <a:cxnLst>
                <a:cxn ang="0">
                  <a:pos x="T0" y="T1"/>
                </a:cxn>
                <a:cxn ang="0">
                  <a:pos x="T2" y="T3"/>
                </a:cxn>
                <a:cxn ang="0">
                  <a:pos x="T4" y="T5"/>
                </a:cxn>
                <a:cxn ang="0">
                  <a:pos x="T6" y="T7"/>
                </a:cxn>
                <a:cxn ang="0">
                  <a:pos x="T8" y="T9"/>
                </a:cxn>
              </a:cxnLst>
              <a:rect l="0" t="0" r="r" b="b"/>
              <a:pathLst>
                <a:path w="11" h="4">
                  <a:moveTo>
                    <a:pt x="0" y="4"/>
                  </a:moveTo>
                  <a:cubicBezTo>
                    <a:pt x="1" y="4"/>
                    <a:pt x="3" y="3"/>
                    <a:pt x="4" y="3"/>
                  </a:cubicBezTo>
                  <a:cubicBezTo>
                    <a:pt x="8" y="1"/>
                    <a:pt x="11" y="0"/>
                    <a:pt x="11" y="0"/>
                  </a:cubicBezTo>
                  <a:cubicBezTo>
                    <a:pt x="11" y="0"/>
                    <a:pt x="8" y="1"/>
                    <a:pt x="5" y="2"/>
                  </a:cubicBezTo>
                  <a:cubicBezTo>
                    <a:pt x="2" y="3"/>
                    <a:pt x="0" y="4"/>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05" name="Freeform 2610"/>
            <p:cNvSpPr/>
            <p:nvPr/>
          </p:nvSpPr>
          <p:spPr bwMode="auto">
            <a:xfrm>
              <a:off x="9845979" y="8858028"/>
              <a:ext cx="30163" cy="9525"/>
            </a:xfrm>
            <a:custGeom>
              <a:avLst/>
              <a:gdLst>
                <a:gd name="T0" fmla="*/ 0 w 11"/>
                <a:gd name="T1" fmla="*/ 4 h 4"/>
                <a:gd name="T2" fmla="*/ 6 w 11"/>
                <a:gd name="T3" fmla="*/ 2 h 4"/>
                <a:gd name="T4" fmla="*/ 10 w 11"/>
                <a:gd name="T5" fmla="*/ 0 h 4"/>
                <a:gd name="T6" fmla="*/ 4 w 11"/>
                <a:gd name="T7" fmla="*/ 2 h 4"/>
                <a:gd name="T8" fmla="*/ 0 w 11"/>
                <a:gd name="T9" fmla="*/ 4 h 4"/>
              </a:gdLst>
              <a:ahLst/>
              <a:cxnLst>
                <a:cxn ang="0">
                  <a:pos x="T0" y="T1"/>
                </a:cxn>
                <a:cxn ang="0">
                  <a:pos x="T2" y="T3"/>
                </a:cxn>
                <a:cxn ang="0">
                  <a:pos x="T4" y="T5"/>
                </a:cxn>
                <a:cxn ang="0">
                  <a:pos x="T6" y="T7"/>
                </a:cxn>
                <a:cxn ang="0">
                  <a:pos x="T8" y="T9"/>
                </a:cxn>
              </a:cxnLst>
              <a:rect l="0" t="0" r="r" b="b"/>
              <a:pathLst>
                <a:path w="11" h="4">
                  <a:moveTo>
                    <a:pt x="0" y="4"/>
                  </a:moveTo>
                  <a:cubicBezTo>
                    <a:pt x="0" y="4"/>
                    <a:pt x="3" y="3"/>
                    <a:pt x="6" y="2"/>
                  </a:cubicBezTo>
                  <a:cubicBezTo>
                    <a:pt x="9" y="1"/>
                    <a:pt x="11" y="0"/>
                    <a:pt x="10" y="0"/>
                  </a:cubicBezTo>
                  <a:cubicBezTo>
                    <a:pt x="10" y="0"/>
                    <a:pt x="6" y="1"/>
                    <a:pt x="4" y="2"/>
                  </a:cubicBezTo>
                  <a:cubicBezTo>
                    <a:pt x="1" y="3"/>
                    <a:pt x="0" y="4"/>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06" name="Freeform 2611"/>
            <p:cNvSpPr/>
            <p:nvPr/>
          </p:nvSpPr>
          <p:spPr bwMode="auto">
            <a:xfrm>
              <a:off x="9633254" y="8943753"/>
              <a:ext cx="30163" cy="14288"/>
            </a:xfrm>
            <a:custGeom>
              <a:avLst/>
              <a:gdLst>
                <a:gd name="T0" fmla="*/ 11 w 11"/>
                <a:gd name="T1" fmla="*/ 0 h 5"/>
                <a:gd name="T2" fmla="*/ 5 w 11"/>
                <a:gd name="T3" fmla="*/ 2 h 5"/>
                <a:gd name="T4" fmla="*/ 0 w 11"/>
                <a:gd name="T5" fmla="*/ 5 h 5"/>
                <a:gd name="T6" fmla="*/ 4 w 11"/>
                <a:gd name="T7" fmla="*/ 4 h 5"/>
                <a:gd name="T8" fmla="*/ 11 w 11"/>
                <a:gd name="T9" fmla="*/ 0 h 5"/>
              </a:gdLst>
              <a:ahLst/>
              <a:cxnLst>
                <a:cxn ang="0">
                  <a:pos x="T0" y="T1"/>
                </a:cxn>
                <a:cxn ang="0">
                  <a:pos x="T2" y="T3"/>
                </a:cxn>
                <a:cxn ang="0">
                  <a:pos x="T4" y="T5"/>
                </a:cxn>
                <a:cxn ang="0">
                  <a:pos x="T6" y="T7"/>
                </a:cxn>
                <a:cxn ang="0">
                  <a:pos x="T8" y="T9"/>
                </a:cxn>
              </a:cxnLst>
              <a:rect l="0" t="0" r="r" b="b"/>
              <a:pathLst>
                <a:path w="11" h="5">
                  <a:moveTo>
                    <a:pt x="11" y="0"/>
                  </a:moveTo>
                  <a:cubicBezTo>
                    <a:pt x="11" y="0"/>
                    <a:pt x="8" y="1"/>
                    <a:pt x="5" y="2"/>
                  </a:cubicBezTo>
                  <a:cubicBezTo>
                    <a:pt x="2" y="4"/>
                    <a:pt x="0" y="5"/>
                    <a:pt x="0" y="5"/>
                  </a:cubicBezTo>
                  <a:cubicBezTo>
                    <a:pt x="1" y="5"/>
                    <a:pt x="3" y="4"/>
                    <a:pt x="4" y="4"/>
                  </a:cubicBezTo>
                  <a:cubicBezTo>
                    <a:pt x="9" y="2"/>
                    <a:pt x="11" y="1"/>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07" name="Freeform 2612"/>
            <p:cNvSpPr/>
            <p:nvPr/>
          </p:nvSpPr>
          <p:spPr bwMode="auto">
            <a:xfrm>
              <a:off x="9425292" y="9031066"/>
              <a:ext cx="30163" cy="14288"/>
            </a:xfrm>
            <a:custGeom>
              <a:avLst/>
              <a:gdLst>
                <a:gd name="T0" fmla="*/ 0 w 11"/>
                <a:gd name="T1" fmla="*/ 5 h 5"/>
                <a:gd name="T2" fmla="*/ 7 w 11"/>
                <a:gd name="T3" fmla="*/ 3 h 5"/>
                <a:gd name="T4" fmla="*/ 10 w 11"/>
                <a:gd name="T5" fmla="*/ 1 h 5"/>
                <a:gd name="T6" fmla="*/ 4 w 11"/>
                <a:gd name="T7" fmla="*/ 2 h 5"/>
                <a:gd name="T8" fmla="*/ 0 w 11"/>
                <a:gd name="T9" fmla="*/ 5 h 5"/>
              </a:gdLst>
              <a:ahLst/>
              <a:cxnLst>
                <a:cxn ang="0">
                  <a:pos x="T0" y="T1"/>
                </a:cxn>
                <a:cxn ang="0">
                  <a:pos x="T2" y="T3"/>
                </a:cxn>
                <a:cxn ang="0">
                  <a:pos x="T4" y="T5"/>
                </a:cxn>
                <a:cxn ang="0">
                  <a:pos x="T6" y="T7"/>
                </a:cxn>
                <a:cxn ang="0">
                  <a:pos x="T8" y="T9"/>
                </a:cxn>
              </a:cxnLst>
              <a:rect l="0" t="0" r="r" b="b"/>
              <a:pathLst>
                <a:path w="11" h="5">
                  <a:moveTo>
                    <a:pt x="0" y="5"/>
                  </a:moveTo>
                  <a:cubicBezTo>
                    <a:pt x="0" y="5"/>
                    <a:pt x="3" y="5"/>
                    <a:pt x="7" y="3"/>
                  </a:cubicBezTo>
                  <a:cubicBezTo>
                    <a:pt x="8" y="2"/>
                    <a:pt x="10" y="1"/>
                    <a:pt x="10" y="1"/>
                  </a:cubicBezTo>
                  <a:cubicBezTo>
                    <a:pt x="11" y="0"/>
                    <a:pt x="6" y="1"/>
                    <a:pt x="4" y="2"/>
                  </a:cubicBezTo>
                  <a:cubicBezTo>
                    <a:pt x="1" y="4"/>
                    <a:pt x="0" y="5"/>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08" name="Freeform 2613"/>
            <p:cNvSpPr/>
            <p:nvPr/>
          </p:nvSpPr>
          <p:spPr bwMode="auto">
            <a:xfrm>
              <a:off x="9212567" y="9115203"/>
              <a:ext cx="30163" cy="14288"/>
            </a:xfrm>
            <a:custGeom>
              <a:avLst/>
              <a:gdLst>
                <a:gd name="T0" fmla="*/ 0 w 11"/>
                <a:gd name="T1" fmla="*/ 5 h 5"/>
                <a:gd name="T2" fmla="*/ 6 w 11"/>
                <a:gd name="T3" fmla="*/ 4 h 5"/>
                <a:gd name="T4" fmla="*/ 11 w 11"/>
                <a:gd name="T5" fmla="*/ 1 h 5"/>
                <a:gd name="T6" fmla="*/ 5 w 11"/>
                <a:gd name="T7" fmla="*/ 2 h 5"/>
                <a:gd name="T8" fmla="*/ 0 w 11"/>
                <a:gd name="T9" fmla="*/ 5 h 5"/>
              </a:gdLst>
              <a:ahLst/>
              <a:cxnLst>
                <a:cxn ang="0">
                  <a:pos x="T0" y="T1"/>
                </a:cxn>
                <a:cxn ang="0">
                  <a:pos x="T2" y="T3"/>
                </a:cxn>
                <a:cxn ang="0">
                  <a:pos x="T4" y="T5"/>
                </a:cxn>
                <a:cxn ang="0">
                  <a:pos x="T6" y="T7"/>
                </a:cxn>
                <a:cxn ang="0">
                  <a:pos x="T8" y="T9"/>
                </a:cxn>
              </a:cxnLst>
              <a:rect l="0" t="0" r="r" b="b"/>
              <a:pathLst>
                <a:path w="11" h="5">
                  <a:moveTo>
                    <a:pt x="0" y="5"/>
                  </a:moveTo>
                  <a:cubicBezTo>
                    <a:pt x="0" y="5"/>
                    <a:pt x="3" y="5"/>
                    <a:pt x="6" y="4"/>
                  </a:cubicBezTo>
                  <a:cubicBezTo>
                    <a:pt x="9" y="3"/>
                    <a:pt x="11" y="1"/>
                    <a:pt x="11" y="1"/>
                  </a:cubicBezTo>
                  <a:cubicBezTo>
                    <a:pt x="11" y="0"/>
                    <a:pt x="8" y="1"/>
                    <a:pt x="5" y="2"/>
                  </a:cubicBezTo>
                  <a:cubicBezTo>
                    <a:pt x="2" y="3"/>
                    <a:pt x="1"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09" name="Freeform 2614"/>
            <p:cNvSpPr/>
            <p:nvPr/>
          </p:nvSpPr>
          <p:spPr bwMode="auto">
            <a:xfrm>
              <a:off x="9004604" y="9196166"/>
              <a:ext cx="30163" cy="14288"/>
            </a:xfrm>
            <a:custGeom>
              <a:avLst/>
              <a:gdLst>
                <a:gd name="T0" fmla="*/ 5 w 11"/>
                <a:gd name="T1" fmla="*/ 4 h 5"/>
                <a:gd name="T2" fmla="*/ 11 w 11"/>
                <a:gd name="T3" fmla="*/ 1 h 5"/>
                <a:gd name="T4" fmla="*/ 4 w 11"/>
                <a:gd name="T5" fmla="*/ 1 h 5"/>
                <a:gd name="T6" fmla="*/ 0 w 11"/>
                <a:gd name="T7" fmla="*/ 4 h 5"/>
                <a:gd name="T8" fmla="*/ 5 w 11"/>
                <a:gd name="T9" fmla="*/ 4 h 5"/>
              </a:gdLst>
              <a:ahLst/>
              <a:cxnLst>
                <a:cxn ang="0">
                  <a:pos x="T0" y="T1"/>
                </a:cxn>
                <a:cxn ang="0">
                  <a:pos x="T2" y="T3"/>
                </a:cxn>
                <a:cxn ang="0">
                  <a:pos x="T4" y="T5"/>
                </a:cxn>
                <a:cxn ang="0">
                  <a:pos x="T6" y="T7"/>
                </a:cxn>
                <a:cxn ang="0">
                  <a:pos x="T8" y="T9"/>
                </a:cxn>
              </a:cxnLst>
              <a:rect l="0" t="0" r="r" b="b"/>
              <a:pathLst>
                <a:path w="11" h="5">
                  <a:moveTo>
                    <a:pt x="5" y="4"/>
                  </a:moveTo>
                  <a:cubicBezTo>
                    <a:pt x="8" y="3"/>
                    <a:pt x="9" y="1"/>
                    <a:pt x="11" y="1"/>
                  </a:cubicBezTo>
                  <a:cubicBezTo>
                    <a:pt x="10" y="0"/>
                    <a:pt x="8" y="0"/>
                    <a:pt x="4" y="1"/>
                  </a:cubicBezTo>
                  <a:cubicBezTo>
                    <a:pt x="1" y="2"/>
                    <a:pt x="0" y="3"/>
                    <a:pt x="0" y="4"/>
                  </a:cubicBezTo>
                  <a:cubicBezTo>
                    <a:pt x="0" y="5"/>
                    <a:pt x="2" y="5"/>
                    <a:pt x="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10" name="Freeform 2615"/>
            <p:cNvSpPr/>
            <p:nvPr/>
          </p:nvSpPr>
          <p:spPr bwMode="auto">
            <a:xfrm>
              <a:off x="8791879" y="9270778"/>
              <a:ext cx="30163" cy="12700"/>
            </a:xfrm>
            <a:custGeom>
              <a:avLst/>
              <a:gdLst>
                <a:gd name="T0" fmla="*/ 0 w 11"/>
                <a:gd name="T1" fmla="*/ 4 h 5"/>
                <a:gd name="T2" fmla="*/ 5 w 11"/>
                <a:gd name="T3" fmla="*/ 4 h 5"/>
                <a:gd name="T4" fmla="*/ 11 w 11"/>
                <a:gd name="T5" fmla="*/ 1 h 5"/>
                <a:gd name="T6" fmla="*/ 5 w 11"/>
                <a:gd name="T7" fmla="*/ 1 h 5"/>
                <a:gd name="T8" fmla="*/ 0 w 11"/>
                <a:gd name="T9" fmla="*/ 4 h 5"/>
              </a:gdLst>
              <a:ahLst/>
              <a:cxnLst>
                <a:cxn ang="0">
                  <a:pos x="T0" y="T1"/>
                </a:cxn>
                <a:cxn ang="0">
                  <a:pos x="T2" y="T3"/>
                </a:cxn>
                <a:cxn ang="0">
                  <a:pos x="T4" y="T5"/>
                </a:cxn>
                <a:cxn ang="0">
                  <a:pos x="T6" y="T7"/>
                </a:cxn>
                <a:cxn ang="0">
                  <a:pos x="T8" y="T9"/>
                </a:cxn>
              </a:cxnLst>
              <a:rect l="0" t="0" r="r" b="b"/>
              <a:pathLst>
                <a:path w="11" h="5">
                  <a:moveTo>
                    <a:pt x="0" y="4"/>
                  </a:moveTo>
                  <a:cubicBezTo>
                    <a:pt x="0" y="5"/>
                    <a:pt x="3" y="5"/>
                    <a:pt x="5" y="4"/>
                  </a:cubicBezTo>
                  <a:cubicBezTo>
                    <a:pt x="8" y="3"/>
                    <a:pt x="10" y="2"/>
                    <a:pt x="11" y="1"/>
                  </a:cubicBezTo>
                  <a:cubicBezTo>
                    <a:pt x="11" y="0"/>
                    <a:pt x="8" y="0"/>
                    <a:pt x="5" y="1"/>
                  </a:cubicBezTo>
                  <a:cubicBezTo>
                    <a:pt x="2" y="2"/>
                    <a:pt x="1" y="3"/>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11" name="Freeform 2616"/>
            <p:cNvSpPr/>
            <p:nvPr/>
          </p:nvSpPr>
          <p:spPr bwMode="auto">
            <a:xfrm>
              <a:off x="5616879" y="10380441"/>
              <a:ext cx="30163" cy="15875"/>
            </a:xfrm>
            <a:custGeom>
              <a:avLst/>
              <a:gdLst>
                <a:gd name="T0" fmla="*/ 4 w 11"/>
                <a:gd name="T1" fmla="*/ 2 h 6"/>
                <a:gd name="T2" fmla="*/ 0 w 11"/>
                <a:gd name="T3" fmla="*/ 5 h 6"/>
                <a:gd name="T4" fmla="*/ 8 w 11"/>
                <a:gd name="T5" fmla="*/ 3 h 6"/>
                <a:gd name="T6" fmla="*/ 11 w 11"/>
                <a:gd name="T7" fmla="*/ 1 h 6"/>
                <a:gd name="T8" fmla="*/ 4 w 11"/>
                <a:gd name="T9" fmla="*/ 2 h 6"/>
              </a:gdLst>
              <a:ahLst/>
              <a:cxnLst>
                <a:cxn ang="0">
                  <a:pos x="T0" y="T1"/>
                </a:cxn>
                <a:cxn ang="0">
                  <a:pos x="T2" y="T3"/>
                </a:cxn>
                <a:cxn ang="0">
                  <a:pos x="T4" y="T5"/>
                </a:cxn>
                <a:cxn ang="0">
                  <a:pos x="T6" y="T7"/>
                </a:cxn>
                <a:cxn ang="0">
                  <a:pos x="T8" y="T9"/>
                </a:cxn>
              </a:cxnLst>
              <a:rect l="0" t="0" r="r" b="b"/>
              <a:pathLst>
                <a:path w="11" h="6">
                  <a:moveTo>
                    <a:pt x="4" y="2"/>
                  </a:moveTo>
                  <a:cubicBezTo>
                    <a:pt x="2" y="4"/>
                    <a:pt x="0" y="5"/>
                    <a:pt x="0" y="5"/>
                  </a:cubicBezTo>
                  <a:cubicBezTo>
                    <a:pt x="1" y="6"/>
                    <a:pt x="4" y="5"/>
                    <a:pt x="8" y="3"/>
                  </a:cubicBezTo>
                  <a:cubicBezTo>
                    <a:pt x="9" y="2"/>
                    <a:pt x="11" y="1"/>
                    <a:pt x="11" y="1"/>
                  </a:cubicBezTo>
                  <a:cubicBezTo>
                    <a:pt x="11" y="0"/>
                    <a:pt x="7" y="1"/>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12" name="Freeform 2618"/>
            <p:cNvSpPr/>
            <p:nvPr/>
          </p:nvSpPr>
          <p:spPr bwMode="auto">
            <a:xfrm>
              <a:off x="5828016" y="10288365"/>
              <a:ext cx="33338" cy="15875"/>
            </a:xfrm>
            <a:custGeom>
              <a:avLst/>
              <a:gdLst>
                <a:gd name="T0" fmla="*/ 6 w 12"/>
                <a:gd name="T1" fmla="*/ 4 h 6"/>
                <a:gd name="T2" fmla="*/ 11 w 12"/>
                <a:gd name="T3" fmla="*/ 0 h 6"/>
                <a:gd name="T4" fmla="*/ 5 w 12"/>
                <a:gd name="T5" fmla="*/ 2 h 6"/>
                <a:gd name="T6" fmla="*/ 0 w 12"/>
                <a:gd name="T7" fmla="*/ 5 h 6"/>
                <a:gd name="T8" fmla="*/ 6 w 12"/>
                <a:gd name="T9" fmla="*/ 4 h 6"/>
              </a:gdLst>
              <a:ahLst/>
              <a:cxnLst>
                <a:cxn ang="0">
                  <a:pos x="T0" y="T1"/>
                </a:cxn>
                <a:cxn ang="0">
                  <a:pos x="T2" y="T3"/>
                </a:cxn>
                <a:cxn ang="0">
                  <a:pos x="T4" y="T5"/>
                </a:cxn>
                <a:cxn ang="0">
                  <a:pos x="T6" y="T7"/>
                </a:cxn>
                <a:cxn ang="0">
                  <a:pos x="T8" y="T9"/>
                </a:cxn>
              </a:cxnLst>
              <a:rect l="0" t="0" r="r" b="b"/>
              <a:pathLst>
                <a:path w="12" h="6">
                  <a:moveTo>
                    <a:pt x="6" y="4"/>
                  </a:moveTo>
                  <a:cubicBezTo>
                    <a:pt x="9" y="3"/>
                    <a:pt x="12" y="1"/>
                    <a:pt x="11" y="0"/>
                  </a:cubicBezTo>
                  <a:cubicBezTo>
                    <a:pt x="11" y="0"/>
                    <a:pt x="8" y="1"/>
                    <a:pt x="5" y="2"/>
                  </a:cubicBezTo>
                  <a:cubicBezTo>
                    <a:pt x="2" y="4"/>
                    <a:pt x="0" y="5"/>
                    <a:pt x="0" y="5"/>
                  </a:cubicBezTo>
                  <a:cubicBezTo>
                    <a:pt x="0" y="6"/>
                    <a:pt x="3" y="5"/>
                    <a:pt x="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13" name="Freeform 2619"/>
            <p:cNvSpPr/>
            <p:nvPr/>
          </p:nvSpPr>
          <p:spPr bwMode="auto">
            <a:xfrm>
              <a:off x="6040741" y="10188353"/>
              <a:ext cx="30163" cy="19050"/>
            </a:xfrm>
            <a:custGeom>
              <a:avLst/>
              <a:gdLst>
                <a:gd name="T0" fmla="*/ 0 w 11"/>
                <a:gd name="T1" fmla="*/ 6 h 7"/>
                <a:gd name="T2" fmla="*/ 5 w 11"/>
                <a:gd name="T3" fmla="*/ 5 h 7"/>
                <a:gd name="T4" fmla="*/ 11 w 11"/>
                <a:gd name="T5" fmla="*/ 1 h 7"/>
                <a:gd name="T6" fmla="*/ 5 w 11"/>
                <a:gd name="T7" fmla="*/ 3 h 7"/>
                <a:gd name="T8" fmla="*/ 0 w 11"/>
                <a:gd name="T9" fmla="*/ 6 h 7"/>
              </a:gdLst>
              <a:ahLst/>
              <a:cxnLst>
                <a:cxn ang="0">
                  <a:pos x="T0" y="T1"/>
                </a:cxn>
                <a:cxn ang="0">
                  <a:pos x="T2" y="T3"/>
                </a:cxn>
                <a:cxn ang="0">
                  <a:pos x="T4" y="T5"/>
                </a:cxn>
                <a:cxn ang="0">
                  <a:pos x="T6" y="T7"/>
                </a:cxn>
                <a:cxn ang="0">
                  <a:pos x="T8" y="T9"/>
                </a:cxn>
              </a:cxnLst>
              <a:rect l="0" t="0" r="r" b="b"/>
              <a:pathLst>
                <a:path w="11" h="7">
                  <a:moveTo>
                    <a:pt x="0" y="6"/>
                  </a:moveTo>
                  <a:cubicBezTo>
                    <a:pt x="0" y="7"/>
                    <a:pt x="3" y="6"/>
                    <a:pt x="5" y="5"/>
                  </a:cubicBezTo>
                  <a:cubicBezTo>
                    <a:pt x="8" y="4"/>
                    <a:pt x="10" y="2"/>
                    <a:pt x="11" y="1"/>
                  </a:cubicBezTo>
                  <a:cubicBezTo>
                    <a:pt x="11" y="0"/>
                    <a:pt x="8" y="1"/>
                    <a:pt x="5" y="3"/>
                  </a:cubicBezTo>
                  <a:cubicBezTo>
                    <a:pt x="2" y="4"/>
                    <a:pt x="1"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14" name="Freeform 2620"/>
            <p:cNvSpPr/>
            <p:nvPr/>
          </p:nvSpPr>
          <p:spPr bwMode="auto">
            <a:xfrm>
              <a:off x="6251879" y="10086753"/>
              <a:ext cx="30163" cy="17463"/>
            </a:xfrm>
            <a:custGeom>
              <a:avLst/>
              <a:gdLst>
                <a:gd name="T0" fmla="*/ 11 w 11"/>
                <a:gd name="T1" fmla="*/ 0 h 6"/>
                <a:gd name="T2" fmla="*/ 4 w 11"/>
                <a:gd name="T3" fmla="*/ 2 h 6"/>
                <a:gd name="T4" fmla="*/ 0 w 11"/>
                <a:gd name="T5" fmla="*/ 6 h 6"/>
                <a:gd name="T6" fmla="*/ 6 w 11"/>
                <a:gd name="T7" fmla="*/ 4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10" y="0"/>
                    <a:pt x="6" y="1"/>
                    <a:pt x="4" y="2"/>
                  </a:cubicBezTo>
                  <a:cubicBezTo>
                    <a:pt x="1" y="4"/>
                    <a:pt x="0" y="5"/>
                    <a:pt x="0" y="6"/>
                  </a:cubicBezTo>
                  <a:cubicBezTo>
                    <a:pt x="0" y="6"/>
                    <a:pt x="3" y="5"/>
                    <a:pt x="6" y="4"/>
                  </a:cubicBezTo>
                  <a:cubicBezTo>
                    <a:pt x="9" y="2"/>
                    <a:pt x="11" y="1"/>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15" name="Freeform 2621"/>
            <p:cNvSpPr/>
            <p:nvPr/>
          </p:nvSpPr>
          <p:spPr bwMode="auto">
            <a:xfrm>
              <a:off x="6461429" y="9981978"/>
              <a:ext cx="31750" cy="19050"/>
            </a:xfrm>
            <a:custGeom>
              <a:avLst/>
              <a:gdLst>
                <a:gd name="T0" fmla="*/ 1 w 12"/>
                <a:gd name="T1" fmla="*/ 6 h 7"/>
                <a:gd name="T2" fmla="*/ 6 w 12"/>
                <a:gd name="T3" fmla="*/ 5 h 7"/>
                <a:gd name="T4" fmla="*/ 11 w 12"/>
                <a:gd name="T5" fmla="*/ 1 h 7"/>
                <a:gd name="T6" fmla="*/ 5 w 12"/>
                <a:gd name="T7" fmla="*/ 3 h 7"/>
                <a:gd name="T8" fmla="*/ 1 w 12"/>
                <a:gd name="T9" fmla="*/ 6 h 7"/>
              </a:gdLst>
              <a:ahLst/>
              <a:cxnLst>
                <a:cxn ang="0">
                  <a:pos x="T0" y="T1"/>
                </a:cxn>
                <a:cxn ang="0">
                  <a:pos x="T2" y="T3"/>
                </a:cxn>
                <a:cxn ang="0">
                  <a:pos x="T4" y="T5"/>
                </a:cxn>
                <a:cxn ang="0">
                  <a:pos x="T6" y="T7"/>
                </a:cxn>
                <a:cxn ang="0">
                  <a:pos x="T8" y="T9"/>
                </a:cxn>
              </a:cxnLst>
              <a:rect l="0" t="0" r="r" b="b"/>
              <a:pathLst>
                <a:path w="12" h="7">
                  <a:moveTo>
                    <a:pt x="1" y="6"/>
                  </a:moveTo>
                  <a:cubicBezTo>
                    <a:pt x="0" y="7"/>
                    <a:pt x="3" y="7"/>
                    <a:pt x="6" y="5"/>
                  </a:cubicBezTo>
                  <a:cubicBezTo>
                    <a:pt x="9" y="4"/>
                    <a:pt x="12" y="2"/>
                    <a:pt x="11" y="1"/>
                  </a:cubicBezTo>
                  <a:cubicBezTo>
                    <a:pt x="11" y="0"/>
                    <a:pt x="8" y="1"/>
                    <a:pt x="5" y="3"/>
                  </a:cubicBezTo>
                  <a:cubicBezTo>
                    <a:pt x="2" y="4"/>
                    <a:pt x="1"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16" name="Freeform 2622"/>
            <p:cNvSpPr/>
            <p:nvPr/>
          </p:nvSpPr>
          <p:spPr bwMode="auto">
            <a:xfrm>
              <a:off x="6669391" y="9880378"/>
              <a:ext cx="33338" cy="17463"/>
            </a:xfrm>
            <a:custGeom>
              <a:avLst/>
              <a:gdLst>
                <a:gd name="T0" fmla="*/ 1 w 12"/>
                <a:gd name="T1" fmla="*/ 6 h 6"/>
                <a:gd name="T2" fmla="*/ 7 w 12"/>
                <a:gd name="T3" fmla="*/ 5 h 6"/>
                <a:gd name="T4" fmla="*/ 12 w 12"/>
                <a:gd name="T5" fmla="*/ 0 h 6"/>
                <a:gd name="T6" fmla="*/ 6 w 12"/>
                <a:gd name="T7" fmla="*/ 2 h 6"/>
                <a:gd name="T8" fmla="*/ 1 w 12"/>
                <a:gd name="T9" fmla="*/ 6 h 6"/>
              </a:gdLst>
              <a:ahLst/>
              <a:cxnLst>
                <a:cxn ang="0">
                  <a:pos x="T0" y="T1"/>
                </a:cxn>
                <a:cxn ang="0">
                  <a:pos x="T2" y="T3"/>
                </a:cxn>
                <a:cxn ang="0">
                  <a:pos x="T4" y="T5"/>
                </a:cxn>
                <a:cxn ang="0">
                  <a:pos x="T6" y="T7"/>
                </a:cxn>
                <a:cxn ang="0">
                  <a:pos x="T8" y="T9"/>
                </a:cxn>
              </a:cxnLst>
              <a:rect l="0" t="0" r="r" b="b"/>
              <a:pathLst>
                <a:path w="12" h="6">
                  <a:moveTo>
                    <a:pt x="1" y="6"/>
                  </a:moveTo>
                  <a:cubicBezTo>
                    <a:pt x="2" y="6"/>
                    <a:pt x="4" y="6"/>
                    <a:pt x="7" y="5"/>
                  </a:cubicBezTo>
                  <a:cubicBezTo>
                    <a:pt x="10" y="3"/>
                    <a:pt x="12" y="1"/>
                    <a:pt x="12" y="0"/>
                  </a:cubicBezTo>
                  <a:cubicBezTo>
                    <a:pt x="12" y="0"/>
                    <a:pt x="9" y="0"/>
                    <a:pt x="6" y="2"/>
                  </a:cubicBezTo>
                  <a:cubicBezTo>
                    <a:pt x="2" y="3"/>
                    <a:pt x="0"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17" name="Freeform 2623"/>
            <p:cNvSpPr/>
            <p:nvPr/>
          </p:nvSpPr>
          <p:spPr bwMode="auto">
            <a:xfrm>
              <a:off x="6882116" y="9783540"/>
              <a:ext cx="31750" cy="15875"/>
            </a:xfrm>
            <a:custGeom>
              <a:avLst/>
              <a:gdLst>
                <a:gd name="T0" fmla="*/ 1 w 12"/>
                <a:gd name="T1" fmla="*/ 6 h 6"/>
                <a:gd name="T2" fmla="*/ 7 w 12"/>
                <a:gd name="T3" fmla="*/ 5 h 6"/>
                <a:gd name="T4" fmla="*/ 12 w 12"/>
                <a:gd name="T5" fmla="*/ 1 h 6"/>
                <a:gd name="T6" fmla="*/ 5 w 12"/>
                <a:gd name="T7" fmla="*/ 2 h 6"/>
                <a:gd name="T8" fmla="*/ 1 w 12"/>
                <a:gd name="T9" fmla="*/ 6 h 6"/>
              </a:gdLst>
              <a:ahLst/>
              <a:cxnLst>
                <a:cxn ang="0">
                  <a:pos x="T0" y="T1"/>
                </a:cxn>
                <a:cxn ang="0">
                  <a:pos x="T2" y="T3"/>
                </a:cxn>
                <a:cxn ang="0">
                  <a:pos x="T4" y="T5"/>
                </a:cxn>
                <a:cxn ang="0">
                  <a:pos x="T6" y="T7"/>
                </a:cxn>
                <a:cxn ang="0">
                  <a:pos x="T8" y="T9"/>
                </a:cxn>
              </a:cxnLst>
              <a:rect l="0" t="0" r="r" b="b"/>
              <a:pathLst>
                <a:path w="12" h="6">
                  <a:moveTo>
                    <a:pt x="1" y="6"/>
                  </a:moveTo>
                  <a:cubicBezTo>
                    <a:pt x="2" y="6"/>
                    <a:pt x="4" y="6"/>
                    <a:pt x="7" y="5"/>
                  </a:cubicBezTo>
                  <a:cubicBezTo>
                    <a:pt x="10" y="4"/>
                    <a:pt x="12" y="1"/>
                    <a:pt x="12" y="1"/>
                  </a:cubicBezTo>
                  <a:cubicBezTo>
                    <a:pt x="11" y="0"/>
                    <a:pt x="8" y="0"/>
                    <a:pt x="5" y="2"/>
                  </a:cubicBezTo>
                  <a:cubicBezTo>
                    <a:pt x="2" y="3"/>
                    <a:pt x="0"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18" name="Freeform 2624"/>
            <p:cNvSpPr/>
            <p:nvPr/>
          </p:nvSpPr>
          <p:spPr bwMode="auto">
            <a:xfrm>
              <a:off x="7096429" y="9693053"/>
              <a:ext cx="30163" cy="17463"/>
            </a:xfrm>
            <a:custGeom>
              <a:avLst/>
              <a:gdLst>
                <a:gd name="T0" fmla="*/ 4 w 11"/>
                <a:gd name="T1" fmla="*/ 1 h 6"/>
                <a:gd name="T2" fmla="*/ 0 w 11"/>
                <a:gd name="T3" fmla="*/ 5 h 6"/>
                <a:gd name="T4" fmla="*/ 6 w 11"/>
                <a:gd name="T5" fmla="*/ 5 h 6"/>
                <a:gd name="T6" fmla="*/ 10 w 11"/>
                <a:gd name="T7" fmla="*/ 1 h 6"/>
                <a:gd name="T8" fmla="*/ 4 w 11"/>
                <a:gd name="T9" fmla="*/ 1 h 6"/>
              </a:gdLst>
              <a:ahLst/>
              <a:cxnLst>
                <a:cxn ang="0">
                  <a:pos x="T0" y="T1"/>
                </a:cxn>
                <a:cxn ang="0">
                  <a:pos x="T2" y="T3"/>
                </a:cxn>
                <a:cxn ang="0">
                  <a:pos x="T4" y="T5"/>
                </a:cxn>
                <a:cxn ang="0">
                  <a:pos x="T6" y="T7"/>
                </a:cxn>
                <a:cxn ang="0">
                  <a:pos x="T8" y="T9"/>
                </a:cxn>
              </a:cxnLst>
              <a:rect l="0" t="0" r="r" b="b"/>
              <a:pathLst>
                <a:path w="11" h="6">
                  <a:moveTo>
                    <a:pt x="4" y="1"/>
                  </a:moveTo>
                  <a:cubicBezTo>
                    <a:pt x="1" y="3"/>
                    <a:pt x="0" y="4"/>
                    <a:pt x="0" y="5"/>
                  </a:cubicBezTo>
                  <a:cubicBezTo>
                    <a:pt x="0" y="6"/>
                    <a:pt x="3" y="6"/>
                    <a:pt x="6" y="5"/>
                  </a:cubicBezTo>
                  <a:cubicBezTo>
                    <a:pt x="9" y="4"/>
                    <a:pt x="11" y="2"/>
                    <a:pt x="10" y="1"/>
                  </a:cubicBezTo>
                  <a:cubicBezTo>
                    <a:pt x="10" y="0"/>
                    <a:pt x="6" y="0"/>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19" name="Freeform 2625"/>
            <p:cNvSpPr/>
            <p:nvPr/>
          </p:nvSpPr>
          <p:spPr bwMode="auto">
            <a:xfrm>
              <a:off x="7307566" y="9615265"/>
              <a:ext cx="30163" cy="15875"/>
            </a:xfrm>
            <a:custGeom>
              <a:avLst/>
              <a:gdLst>
                <a:gd name="T0" fmla="*/ 10 w 11"/>
                <a:gd name="T1" fmla="*/ 1 h 6"/>
                <a:gd name="T2" fmla="*/ 4 w 11"/>
                <a:gd name="T3" fmla="*/ 1 h 6"/>
                <a:gd name="T4" fmla="*/ 0 w 11"/>
                <a:gd name="T5" fmla="*/ 5 h 6"/>
                <a:gd name="T6" fmla="*/ 6 w 11"/>
                <a:gd name="T7" fmla="*/ 5 h 6"/>
                <a:gd name="T8" fmla="*/ 10 w 11"/>
                <a:gd name="T9" fmla="*/ 1 h 6"/>
              </a:gdLst>
              <a:ahLst/>
              <a:cxnLst>
                <a:cxn ang="0">
                  <a:pos x="T0" y="T1"/>
                </a:cxn>
                <a:cxn ang="0">
                  <a:pos x="T2" y="T3"/>
                </a:cxn>
                <a:cxn ang="0">
                  <a:pos x="T4" y="T5"/>
                </a:cxn>
                <a:cxn ang="0">
                  <a:pos x="T6" y="T7"/>
                </a:cxn>
                <a:cxn ang="0">
                  <a:pos x="T8" y="T9"/>
                </a:cxn>
              </a:cxnLst>
              <a:rect l="0" t="0" r="r" b="b"/>
              <a:pathLst>
                <a:path w="11" h="6">
                  <a:moveTo>
                    <a:pt x="10" y="1"/>
                  </a:moveTo>
                  <a:cubicBezTo>
                    <a:pt x="10" y="0"/>
                    <a:pt x="6" y="0"/>
                    <a:pt x="4" y="1"/>
                  </a:cubicBezTo>
                  <a:cubicBezTo>
                    <a:pt x="1" y="2"/>
                    <a:pt x="0" y="4"/>
                    <a:pt x="0" y="5"/>
                  </a:cubicBezTo>
                  <a:cubicBezTo>
                    <a:pt x="0" y="6"/>
                    <a:pt x="3" y="6"/>
                    <a:pt x="6" y="5"/>
                  </a:cubicBezTo>
                  <a:cubicBezTo>
                    <a:pt x="9" y="4"/>
                    <a:pt x="11" y="2"/>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20" name="Freeform 2626"/>
            <p:cNvSpPr/>
            <p:nvPr/>
          </p:nvSpPr>
          <p:spPr bwMode="auto">
            <a:xfrm>
              <a:off x="7517116" y="9551765"/>
              <a:ext cx="31750" cy="14288"/>
            </a:xfrm>
            <a:custGeom>
              <a:avLst/>
              <a:gdLst>
                <a:gd name="T0" fmla="*/ 1 w 12"/>
                <a:gd name="T1" fmla="*/ 4 h 5"/>
                <a:gd name="T2" fmla="*/ 5 w 12"/>
                <a:gd name="T3" fmla="*/ 5 h 5"/>
                <a:gd name="T4" fmla="*/ 12 w 12"/>
                <a:gd name="T5" fmla="*/ 2 h 5"/>
                <a:gd name="T6" fmla="*/ 6 w 12"/>
                <a:gd name="T7" fmla="*/ 0 h 5"/>
                <a:gd name="T8" fmla="*/ 1 w 12"/>
                <a:gd name="T9" fmla="*/ 4 h 5"/>
              </a:gdLst>
              <a:ahLst/>
              <a:cxnLst>
                <a:cxn ang="0">
                  <a:pos x="T0" y="T1"/>
                </a:cxn>
                <a:cxn ang="0">
                  <a:pos x="T2" y="T3"/>
                </a:cxn>
                <a:cxn ang="0">
                  <a:pos x="T4" y="T5"/>
                </a:cxn>
                <a:cxn ang="0">
                  <a:pos x="T6" y="T7"/>
                </a:cxn>
                <a:cxn ang="0">
                  <a:pos x="T8" y="T9"/>
                </a:cxn>
              </a:cxnLst>
              <a:rect l="0" t="0" r="r" b="b"/>
              <a:pathLst>
                <a:path w="12" h="5">
                  <a:moveTo>
                    <a:pt x="1" y="4"/>
                  </a:moveTo>
                  <a:cubicBezTo>
                    <a:pt x="1" y="5"/>
                    <a:pt x="3" y="5"/>
                    <a:pt x="5" y="5"/>
                  </a:cubicBezTo>
                  <a:cubicBezTo>
                    <a:pt x="8" y="5"/>
                    <a:pt x="11" y="3"/>
                    <a:pt x="12" y="2"/>
                  </a:cubicBezTo>
                  <a:cubicBezTo>
                    <a:pt x="12" y="0"/>
                    <a:pt x="9" y="0"/>
                    <a:pt x="6" y="0"/>
                  </a:cubicBezTo>
                  <a:cubicBezTo>
                    <a:pt x="3" y="1"/>
                    <a:pt x="0"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21" name="Freeform 2627"/>
            <p:cNvSpPr/>
            <p:nvPr/>
          </p:nvSpPr>
          <p:spPr bwMode="auto">
            <a:xfrm>
              <a:off x="7731429" y="9505728"/>
              <a:ext cx="31750" cy="17463"/>
            </a:xfrm>
            <a:custGeom>
              <a:avLst/>
              <a:gdLst>
                <a:gd name="T0" fmla="*/ 0 w 12"/>
                <a:gd name="T1" fmla="*/ 4 h 6"/>
                <a:gd name="T2" fmla="*/ 6 w 12"/>
                <a:gd name="T3" fmla="*/ 6 h 6"/>
                <a:gd name="T4" fmla="*/ 11 w 12"/>
                <a:gd name="T5" fmla="*/ 2 h 6"/>
                <a:gd name="T6" fmla="*/ 4 w 12"/>
                <a:gd name="T7" fmla="*/ 1 h 6"/>
                <a:gd name="T8" fmla="*/ 0 w 12"/>
                <a:gd name="T9" fmla="*/ 4 h 6"/>
              </a:gdLst>
              <a:ahLst/>
              <a:cxnLst>
                <a:cxn ang="0">
                  <a:pos x="T0" y="T1"/>
                </a:cxn>
                <a:cxn ang="0">
                  <a:pos x="T2" y="T3"/>
                </a:cxn>
                <a:cxn ang="0">
                  <a:pos x="T4" y="T5"/>
                </a:cxn>
                <a:cxn ang="0">
                  <a:pos x="T6" y="T7"/>
                </a:cxn>
                <a:cxn ang="0">
                  <a:pos x="T8" y="T9"/>
                </a:cxn>
              </a:cxnLst>
              <a:rect l="0" t="0" r="r" b="b"/>
              <a:pathLst>
                <a:path w="12" h="6">
                  <a:moveTo>
                    <a:pt x="0" y="4"/>
                  </a:moveTo>
                  <a:cubicBezTo>
                    <a:pt x="0" y="5"/>
                    <a:pt x="3" y="6"/>
                    <a:pt x="6" y="6"/>
                  </a:cubicBezTo>
                  <a:cubicBezTo>
                    <a:pt x="9" y="5"/>
                    <a:pt x="12" y="3"/>
                    <a:pt x="11" y="2"/>
                  </a:cubicBezTo>
                  <a:cubicBezTo>
                    <a:pt x="10" y="1"/>
                    <a:pt x="7" y="0"/>
                    <a:pt x="4" y="1"/>
                  </a:cubicBezTo>
                  <a:cubicBezTo>
                    <a:pt x="1" y="2"/>
                    <a:pt x="0" y="3"/>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22" name="Freeform 2628"/>
            <p:cNvSpPr/>
            <p:nvPr/>
          </p:nvSpPr>
          <p:spPr bwMode="auto">
            <a:xfrm>
              <a:off x="7942566" y="9481915"/>
              <a:ext cx="33338" cy="12700"/>
            </a:xfrm>
            <a:custGeom>
              <a:avLst/>
              <a:gdLst>
                <a:gd name="T0" fmla="*/ 1 w 12"/>
                <a:gd name="T1" fmla="*/ 3 h 5"/>
                <a:gd name="T2" fmla="*/ 7 w 12"/>
                <a:gd name="T3" fmla="*/ 5 h 5"/>
                <a:gd name="T4" fmla="*/ 12 w 12"/>
                <a:gd name="T5" fmla="*/ 1 h 5"/>
                <a:gd name="T6" fmla="*/ 5 w 12"/>
                <a:gd name="T7" fmla="*/ 0 h 5"/>
                <a:gd name="T8" fmla="*/ 1 w 12"/>
                <a:gd name="T9" fmla="*/ 3 h 5"/>
              </a:gdLst>
              <a:ahLst/>
              <a:cxnLst>
                <a:cxn ang="0">
                  <a:pos x="T0" y="T1"/>
                </a:cxn>
                <a:cxn ang="0">
                  <a:pos x="T2" y="T3"/>
                </a:cxn>
                <a:cxn ang="0">
                  <a:pos x="T4" y="T5"/>
                </a:cxn>
                <a:cxn ang="0">
                  <a:pos x="T6" y="T7"/>
                </a:cxn>
                <a:cxn ang="0">
                  <a:pos x="T8" y="T9"/>
                </a:cxn>
              </a:cxnLst>
              <a:rect l="0" t="0" r="r" b="b"/>
              <a:pathLst>
                <a:path w="12" h="5">
                  <a:moveTo>
                    <a:pt x="1" y="3"/>
                  </a:moveTo>
                  <a:cubicBezTo>
                    <a:pt x="2" y="5"/>
                    <a:pt x="4" y="5"/>
                    <a:pt x="7" y="5"/>
                  </a:cubicBezTo>
                  <a:cubicBezTo>
                    <a:pt x="10" y="4"/>
                    <a:pt x="12" y="3"/>
                    <a:pt x="12" y="1"/>
                  </a:cubicBezTo>
                  <a:cubicBezTo>
                    <a:pt x="11" y="0"/>
                    <a:pt x="8" y="0"/>
                    <a:pt x="5" y="0"/>
                  </a:cubicBezTo>
                  <a:cubicBezTo>
                    <a:pt x="2" y="1"/>
                    <a:pt x="0"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23" name="Freeform 2629"/>
            <p:cNvSpPr/>
            <p:nvPr/>
          </p:nvSpPr>
          <p:spPr bwMode="auto">
            <a:xfrm>
              <a:off x="8156879" y="9443815"/>
              <a:ext cx="30163" cy="15875"/>
            </a:xfrm>
            <a:custGeom>
              <a:avLst/>
              <a:gdLst>
                <a:gd name="T0" fmla="*/ 0 w 11"/>
                <a:gd name="T1" fmla="*/ 4 h 6"/>
                <a:gd name="T2" fmla="*/ 6 w 11"/>
                <a:gd name="T3" fmla="*/ 5 h 6"/>
                <a:gd name="T4" fmla="*/ 11 w 11"/>
                <a:gd name="T5" fmla="*/ 2 h 6"/>
                <a:gd name="T6" fmla="*/ 5 w 11"/>
                <a:gd name="T7" fmla="*/ 1 h 6"/>
                <a:gd name="T8" fmla="*/ 0 w 11"/>
                <a:gd name="T9" fmla="*/ 4 h 6"/>
              </a:gdLst>
              <a:ahLst/>
              <a:cxnLst>
                <a:cxn ang="0">
                  <a:pos x="T0" y="T1"/>
                </a:cxn>
                <a:cxn ang="0">
                  <a:pos x="T2" y="T3"/>
                </a:cxn>
                <a:cxn ang="0">
                  <a:pos x="T4" y="T5"/>
                </a:cxn>
                <a:cxn ang="0">
                  <a:pos x="T6" y="T7"/>
                </a:cxn>
                <a:cxn ang="0">
                  <a:pos x="T8" y="T9"/>
                </a:cxn>
              </a:cxnLst>
              <a:rect l="0" t="0" r="r" b="b"/>
              <a:pathLst>
                <a:path w="11" h="6">
                  <a:moveTo>
                    <a:pt x="0" y="4"/>
                  </a:moveTo>
                  <a:cubicBezTo>
                    <a:pt x="0" y="5"/>
                    <a:pt x="3" y="6"/>
                    <a:pt x="6" y="5"/>
                  </a:cubicBezTo>
                  <a:cubicBezTo>
                    <a:pt x="8" y="4"/>
                    <a:pt x="10" y="3"/>
                    <a:pt x="11" y="2"/>
                  </a:cubicBezTo>
                  <a:cubicBezTo>
                    <a:pt x="11" y="1"/>
                    <a:pt x="8" y="0"/>
                    <a:pt x="5" y="1"/>
                  </a:cubicBezTo>
                  <a:cubicBezTo>
                    <a:pt x="2" y="2"/>
                    <a:pt x="0" y="3"/>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24" name="Freeform 2630"/>
            <p:cNvSpPr/>
            <p:nvPr/>
          </p:nvSpPr>
          <p:spPr bwMode="auto">
            <a:xfrm>
              <a:off x="8369604" y="9394603"/>
              <a:ext cx="28575" cy="15875"/>
            </a:xfrm>
            <a:custGeom>
              <a:avLst/>
              <a:gdLst>
                <a:gd name="T0" fmla="*/ 0 w 11"/>
                <a:gd name="T1" fmla="*/ 4 h 6"/>
                <a:gd name="T2" fmla="*/ 6 w 11"/>
                <a:gd name="T3" fmla="*/ 5 h 6"/>
                <a:gd name="T4" fmla="*/ 11 w 11"/>
                <a:gd name="T5" fmla="*/ 2 h 6"/>
                <a:gd name="T6" fmla="*/ 5 w 11"/>
                <a:gd name="T7" fmla="*/ 1 h 6"/>
                <a:gd name="T8" fmla="*/ 0 w 11"/>
                <a:gd name="T9" fmla="*/ 4 h 6"/>
              </a:gdLst>
              <a:ahLst/>
              <a:cxnLst>
                <a:cxn ang="0">
                  <a:pos x="T0" y="T1"/>
                </a:cxn>
                <a:cxn ang="0">
                  <a:pos x="T2" y="T3"/>
                </a:cxn>
                <a:cxn ang="0">
                  <a:pos x="T4" y="T5"/>
                </a:cxn>
                <a:cxn ang="0">
                  <a:pos x="T6" y="T7"/>
                </a:cxn>
                <a:cxn ang="0">
                  <a:pos x="T8" y="T9"/>
                </a:cxn>
              </a:cxnLst>
              <a:rect l="0" t="0" r="r" b="b"/>
              <a:pathLst>
                <a:path w="11" h="6">
                  <a:moveTo>
                    <a:pt x="0" y="4"/>
                  </a:moveTo>
                  <a:cubicBezTo>
                    <a:pt x="0" y="6"/>
                    <a:pt x="3" y="6"/>
                    <a:pt x="6" y="5"/>
                  </a:cubicBezTo>
                  <a:cubicBezTo>
                    <a:pt x="8" y="4"/>
                    <a:pt x="10" y="3"/>
                    <a:pt x="11" y="2"/>
                  </a:cubicBezTo>
                  <a:cubicBezTo>
                    <a:pt x="11" y="1"/>
                    <a:pt x="8" y="0"/>
                    <a:pt x="5" y="1"/>
                  </a:cubicBezTo>
                  <a:cubicBezTo>
                    <a:pt x="2" y="2"/>
                    <a:pt x="1" y="3"/>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25" name="Freeform 2631"/>
            <p:cNvSpPr/>
            <p:nvPr/>
          </p:nvSpPr>
          <p:spPr bwMode="auto">
            <a:xfrm>
              <a:off x="8580741" y="9337453"/>
              <a:ext cx="30163" cy="14288"/>
            </a:xfrm>
            <a:custGeom>
              <a:avLst/>
              <a:gdLst>
                <a:gd name="T0" fmla="*/ 6 w 11"/>
                <a:gd name="T1" fmla="*/ 4 h 5"/>
                <a:gd name="T2" fmla="*/ 11 w 11"/>
                <a:gd name="T3" fmla="*/ 1 h 5"/>
                <a:gd name="T4" fmla="*/ 5 w 11"/>
                <a:gd name="T5" fmla="*/ 1 h 5"/>
                <a:gd name="T6" fmla="*/ 0 w 11"/>
                <a:gd name="T7" fmla="*/ 4 h 5"/>
                <a:gd name="T8" fmla="*/ 6 w 11"/>
                <a:gd name="T9" fmla="*/ 4 h 5"/>
              </a:gdLst>
              <a:ahLst/>
              <a:cxnLst>
                <a:cxn ang="0">
                  <a:pos x="T0" y="T1"/>
                </a:cxn>
                <a:cxn ang="0">
                  <a:pos x="T2" y="T3"/>
                </a:cxn>
                <a:cxn ang="0">
                  <a:pos x="T4" y="T5"/>
                </a:cxn>
                <a:cxn ang="0">
                  <a:pos x="T6" y="T7"/>
                </a:cxn>
                <a:cxn ang="0">
                  <a:pos x="T8" y="T9"/>
                </a:cxn>
              </a:cxnLst>
              <a:rect l="0" t="0" r="r" b="b"/>
              <a:pathLst>
                <a:path w="11" h="5">
                  <a:moveTo>
                    <a:pt x="6" y="4"/>
                  </a:moveTo>
                  <a:cubicBezTo>
                    <a:pt x="8" y="3"/>
                    <a:pt x="10" y="2"/>
                    <a:pt x="11" y="1"/>
                  </a:cubicBezTo>
                  <a:cubicBezTo>
                    <a:pt x="11" y="0"/>
                    <a:pt x="8" y="0"/>
                    <a:pt x="5" y="1"/>
                  </a:cubicBezTo>
                  <a:cubicBezTo>
                    <a:pt x="2" y="2"/>
                    <a:pt x="1" y="3"/>
                    <a:pt x="0" y="4"/>
                  </a:cubicBezTo>
                  <a:cubicBezTo>
                    <a:pt x="0" y="5"/>
                    <a:pt x="3" y="5"/>
                    <a:pt x="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26" name="Freeform 2632"/>
            <p:cNvSpPr/>
            <p:nvPr/>
          </p:nvSpPr>
          <p:spPr bwMode="auto">
            <a:xfrm>
              <a:off x="2705404" y="10407428"/>
              <a:ext cx="31750" cy="41275"/>
            </a:xfrm>
            <a:custGeom>
              <a:avLst/>
              <a:gdLst>
                <a:gd name="T0" fmla="*/ 8 w 12"/>
                <a:gd name="T1" fmla="*/ 15 h 15"/>
                <a:gd name="T2" fmla="*/ 12 w 12"/>
                <a:gd name="T3" fmla="*/ 10 h 15"/>
                <a:gd name="T4" fmla="*/ 6 w 12"/>
                <a:gd name="T5" fmla="*/ 2 h 15"/>
                <a:gd name="T6" fmla="*/ 1 w 12"/>
                <a:gd name="T7" fmla="*/ 6 h 15"/>
                <a:gd name="T8" fmla="*/ 8 w 12"/>
                <a:gd name="T9" fmla="*/ 15 h 15"/>
              </a:gdLst>
              <a:ahLst/>
              <a:cxnLst>
                <a:cxn ang="0">
                  <a:pos x="T0" y="T1"/>
                </a:cxn>
                <a:cxn ang="0">
                  <a:pos x="T2" y="T3"/>
                </a:cxn>
                <a:cxn ang="0">
                  <a:pos x="T4" y="T5"/>
                </a:cxn>
                <a:cxn ang="0">
                  <a:pos x="T6" y="T7"/>
                </a:cxn>
                <a:cxn ang="0">
                  <a:pos x="T8" y="T9"/>
                </a:cxn>
              </a:cxnLst>
              <a:rect l="0" t="0" r="r" b="b"/>
              <a:pathLst>
                <a:path w="12" h="15">
                  <a:moveTo>
                    <a:pt x="8" y="15"/>
                  </a:moveTo>
                  <a:cubicBezTo>
                    <a:pt x="10" y="13"/>
                    <a:pt x="12" y="12"/>
                    <a:pt x="12" y="10"/>
                  </a:cubicBezTo>
                  <a:cubicBezTo>
                    <a:pt x="12" y="7"/>
                    <a:pt x="9" y="3"/>
                    <a:pt x="6" y="2"/>
                  </a:cubicBezTo>
                  <a:cubicBezTo>
                    <a:pt x="3" y="0"/>
                    <a:pt x="0" y="2"/>
                    <a:pt x="1" y="6"/>
                  </a:cubicBezTo>
                  <a:cubicBezTo>
                    <a:pt x="2" y="8"/>
                    <a:pt x="5" y="11"/>
                    <a:pt x="8"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27" name="Freeform 2633"/>
            <p:cNvSpPr/>
            <p:nvPr/>
          </p:nvSpPr>
          <p:spPr bwMode="auto">
            <a:xfrm>
              <a:off x="2921304" y="10502678"/>
              <a:ext cx="33338" cy="46038"/>
            </a:xfrm>
            <a:custGeom>
              <a:avLst/>
              <a:gdLst>
                <a:gd name="T0" fmla="*/ 8 w 12"/>
                <a:gd name="T1" fmla="*/ 17 h 17"/>
                <a:gd name="T2" fmla="*/ 12 w 12"/>
                <a:gd name="T3" fmla="*/ 10 h 17"/>
                <a:gd name="T4" fmla="*/ 6 w 12"/>
                <a:gd name="T5" fmla="*/ 2 h 17"/>
                <a:gd name="T6" fmla="*/ 2 w 12"/>
                <a:gd name="T7" fmla="*/ 7 h 17"/>
                <a:gd name="T8" fmla="*/ 8 w 12"/>
                <a:gd name="T9" fmla="*/ 17 h 17"/>
              </a:gdLst>
              <a:ahLst/>
              <a:cxnLst>
                <a:cxn ang="0">
                  <a:pos x="T0" y="T1"/>
                </a:cxn>
                <a:cxn ang="0">
                  <a:pos x="T2" y="T3"/>
                </a:cxn>
                <a:cxn ang="0">
                  <a:pos x="T4" y="T5"/>
                </a:cxn>
                <a:cxn ang="0">
                  <a:pos x="T6" y="T7"/>
                </a:cxn>
                <a:cxn ang="0">
                  <a:pos x="T8" y="T9"/>
                </a:cxn>
              </a:cxnLst>
              <a:rect l="0" t="0" r="r" b="b"/>
              <a:pathLst>
                <a:path w="12" h="17">
                  <a:moveTo>
                    <a:pt x="8" y="17"/>
                  </a:moveTo>
                  <a:cubicBezTo>
                    <a:pt x="10" y="14"/>
                    <a:pt x="12" y="13"/>
                    <a:pt x="12" y="10"/>
                  </a:cubicBezTo>
                  <a:cubicBezTo>
                    <a:pt x="12" y="7"/>
                    <a:pt x="9" y="3"/>
                    <a:pt x="6" y="2"/>
                  </a:cubicBezTo>
                  <a:cubicBezTo>
                    <a:pt x="3" y="0"/>
                    <a:pt x="0" y="3"/>
                    <a:pt x="2" y="7"/>
                  </a:cubicBezTo>
                  <a:cubicBezTo>
                    <a:pt x="3" y="10"/>
                    <a:pt x="5" y="13"/>
                    <a:pt x="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28" name="Freeform 2634"/>
            <p:cNvSpPr/>
            <p:nvPr/>
          </p:nvSpPr>
          <p:spPr bwMode="auto">
            <a:xfrm>
              <a:off x="3141966" y="10580465"/>
              <a:ext cx="30163" cy="41275"/>
            </a:xfrm>
            <a:custGeom>
              <a:avLst/>
              <a:gdLst>
                <a:gd name="T0" fmla="*/ 0 w 11"/>
                <a:gd name="T1" fmla="*/ 6 h 15"/>
                <a:gd name="T2" fmla="*/ 7 w 11"/>
                <a:gd name="T3" fmla="*/ 14 h 15"/>
                <a:gd name="T4" fmla="*/ 11 w 11"/>
                <a:gd name="T5" fmla="*/ 9 h 15"/>
                <a:gd name="T6" fmla="*/ 4 w 11"/>
                <a:gd name="T7" fmla="*/ 0 h 15"/>
                <a:gd name="T8" fmla="*/ 0 w 11"/>
                <a:gd name="T9" fmla="*/ 6 h 15"/>
              </a:gdLst>
              <a:ahLst/>
              <a:cxnLst>
                <a:cxn ang="0">
                  <a:pos x="T0" y="T1"/>
                </a:cxn>
                <a:cxn ang="0">
                  <a:pos x="T2" y="T3"/>
                </a:cxn>
                <a:cxn ang="0">
                  <a:pos x="T4" y="T5"/>
                </a:cxn>
                <a:cxn ang="0">
                  <a:pos x="T6" y="T7"/>
                </a:cxn>
                <a:cxn ang="0">
                  <a:pos x="T8" y="T9"/>
                </a:cxn>
              </a:cxnLst>
              <a:rect l="0" t="0" r="r" b="b"/>
              <a:pathLst>
                <a:path w="11" h="15">
                  <a:moveTo>
                    <a:pt x="0" y="6"/>
                  </a:moveTo>
                  <a:cubicBezTo>
                    <a:pt x="0" y="9"/>
                    <a:pt x="5" y="15"/>
                    <a:pt x="7" y="14"/>
                  </a:cubicBezTo>
                  <a:cubicBezTo>
                    <a:pt x="9" y="14"/>
                    <a:pt x="10" y="11"/>
                    <a:pt x="11" y="9"/>
                  </a:cubicBezTo>
                  <a:cubicBezTo>
                    <a:pt x="9" y="3"/>
                    <a:pt x="7" y="1"/>
                    <a:pt x="4" y="0"/>
                  </a:cubicBezTo>
                  <a:cubicBezTo>
                    <a:pt x="1" y="0"/>
                    <a:pt x="0" y="2"/>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29" name="Freeform 2635"/>
            <p:cNvSpPr/>
            <p:nvPr/>
          </p:nvSpPr>
          <p:spPr bwMode="auto">
            <a:xfrm>
              <a:off x="3359454" y="10628090"/>
              <a:ext cx="28575" cy="42863"/>
            </a:xfrm>
            <a:custGeom>
              <a:avLst/>
              <a:gdLst>
                <a:gd name="T0" fmla="*/ 0 w 11"/>
                <a:gd name="T1" fmla="*/ 7 h 16"/>
                <a:gd name="T2" fmla="*/ 7 w 11"/>
                <a:gd name="T3" fmla="*/ 15 h 16"/>
                <a:gd name="T4" fmla="*/ 11 w 11"/>
                <a:gd name="T5" fmla="*/ 9 h 16"/>
                <a:gd name="T6" fmla="*/ 4 w 11"/>
                <a:gd name="T7" fmla="*/ 0 h 16"/>
                <a:gd name="T8" fmla="*/ 0 w 11"/>
                <a:gd name="T9" fmla="*/ 7 h 16"/>
              </a:gdLst>
              <a:ahLst/>
              <a:cxnLst>
                <a:cxn ang="0">
                  <a:pos x="T0" y="T1"/>
                </a:cxn>
                <a:cxn ang="0">
                  <a:pos x="T2" y="T3"/>
                </a:cxn>
                <a:cxn ang="0">
                  <a:pos x="T4" y="T5"/>
                </a:cxn>
                <a:cxn ang="0">
                  <a:pos x="T6" y="T7"/>
                </a:cxn>
                <a:cxn ang="0">
                  <a:pos x="T8" y="T9"/>
                </a:cxn>
              </a:cxnLst>
              <a:rect l="0" t="0" r="r" b="b"/>
              <a:pathLst>
                <a:path w="11" h="16">
                  <a:moveTo>
                    <a:pt x="0" y="7"/>
                  </a:moveTo>
                  <a:cubicBezTo>
                    <a:pt x="0" y="11"/>
                    <a:pt x="4" y="16"/>
                    <a:pt x="7" y="15"/>
                  </a:cubicBezTo>
                  <a:cubicBezTo>
                    <a:pt x="9" y="14"/>
                    <a:pt x="10" y="11"/>
                    <a:pt x="11" y="9"/>
                  </a:cubicBezTo>
                  <a:cubicBezTo>
                    <a:pt x="9" y="4"/>
                    <a:pt x="7" y="0"/>
                    <a:pt x="4" y="0"/>
                  </a:cubicBezTo>
                  <a:cubicBezTo>
                    <a:pt x="1" y="0"/>
                    <a:pt x="0" y="3"/>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30" name="Freeform 2636"/>
            <p:cNvSpPr/>
            <p:nvPr/>
          </p:nvSpPr>
          <p:spPr bwMode="auto">
            <a:xfrm>
              <a:off x="3573766" y="10637615"/>
              <a:ext cx="28575" cy="46038"/>
            </a:xfrm>
            <a:custGeom>
              <a:avLst/>
              <a:gdLst>
                <a:gd name="T0" fmla="*/ 0 w 11"/>
                <a:gd name="T1" fmla="*/ 8 h 17"/>
                <a:gd name="T2" fmla="*/ 7 w 11"/>
                <a:gd name="T3" fmla="*/ 15 h 17"/>
                <a:gd name="T4" fmla="*/ 11 w 11"/>
                <a:gd name="T5" fmla="*/ 8 h 17"/>
                <a:gd name="T6" fmla="*/ 4 w 11"/>
                <a:gd name="T7" fmla="*/ 0 h 17"/>
                <a:gd name="T8" fmla="*/ 0 w 11"/>
                <a:gd name="T9" fmla="*/ 8 h 17"/>
              </a:gdLst>
              <a:ahLst/>
              <a:cxnLst>
                <a:cxn ang="0">
                  <a:pos x="T0" y="T1"/>
                </a:cxn>
                <a:cxn ang="0">
                  <a:pos x="T2" y="T3"/>
                </a:cxn>
                <a:cxn ang="0">
                  <a:pos x="T4" y="T5"/>
                </a:cxn>
                <a:cxn ang="0">
                  <a:pos x="T6" y="T7"/>
                </a:cxn>
                <a:cxn ang="0">
                  <a:pos x="T8" y="T9"/>
                </a:cxn>
              </a:cxnLst>
              <a:rect l="0" t="0" r="r" b="b"/>
              <a:pathLst>
                <a:path w="11" h="17">
                  <a:moveTo>
                    <a:pt x="0" y="8"/>
                  </a:moveTo>
                  <a:cubicBezTo>
                    <a:pt x="0" y="12"/>
                    <a:pt x="5" y="17"/>
                    <a:pt x="7" y="15"/>
                  </a:cubicBezTo>
                  <a:cubicBezTo>
                    <a:pt x="9" y="14"/>
                    <a:pt x="10" y="10"/>
                    <a:pt x="11" y="8"/>
                  </a:cubicBezTo>
                  <a:cubicBezTo>
                    <a:pt x="10" y="3"/>
                    <a:pt x="7" y="0"/>
                    <a:pt x="4" y="0"/>
                  </a:cubicBezTo>
                  <a:cubicBezTo>
                    <a:pt x="1" y="1"/>
                    <a:pt x="0" y="4"/>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31" name="Freeform 2637"/>
            <p:cNvSpPr/>
            <p:nvPr/>
          </p:nvSpPr>
          <p:spPr bwMode="auto">
            <a:xfrm>
              <a:off x="3784904" y="10602690"/>
              <a:ext cx="33338" cy="52388"/>
            </a:xfrm>
            <a:custGeom>
              <a:avLst/>
              <a:gdLst>
                <a:gd name="T0" fmla="*/ 8 w 12"/>
                <a:gd name="T1" fmla="*/ 17 h 19"/>
                <a:gd name="T2" fmla="*/ 11 w 12"/>
                <a:gd name="T3" fmla="*/ 8 h 19"/>
                <a:gd name="T4" fmla="*/ 5 w 12"/>
                <a:gd name="T5" fmla="*/ 0 h 19"/>
                <a:gd name="T6" fmla="*/ 1 w 12"/>
                <a:gd name="T7" fmla="*/ 11 h 19"/>
                <a:gd name="T8" fmla="*/ 8 w 12"/>
                <a:gd name="T9" fmla="*/ 17 h 19"/>
              </a:gdLst>
              <a:ahLst/>
              <a:cxnLst>
                <a:cxn ang="0">
                  <a:pos x="T0" y="T1"/>
                </a:cxn>
                <a:cxn ang="0">
                  <a:pos x="T2" y="T3"/>
                </a:cxn>
                <a:cxn ang="0">
                  <a:pos x="T4" y="T5"/>
                </a:cxn>
                <a:cxn ang="0">
                  <a:pos x="T6" y="T7"/>
                </a:cxn>
                <a:cxn ang="0">
                  <a:pos x="T8" y="T9"/>
                </a:cxn>
              </a:cxnLst>
              <a:rect l="0" t="0" r="r" b="b"/>
              <a:pathLst>
                <a:path w="12" h="19">
                  <a:moveTo>
                    <a:pt x="8" y="17"/>
                  </a:moveTo>
                  <a:cubicBezTo>
                    <a:pt x="10" y="15"/>
                    <a:pt x="12" y="12"/>
                    <a:pt x="11" y="8"/>
                  </a:cubicBezTo>
                  <a:cubicBezTo>
                    <a:pt x="10" y="5"/>
                    <a:pt x="7" y="3"/>
                    <a:pt x="5" y="0"/>
                  </a:cubicBezTo>
                  <a:cubicBezTo>
                    <a:pt x="3" y="5"/>
                    <a:pt x="1" y="7"/>
                    <a:pt x="1" y="11"/>
                  </a:cubicBezTo>
                  <a:cubicBezTo>
                    <a:pt x="0" y="15"/>
                    <a:pt x="5" y="19"/>
                    <a:pt x="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32" name="Freeform 2638"/>
            <p:cNvSpPr/>
            <p:nvPr/>
          </p:nvSpPr>
          <p:spPr bwMode="auto">
            <a:xfrm>
              <a:off x="3999216" y="10578878"/>
              <a:ext cx="33338" cy="46038"/>
            </a:xfrm>
            <a:custGeom>
              <a:avLst/>
              <a:gdLst>
                <a:gd name="T0" fmla="*/ 8 w 12"/>
                <a:gd name="T1" fmla="*/ 15 h 17"/>
                <a:gd name="T2" fmla="*/ 11 w 12"/>
                <a:gd name="T3" fmla="*/ 7 h 17"/>
                <a:gd name="T4" fmla="*/ 4 w 12"/>
                <a:gd name="T5" fmla="*/ 0 h 17"/>
                <a:gd name="T6" fmla="*/ 0 w 12"/>
                <a:gd name="T7" fmla="*/ 9 h 17"/>
                <a:gd name="T8" fmla="*/ 8 w 12"/>
                <a:gd name="T9" fmla="*/ 15 h 17"/>
              </a:gdLst>
              <a:ahLst/>
              <a:cxnLst>
                <a:cxn ang="0">
                  <a:pos x="T0" y="T1"/>
                </a:cxn>
                <a:cxn ang="0">
                  <a:pos x="T2" y="T3"/>
                </a:cxn>
                <a:cxn ang="0">
                  <a:pos x="T4" y="T5"/>
                </a:cxn>
                <a:cxn ang="0">
                  <a:pos x="T6" y="T7"/>
                </a:cxn>
                <a:cxn ang="0">
                  <a:pos x="T8" y="T9"/>
                </a:cxn>
              </a:cxnLst>
              <a:rect l="0" t="0" r="r" b="b"/>
              <a:pathLst>
                <a:path w="12" h="17">
                  <a:moveTo>
                    <a:pt x="8" y="15"/>
                  </a:moveTo>
                  <a:cubicBezTo>
                    <a:pt x="10" y="14"/>
                    <a:pt x="12" y="11"/>
                    <a:pt x="11" y="7"/>
                  </a:cubicBezTo>
                  <a:cubicBezTo>
                    <a:pt x="10" y="5"/>
                    <a:pt x="7" y="3"/>
                    <a:pt x="4" y="0"/>
                  </a:cubicBezTo>
                  <a:cubicBezTo>
                    <a:pt x="3" y="4"/>
                    <a:pt x="1" y="6"/>
                    <a:pt x="0" y="9"/>
                  </a:cubicBezTo>
                  <a:cubicBezTo>
                    <a:pt x="0" y="13"/>
                    <a:pt x="5" y="17"/>
                    <a:pt x="8"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33" name="Freeform 2639"/>
            <p:cNvSpPr/>
            <p:nvPr/>
          </p:nvSpPr>
          <p:spPr bwMode="auto">
            <a:xfrm>
              <a:off x="4210354" y="10570940"/>
              <a:ext cx="33338" cy="38100"/>
            </a:xfrm>
            <a:custGeom>
              <a:avLst/>
              <a:gdLst>
                <a:gd name="T0" fmla="*/ 2 w 12"/>
                <a:gd name="T1" fmla="*/ 7 h 14"/>
                <a:gd name="T2" fmla="*/ 8 w 12"/>
                <a:gd name="T3" fmla="*/ 14 h 14"/>
                <a:gd name="T4" fmla="*/ 12 w 12"/>
                <a:gd name="T5" fmla="*/ 6 h 14"/>
                <a:gd name="T6" fmla="*/ 7 w 12"/>
                <a:gd name="T7" fmla="*/ 0 h 14"/>
                <a:gd name="T8" fmla="*/ 2 w 12"/>
                <a:gd name="T9" fmla="*/ 7 h 14"/>
              </a:gdLst>
              <a:ahLst/>
              <a:cxnLst>
                <a:cxn ang="0">
                  <a:pos x="T0" y="T1"/>
                </a:cxn>
                <a:cxn ang="0">
                  <a:pos x="T2" y="T3"/>
                </a:cxn>
                <a:cxn ang="0">
                  <a:pos x="T4" y="T5"/>
                </a:cxn>
                <a:cxn ang="0">
                  <a:pos x="T6" y="T7"/>
                </a:cxn>
                <a:cxn ang="0">
                  <a:pos x="T8" y="T9"/>
                </a:cxn>
              </a:cxnLst>
              <a:rect l="0" t="0" r="r" b="b"/>
              <a:pathLst>
                <a:path w="12" h="14">
                  <a:moveTo>
                    <a:pt x="2" y="7"/>
                  </a:moveTo>
                  <a:cubicBezTo>
                    <a:pt x="3" y="9"/>
                    <a:pt x="5" y="11"/>
                    <a:pt x="8" y="14"/>
                  </a:cubicBezTo>
                  <a:cubicBezTo>
                    <a:pt x="10" y="10"/>
                    <a:pt x="12" y="8"/>
                    <a:pt x="12" y="6"/>
                  </a:cubicBezTo>
                  <a:cubicBezTo>
                    <a:pt x="12" y="2"/>
                    <a:pt x="10" y="0"/>
                    <a:pt x="7" y="0"/>
                  </a:cubicBezTo>
                  <a:cubicBezTo>
                    <a:pt x="3" y="0"/>
                    <a:pt x="0" y="4"/>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34" name="Freeform 2640"/>
            <p:cNvSpPr/>
            <p:nvPr/>
          </p:nvSpPr>
          <p:spPr bwMode="auto">
            <a:xfrm>
              <a:off x="4431016" y="10563003"/>
              <a:ext cx="31750" cy="28575"/>
            </a:xfrm>
            <a:custGeom>
              <a:avLst/>
              <a:gdLst>
                <a:gd name="T0" fmla="*/ 0 w 12"/>
                <a:gd name="T1" fmla="*/ 5 h 11"/>
                <a:gd name="T2" fmla="*/ 6 w 12"/>
                <a:gd name="T3" fmla="*/ 10 h 11"/>
                <a:gd name="T4" fmla="*/ 12 w 12"/>
                <a:gd name="T5" fmla="*/ 5 h 11"/>
                <a:gd name="T6" fmla="*/ 5 w 12"/>
                <a:gd name="T7" fmla="*/ 0 h 11"/>
                <a:gd name="T8" fmla="*/ 0 w 12"/>
                <a:gd name="T9" fmla="*/ 5 h 11"/>
              </a:gdLst>
              <a:ahLst/>
              <a:cxnLst>
                <a:cxn ang="0">
                  <a:pos x="T0" y="T1"/>
                </a:cxn>
                <a:cxn ang="0">
                  <a:pos x="T2" y="T3"/>
                </a:cxn>
                <a:cxn ang="0">
                  <a:pos x="T4" y="T5"/>
                </a:cxn>
                <a:cxn ang="0">
                  <a:pos x="T6" y="T7"/>
                </a:cxn>
                <a:cxn ang="0">
                  <a:pos x="T8" y="T9"/>
                </a:cxn>
              </a:cxnLst>
              <a:rect l="0" t="0" r="r" b="b"/>
              <a:pathLst>
                <a:path w="12" h="11">
                  <a:moveTo>
                    <a:pt x="0" y="5"/>
                  </a:moveTo>
                  <a:cubicBezTo>
                    <a:pt x="0" y="8"/>
                    <a:pt x="3" y="11"/>
                    <a:pt x="6" y="10"/>
                  </a:cubicBezTo>
                  <a:cubicBezTo>
                    <a:pt x="8" y="10"/>
                    <a:pt x="10" y="7"/>
                    <a:pt x="12" y="5"/>
                  </a:cubicBezTo>
                  <a:cubicBezTo>
                    <a:pt x="9" y="3"/>
                    <a:pt x="7" y="1"/>
                    <a:pt x="5" y="0"/>
                  </a:cubicBezTo>
                  <a:cubicBezTo>
                    <a:pt x="2" y="0"/>
                    <a:pt x="0" y="2"/>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35" name="Freeform 2641"/>
            <p:cNvSpPr/>
            <p:nvPr/>
          </p:nvSpPr>
          <p:spPr bwMode="auto">
            <a:xfrm>
              <a:off x="4645329" y="10556653"/>
              <a:ext cx="30163" cy="23813"/>
            </a:xfrm>
            <a:custGeom>
              <a:avLst/>
              <a:gdLst>
                <a:gd name="T0" fmla="*/ 0 w 11"/>
                <a:gd name="T1" fmla="*/ 5 h 9"/>
                <a:gd name="T2" fmla="*/ 7 w 11"/>
                <a:gd name="T3" fmla="*/ 8 h 9"/>
                <a:gd name="T4" fmla="*/ 11 w 11"/>
                <a:gd name="T5" fmla="*/ 4 h 9"/>
                <a:gd name="T6" fmla="*/ 5 w 11"/>
                <a:gd name="T7" fmla="*/ 0 h 9"/>
                <a:gd name="T8" fmla="*/ 0 w 11"/>
                <a:gd name="T9" fmla="*/ 5 h 9"/>
              </a:gdLst>
              <a:ahLst/>
              <a:cxnLst>
                <a:cxn ang="0">
                  <a:pos x="T0" y="T1"/>
                </a:cxn>
                <a:cxn ang="0">
                  <a:pos x="T2" y="T3"/>
                </a:cxn>
                <a:cxn ang="0">
                  <a:pos x="T4" y="T5"/>
                </a:cxn>
                <a:cxn ang="0">
                  <a:pos x="T6" y="T7"/>
                </a:cxn>
                <a:cxn ang="0">
                  <a:pos x="T8" y="T9"/>
                </a:cxn>
              </a:cxnLst>
              <a:rect l="0" t="0" r="r" b="b"/>
              <a:pathLst>
                <a:path w="11" h="9">
                  <a:moveTo>
                    <a:pt x="0" y="5"/>
                  </a:moveTo>
                  <a:cubicBezTo>
                    <a:pt x="0" y="7"/>
                    <a:pt x="5" y="9"/>
                    <a:pt x="7" y="8"/>
                  </a:cubicBezTo>
                  <a:cubicBezTo>
                    <a:pt x="9" y="7"/>
                    <a:pt x="10" y="6"/>
                    <a:pt x="11" y="4"/>
                  </a:cubicBezTo>
                  <a:cubicBezTo>
                    <a:pt x="10" y="1"/>
                    <a:pt x="8" y="0"/>
                    <a:pt x="5" y="0"/>
                  </a:cubicBezTo>
                  <a:cubicBezTo>
                    <a:pt x="2" y="1"/>
                    <a:pt x="0" y="2"/>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36" name="Freeform 2642"/>
            <p:cNvSpPr/>
            <p:nvPr/>
          </p:nvSpPr>
          <p:spPr bwMode="auto">
            <a:xfrm>
              <a:off x="4862816" y="10545540"/>
              <a:ext cx="30163" cy="19050"/>
            </a:xfrm>
            <a:custGeom>
              <a:avLst/>
              <a:gdLst>
                <a:gd name="T0" fmla="*/ 4 w 11"/>
                <a:gd name="T1" fmla="*/ 1 h 7"/>
                <a:gd name="T2" fmla="*/ 0 w 11"/>
                <a:gd name="T3" fmla="*/ 4 h 7"/>
                <a:gd name="T4" fmla="*/ 7 w 11"/>
                <a:gd name="T5" fmla="*/ 6 h 7"/>
                <a:gd name="T6" fmla="*/ 11 w 11"/>
                <a:gd name="T7" fmla="*/ 3 h 7"/>
                <a:gd name="T8" fmla="*/ 4 w 11"/>
                <a:gd name="T9" fmla="*/ 1 h 7"/>
              </a:gdLst>
              <a:ahLst/>
              <a:cxnLst>
                <a:cxn ang="0">
                  <a:pos x="T0" y="T1"/>
                </a:cxn>
                <a:cxn ang="0">
                  <a:pos x="T2" y="T3"/>
                </a:cxn>
                <a:cxn ang="0">
                  <a:pos x="T4" y="T5"/>
                </a:cxn>
                <a:cxn ang="0">
                  <a:pos x="T6" y="T7"/>
                </a:cxn>
                <a:cxn ang="0">
                  <a:pos x="T8" y="T9"/>
                </a:cxn>
              </a:cxnLst>
              <a:rect l="0" t="0" r="r" b="b"/>
              <a:pathLst>
                <a:path w="11" h="7">
                  <a:moveTo>
                    <a:pt x="4" y="1"/>
                  </a:moveTo>
                  <a:cubicBezTo>
                    <a:pt x="1" y="1"/>
                    <a:pt x="0" y="2"/>
                    <a:pt x="0" y="4"/>
                  </a:cubicBezTo>
                  <a:cubicBezTo>
                    <a:pt x="0" y="6"/>
                    <a:pt x="4" y="7"/>
                    <a:pt x="7" y="6"/>
                  </a:cubicBezTo>
                  <a:cubicBezTo>
                    <a:pt x="9" y="6"/>
                    <a:pt x="10" y="4"/>
                    <a:pt x="11" y="3"/>
                  </a:cubicBezTo>
                  <a:cubicBezTo>
                    <a:pt x="9" y="1"/>
                    <a:pt x="7" y="0"/>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37" name="Freeform 2643"/>
            <p:cNvSpPr/>
            <p:nvPr/>
          </p:nvSpPr>
          <p:spPr bwMode="auto">
            <a:xfrm>
              <a:off x="5077129" y="10524903"/>
              <a:ext cx="31750" cy="12700"/>
            </a:xfrm>
            <a:custGeom>
              <a:avLst/>
              <a:gdLst>
                <a:gd name="T0" fmla="*/ 0 w 12"/>
                <a:gd name="T1" fmla="*/ 3 h 5"/>
                <a:gd name="T2" fmla="*/ 7 w 12"/>
                <a:gd name="T3" fmla="*/ 4 h 5"/>
                <a:gd name="T4" fmla="*/ 10 w 12"/>
                <a:gd name="T5" fmla="*/ 1 h 5"/>
                <a:gd name="T6" fmla="*/ 4 w 12"/>
                <a:gd name="T7" fmla="*/ 0 h 5"/>
                <a:gd name="T8" fmla="*/ 0 w 12"/>
                <a:gd name="T9" fmla="*/ 3 h 5"/>
              </a:gdLst>
              <a:ahLst/>
              <a:cxnLst>
                <a:cxn ang="0">
                  <a:pos x="T0" y="T1"/>
                </a:cxn>
                <a:cxn ang="0">
                  <a:pos x="T2" y="T3"/>
                </a:cxn>
                <a:cxn ang="0">
                  <a:pos x="T4" y="T5"/>
                </a:cxn>
                <a:cxn ang="0">
                  <a:pos x="T6" y="T7"/>
                </a:cxn>
                <a:cxn ang="0">
                  <a:pos x="T8" y="T9"/>
                </a:cxn>
              </a:cxnLst>
              <a:rect l="0" t="0" r="r" b="b"/>
              <a:pathLst>
                <a:path w="12" h="5">
                  <a:moveTo>
                    <a:pt x="0" y="3"/>
                  </a:moveTo>
                  <a:cubicBezTo>
                    <a:pt x="0" y="4"/>
                    <a:pt x="4" y="5"/>
                    <a:pt x="7" y="4"/>
                  </a:cubicBezTo>
                  <a:cubicBezTo>
                    <a:pt x="10" y="3"/>
                    <a:pt x="12" y="2"/>
                    <a:pt x="10" y="1"/>
                  </a:cubicBezTo>
                  <a:cubicBezTo>
                    <a:pt x="10" y="0"/>
                    <a:pt x="7" y="0"/>
                    <a:pt x="4" y="0"/>
                  </a:cubicBezTo>
                  <a:cubicBezTo>
                    <a:pt x="2"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38" name="Freeform 2644"/>
            <p:cNvSpPr/>
            <p:nvPr/>
          </p:nvSpPr>
          <p:spPr bwMode="auto">
            <a:xfrm>
              <a:off x="5291441" y="10478865"/>
              <a:ext cx="31750" cy="9525"/>
            </a:xfrm>
            <a:custGeom>
              <a:avLst/>
              <a:gdLst>
                <a:gd name="T0" fmla="*/ 0 w 12"/>
                <a:gd name="T1" fmla="*/ 3 h 4"/>
                <a:gd name="T2" fmla="*/ 6 w 12"/>
                <a:gd name="T3" fmla="*/ 3 h 4"/>
                <a:gd name="T4" fmla="*/ 12 w 12"/>
                <a:gd name="T5" fmla="*/ 0 h 4"/>
                <a:gd name="T6" fmla="*/ 5 w 12"/>
                <a:gd name="T7" fmla="*/ 0 h 4"/>
                <a:gd name="T8" fmla="*/ 0 w 12"/>
                <a:gd name="T9" fmla="*/ 3 h 4"/>
              </a:gdLst>
              <a:ahLst/>
              <a:cxnLst>
                <a:cxn ang="0">
                  <a:pos x="T0" y="T1"/>
                </a:cxn>
                <a:cxn ang="0">
                  <a:pos x="T2" y="T3"/>
                </a:cxn>
                <a:cxn ang="0">
                  <a:pos x="T4" y="T5"/>
                </a:cxn>
                <a:cxn ang="0">
                  <a:pos x="T6" y="T7"/>
                </a:cxn>
                <a:cxn ang="0">
                  <a:pos x="T8" y="T9"/>
                </a:cxn>
              </a:cxnLst>
              <a:rect l="0" t="0" r="r" b="b"/>
              <a:pathLst>
                <a:path w="12" h="4">
                  <a:moveTo>
                    <a:pt x="0" y="3"/>
                  </a:moveTo>
                  <a:cubicBezTo>
                    <a:pt x="0" y="4"/>
                    <a:pt x="3" y="4"/>
                    <a:pt x="6" y="3"/>
                  </a:cubicBezTo>
                  <a:cubicBezTo>
                    <a:pt x="8" y="2"/>
                    <a:pt x="10" y="1"/>
                    <a:pt x="12" y="0"/>
                  </a:cubicBezTo>
                  <a:cubicBezTo>
                    <a:pt x="9" y="0"/>
                    <a:pt x="7" y="0"/>
                    <a:pt x="5" y="0"/>
                  </a:cubicBezTo>
                  <a:cubicBezTo>
                    <a:pt x="2"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39" name="Freeform 2645"/>
            <p:cNvSpPr/>
            <p:nvPr/>
          </p:nvSpPr>
          <p:spPr bwMode="auto">
            <a:xfrm>
              <a:off x="5500991" y="10402665"/>
              <a:ext cx="31750" cy="12700"/>
            </a:xfrm>
            <a:custGeom>
              <a:avLst/>
              <a:gdLst>
                <a:gd name="T0" fmla="*/ 2 w 12"/>
                <a:gd name="T1" fmla="*/ 4 h 5"/>
                <a:gd name="T2" fmla="*/ 7 w 12"/>
                <a:gd name="T3" fmla="*/ 4 h 5"/>
                <a:gd name="T4" fmla="*/ 12 w 12"/>
                <a:gd name="T5" fmla="*/ 0 h 5"/>
                <a:gd name="T6" fmla="*/ 7 w 12"/>
                <a:gd name="T7" fmla="*/ 1 h 5"/>
                <a:gd name="T8" fmla="*/ 2 w 12"/>
                <a:gd name="T9" fmla="*/ 4 h 5"/>
              </a:gdLst>
              <a:ahLst/>
              <a:cxnLst>
                <a:cxn ang="0">
                  <a:pos x="T0" y="T1"/>
                </a:cxn>
                <a:cxn ang="0">
                  <a:pos x="T2" y="T3"/>
                </a:cxn>
                <a:cxn ang="0">
                  <a:pos x="T4" y="T5"/>
                </a:cxn>
                <a:cxn ang="0">
                  <a:pos x="T6" y="T7"/>
                </a:cxn>
                <a:cxn ang="0">
                  <a:pos x="T8" y="T9"/>
                </a:cxn>
              </a:cxnLst>
              <a:rect l="0" t="0" r="r" b="b"/>
              <a:pathLst>
                <a:path w="12" h="5">
                  <a:moveTo>
                    <a:pt x="2" y="4"/>
                  </a:moveTo>
                  <a:cubicBezTo>
                    <a:pt x="3" y="5"/>
                    <a:pt x="5" y="4"/>
                    <a:pt x="7" y="4"/>
                  </a:cubicBezTo>
                  <a:cubicBezTo>
                    <a:pt x="9" y="2"/>
                    <a:pt x="12" y="1"/>
                    <a:pt x="12" y="0"/>
                  </a:cubicBezTo>
                  <a:cubicBezTo>
                    <a:pt x="12" y="0"/>
                    <a:pt x="10" y="0"/>
                    <a:pt x="7" y="1"/>
                  </a:cubicBezTo>
                  <a:cubicBezTo>
                    <a:pt x="3" y="2"/>
                    <a:pt x="0"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40" name="Freeform 2646"/>
            <p:cNvSpPr/>
            <p:nvPr/>
          </p:nvSpPr>
          <p:spPr bwMode="auto">
            <a:xfrm>
              <a:off x="2489504" y="10299478"/>
              <a:ext cx="30163" cy="34925"/>
            </a:xfrm>
            <a:custGeom>
              <a:avLst/>
              <a:gdLst>
                <a:gd name="T0" fmla="*/ 7 w 11"/>
                <a:gd name="T1" fmla="*/ 12 h 13"/>
                <a:gd name="T2" fmla="*/ 11 w 11"/>
                <a:gd name="T3" fmla="*/ 10 h 13"/>
                <a:gd name="T4" fmla="*/ 4 w 11"/>
                <a:gd name="T5" fmla="*/ 1 h 13"/>
                <a:gd name="T6" fmla="*/ 0 w 11"/>
                <a:gd name="T7" fmla="*/ 4 h 13"/>
                <a:gd name="T8" fmla="*/ 7 w 11"/>
                <a:gd name="T9" fmla="*/ 12 h 13"/>
              </a:gdLst>
              <a:ahLst/>
              <a:cxnLst>
                <a:cxn ang="0">
                  <a:pos x="T0" y="T1"/>
                </a:cxn>
                <a:cxn ang="0">
                  <a:pos x="T2" y="T3"/>
                </a:cxn>
                <a:cxn ang="0">
                  <a:pos x="T4" y="T5"/>
                </a:cxn>
                <a:cxn ang="0">
                  <a:pos x="T6" y="T7"/>
                </a:cxn>
                <a:cxn ang="0">
                  <a:pos x="T8" y="T9"/>
                </a:cxn>
              </a:cxnLst>
              <a:rect l="0" t="0" r="r" b="b"/>
              <a:pathLst>
                <a:path w="11" h="13">
                  <a:moveTo>
                    <a:pt x="7" y="12"/>
                  </a:moveTo>
                  <a:cubicBezTo>
                    <a:pt x="9" y="13"/>
                    <a:pt x="10" y="11"/>
                    <a:pt x="11" y="10"/>
                  </a:cubicBezTo>
                  <a:cubicBezTo>
                    <a:pt x="10" y="6"/>
                    <a:pt x="7" y="2"/>
                    <a:pt x="4" y="1"/>
                  </a:cubicBezTo>
                  <a:cubicBezTo>
                    <a:pt x="1" y="0"/>
                    <a:pt x="0" y="1"/>
                    <a:pt x="0" y="4"/>
                  </a:cubicBezTo>
                  <a:cubicBezTo>
                    <a:pt x="0" y="7"/>
                    <a:pt x="4" y="12"/>
                    <a:pt x="7"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41" name="Freeform 2647"/>
            <p:cNvSpPr/>
            <p:nvPr/>
          </p:nvSpPr>
          <p:spPr bwMode="auto">
            <a:xfrm>
              <a:off x="2270429" y="10185178"/>
              <a:ext cx="34925" cy="31750"/>
            </a:xfrm>
            <a:custGeom>
              <a:avLst/>
              <a:gdLst>
                <a:gd name="T0" fmla="*/ 7 w 13"/>
                <a:gd name="T1" fmla="*/ 11 h 12"/>
                <a:gd name="T2" fmla="*/ 13 w 13"/>
                <a:gd name="T3" fmla="*/ 10 h 12"/>
                <a:gd name="T4" fmla="*/ 6 w 13"/>
                <a:gd name="T5" fmla="*/ 2 h 12"/>
                <a:gd name="T6" fmla="*/ 1 w 13"/>
                <a:gd name="T7" fmla="*/ 3 h 12"/>
                <a:gd name="T8" fmla="*/ 7 w 13"/>
                <a:gd name="T9" fmla="*/ 11 h 12"/>
              </a:gdLst>
              <a:ahLst/>
              <a:cxnLst>
                <a:cxn ang="0">
                  <a:pos x="T0" y="T1"/>
                </a:cxn>
                <a:cxn ang="0">
                  <a:pos x="T2" y="T3"/>
                </a:cxn>
                <a:cxn ang="0">
                  <a:pos x="T4" y="T5"/>
                </a:cxn>
                <a:cxn ang="0">
                  <a:pos x="T6" y="T7"/>
                </a:cxn>
                <a:cxn ang="0">
                  <a:pos x="T8" y="T9"/>
                </a:cxn>
              </a:cxnLst>
              <a:rect l="0" t="0" r="r" b="b"/>
              <a:pathLst>
                <a:path w="13" h="12">
                  <a:moveTo>
                    <a:pt x="7" y="11"/>
                  </a:moveTo>
                  <a:cubicBezTo>
                    <a:pt x="9" y="12"/>
                    <a:pt x="10" y="11"/>
                    <a:pt x="13" y="10"/>
                  </a:cubicBezTo>
                  <a:cubicBezTo>
                    <a:pt x="10" y="7"/>
                    <a:pt x="8" y="4"/>
                    <a:pt x="6" y="2"/>
                  </a:cubicBezTo>
                  <a:cubicBezTo>
                    <a:pt x="3" y="0"/>
                    <a:pt x="1" y="1"/>
                    <a:pt x="1" y="3"/>
                  </a:cubicBezTo>
                  <a:cubicBezTo>
                    <a:pt x="0" y="6"/>
                    <a:pt x="4" y="10"/>
                    <a:pt x="7"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42" name="Freeform 2648"/>
            <p:cNvSpPr/>
            <p:nvPr/>
          </p:nvSpPr>
          <p:spPr bwMode="auto">
            <a:xfrm>
              <a:off x="2052941" y="10078815"/>
              <a:ext cx="30163" cy="26988"/>
            </a:xfrm>
            <a:custGeom>
              <a:avLst/>
              <a:gdLst>
                <a:gd name="T0" fmla="*/ 0 w 11"/>
                <a:gd name="T1" fmla="*/ 3 h 10"/>
                <a:gd name="T2" fmla="*/ 7 w 11"/>
                <a:gd name="T3" fmla="*/ 10 h 10"/>
                <a:gd name="T4" fmla="*/ 11 w 11"/>
                <a:gd name="T5" fmla="*/ 9 h 10"/>
                <a:gd name="T6" fmla="*/ 5 w 11"/>
                <a:gd name="T7" fmla="*/ 1 h 10"/>
                <a:gd name="T8" fmla="*/ 0 w 11"/>
                <a:gd name="T9" fmla="*/ 3 h 10"/>
              </a:gdLst>
              <a:ahLst/>
              <a:cxnLst>
                <a:cxn ang="0">
                  <a:pos x="T0" y="T1"/>
                </a:cxn>
                <a:cxn ang="0">
                  <a:pos x="T2" y="T3"/>
                </a:cxn>
                <a:cxn ang="0">
                  <a:pos x="T4" y="T5"/>
                </a:cxn>
                <a:cxn ang="0">
                  <a:pos x="T6" y="T7"/>
                </a:cxn>
                <a:cxn ang="0">
                  <a:pos x="T8" y="T9"/>
                </a:cxn>
              </a:cxnLst>
              <a:rect l="0" t="0" r="r" b="b"/>
              <a:pathLst>
                <a:path w="11" h="10">
                  <a:moveTo>
                    <a:pt x="0" y="3"/>
                  </a:moveTo>
                  <a:cubicBezTo>
                    <a:pt x="0" y="5"/>
                    <a:pt x="5" y="10"/>
                    <a:pt x="7" y="10"/>
                  </a:cubicBezTo>
                  <a:cubicBezTo>
                    <a:pt x="9" y="10"/>
                    <a:pt x="10" y="9"/>
                    <a:pt x="11" y="9"/>
                  </a:cubicBezTo>
                  <a:cubicBezTo>
                    <a:pt x="10" y="5"/>
                    <a:pt x="8" y="2"/>
                    <a:pt x="5" y="1"/>
                  </a:cubicBezTo>
                  <a:cubicBezTo>
                    <a:pt x="2"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43" name="Freeform 2649"/>
            <p:cNvSpPr/>
            <p:nvPr/>
          </p:nvSpPr>
          <p:spPr bwMode="auto">
            <a:xfrm>
              <a:off x="1835454" y="9986740"/>
              <a:ext cx="33338" cy="23813"/>
            </a:xfrm>
            <a:custGeom>
              <a:avLst/>
              <a:gdLst>
                <a:gd name="T0" fmla="*/ 1 w 12"/>
                <a:gd name="T1" fmla="*/ 2 h 9"/>
                <a:gd name="T2" fmla="*/ 6 w 12"/>
                <a:gd name="T3" fmla="*/ 9 h 9"/>
                <a:gd name="T4" fmla="*/ 11 w 12"/>
                <a:gd name="T5" fmla="*/ 7 h 9"/>
                <a:gd name="T6" fmla="*/ 7 w 12"/>
                <a:gd name="T7" fmla="*/ 2 h 9"/>
                <a:gd name="T8" fmla="*/ 1 w 12"/>
                <a:gd name="T9" fmla="*/ 2 h 9"/>
              </a:gdLst>
              <a:ahLst/>
              <a:cxnLst>
                <a:cxn ang="0">
                  <a:pos x="T0" y="T1"/>
                </a:cxn>
                <a:cxn ang="0">
                  <a:pos x="T2" y="T3"/>
                </a:cxn>
                <a:cxn ang="0">
                  <a:pos x="T4" y="T5"/>
                </a:cxn>
                <a:cxn ang="0">
                  <a:pos x="T6" y="T7"/>
                </a:cxn>
                <a:cxn ang="0">
                  <a:pos x="T8" y="T9"/>
                </a:cxn>
              </a:cxnLst>
              <a:rect l="0" t="0" r="r" b="b"/>
              <a:pathLst>
                <a:path w="12" h="9">
                  <a:moveTo>
                    <a:pt x="1" y="2"/>
                  </a:moveTo>
                  <a:cubicBezTo>
                    <a:pt x="1" y="4"/>
                    <a:pt x="4" y="6"/>
                    <a:pt x="6" y="9"/>
                  </a:cubicBezTo>
                  <a:cubicBezTo>
                    <a:pt x="8" y="8"/>
                    <a:pt x="11" y="8"/>
                    <a:pt x="11" y="7"/>
                  </a:cubicBezTo>
                  <a:cubicBezTo>
                    <a:pt x="12" y="5"/>
                    <a:pt x="9" y="3"/>
                    <a:pt x="7" y="2"/>
                  </a:cubicBezTo>
                  <a:cubicBezTo>
                    <a:pt x="4" y="0"/>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44" name="Freeform 2650"/>
            <p:cNvSpPr/>
            <p:nvPr/>
          </p:nvSpPr>
          <p:spPr bwMode="auto">
            <a:xfrm>
              <a:off x="1619554" y="9918478"/>
              <a:ext cx="31750" cy="22225"/>
            </a:xfrm>
            <a:custGeom>
              <a:avLst/>
              <a:gdLst>
                <a:gd name="T0" fmla="*/ 2 w 12"/>
                <a:gd name="T1" fmla="*/ 3 h 8"/>
                <a:gd name="T2" fmla="*/ 8 w 12"/>
                <a:gd name="T3" fmla="*/ 8 h 8"/>
                <a:gd name="T4" fmla="*/ 12 w 12"/>
                <a:gd name="T5" fmla="*/ 5 h 8"/>
                <a:gd name="T6" fmla="*/ 6 w 12"/>
                <a:gd name="T7" fmla="*/ 1 h 8"/>
                <a:gd name="T8" fmla="*/ 2 w 12"/>
                <a:gd name="T9" fmla="*/ 3 h 8"/>
              </a:gdLst>
              <a:ahLst/>
              <a:cxnLst>
                <a:cxn ang="0">
                  <a:pos x="T0" y="T1"/>
                </a:cxn>
                <a:cxn ang="0">
                  <a:pos x="T2" y="T3"/>
                </a:cxn>
                <a:cxn ang="0">
                  <a:pos x="T4" y="T5"/>
                </a:cxn>
                <a:cxn ang="0">
                  <a:pos x="T6" y="T7"/>
                </a:cxn>
                <a:cxn ang="0">
                  <a:pos x="T8" y="T9"/>
                </a:cxn>
              </a:cxnLst>
              <a:rect l="0" t="0" r="r" b="b"/>
              <a:pathLst>
                <a:path w="12" h="8">
                  <a:moveTo>
                    <a:pt x="2" y="3"/>
                  </a:moveTo>
                  <a:cubicBezTo>
                    <a:pt x="3" y="4"/>
                    <a:pt x="5" y="6"/>
                    <a:pt x="8" y="8"/>
                  </a:cubicBezTo>
                  <a:cubicBezTo>
                    <a:pt x="10" y="7"/>
                    <a:pt x="12" y="6"/>
                    <a:pt x="12" y="5"/>
                  </a:cubicBezTo>
                  <a:cubicBezTo>
                    <a:pt x="12" y="3"/>
                    <a:pt x="9" y="2"/>
                    <a:pt x="6" y="1"/>
                  </a:cubicBezTo>
                  <a:cubicBezTo>
                    <a:pt x="3" y="0"/>
                    <a:pt x="0" y="1"/>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45" name="Freeform 2651"/>
            <p:cNvSpPr/>
            <p:nvPr/>
          </p:nvSpPr>
          <p:spPr bwMode="auto">
            <a:xfrm>
              <a:off x="1406829" y="9883553"/>
              <a:ext cx="36513" cy="15875"/>
            </a:xfrm>
            <a:custGeom>
              <a:avLst/>
              <a:gdLst>
                <a:gd name="T0" fmla="*/ 1 w 13"/>
                <a:gd name="T1" fmla="*/ 3 h 6"/>
                <a:gd name="T2" fmla="*/ 7 w 13"/>
                <a:gd name="T3" fmla="*/ 6 h 6"/>
                <a:gd name="T4" fmla="*/ 13 w 13"/>
                <a:gd name="T5" fmla="*/ 4 h 6"/>
                <a:gd name="T6" fmla="*/ 6 w 13"/>
                <a:gd name="T7" fmla="*/ 1 h 6"/>
                <a:gd name="T8" fmla="*/ 1 w 13"/>
                <a:gd name="T9" fmla="*/ 3 h 6"/>
              </a:gdLst>
              <a:ahLst/>
              <a:cxnLst>
                <a:cxn ang="0">
                  <a:pos x="T0" y="T1"/>
                </a:cxn>
                <a:cxn ang="0">
                  <a:pos x="T2" y="T3"/>
                </a:cxn>
                <a:cxn ang="0">
                  <a:pos x="T4" y="T5"/>
                </a:cxn>
                <a:cxn ang="0">
                  <a:pos x="T6" y="T7"/>
                </a:cxn>
                <a:cxn ang="0">
                  <a:pos x="T8" y="T9"/>
                </a:cxn>
              </a:cxnLst>
              <a:rect l="0" t="0" r="r" b="b"/>
              <a:pathLst>
                <a:path w="13" h="6">
                  <a:moveTo>
                    <a:pt x="1" y="3"/>
                  </a:moveTo>
                  <a:cubicBezTo>
                    <a:pt x="0" y="4"/>
                    <a:pt x="4" y="6"/>
                    <a:pt x="7" y="6"/>
                  </a:cubicBezTo>
                  <a:cubicBezTo>
                    <a:pt x="9" y="6"/>
                    <a:pt x="10" y="5"/>
                    <a:pt x="13" y="4"/>
                  </a:cubicBezTo>
                  <a:cubicBezTo>
                    <a:pt x="10" y="3"/>
                    <a:pt x="8" y="1"/>
                    <a:pt x="6" y="1"/>
                  </a:cubicBezTo>
                  <a:cubicBezTo>
                    <a:pt x="3" y="0"/>
                    <a:pt x="1" y="1"/>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46" name="Freeform 2652"/>
            <p:cNvSpPr/>
            <p:nvPr/>
          </p:nvSpPr>
          <p:spPr bwMode="auto">
            <a:xfrm>
              <a:off x="1195691" y="9894665"/>
              <a:ext cx="30163" cy="15875"/>
            </a:xfrm>
            <a:custGeom>
              <a:avLst/>
              <a:gdLst>
                <a:gd name="T0" fmla="*/ 0 w 11"/>
                <a:gd name="T1" fmla="*/ 4 h 6"/>
                <a:gd name="T2" fmla="*/ 7 w 11"/>
                <a:gd name="T3" fmla="*/ 5 h 6"/>
                <a:gd name="T4" fmla="*/ 11 w 11"/>
                <a:gd name="T5" fmla="*/ 2 h 6"/>
                <a:gd name="T6" fmla="*/ 5 w 11"/>
                <a:gd name="T7" fmla="*/ 1 h 6"/>
                <a:gd name="T8" fmla="*/ 0 w 11"/>
                <a:gd name="T9" fmla="*/ 4 h 6"/>
              </a:gdLst>
              <a:ahLst/>
              <a:cxnLst>
                <a:cxn ang="0">
                  <a:pos x="T0" y="T1"/>
                </a:cxn>
                <a:cxn ang="0">
                  <a:pos x="T2" y="T3"/>
                </a:cxn>
                <a:cxn ang="0">
                  <a:pos x="T4" y="T5"/>
                </a:cxn>
                <a:cxn ang="0">
                  <a:pos x="T6" y="T7"/>
                </a:cxn>
                <a:cxn ang="0">
                  <a:pos x="T8" y="T9"/>
                </a:cxn>
              </a:cxnLst>
              <a:rect l="0" t="0" r="r" b="b"/>
              <a:pathLst>
                <a:path w="11" h="6">
                  <a:moveTo>
                    <a:pt x="0" y="4"/>
                  </a:moveTo>
                  <a:cubicBezTo>
                    <a:pt x="0" y="5"/>
                    <a:pt x="5" y="6"/>
                    <a:pt x="7" y="5"/>
                  </a:cubicBezTo>
                  <a:cubicBezTo>
                    <a:pt x="9" y="4"/>
                    <a:pt x="10" y="3"/>
                    <a:pt x="11" y="2"/>
                  </a:cubicBezTo>
                  <a:cubicBezTo>
                    <a:pt x="10" y="1"/>
                    <a:pt x="8" y="0"/>
                    <a:pt x="5" y="1"/>
                  </a:cubicBezTo>
                  <a:cubicBezTo>
                    <a:pt x="2" y="1"/>
                    <a:pt x="0" y="3"/>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47" name="Freeform 2653"/>
            <p:cNvSpPr/>
            <p:nvPr/>
          </p:nvSpPr>
          <p:spPr bwMode="auto">
            <a:xfrm>
              <a:off x="986141" y="9959753"/>
              <a:ext cx="33338" cy="19050"/>
            </a:xfrm>
            <a:custGeom>
              <a:avLst/>
              <a:gdLst>
                <a:gd name="T0" fmla="*/ 6 w 12"/>
                <a:gd name="T1" fmla="*/ 5 h 7"/>
                <a:gd name="T2" fmla="*/ 12 w 12"/>
                <a:gd name="T3" fmla="*/ 0 h 7"/>
                <a:gd name="T4" fmla="*/ 5 w 12"/>
                <a:gd name="T5" fmla="*/ 1 h 7"/>
                <a:gd name="T6" fmla="*/ 0 w 12"/>
                <a:gd name="T7" fmla="*/ 5 h 7"/>
                <a:gd name="T8" fmla="*/ 6 w 12"/>
                <a:gd name="T9" fmla="*/ 5 h 7"/>
              </a:gdLst>
              <a:ahLst/>
              <a:cxnLst>
                <a:cxn ang="0">
                  <a:pos x="T0" y="T1"/>
                </a:cxn>
                <a:cxn ang="0">
                  <a:pos x="T2" y="T3"/>
                </a:cxn>
                <a:cxn ang="0">
                  <a:pos x="T4" y="T5"/>
                </a:cxn>
                <a:cxn ang="0">
                  <a:pos x="T6" y="T7"/>
                </a:cxn>
                <a:cxn ang="0">
                  <a:pos x="T8" y="T9"/>
                </a:cxn>
              </a:cxnLst>
              <a:rect l="0" t="0" r="r" b="b"/>
              <a:pathLst>
                <a:path w="12" h="7">
                  <a:moveTo>
                    <a:pt x="6" y="5"/>
                  </a:moveTo>
                  <a:cubicBezTo>
                    <a:pt x="8" y="4"/>
                    <a:pt x="10" y="2"/>
                    <a:pt x="12" y="0"/>
                  </a:cubicBezTo>
                  <a:cubicBezTo>
                    <a:pt x="9" y="0"/>
                    <a:pt x="8" y="0"/>
                    <a:pt x="5" y="1"/>
                  </a:cubicBezTo>
                  <a:cubicBezTo>
                    <a:pt x="3" y="2"/>
                    <a:pt x="1" y="4"/>
                    <a:pt x="0" y="5"/>
                  </a:cubicBezTo>
                  <a:cubicBezTo>
                    <a:pt x="0" y="7"/>
                    <a:pt x="3" y="7"/>
                    <a:pt x="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48" name="Freeform 2654"/>
            <p:cNvSpPr/>
            <p:nvPr/>
          </p:nvSpPr>
          <p:spPr bwMode="auto">
            <a:xfrm>
              <a:off x="779766" y="10089928"/>
              <a:ext cx="30163" cy="31750"/>
            </a:xfrm>
            <a:custGeom>
              <a:avLst/>
              <a:gdLst>
                <a:gd name="T0" fmla="*/ 7 w 11"/>
                <a:gd name="T1" fmla="*/ 7 h 12"/>
                <a:gd name="T2" fmla="*/ 11 w 11"/>
                <a:gd name="T3" fmla="*/ 1 h 12"/>
                <a:gd name="T4" fmla="*/ 5 w 11"/>
                <a:gd name="T5" fmla="*/ 2 h 12"/>
                <a:gd name="T6" fmla="*/ 1 w 11"/>
                <a:gd name="T7" fmla="*/ 10 h 12"/>
                <a:gd name="T8" fmla="*/ 7 w 11"/>
                <a:gd name="T9" fmla="*/ 7 h 12"/>
              </a:gdLst>
              <a:ahLst/>
              <a:cxnLst>
                <a:cxn ang="0">
                  <a:pos x="T0" y="T1"/>
                </a:cxn>
                <a:cxn ang="0">
                  <a:pos x="T2" y="T3"/>
                </a:cxn>
                <a:cxn ang="0">
                  <a:pos x="T4" y="T5"/>
                </a:cxn>
                <a:cxn ang="0">
                  <a:pos x="T6" y="T7"/>
                </a:cxn>
                <a:cxn ang="0">
                  <a:pos x="T8" y="T9"/>
                </a:cxn>
              </a:cxnLst>
              <a:rect l="0" t="0" r="r" b="b"/>
              <a:pathLst>
                <a:path w="11" h="12">
                  <a:moveTo>
                    <a:pt x="7" y="7"/>
                  </a:moveTo>
                  <a:cubicBezTo>
                    <a:pt x="9" y="5"/>
                    <a:pt x="11" y="2"/>
                    <a:pt x="11" y="1"/>
                  </a:cubicBezTo>
                  <a:cubicBezTo>
                    <a:pt x="10" y="0"/>
                    <a:pt x="8" y="2"/>
                    <a:pt x="5" y="2"/>
                  </a:cubicBezTo>
                  <a:cubicBezTo>
                    <a:pt x="3" y="6"/>
                    <a:pt x="1" y="8"/>
                    <a:pt x="1" y="10"/>
                  </a:cubicBezTo>
                  <a:cubicBezTo>
                    <a:pt x="0" y="12"/>
                    <a:pt x="3" y="11"/>
                    <a:pt x="7"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49" name="Freeform 2655"/>
            <p:cNvSpPr/>
            <p:nvPr/>
          </p:nvSpPr>
          <p:spPr bwMode="auto">
            <a:xfrm>
              <a:off x="579741" y="10309003"/>
              <a:ext cx="30163" cy="47625"/>
            </a:xfrm>
            <a:custGeom>
              <a:avLst/>
              <a:gdLst>
                <a:gd name="T0" fmla="*/ 6 w 11"/>
                <a:gd name="T1" fmla="*/ 10 h 17"/>
                <a:gd name="T2" fmla="*/ 11 w 11"/>
                <a:gd name="T3" fmla="*/ 0 h 17"/>
                <a:gd name="T4" fmla="*/ 5 w 11"/>
                <a:gd name="T5" fmla="*/ 6 h 17"/>
                <a:gd name="T6" fmla="*/ 0 w 11"/>
                <a:gd name="T7" fmla="*/ 15 h 17"/>
                <a:gd name="T8" fmla="*/ 6 w 11"/>
                <a:gd name="T9" fmla="*/ 10 h 17"/>
              </a:gdLst>
              <a:ahLst/>
              <a:cxnLst>
                <a:cxn ang="0">
                  <a:pos x="T0" y="T1"/>
                </a:cxn>
                <a:cxn ang="0">
                  <a:pos x="T2" y="T3"/>
                </a:cxn>
                <a:cxn ang="0">
                  <a:pos x="T4" y="T5"/>
                </a:cxn>
                <a:cxn ang="0">
                  <a:pos x="T6" y="T7"/>
                </a:cxn>
                <a:cxn ang="0">
                  <a:pos x="T8" y="T9"/>
                </a:cxn>
              </a:cxnLst>
              <a:rect l="0" t="0" r="r" b="b"/>
              <a:pathLst>
                <a:path w="11" h="17">
                  <a:moveTo>
                    <a:pt x="6" y="10"/>
                  </a:moveTo>
                  <a:cubicBezTo>
                    <a:pt x="8" y="7"/>
                    <a:pt x="9" y="5"/>
                    <a:pt x="11" y="0"/>
                  </a:cubicBezTo>
                  <a:cubicBezTo>
                    <a:pt x="9" y="3"/>
                    <a:pt x="7" y="4"/>
                    <a:pt x="5" y="6"/>
                  </a:cubicBezTo>
                  <a:cubicBezTo>
                    <a:pt x="2" y="9"/>
                    <a:pt x="0" y="12"/>
                    <a:pt x="0" y="15"/>
                  </a:cubicBezTo>
                  <a:cubicBezTo>
                    <a:pt x="0" y="17"/>
                    <a:pt x="3" y="14"/>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50" name="Freeform 2656"/>
            <p:cNvSpPr/>
            <p:nvPr/>
          </p:nvSpPr>
          <p:spPr bwMode="auto">
            <a:xfrm>
              <a:off x="378129" y="10589990"/>
              <a:ext cx="26988" cy="46038"/>
            </a:xfrm>
            <a:custGeom>
              <a:avLst/>
              <a:gdLst>
                <a:gd name="T0" fmla="*/ 6 w 10"/>
                <a:gd name="T1" fmla="*/ 9 h 17"/>
                <a:gd name="T2" fmla="*/ 10 w 10"/>
                <a:gd name="T3" fmla="*/ 1 h 17"/>
                <a:gd name="T4" fmla="*/ 4 w 10"/>
                <a:gd name="T5" fmla="*/ 6 h 17"/>
                <a:gd name="T6" fmla="*/ 0 w 10"/>
                <a:gd name="T7" fmla="*/ 15 h 17"/>
                <a:gd name="T8" fmla="*/ 6 w 10"/>
                <a:gd name="T9" fmla="*/ 9 h 17"/>
              </a:gdLst>
              <a:ahLst/>
              <a:cxnLst>
                <a:cxn ang="0">
                  <a:pos x="T0" y="T1"/>
                </a:cxn>
                <a:cxn ang="0">
                  <a:pos x="T2" y="T3"/>
                </a:cxn>
                <a:cxn ang="0">
                  <a:pos x="T4" y="T5"/>
                </a:cxn>
                <a:cxn ang="0">
                  <a:pos x="T6" y="T7"/>
                </a:cxn>
                <a:cxn ang="0">
                  <a:pos x="T8" y="T9"/>
                </a:cxn>
              </a:cxnLst>
              <a:rect l="0" t="0" r="r" b="b"/>
              <a:pathLst>
                <a:path w="10" h="17">
                  <a:moveTo>
                    <a:pt x="6" y="9"/>
                  </a:moveTo>
                  <a:cubicBezTo>
                    <a:pt x="8" y="6"/>
                    <a:pt x="9" y="3"/>
                    <a:pt x="10" y="1"/>
                  </a:cubicBezTo>
                  <a:cubicBezTo>
                    <a:pt x="9" y="0"/>
                    <a:pt x="6" y="2"/>
                    <a:pt x="4" y="6"/>
                  </a:cubicBezTo>
                  <a:cubicBezTo>
                    <a:pt x="1" y="10"/>
                    <a:pt x="0" y="13"/>
                    <a:pt x="0" y="15"/>
                  </a:cubicBezTo>
                  <a:cubicBezTo>
                    <a:pt x="0" y="17"/>
                    <a:pt x="4" y="13"/>
                    <a:pt x="6"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51" name="Freeform 2657"/>
            <p:cNvSpPr/>
            <p:nvPr/>
          </p:nvSpPr>
          <p:spPr bwMode="auto">
            <a:xfrm>
              <a:off x="171754" y="10877328"/>
              <a:ext cx="33338" cy="46038"/>
            </a:xfrm>
            <a:custGeom>
              <a:avLst/>
              <a:gdLst>
                <a:gd name="T0" fmla="*/ 2 w 12"/>
                <a:gd name="T1" fmla="*/ 17 h 17"/>
                <a:gd name="T2" fmla="*/ 8 w 12"/>
                <a:gd name="T3" fmla="*/ 13 h 17"/>
                <a:gd name="T4" fmla="*/ 11 w 12"/>
                <a:gd name="T5" fmla="*/ 2 h 17"/>
                <a:gd name="T6" fmla="*/ 6 w 12"/>
                <a:gd name="T7" fmla="*/ 6 h 17"/>
                <a:gd name="T8" fmla="*/ 2 w 12"/>
                <a:gd name="T9" fmla="*/ 17 h 17"/>
              </a:gdLst>
              <a:ahLst/>
              <a:cxnLst>
                <a:cxn ang="0">
                  <a:pos x="T0" y="T1"/>
                </a:cxn>
                <a:cxn ang="0">
                  <a:pos x="T2" y="T3"/>
                </a:cxn>
                <a:cxn ang="0">
                  <a:pos x="T4" y="T5"/>
                </a:cxn>
                <a:cxn ang="0">
                  <a:pos x="T6" y="T7"/>
                </a:cxn>
                <a:cxn ang="0">
                  <a:pos x="T8" y="T9"/>
                </a:cxn>
              </a:cxnLst>
              <a:rect l="0" t="0" r="r" b="b"/>
              <a:pathLst>
                <a:path w="12" h="17">
                  <a:moveTo>
                    <a:pt x="2" y="17"/>
                  </a:moveTo>
                  <a:cubicBezTo>
                    <a:pt x="3" y="17"/>
                    <a:pt x="5" y="14"/>
                    <a:pt x="8" y="13"/>
                  </a:cubicBezTo>
                  <a:cubicBezTo>
                    <a:pt x="9" y="8"/>
                    <a:pt x="11" y="4"/>
                    <a:pt x="11" y="2"/>
                  </a:cubicBezTo>
                  <a:cubicBezTo>
                    <a:pt x="12" y="0"/>
                    <a:pt x="9" y="2"/>
                    <a:pt x="6" y="6"/>
                  </a:cubicBezTo>
                  <a:cubicBezTo>
                    <a:pt x="3" y="10"/>
                    <a:pt x="0" y="17"/>
                    <a:pt x="2"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52" name="Freeform 2658"/>
            <p:cNvSpPr/>
            <p:nvPr/>
          </p:nvSpPr>
          <p:spPr bwMode="auto">
            <a:xfrm>
              <a:off x="-25097" y="11148790"/>
              <a:ext cx="31750" cy="46038"/>
            </a:xfrm>
            <a:custGeom>
              <a:avLst/>
              <a:gdLst>
                <a:gd name="T0" fmla="*/ 5 w 12"/>
                <a:gd name="T1" fmla="*/ 5 h 17"/>
                <a:gd name="T2" fmla="*/ 0 w 12"/>
                <a:gd name="T3" fmla="*/ 14 h 17"/>
                <a:gd name="T4" fmla="*/ 6 w 12"/>
                <a:gd name="T5" fmla="*/ 11 h 17"/>
                <a:gd name="T6" fmla="*/ 12 w 12"/>
                <a:gd name="T7" fmla="*/ 0 h 17"/>
                <a:gd name="T8" fmla="*/ 5 w 12"/>
                <a:gd name="T9" fmla="*/ 5 h 17"/>
              </a:gdLst>
              <a:ahLst/>
              <a:cxnLst>
                <a:cxn ang="0">
                  <a:pos x="T0" y="T1"/>
                </a:cxn>
                <a:cxn ang="0">
                  <a:pos x="T2" y="T3"/>
                </a:cxn>
                <a:cxn ang="0">
                  <a:pos x="T4" y="T5"/>
                </a:cxn>
                <a:cxn ang="0">
                  <a:pos x="T6" y="T7"/>
                </a:cxn>
                <a:cxn ang="0">
                  <a:pos x="T8" y="T9"/>
                </a:cxn>
              </a:cxnLst>
              <a:rect l="0" t="0" r="r" b="b"/>
              <a:pathLst>
                <a:path w="12" h="17">
                  <a:moveTo>
                    <a:pt x="5" y="5"/>
                  </a:moveTo>
                  <a:cubicBezTo>
                    <a:pt x="2" y="8"/>
                    <a:pt x="0" y="11"/>
                    <a:pt x="0" y="14"/>
                  </a:cubicBezTo>
                  <a:cubicBezTo>
                    <a:pt x="0" y="17"/>
                    <a:pt x="3" y="16"/>
                    <a:pt x="6" y="11"/>
                  </a:cubicBezTo>
                  <a:cubicBezTo>
                    <a:pt x="8" y="9"/>
                    <a:pt x="9" y="5"/>
                    <a:pt x="12" y="0"/>
                  </a:cubicBezTo>
                  <a:cubicBezTo>
                    <a:pt x="9" y="2"/>
                    <a:pt x="7" y="3"/>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53" name="Freeform 2659"/>
            <p:cNvSpPr/>
            <p:nvPr/>
          </p:nvSpPr>
          <p:spPr bwMode="auto">
            <a:xfrm>
              <a:off x="-231472" y="11366278"/>
              <a:ext cx="31750" cy="31750"/>
            </a:xfrm>
            <a:custGeom>
              <a:avLst/>
              <a:gdLst>
                <a:gd name="T0" fmla="*/ 0 w 12"/>
                <a:gd name="T1" fmla="*/ 9 h 12"/>
                <a:gd name="T2" fmla="*/ 6 w 12"/>
                <a:gd name="T3" fmla="*/ 9 h 12"/>
                <a:gd name="T4" fmla="*/ 12 w 12"/>
                <a:gd name="T5" fmla="*/ 0 h 12"/>
                <a:gd name="T6" fmla="*/ 5 w 12"/>
                <a:gd name="T7" fmla="*/ 2 h 12"/>
                <a:gd name="T8" fmla="*/ 0 w 12"/>
                <a:gd name="T9" fmla="*/ 9 h 12"/>
              </a:gdLst>
              <a:ahLst/>
              <a:cxnLst>
                <a:cxn ang="0">
                  <a:pos x="T0" y="T1"/>
                </a:cxn>
                <a:cxn ang="0">
                  <a:pos x="T2" y="T3"/>
                </a:cxn>
                <a:cxn ang="0">
                  <a:pos x="T4" y="T5"/>
                </a:cxn>
                <a:cxn ang="0">
                  <a:pos x="T6" y="T7"/>
                </a:cxn>
                <a:cxn ang="0">
                  <a:pos x="T8" y="T9"/>
                </a:cxn>
              </a:cxnLst>
              <a:rect l="0" t="0" r="r" b="b"/>
              <a:pathLst>
                <a:path w="12" h="12">
                  <a:moveTo>
                    <a:pt x="0" y="9"/>
                  </a:moveTo>
                  <a:cubicBezTo>
                    <a:pt x="0" y="11"/>
                    <a:pt x="3" y="12"/>
                    <a:pt x="6" y="9"/>
                  </a:cubicBezTo>
                  <a:cubicBezTo>
                    <a:pt x="8" y="7"/>
                    <a:pt x="9" y="4"/>
                    <a:pt x="12" y="0"/>
                  </a:cubicBezTo>
                  <a:cubicBezTo>
                    <a:pt x="9" y="1"/>
                    <a:pt x="7" y="1"/>
                    <a:pt x="5" y="2"/>
                  </a:cubicBezTo>
                  <a:cubicBezTo>
                    <a:pt x="2" y="3"/>
                    <a:pt x="0" y="6"/>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54" name="Freeform 2660"/>
            <p:cNvSpPr/>
            <p:nvPr/>
          </p:nvSpPr>
          <p:spPr bwMode="auto">
            <a:xfrm>
              <a:off x="11417604" y="8048403"/>
              <a:ext cx="34925" cy="46038"/>
            </a:xfrm>
            <a:custGeom>
              <a:avLst/>
              <a:gdLst>
                <a:gd name="T0" fmla="*/ 13 w 13"/>
                <a:gd name="T1" fmla="*/ 2 h 17"/>
                <a:gd name="T2" fmla="*/ 6 w 13"/>
                <a:gd name="T3" fmla="*/ 1 h 17"/>
                <a:gd name="T4" fmla="*/ 0 w 13"/>
                <a:gd name="T5" fmla="*/ 11 h 17"/>
                <a:gd name="T6" fmla="*/ 6 w 13"/>
                <a:gd name="T7" fmla="*/ 13 h 17"/>
                <a:gd name="T8" fmla="*/ 13 w 13"/>
                <a:gd name="T9" fmla="*/ 2 h 17"/>
              </a:gdLst>
              <a:ahLst/>
              <a:cxnLst>
                <a:cxn ang="0">
                  <a:pos x="T0" y="T1"/>
                </a:cxn>
                <a:cxn ang="0">
                  <a:pos x="T2" y="T3"/>
                </a:cxn>
                <a:cxn ang="0">
                  <a:pos x="T4" y="T5"/>
                </a:cxn>
                <a:cxn ang="0">
                  <a:pos x="T6" y="T7"/>
                </a:cxn>
                <a:cxn ang="0">
                  <a:pos x="T8" y="T9"/>
                </a:cxn>
              </a:cxnLst>
              <a:rect l="0" t="0" r="r" b="b"/>
              <a:pathLst>
                <a:path w="13" h="17">
                  <a:moveTo>
                    <a:pt x="13" y="2"/>
                  </a:moveTo>
                  <a:cubicBezTo>
                    <a:pt x="10" y="1"/>
                    <a:pt x="8" y="0"/>
                    <a:pt x="6" y="1"/>
                  </a:cubicBezTo>
                  <a:cubicBezTo>
                    <a:pt x="3" y="3"/>
                    <a:pt x="1" y="7"/>
                    <a:pt x="0" y="11"/>
                  </a:cubicBezTo>
                  <a:cubicBezTo>
                    <a:pt x="0" y="15"/>
                    <a:pt x="3" y="17"/>
                    <a:pt x="6" y="13"/>
                  </a:cubicBezTo>
                  <a:cubicBezTo>
                    <a:pt x="8" y="11"/>
                    <a:pt x="10" y="7"/>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55" name="Freeform 2661"/>
            <p:cNvSpPr/>
            <p:nvPr/>
          </p:nvSpPr>
          <p:spPr bwMode="auto">
            <a:xfrm>
              <a:off x="11203291" y="8221440"/>
              <a:ext cx="31750" cy="33338"/>
            </a:xfrm>
            <a:custGeom>
              <a:avLst/>
              <a:gdLst>
                <a:gd name="T0" fmla="*/ 6 w 12"/>
                <a:gd name="T1" fmla="*/ 9 h 12"/>
                <a:gd name="T2" fmla="*/ 12 w 12"/>
                <a:gd name="T3" fmla="*/ 0 h 12"/>
                <a:gd name="T4" fmla="*/ 6 w 12"/>
                <a:gd name="T5" fmla="*/ 1 h 12"/>
                <a:gd name="T6" fmla="*/ 0 w 12"/>
                <a:gd name="T7" fmla="*/ 8 h 12"/>
                <a:gd name="T8" fmla="*/ 6 w 12"/>
                <a:gd name="T9" fmla="*/ 9 h 12"/>
              </a:gdLst>
              <a:ahLst/>
              <a:cxnLst>
                <a:cxn ang="0">
                  <a:pos x="T0" y="T1"/>
                </a:cxn>
                <a:cxn ang="0">
                  <a:pos x="T2" y="T3"/>
                </a:cxn>
                <a:cxn ang="0">
                  <a:pos x="T4" y="T5"/>
                </a:cxn>
                <a:cxn ang="0">
                  <a:pos x="T6" y="T7"/>
                </a:cxn>
                <a:cxn ang="0">
                  <a:pos x="T8" y="T9"/>
                </a:cxn>
              </a:cxnLst>
              <a:rect l="0" t="0" r="r" b="b"/>
              <a:pathLst>
                <a:path w="12" h="12">
                  <a:moveTo>
                    <a:pt x="6" y="9"/>
                  </a:moveTo>
                  <a:cubicBezTo>
                    <a:pt x="8" y="7"/>
                    <a:pt x="10" y="5"/>
                    <a:pt x="12" y="0"/>
                  </a:cubicBezTo>
                  <a:cubicBezTo>
                    <a:pt x="9" y="1"/>
                    <a:pt x="8" y="0"/>
                    <a:pt x="6" y="1"/>
                  </a:cubicBezTo>
                  <a:cubicBezTo>
                    <a:pt x="3" y="2"/>
                    <a:pt x="1" y="5"/>
                    <a:pt x="0" y="8"/>
                  </a:cubicBezTo>
                  <a:cubicBezTo>
                    <a:pt x="0" y="11"/>
                    <a:pt x="3" y="12"/>
                    <a:pt x="6"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56" name="Freeform 2662"/>
            <p:cNvSpPr/>
            <p:nvPr/>
          </p:nvSpPr>
          <p:spPr bwMode="auto">
            <a:xfrm>
              <a:off x="10990566" y="8343678"/>
              <a:ext cx="34925" cy="25400"/>
            </a:xfrm>
            <a:custGeom>
              <a:avLst/>
              <a:gdLst>
                <a:gd name="T0" fmla="*/ 1 w 13"/>
                <a:gd name="T1" fmla="*/ 6 h 9"/>
                <a:gd name="T2" fmla="*/ 7 w 13"/>
                <a:gd name="T3" fmla="*/ 7 h 9"/>
                <a:gd name="T4" fmla="*/ 13 w 13"/>
                <a:gd name="T5" fmla="*/ 1 h 9"/>
                <a:gd name="T6" fmla="*/ 6 w 13"/>
                <a:gd name="T7" fmla="*/ 0 h 9"/>
                <a:gd name="T8" fmla="*/ 1 w 13"/>
                <a:gd name="T9" fmla="*/ 6 h 9"/>
              </a:gdLst>
              <a:ahLst/>
              <a:cxnLst>
                <a:cxn ang="0">
                  <a:pos x="T0" y="T1"/>
                </a:cxn>
                <a:cxn ang="0">
                  <a:pos x="T2" y="T3"/>
                </a:cxn>
                <a:cxn ang="0">
                  <a:pos x="T4" y="T5"/>
                </a:cxn>
                <a:cxn ang="0">
                  <a:pos x="T6" y="T7"/>
                </a:cxn>
                <a:cxn ang="0">
                  <a:pos x="T8" y="T9"/>
                </a:cxn>
              </a:cxnLst>
              <a:rect l="0" t="0" r="r" b="b"/>
              <a:pathLst>
                <a:path w="13" h="9">
                  <a:moveTo>
                    <a:pt x="1" y="6"/>
                  </a:moveTo>
                  <a:cubicBezTo>
                    <a:pt x="0" y="8"/>
                    <a:pt x="4" y="9"/>
                    <a:pt x="7" y="7"/>
                  </a:cubicBezTo>
                  <a:cubicBezTo>
                    <a:pt x="9" y="6"/>
                    <a:pt x="10" y="4"/>
                    <a:pt x="13" y="1"/>
                  </a:cubicBezTo>
                  <a:cubicBezTo>
                    <a:pt x="10" y="1"/>
                    <a:pt x="8" y="0"/>
                    <a:pt x="6" y="0"/>
                  </a:cubicBezTo>
                  <a:cubicBezTo>
                    <a:pt x="3" y="1"/>
                    <a:pt x="1" y="3"/>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57" name="Freeform 2663"/>
            <p:cNvSpPr/>
            <p:nvPr/>
          </p:nvSpPr>
          <p:spPr bwMode="auto">
            <a:xfrm>
              <a:off x="10782604" y="8434165"/>
              <a:ext cx="28575" cy="23813"/>
            </a:xfrm>
            <a:custGeom>
              <a:avLst/>
              <a:gdLst>
                <a:gd name="T0" fmla="*/ 0 w 11"/>
                <a:gd name="T1" fmla="*/ 7 h 9"/>
                <a:gd name="T2" fmla="*/ 7 w 11"/>
                <a:gd name="T3" fmla="*/ 7 h 9"/>
                <a:gd name="T4" fmla="*/ 11 w 11"/>
                <a:gd name="T5" fmla="*/ 3 h 9"/>
                <a:gd name="T6" fmla="*/ 5 w 11"/>
                <a:gd name="T7" fmla="*/ 2 h 9"/>
                <a:gd name="T8" fmla="*/ 0 w 11"/>
                <a:gd name="T9" fmla="*/ 7 h 9"/>
              </a:gdLst>
              <a:ahLst/>
              <a:cxnLst>
                <a:cxn ang="0">
                  <a:pos x="T0" y="T1"/>
                </a:cxn>
                <a:cxn ang="0">
                  <a:pos x="T2" y="T3"/>
                </a:cxn>
                <a:cxn ang="0">
                  <a:pos x="T4" y="T5"/>
                </a:cxn>
                <a:cxn ang="0">
                  <a:pos x="T6" y="T7"/>
                </a:cxn>
                <a:cxn ang="0">
                  <a:pos x="T8" y="T9"/>
                </a:cxn>
              </a:cxnLst>
              <a:rect l="0" t="0" r="r" b="b"/>
              <a:pathLst>
                <a:path w="11" h="9">
                  <a:moveTo>
                    <a:pt x="0" y="7"/>
                  </a:moveTo>
                  <a:cubicBezTo>
                    <a:pt x="0" y="9"/>
                    <a:pt x="4" y="9"/>
                    <a:pt x="7" y="7"/>
                  </a:cubicBezTo>
                  <a:cubicBezTo>
                    <a:pt x="9" y="6"/>
                    <a:pt x="10" y="4"/>
                    <a:pt x="11" y="3"/>
                  </a:cubicBezTo>
                  <a:cubicBezTo>
                    <a:pt x="10" y="1"/>
                    <a:pt x="8" y="0"/>
                    <a:pt x="5" y="2"/>
                  </a:cubicBezTo>
                  <a:cubicBezTo>
                    <a:pt x="2" y="3"/>
                    <a:pt x="0" y="5"/>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58" name="Freeform 2664"/>
            <p:cNvSpPr/>
            <p:nvPr/>
          </p:nvSpPr>
          <p:spPr bwMode="auto">
            <a:xfrm>
              <a:off x="10569879" y="8531003"/>
              <a:ext cx="34925" cy="19050"/>
            </a:xfrm>
            <a:custGeom>
              <a:avLst/>
              <a:gdLst>
                <a:gd name="T0" fmla="*/ 1 w 13"/>
                <a:gd name="T1" fmla="*/ 5 h 7"/>
                <a:gd name="T2" fmla="*/ 7 w 13"/>
                <a:gd name="T3" fmla="*/ 5 h 7"/>
                <a:gd name="T4" fmla="*/ 13 w 13"/>
                <a:gd name="T5" fmla="*/ 0 h 7"/>
                <a:gd name="T6" fmla="*/ 6 w 13"/>
                <a:gd name="T7" fmla="*/ 0 h 7"/>
                <a:gd name="T8" fmla="*/ 1 w 13"/>
                <a:gd name="T9" fmla="*/ 5 h 7"/>
              </a:gdLst>
              <a:ahLst/>
              <a:cxnLst>
                <a:cxn ang="0">
                  <a:pos x="T0" y="T1"/>
                </a:cxn>
                <a:cxn ang="0">
                  <a:pos x="T2" y="T3"/>
                </a:cxn>
                <a:cxn ang="0">
                  <a:pos x="T4" y="T5"/>
                </a:cxn>
                <a:cxn ang="0">
                  <a:pos x="T6" y="T7"/>
                </a:cxn>
                <a:cxn ang="0">
                  <a:pos x="T8" y="T9"/>
                </a:cxn>
              </a:cxnLst>
              <a:rect l="0" t="0" r="r" b="b"/>
              <a:pathLst>
                <a:path w="13" h="7">
                  <a:moveTo>
                    <a:pt x="1" y="5"/>
                  </a:moveTo>
                  <a:cubicBezTo>
                    <a:pt x="0" y="7"/>
                    <a:pt x="4" y="7"/>
                    <a:pt x="7" y="5"/>
                  </a:cubicBezTo>
                  <a:cubicBezTo>
                    <a:pt x="9" y="4"/>
                    <a:pt x="10" y="2"/>
                    <a:pt x="13" y="0"/>
                  </a:cubicBezTo>
                  <a:cubicBezTo>
                    <a:pt x="10" y="0"/>
                    <a:pt x="8" y="0"/>
                    <a:pt x="6" y="0"/>
                  </a:cubicBezTo>
                  <a:cubicBezTo>
                    <a:pt x="3" y="1"/>
                    <a:pt x="1" y="3"/>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59" name="Freeform 2665"/>
            <p:cNvSpPr/>
            <p:nvPr/>
          </p:nvSpPr>
          <p:spPr bwMode="auto">
            <a:xfrm>
              <a:off x="10358741" y="8623078"/>
              <a:ext cx="31750" cy="17463"/>
            </a:xfrm>
            <a:custGeom>
              <a:avLst/>
              <a:gdLst>
                <a:gd name="T0" fmla="*/ 2 w 12"/>
                <a:gd name="T1" fmla="*/ 6 h 6"/>
                <a:gd name="T2" fmla="*/ 7 w 12"/>
                <a:gd name="T3" fmla="*/ 5 h 6"/>
                <a:gd name="T4" fmla="*/ 12 w 12"/>
                <a:gd name="T5" fmla="*/ 1 h 6"/>
                <a:gd name="T6" fmla="*/ 6 w 12"/>
                <a:gd name="T7" fmla="*/ 1 h 6"/>
                <a:gd name="T8" fmla="*/ 2 w 12"/>
                <a:gd name="T9" fmla="*/ 6 h 6"/>
              </a:gdLst>
              <a:ahLst/>
              <a:cxnLst>
                <a:cxn ang="0">
                  <a:pos x="T0" y="T1"/>
                </a:cxn>
                <a:cxn ang="0">
                  <a:pos x="T2" y="T3"/>
                </a:cxn>
                <a:cxn ang="0">
                  <a:pos x="T4" y="T5"/>
                </a:cxn>
                <a:cxn ang="0">
                  <a:pos x="T6" y="T7"/>
                </a:cxn>
                <a:cxn ang="0">
                  <a:pos x="T8" y="T9"/>
                </a:cxn>
              </a:cxnLst>
              <a:rect l="0" t="0" r="r" b="b"/>
              <a:pathLst>
                <a:path w="12" h="6">
                  <a:moveTo>
                    <a:pt x="2" y="6"/>
                  </a:moveTo>
                  <a:cubicBezTo>
                    <a:pt x="2" y="6"/>
                    <a:pt x="5" y="5"/>
                    <a:pt x="7" y="5"/>
                  </a:cubicBezTo>
                  <a:cubicBezTo>
                    <a:pt x="9" y="3"/>
                    <a:pt x="11" y="2"/>
                    <a:pt x="12" y="1"/>
                  </a:cubicBezTo>
                  <a:cubicBezTo>
                    <a:pt x="12" y="0"/>
                    <a:pt x="9" y="0"/>
                    <a:pt x="6" y="1"/>
                  </a:cubicBezTo>
                  <a:cubicBezTo>
                    <a:pt x="3" y="2"/>
                    <a:pt x="0" y="5"/>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60" name="Freeform 2666"/>
            <p:cNvSpPr/>
            <p:nvPr/>
          </p:nvSpPr>
          <p:spPr bwMode="auto">
            <a:xfrm>
              <a:off x="10149191" y="8716740"/>
              <a:ext cx="30163" cy="12700"/>
            </a:xfrm>
            <a:custGeom>
              <a:avLst/>
              <a:gdLst>
                <a:gd name="T0" fmla="*/ 1 w 11"/>
                <a:gd name="T1" fmla="*/ 5 h 5"/>
                <a:gd name="T2" fmla="*/ 7 w 11"/>
                <a:gd name="T3" fmla="*/ 4 h 5"/>
                <a:gd name="T4" fmla="*/ 11 w 11"/>
                <a:gd name="T5" fmla="*/ 1 h 5"/>
                <a:gd name="T6" fmla="*/ 6 w 11"/>
                <a:gd name="T7" fmla="*/ 1 h 5"/>
                <a:gd name="T8" fmla="*/ 1 w 11"/>
                <a:gd name="T9" fmla="*/ 5 h 5"/>
              </a:gdLst>
              <a:ahLst/>
              <a:cxnLst>
                <a:cxn ang="0">
                  <a:pos x="T0" y="T1"/>
                </a:cxn>
                <a:cxn ang="0">
                  <a:pos x="T2" y="T3"/>
                </a:cxn>
                <a:cxn ang="0">
                  <a:pos x="T4" y="T5"/>
                </a:cxn>
                <a:cxn ang="0">
                  <a:pos x="T6" y="T7"/>
                </a:cxn>
                <a:cxn ang="0">
                  <a:pos x="T8" y="T9"/>
                </a:cxn>
              </a:cxnLst>
              <a:rect l="0" t="0" r="r" b="b"/>
              <a:pathLst>
                <a:path w="11" h="5">
                  <a:moveTo>
                    <a:pt x="1" y="5"/>
                  </a:moveTo>
                  <a:cubicBezTo>
                    <a:pt x="2" y="5"/>
                    <a:pt x="4" y="5"/>
                    <a:pt x="7" y="4"/>
                  </a:cubicBezTo>
                  <a:cubicBezTo>
                    <a:pt x="9" y="3"/>
                    <a:pt x="11" y="1"/>
                    <a:pt x="11" y="1"/>
                  </a:cubicBezTo>
                  <a:cubicBezTo>
                    <a:pt x="11" y="0"/>
                    <a:pt x="9" y="0"/>
                    <a:pt x="6" y="1"/>
                  </a:cubicBezTo>
                  <a:cubicBezTo>
                    <a:pt x="3" y="3"/>
                    <a:pt x="0" y="5"/>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61" name="Freeform 2667"/>
            <p:cNvSpPr/>
            <p:nvPr/>
          </p:nvSpPr>
          <p:spPr bwMode="auto">
            <a:xfrm>
              <a:off x="9938054" y="8805640"/>
              <a:ext cx="31750" cy="14288"/>
            </a:xfrm>
            <a:custGeom>
              <a:avLst/>
              <a:gdLst>
                <a:gd name="T0" fmla="*/ 2 w 12"/>
                <a:gd name="T1" fmla="*/ 5 h 5"/>
                <a:gd name="T2" fmla="*/ 8 w 12"/>
                <a:gd name="T3" fmla="*/ 4 h 5"/>
                <a:gd name="T4" fmla="*/ 12 w 12"/>
                <a:gd name="T5" fmla="*/ 1 h 5"/>
                <a:gd name="T6" fmla="*/ 7 w 12"/>
                <a:gd name="T7" fmla="*/ 2 h 5"/>
                <a:gd name="T8" fmla="*/ 2 w 12"/>
                <a:gd name="T9" fmla="*/ 5 h 5"/>
              </a:gdLst>
              <a:ahLst/>
              <a:cxnLst>
                <a:cxn ang="0">
                  <a:pos x="T0" y="T1"/>
                </a:cxn>
                <a:cxn ang="0">
                  <a:pos x="T2" y="T3"/>
                </a:cxn>
                <a:cxn ang="0">
                  <a:pos x="T4" y="T5"/>
                </a:cxn>
                <a:cxn ang="0">
                  <a:pos x="T6" y="T7"/>
                </a:cxn>
                <a:cxn ang="0">
                  <a:pos x="T8" y="T9"/>
                </a:cxn>
              </a:cxnLst>
              <a:rect l="0" t="0" r="r" b="b"/>
              <a:pathLst>
                <a:path w="12" h="5">
                  <a:moveTo>
                    <a:pt x="2" y="5"/>
                  </a:moveTo>
                  <a:cubicBezTo>
                    <a:pt x="3" y="5"/>
                    <a:pt x="5" y="5"/>
                    <a:pt x="8" y="4"/>
                  </a:cubicBezTo>
                  <a:cubicBezTo>
                    <a:pt x="9" y="3"/>
                    <a:pt x="12" y="1"/>
                    <a:pt x="12" y="1"/>
                  </a:cubicBezTo>
                  <a:cubicBezTo>
                    <a:pt x="12" y="0"/>
                    <a:pt x="10" y="1"/>
                    <a:pt x="7" y="2"/>
                  </a:cubicBezTo>
                  <a:cubicBezTo>
                    <a:pt x="3" y="3"/>
                    <a:pt x="0" y="5"/>
                    <a:pt x="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62" name="Freeform 2668"/>
            <p:cNvSpPr/>
            <p:nvPr/>
          </p:nvSpPr>
          <p:spPr bwMode="auto">
            <a:xfrm>
              <a:off x="9731679" y="8892953"/>
              <a:ext cx="31750" cy="15875"/>
            </a:xfrm>
            <a:custGeom>
              <a:avLst/>
              <a:gdLst>
                <a:gd name="T0" fmla="*/ 6 w 12"/>
                <a:gd name="T1" fmla="*/ 3 h 6"/>
                <a:gd name="T2" fmla="*/ 12 w 12"/>
                <a:gd name="T3" fmla="*/ 0 h 6"/>
                <a:gd name="T4" fmla="*/ 5 w 12"/>
                <a:gd name="T5" fmla="*/ 2 h 6"/>
                <a:gd name="T6" fmla="*/ 0 w 12"/>
                <a:gd name="T7" fmla="*/ 5 h 6"/>
                <a:gd name="T8" fmla="*/ 6 w 12"/>
                <a:gd name="T9" fmla="*/ 3 h 6"/>
              </a:gdLst>
              <a:ahLst/>
              <a:cxnLst>
                <a:cxn ang="0">
                  <a:pos x="T0" y="T1"/>
                </a:cxn>
                <a:cxn ang="0">
                  <a:pos x="T2" y="T3"/>
                </a:cxn>
                <a:cxn ang="0">
                  <a:pos x="T4" y="T5"/>
                </a:cxn>
                <a:cxn ang="0">
                  <a:pos x="T6" y="T7"/>
                </a:cxn>
                <a:cxn ang="0">
                  <a:pos x="T8" y="T9"/>
                </a:cxn>
              </a:cxnLst>
              <a:rect l="0" t="0" r="r" b="b"/>
              <a:pathLst>
                <a:path w="12" h="6">
                  <a:moveTo>
                    <a:pt x="6" y="3"/>
                  </a:moveTo>
                  <a:cubicBezTo>
                    <a:pt x="8" y="3"/>
                    <a:pt x="9" y="2"/>
                    <a:pt x="12" y="0"/>
                  </a:cubicBezTo>
                  <a:cubicBezTo>
                    <a:pt x="9" y="1"/>
                    <a:pt x="7" y="2"/>
                    <a:pt x="5" y="2"/>
                  </a:cubicBezTo>
                  <a:cubicBezTo>
                    <a:pt x="2" y="3"/>
                    <a:pt x="0" y="5"/>
                    <a:pt x="0" y="5"/>
                  </a:cubicBezTo>
                  <a:cubicBezTo>
                    <a:pt x="0" y="6"/>
                    <a:pt x="3" y="5"/>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63" name="Freeform 2669"/>
            <p:cNvSpPr/>
            <p:nvPr/>
          </p:nvSpPr>
          <p:spPr bwMode="auto">
            <a:xfrm>
              <a:off x="9520541" y="8980265"/>
              <a:ext cx="28575" cy="9525"/>
            </a:xfrm>
            <a:custGeom>
              <a:avLst/>
              <a:gdLst>
                <a:gd name="T0" fmla="*/ 11 w 11"/>
                <a:gd name="T1" fmla="*/ 0 h 4"/>
                <a:gd name="T2" fmla="*/ 5 w 11"/>
                <a:gd name="T3" fmla="*/ 2 h 4"/>
                <a:gd name="T4" fmla="*/ 0 w 11"/>
                <a:gd name="T5" fmla="*/ 4 h 4"/>
                <a:gd name="T6" fmla="*/ 7 w 11"/>
                <a:gd name="T7" fmla="*/ 2 h 4"/>
                <a:gd name="T8" fmla="*/ 11 w 11"/>
                <a:gd name="T9" fmla="*/ 0 h 4"/>
              </a:gdLst>
              <a:ahLst/>
              <a:cxnLst>
                <a:cxn ang="0">
                  <a:pos x="T0" y="T1"/>
                </a:cxn>
                <a:cxn ang="0">
                  <a:pos x="T2" y="T3"/>
                </a:cxn>
                <a:cxn ang="0">
                  <a:pos x="T4" y="T5"/>
                </a:cxn>
                <a:cxn ang="0">
                  <a:pos x="T6" y="T7"/>
                </a:cxn>
                <a:cxn ang="0">
                  <a:pos x="T8" y="T9"/>
                </a:cxn>
              </a:cxnLst>
              <a:rect l="0" t="0" r="r" b="b"/>
              <a:pathLst>
                <a:path w="11" h="4">
                  <a:moveTo>
                    <a:pt x="11" y="0"/>
                  </a:moveTo>
                  <a:cubicBezTo>
                    <a:pt x="10" y="0"/>
                    <a:pt x="8" y="1"/>
                    <a:pt x="5" y="2"/>
                  </a:cubicBezTo>
                  <a:cubicBezTo>
                    <a:pt x="2" y="3"/>
                    <a:pt x="0" y="4"/>
                    <a:pt x="0" y="4"/>
                  </a:cubicBezTo>
                  <a:cubicBezTo>
                    <a:pt x="0" y="4"/>
                    <a:pt x="5" y="3"/>
                    <a:pt x="7" y="2"/>
                  </a:cubicBezTo>
                  <a:cubicBezTo>
                    <a:pt x="9" y="1"/>
                    <a:pt x="10" y="0"/>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64" name="Freeform 2670"/>
            <p:cNvSpPr/>
            <p:nvPr/>
          </p:nvSpPr>
          <p:spPr bwMode="auto">
            <a:xfrm>
              <a:off x="9310991" y="9061228"/>
              <a:ext cx="30163" cy="11113"/>
            </a:xfrm>
            <a:custGeom>
              <a:avLst/>
              <a:gdLst>
                <a:gd name="T0" fmla="*/ 0 w 11"/>
                <a:gd name="T1" fmla="*/ 4 h 4"/>
                <a:gd name="T2" fmla="*/ 7 w 11"/>
                <a:gd name="T3" fmla="*/ 2 h 4"/>
                <a:gd name="T4" fmla="*/ 11 w 11"/>
                <a:gd name="T5" fmla="*/ 0 h 4"/>
                <a:gd name="T6" fmla="*/ 4 w 11"/>
                <a:gd name="T7" fmla="*/ 1 h 4"/>
                <a:gd name="T8" fmla="*/ 0 w 11"/>
                <a:gd name="T9" fmla="*/ 4 h 4"/>
              </a:gdLst>
              <a:ahLst/>
              <a:cxnLst>
                <a:cxn ang="0">
                  <a:pos x="T0" y="T1"/>
                </a:cxn>
                <a:cxn ang="0">
                  <a:pos x="T2" y="T3"/>
                </a:cxn>
                <a:cxn ang="0">
                  <a:pos x="T4" y="T5"/>
                </a:cxn>
                <a:cxn ang="0">
                  <a:pos x="T6" y="T7"/>
                </a:cxn>
                <a:cxn ang="0">
                  <a:pos x="T8" y="T9"/>
                </a:cxn>
              </a:cxnLst>
              <a:rect l="0" t="0" r="r" b="b"/>
              <a:pathLst>
                <a:path w="11" h="4">
                  <a:moveTo>
                    <a:pt x="0" y="4"/>
                  </a:moveTo>
                  <a:cubicBezTo>
                    <a:pt x="0" y="4"/>
                    <a:pt x="4" y="3"/>
                    <a:pt x="7" y="2"/>
                  </a:cubicBezTo>
                  <a:cubicBezTo>
                    <a:pt x="9" y="1"/>
                    <a:pt x="10" y="0"/>
                    <a:pt x="11" y="0"/>
                  </a:cubicBezTo>
                  <a:cubicBezTo>
                    <a:pt x="9" y="0"/>
                    <a:pt x="7" y="0"/>
                    <a:pt x="4" y="1"/>
                  </a:cubicBezTo>
                  <a:cubicBezTo>
                    <a:pt x="1" y="3"/>
                    <a:pt x="0" y="3"/>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65" name="Freeform 2671"/>
            <p:cNvSpPr/>
            <p:nvPr/>
          </p:nvSpPr>
          <p:spPr bwMode="auto">
            <a:xfrm>
              <a:off x="9099854" y="9137428"/>
              <a:ext cx="31750" cy="12700"/>
            </a:xfrm>
            <a:custGeom>
              <a:avLst/>
              <a:gdLst>
                <a:gd name="T0" fmla="*/ 7 w 12"/>
                <a:gd name="T1" fmla="*/ 3 h 5"/>
                <a:gd name="T2" fmla="*/ 10 w 12"/>
                <a:gd name="T3" fmla="*/ 1 h 5"/>
                <a:gd name="T4" fmla="*/ 5 w 12"/>
                <a:gd name="T5" fmla="*/ 1 h 5"/>
                <a:gd name="T6" fmla="*/ 0 w 12"/>
                <a:gd name="T7" fmla="*/ 4 h 5"/>
                <a:gd name="T8" fmla="*/ 7 w 12"/>
                <a:gd name="T9" fmla="*/ 3 h 5"/>
              </a:gdLst>
              <a:ahLst/>
              <a:cxnLst>
                <a:cxn ang="0">
                  <a:pos x="T0" y="T1"/>
                </a:cxn>
                <a:cxn ang="0">
                  <a:pos x="T2" y="T3"/>
                </a:cxn>
                <a:cxn ang="0">
                  <a:pos x="T4" y="T5"/>
                </a:cxn>
                <a:cxn ang="0">
                  <a:pos x="T6" y="T7"/>
                </a:cxn>
                <a:cxn ang="0">
                  <a:pos x="T8" y="T9"/>
                </a:cxn>
              </a:cxnLst>
              <a:rect l="0" t="0" r="r" b="b"/>
              <a:pathLst>
                <a:path w="12" h="5">
                  <a:moveTo>
                    <a:pt x="7" y="3"/>
                  </a:moveTo>
                  <a:cubicBezTo>
                    <a:pt x="10" y="2"/>
                    <a:pt x="12" y="1"/>
                    <a:pt x="10" y="1"/>
                  </a:cubicBezTo>
                  <a:cubicBezTo>
                    <a:pt x="10" y="0"/>
                    <a:pt x="7" y="1"/>
                    <a:pt x="5" y="1"/>
                  </a:cubicBezTo>
                  <a:cubicBezTo>
                    <a:pt x="3" y="3"/>
                    <a:pt x="1" y="4"/>
                    <a:pt x="0" y="4"/>
                  </a:cubicBezTo>
                  <a:cubicBezTo>
                    <a:pt x="0" y="5"/>
                    <a:pt x="4" y="4"/>
                    <a:pt x="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66" name="Freeform 2672"/>
            <p:cNvSpPr/>
            <p:nvPr/>
          </p:nvSpPr>
          <p:spPr bwMode="auto">
            <a:xfrm>
              <a:off x="8890304" y="9210453"/>
              <a:ext cx="26988" cy="12700"/>
            </a:xfrm>
            <a:custGeom>
              <a:avLst/>
              <a:gdLst>
                <a:gd name="T0" fmla="*/ 0 w 10"/>
                <a:gd name="T1" fmla="*/ 4 h 5"/>
                <a:gd name="T2" fmla="*/ 6 w 10"/>
                <a:gd name="T3" fmla="*/ 3 h 5"/>
                <a:gd name="T4" fmla="*/ 10 w 10"/>
                <a:gd name="T5" fmla="*/ 0 h 5"/>
                <a:gd name="T6" fmla="*/ 4 w 10"/>
                <a:gd name="T7" fmla="*/ 1 h 5"/>
                <a:gd name="T8" fmla="*/ 0 w 10"/>
                <a:gd name="T9" fmla="*/ 4 h 5"/>
              </a:gdLst>
              <a:ahLst/>
              <a:cxnLst>
                <a:cxn ang="0">
                  <a:pos x="T0" y="T1"/>
                </a:cxn>
                <a:cxn ang="0">
                  <a:pos x="T2" y="T3"/>
                </a:cxn>
                <a:cxn ang="0">
                  <a:pos x="T4" y="T5"/>
                </a:cxn>
                <a:cxn ang="0">
                  <a:pos x="T6" y="T7"/>
                </a:cxn>
                <a:cxn ang="0">
                  <a:pos x="T8" y="T9"/>
                </a:cxn>
              </a:cxnLst>
              <a:rect l="0" t="0" r="r" b="b"/>
              <a:pathLst>
                <a:path w="10" h="5">
                  <a:moveTo>
                    <a:pt x="0" y="4"/>
                  </a:moveTo>
                  <a:cubicBezTo>
                    <a:pt x="0" y="5"/>
                    <a:pt x="4" y="4"/>
                    <a:pt x="6" y="3"/>
                  </a:cubicBezTo>
                  <a:cubicBezTo>
                    <a:pt x="8" y="2"/>
                    <a:pt x="9" y="1"/>
                    <a:pt x="10" y="0"/>
                  </a:cubicBezTo>
                  <a:cubicBezTo>
                    <a:pt x="9" y="0"/>
                    <a:pt x="7" y="0"/>
                    <a:pt x="4" y="1"/>
                  </a:cubicBezTo>
                  <a:cubicBezTo>
                    <a:pt x="1" y="2"/>
                    <a:pt x="0" y="3"/>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67" name="Freeform 2673"/>
            <p:cNvSpPr/>
            <p:nvPr/>
          </p:nvSpPr>
          <p:spPr bwMode="auto">
            <a:xfrm>
              <a:off x="8679166" y="9275540"/>
              <a:ext cx="26988" cy="12700"/>
            </a:xfrm>
            <a:custGeom>
              <a:avLst/>
              <a:gdLst>
                <a:gd name="T0" fmla="*/ 0 w 10"/>
                <a:gd name="T1" fmla="*/ 4 h 5"/>
                <a:gd name="T2" fmla="*/ 7 w 10"/>
                <a:gd name="T3" fmla="*/ 4 h 5"/>
                <a:gd name="T4" fmla="*/ 10 w 10"/>
                <a:gd name="T5" fmla="*/ 1 h 5"/>
                <a:gd name="T6" fmla="*/ 4 w 10"/>
                <a:gd name="T7" fmla="*/ 1 h 5"/>
                <a:gd name="T8" fmla="*/ 0 w 10"/>
                <a:gd name="T9" fmla="*/ 4 h 5"/>
              </a:gdLst>
              <a:ahLst/>
              <a:cxnLst>
                <a:cxn ang="0">
                  <a:pos x="T0" y="T1"/>
                </a:cxn>
                <a:cxn ang="0">
                  <a:pos x="T2" y="T3"/>
                </a:cxn>
                <a:cxn ang="0">
                  <a:pos x="T4" y="T5"/>
                </a:cxn>
                <a:cxn ang="0">
                  <a:pos x="T6" y="T7"/>
                </a:cxn>
                <a:cxn ang="0">
                  <a:pos x="T8" y="T9"/>
                </a:cxn>
              </a:cxnLst>
              <a:rect l="0" t="0" r="r" b="b"/>
              <a:pathLst>
                <a:path w="10" h="5">
                  <a:moveTo>
                    <a:pt x="0" y="4"/>
                  </a:moveTo>
                  <a:cubicBezTo>
                    <a:pt x="0" y="5"/>
                    <a:pt x="4" y="5"/>
                    <a:pt x="7" y="4"/>
                  </a:cubicBezTo>
                  <a:cubicBezTo>
                    <a:pt x="8" y="3"/>
                    <a:pt x="10" y="2"/>
                    <a:pt x="10" y="1"/>
                  </a:cubicBezTo>
                  <a:cubicBezTo>
                    <a:pt x="10" y="0"/>
                    <a:pt x="7" y="1"/>
                    <a:pt x="4" y="1"/>
                  </a:cubicBezTo>
                  <a:cubicBezTo>
                    <a:pt x="1" y="2"/>
                    <a:pt x="0" y="3"/>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68" name="Freeform 2674"/>
            <p:cNvSpPr/>
            <p:nvPr/>
          </p:nvSpPr>
          <p:spPr bwMode="auto">
            <a:xfrm>
              <a:off x="5712129" y="10315353"/>
              <a:ext cx="31750" cy="12700"/>
            </a:xfrm>
            <a:custGeom>
              <a:avLst/>
              <a:gdLst>
                <a:gd name="T0" fmla="*/ 2 w 12"/>
                <a:gd name="T1" fmla="*/ 5 h 5"/>
                <a:gd name="T2" fmla="*/ 8 w 12"/>
                <a:gd name="T3" fmla="*/ 4 h 5"/>
                <a:gd name="T4" fmla="*/ 12 w 12"/>
                <a:gd name="T5" fmla="*/ 0 h 5"/>
                <a:gd name="T6" fmla="*/ 7 w 12"/>
                <a:gd name="T7" fmla="*/ 1 h 5"/>
                <a:gd name="T8" fmla="*/ 2 w 12"/>
                <a:gd name="T9" fmla="*/ 5 h 5"/>
              </a:gdLst>
              <a:ahLst/>
              <a:cxnLst>
                <a:cxn ang="0">
                  <a:pos x="T0" y="T1"/>
                </a:cxn>
                <a:cxn ang="0">
                  <a:pos x="T2" y="T3"/>
                </a:cxn>
                <a:cxn ang="0">
                  <a:pos x="T4" y="T5"/>
                </a:cxn>
                <a:cxn ang="0">
                  <a:pos x="T6" y="T7"/>
                </a:cxn>
                <a:cxn ang="0">
                  <a:pos x="T8" y="T9"/>
                </a:cxn>
              </a:cxnLst>
              <a:rect l="0" t="0" r="r" b="b"/>
              <a:pathLst>
                <a:path w="12" h="5">
                  <a:moveTo>
                    <a:pt x="2" y="5"/>
                  </a:moveTo>
                  <a:cubicBezTo>
                    <a:pt x="3" y="5"/>
                    <a:pt x="5" y="4"/>
                    <a:pt x="8" y="4"/>
                  </a:cubicBezTo>
                  <a:cubicBezTo>
                    <a:pt x="9" y="2"/>
                    <a:pt x="12" y="1"/>
                    <a:pt x="12" y="0"/>
                  </a:cubicBezTo>
                  <a:cubicBezTo>
                    <a:pt x="12" y="0"/>
                    <a:pt x="10" y="0"/>
                    <a:pt x="7" y="1"/>
                  </a:cubicBezTo>
                  <a:cubicBezTo>
                    <a:pt x="3" y="3"/>
                    <a:pt x="0" y="5"/>
                    <a:pt x="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69" name="Freeform 2675"/>
            <p:cNvSpPr/>
            <p:nvPr/>
          </p:nvSpPr>
          <p:spPr bwMode="auto">
            <a:xfrm>
              <a:off x="5926441" y="10216928"/>
              <a:ext cx="30163" cy="19050"/>
            </a:xfrm>
            <a:custGeom>
              <a:avLst/>
              <a:gdLst>
                <a:gd name="T0" fmla="*/ 0 w 11"/>
                <a:gd name="T1" fmla="*/ 6 h 7"/>
                <a:gd name="T2" fmla="*/ 7 w 11"/>
                <a:gd name="T3" fmla="*/ 4 h 7"/>
                <a:gd name="T4" fmla="*/ 11 w 11"/>
                <a:gd name="T5" fmla="*/ 1 h 7"/>
                <a:gd name="T6" fmla="*/ 5 w 11"/>
                <a:gd name="T7" fmla="*/ 2 h 7"/>
                <a:gd name="T8" fmla="*/ 0 w 11"/>
                <a:gd name="T9" fmla="*/ 6 h 7"/>
              </a:gdLst>
              <a:ahLst/>
              <a:cxnLst>
                <a:cxn ang="0">
                  <a:pos x="T0" y="T1"/>
                </a:cxn>
                <a:cxn ang="0">
                  <a:pos x="T2" y="T3"/>
                </a:cxn>
                <a:cxn ang="0">
                  <a:pos x="T4" y="T5"/>
                </a:cxn>
                <a:cxn ang="0">
                  <a:pos x="T6" y="T7"/>
                </a:cxn>
                <a:cxn ang="0">
                  <a:pos x="T8" y="T9"/>
                </a:cxn>
              </a:cxnLst>
              <a:rect l="0" t="0" r="r" b="b"/>
              <a:pathLst>
                <a:path w="11" h="7">
                  <a:moveTo>
                    <a:pt x="0" y="6"/>
                  </a:moveTo>
                  <a:cubicBezTo>
                    <a:pt x="0" y="7"/>
                    <a:pt x="5" y="5"/>
                    <a:pt x="7" y="4"/>
                  </a:cubicBezTo>
                  <a:cubicBezTo>
                    <a:pt x="9" y="3"/>
                    <a:pt x="10" y="2"/>
                    <a:pt x="11" y="1"/>
                  </a:cubicBezTo>
                  <a:cubicBezTo>
                    <a:pt x="10" y="0"/>
                    <a:pt x="7" y="1"/>
                    <a:pt x="5" y="2"/>
                  </a:cubicBezTo>
                  <a:cubicBezTo>
                    <a:pt x="2" y="4"/>
                    <a:pt x="0"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70" name="Freeform 2676"/>
            <p:cNvSpPr/>
            <p:nvPr/>
          </p:nvSpPr>
          <p:spPr bwMode="auto">
            <a:xfrm>
              <a:off x="6135991" y="10116915"/>
              <a:ext cx="31750" cy="15875"/>
            </a:xfrm>
            <a:custGeom>
              <a:avLst/>
              <a:gdLst>
                <a:gd name="T0" fmla="*/ 1 w 12"/>
                <a:gd name="T1" fmla="*/ 5 h 6"/>
                <a:gd name="T2" fmla="*/ 8 w 12"/>
                <a:gd name="T3" fmla="*/ 3 h 6"/>
                <a:gd name="T4" fmla="*/ 11 w 12"/>
                <a:gd name="T5" fmla="*/ 0 h 6"/>
                <a:gd name="T6" fmla="*/ 5 w 12"/>
                <a:gd name="T7" fmla="*/ 1 h 6"/>
                <a:gd name="T8" fmla="*/ 1 w 12"/>
                <a:gd name="T9" fmla="*/ 5 h 6"/>
              </a:gdLst>
              <a:ahLst/>
              <a:cxnLst>
                <a:cxn ang="0">
                  <a:pos x="T0" y="T1"/>
                </a:cxn>
                <a:cxn ang="0">
                  <a:pos x="T2" y="T3"/>
                </a:cxn>
                <a:cxn ang="0">
                  <a:pos x="T4" y="T5"/>
                </a:cxn>
                <a:cxn ang="0">
                  <a:pos x="T6" y="T7"/>
                </a:cxn>
                <a:cxn ang="0">
                  <a:pos x="T8" y="T9"/>
                </a:cxn>
              </a:cxnLst>
              <a:rect l="0" t="0" r="r" b="b"/>
              <a:pathLst>
                <a:path w="12" h="6">
                  <a:moveTo>
                    <a:pt x="1" y="5"/>
                  </a:moveTo>
                  <a:cubicBezTo>
                    <a:pt x="0" y="6"/>
                    <a:pt x="5" y="5"/>
                    <a:pt x="8" y="3"/>
                  </a:cubicBezTo>
                  <a:cubicBezTo>
                    <a:pt x="10" y="2"/>
                    <a:pt x="12" y="0"/>
                    <a:pt x="11" y="0"/>
                  </a:cubicBezTo>
                  <a:cubicBezTo>
                    <a:pt x="10" y="0"/>
                    <a:pt x="8" y="1"/>
                    <a:pt x="5" y="1"/>
                  </a:cubicBezTo>
                  <a:cubicBezTo>
                    <a:pt x="3" y="3"/>
                    <a:pt x="1" y="4"/>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71" name="Freeform 2677"/>
            <p:cNvSpPr/>
            <p:nvPr/>
          </p:nvSpPr>
          <p:spPr bwMode="auto">
            <a:xfrm>
              <a:off x="6343954" y="10008965"/>
              <a:ext cx="33338" cy="15875"/>
            </a:xfrm>
            <a:custGeom>
              <a:avLst/>
              <a:gdLst>
                <a:gd name="T0" fmla="*/ 2 w 12"/>
                <a:gd name="T1" fmla="*/ 6 h 6"/>
                <a:gd name="T2" fmla="*/ 8 w 12"/>
                <a:gd name="T3" fmla="*/ 5 h 6"/>
                <a:gd name="T4" fmla="*/ 12 w 12"/>
                <a:gd name="T5" fmla="*/ 1 h 6"/>
                <a:gd name="T6" fmla="*/ 7 w 12"/>
                <a:gd name="T7" fmla="*/ 2 h 6"/>
                <a:gd name="T8" fmla="*/ 2 w 12"/>
                <a:gd name="T9" fmla="*/ 6 h 6"/>
              </a:gdLst>
              <a:ahLst/>
              <a:cxnLst>
                <a:cxn ang="0">
                  <a:pos x="T0" y="T1"/>
                </a:cxn>
                <a:cxn ang="0">
                  <a:pos x="T2" y="T3"/>
                </a:cxn>
                <a:cxn ang="0">
                  <a:pos x="T4" y="T5"/>
                </a:cxn>
                <a:cxn ang="0">
                  <a:pos x="T6" y="T7"/>
                </a:cxn>
                <a:cxn ang="0">
                  <a:pos x="T8" y="T9"/>
                </a:cxn>
              </a:cxnLst>
              <a:rect l="0" t="0" r="r" b="b"/>
              <a:pathLst>
                <a:path w="12" h="6">
                  <a:moveTo>
                    <a:pt x="2" y="6"/>
                  </a:moveTo>
                  <a:cubicBezTo>
                    <a:pt x="3" y="6"/>
                    <a:pt x="5" y="6"/>
                    <a:pt x="8" y="5"/>
                  </a:cubicBezTo>
                  <a:cubicBezTo>
                    <a:pt x="10" y="3"/>
                    <a:pt x="12" y="2"/>
                    <a:pt x="12" y="1"/>
                  </a:cubicBezTo>
                  <a:cubicBezTo>
                    <a:pt x="12" y="0"/>
                    <a:pt x="10" y="1"/>
                    <a:pt x="7" y="2"/>
                  </a:cubicBezTo>
                  <a:cubicBezTo>
                    <a:pt x="3" y="4"/>
                    <a:pt x="0" y="6"/>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72" name="Freeform 2678"/>
            <p:cNvSpPr/>
            <p:nvPr/>
          </p:nvSpPr>
          <p:spPr bwMode="auto">
            <a:xfrm>
              <a:off x="6556679" y="9902603"/>
              <a:ext cx="31750" cy="19050"/>
            </a:xfrm>
            <a:custGeom>
              <a:avLst/>
              <a:gdLst>
                <a:gd name="T0" fmla="*/ 1 w 12"/>
                <a:gd name="T1" fmla="*/ 6 h 7"/>
                <a:gd name="T2" fmla="*/ 7 w 12"/>
                <a:gd name="T3" fmla="*/ 4 h 7"/>
                <a:gd name="T4" fmla="*/ 11 w 12"/>
                <a:gd name="T5" fmla="*/ 1 h 7"/>
                <a:gd name="T6" fmla="*/ 6 w 12"/>
                <a:gd name="T7" fmla="*/ 1 h 7"/>
                <a:gd name="T8" fmla="*/ 1 w 12"/>
                <a:gd name="T9" fmla="*/ 6 h 7"/>
              </a:gdLst>
              <a:ahLst/>
              <a:cxnLst>
                <a:cxn ang="0">
                  <a:pos x="T0" y="T1"/>
                </a:cxn>
                <a:cxn ang="0">
                  <a:pos x="T2" y="T3"/>
                </a:cxn>
                <a:cxn ang="0">
                  <a:pos x="T4" y="T5"/>
                </a:cxn>
                <a:cxn ang="0">
                  <a:pos x="T6" y="T7"/>
                </a:cxn>
                <a:cxn ang="0">
                  <a:pos x="T8" y="T9"/>
                </a:cxn>
              </a:cxnLst>
              <a:rect l="0" t="0" r="r" b="b"/>
              <a:pathLst>
                <a:path w="12" h="7">
                  <a:moveTo>
                    <a:pt x="1" y="6"/>
                  </a:moveTo>
                  <a:cubicBezTo>
                    <a:pt x="0" y="7"/>
                    <a:pt x="4" y="6"/>
                    <a:pt x="7" y="4"/>
                  </a:cubicBezTo>
                  <a:cubicBezTo>
                    <a:pt x="10" y="3"/>
                    <a:pt x="12" y="1"/>
                    <a:pt x="11" y="1"/>
                  </a:cubicBezTo>
                  <a:cubicBezTo>
                    <a:pt x="11" y="0"/>
                    <a:pt x="9" y="1"/>
                    <a:pt x="6" y="1"/>
                  </a:cubicBezTo>
                  <a:cubicBezTo>
                    <a:pt x="4" y="3"/>
                    <a:pt x="2"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73" name="Freeform 2679"/>
            <p:cNvSpPr/>
            <p:nvPr/>
          </p:nvSpPr>
          <p:spPr bwMode="auto">
            <a:xfrm>
              <a:off x="6770991" y="9799415"/>
              <a:ext cx="26988" cy="15875"/>
            </a:xfrm>
            <a:custGeom>
              <a:avLst/>
              <a:gdLst>
                <a:gd name="T0" fmla="*/ 0 w 10"/>
                <a:gd name="T1" fmla="*/ 5 h 6"/>
                <a:gd name="T2" fmla="*/ 6 w 10"/>
                <a:gd name="T3" fmla="*/ 4 h 6"/>
                <a:gd name="T4" fmla="*/ 10 w 10"/>
                <a:gd name="T5" fmla="*/ 0 h 6"/>
                <a:gd name="T6" fmla="*/ 4 w 10"/>
                <a:gd name="T7" fmla="*/ 1 h 6"/>
                <a:gd name="T8" fmla="*/ 0 w 10"/>
                <a:gd name="T9" fmla="*/ 5 h 6"/>
              </a:gdLst>
              <a:ahLst/>
              <a:cxnLst>
                <a:cxn ang="0">
                  <a:pos x="T0" y="T1"/>
                </a:cxn>
                <a:cxn ang="0">
                  <a:pos x="T2" y="T3"/>
                </a:cxn>
                <a:cxn ang="0">
                  <a:pos x="T4" y="T5"/>
                </a:cxn>
                <a:cxn ang="0">
                  <a:pos x="T6" y="T7"/>
                </a:cxn>
                <a:cxn ang="0">
                  <a:pos x="T8" y="T9"/>
                </a:cxn>
              </a:cxnLst>
              <a:rect l="0" t="0" r="r" b="b"/>
              <a:pathLst>
                <a:path w="10" h="6">
                  <a:moveTo>
                    <a:pt x="0" y="5"/>
                  </a:moveTo>
                  <a:cubicBezTo>
                    <a:pt x="0" y="6"/>
                    <a:pt x="4" y="5"/>
                    <a:pt x="6" y="4"/>
                  </a:cubicBezTo>
                  <a:cubicBezTo>
                    <a:pt x="8" y="3"/>
                    <a:pt x="9" y="1"/>
                    <a:pt x="10" y="0"/>
                  </a:cubicBezTo>
                  <a:cubicBezTo>
                    <a:pt x="9" y="0"/>
                    <a:pt x="7" y="0"/>
                    <a:pt x="4" y="1"/>
                  </a:cubicBezTo>
                  <a:cubicBezTo>
                    <a:pt x="1" y="3"/>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74" name="Freeform 2680"/>
            <p:cNvSpPr/>
            <p:nvPr/>
          </p:nvSpPr>
          <p:spPr bwMode="auto">
            <a:xfrm>
              <a:off x="6978954" y="9700990"/>
              <a:ext cx="33338" cy="17463"/>
            </a:xfrm>
            <a:custGeom>
              <a:avLst/>
              <a:gdLst>
                <a:gd name="T0" fmla="*/ 0 w 12"/>
                <a:gd name="T1" fmla="*/ 5 h 6"/>
                <a:gd name="T2" fmla="*/ 7 w 12"/>
                <a:gd name="T3" fmla="*/ 4 h 6"/>
                <a:gd name="T4" fmla="*/ 10 w 12"/>
                <a:gd name="T5" fmla="*/ 0 h 6"/>
                <a:gd name="T6" fmla="*/ 5 w 12"/>
                <a:gd name="T7" fmla="*/ 1 h 6"/>
                <a:gd name="T8" fmla="*/ 0 w 12"/>
                <a:gd name="T9" fmla="*/ 5 h 6"/>
              </a:gdLst>
              <a:ahLst/>
              <a:cxnLst>
                <a:cxn ang="0">
                  <a:pos x="T0" y="T1"/>
                </a:cxn>
                <a:cxn ang="0">
                  <a:pos x="T2" y="T3"/>
                </a:cxn>
                <a:cxn ang="0">
                  <a:pos x="T4" y="T5"/>
                </a:cxn>
                <a:cxn ang="0">
                  <a:pos x="T6" y="T7"/>
                </a:cxn>
                <a:cxn ang="0">
                  <a:pos x="T8" y="T9"/>
                </a:cxn>
              </a:cxnLst>
              <a:rect l="0" t="0" r="r" b="b"/>
              <a:pathLst>
                <a:path w="12" h="6">
                  <a:moveTo>
                    <a:pt x="0" y="5"/>
                  </a:moveTo>
                  <a:cubicBezTo>
                    <a:pt x="0" y="6"/>
                    <a:pt x="5" y="6"/>
                    <a:pt x="7" y="4"/>
                  </a:cubicBezTo>
                  <a:cubicBezTo>
                    <a:pt x="10" y="3"/>
                    <a:pt x="12" y="1"/>
                    <a:pt x="10" y="0"/>
                  </a:cubicBezTo>
                  <a:cubicBezTo>
                    <a:pt x="10" y="0"/>
                    <a:pt x="7" y="1"/>
                    <a:pt x="5" y="1"/>
                  </a:cubicBezTo>
                  <a:cubicBezTo>
                    <a:pt x="3" y="3"/>
                    <a:pt x="1"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75" name="Freeform 2681"/>
            <p:cNvSpPr/>
            <p:nvPr/>
          </p:nvSpPr>
          <p:spPr bwMode="auto">
            <a:xfrm>
              <a:off x="7185329" y="9612090"/>
              <a:ext cx="34925" cy="15875"/>
            </a:xfrm>
            <a:custGeom>
              <a:avLst/>
              <a:gdLst>
                <a:gd name="T0" fmla="*/ 7 w 13"/>
                <a:gd name="T1" fmla="*/ 5 h 6"/>
                <a:gd name="T2" fmla="*/ 12 w 13"/>
                <a:gd name="T3" fmla="*/ 1 h 6"/>
                <a:gd name="T4" fmla="*/ 6 w 13"/>
                <a:gd name="T5" fmla="*/ 2 h 6"/>
                <a:gd name="T6" fmla="*/ 0 w 13"/>
                <a:gd name="T7" fmla="*/ 6 h 6"/>
                <a:gd name="T8" fmla="*/ 7 w 13"/>
                <a:gd name="T9" fmla="*/ 5 h 6"/>
              </a:gdLst>
              <a:ahLst/>
              <a:cxnLst>
                <a:cxn ang="0">
                  <a:pos x="T0" y="T1"/>
                </a:cxn>
                <a:cxn ang="0">
                  <a:pos x="T2" y="T3"/>
                </a:cxn>
                <a:cxn ang="0">
                  <a:pos x="T4" y="T5"/>
                </a:cxn>
                <a:cxn ang="0">
                  <a:pos x="T6" y="T7"/>
                </a:cxn>
                <a:cxn ang="0">
                  <a:pos x="T8" y="T9"/>
                </a:cxn>
              </a:cxnLst>
              <a:rect l="0" t="0" r="r" b="b"/>
              <a:pathLst>
                <a:path w="13" h="6">
                  <a:moveTo>
                    <a:pt x="7" y="5"/>
                  </a:moveTo>
                  <a:cubicBezTo>
                    <a:pt x="11" y="4"/>
                    <a:pt x="13" y="2"/>
                    <a:pt x="12" y="1"/>
                  </a:cubicBezTo>
                  <a:cubicBezTo>
                    <a:pt x="11" y="0"/>
                    <a:pt x="9" y="0"/>
                    <a:pt x="6" y="2"/>
                  </a:cubicBezTo>
                  <a:cubicBezTo>
                    <a:pt x="4" y="3"/>
                    <a:pt x="3" y="4"/>
                    <a:pt x="0" y="6"/>
                  </a:cubicBezTo>
                  <a:cubicBezTo>
                    <a:pt x="3" y="6"/>
                    <a:pt x="5" y="6"/>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76" name="Freeform 2682"/>
            <p:cNvSpPr/>
            <p:nvPr/>
          </p:nvSpPr>
          <p:spPr bwMode="auto">
            <a:xfrm>
              <a:off x="7399641" y="9539065"/>
              <a:ext cx="33338" cy="15875"/>
            </a:xfrm>
            <a:custGeom>
              <a:avLst/>
              <a:gdLst>
                <a:gd name="T0" fmla="*/ 1 w 12"/>
                <a:gd name="T1" fmla="*/ 5 h 6"/>
                <a:gd name="T2" fmla="*/ 7 w 12"/>
                <a:gd name="T3" fmla="*/ 6 h 6"/>
                <a:gd name="T4" fmla="*/ 11 w 12"/>
                <a:gd name="T5" fmla="*/ 2 h 6"/>
                <a:gd name="T6" fmla="*/ 7 w 12"/>
                <a:gd name="T7" fmla="*/ 1 h 6"/>
                <a:gd name="T8" fmla="*/ 1 w 12"/>
                <a:gd name="T9" fmla="*/ 5 h 6"/>
              </a:gdLst>
              <a:ahLst/>
              <a:cxnLst>
                <a:cxn ang="0">
                  <a:pos x="T0" y="T1"/>
                </a:cxn>
                <a:cxn ang="0">
                  <a:pos x="T2" y="T3"/>
                </a:cxn>
                <a:cxn ang="0">
                  <a:pos x="T4" y="T5"/>
                </a:cxn>
                <a:cxn ang="0">
                  <a:pos x="T6" y="T7"/>
                </a:cxn>
                <a:cxn ang="0">
                  <a:pos x="T8" y="T9"/>
                </a:cxn>
              </a:cxnLst>
              <a:rect l="0" t="0" r="r" b="b"/>
              <a:pathLst>
                <a:path w="12" h="6">
                  <a:moveTo>
                    <a:pt x="1" y="5"/>
                  </a:moveTo>
                  <a:cubicBezTo>
                    <a:pt x="2" y="5"/>
                    <a:pt x="4" y="5"/>
                    <a:pt x="7" y="6"/>
                  </a:cubicBezTo>
                  <a:cubicBezTo>
                    <a:pt x="9" y="4"/>
                    <a:pt x="11" y="3"/>
                    <a:pt x="11" y="2"/>
                  </a:cubicBezTo>
                  <a:cubicBezTo>
                    <a:pt x="12" y="0"/>
                    <a:pt x="10" y="0"/>
                    <a:pt x="7" y="1"/>
                  </a:cubicBezTo>
                  <a:cubicBezTo>
                    <a:pt x="4" y="1"/>
                    <a:pt x="0" y="4"/>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77" name="Freeform 2683"/>
            <p:cNvSpPr/>
            <p:nvPr/>
          </p:nvSpPr>
          <p:spPr bwMode="auto">
            <a:xfrm>
              <a:off x="7613954" y="9485090"/>
              <a:ext cx="30163" cy="12700"/>
            </a:xfrm>
            <a:custGeom>
              <a:avLst/>
              <a:gdLst>
                <a:gd name="T0" fmla="*/ 0 w 11"/>
                <a:gd name="T1" fmla="*/ 4 h 5"/>
                <a:gd name="T2" fmla="*/ 7 w 11"/>
                <a:gd name="T3" fmla="*/ 4 h 5"/>
                <a:gd name="T4" fmla="*/ 11 w 11"/>
                <a:gd name="T5" fmla="*/ 2 h 5"/>
                <a:gd name="T6" fmla="*/ 5 w 11"/>
                <a:gd name="T7" fmla="*/ 1 h 5"/>
                <a:gd name="T8" fmla="*/ 0 w 11"/>
                <a:gd name="T9" fmla="*/ 4 h 5"/>
              </a:gdLst>
              <a:ahLst/>
              <a:cxnLst>
                <a:cxn ang="0">
                  <a:pos x="T0" y="T1"/>
                </a:cxn>
                <a:cxn ang="0">
                  <a:pos x="T2" y="T3"/>
                </a:cxn>
                <a:cxn ang="0">
                  <a:pos x="T4" y="T5"/>
                </a:cxn>
                <a:cxn ang="0">
                  <a:pos x="T6" y="T7"/>
                </a:cxn>
                <a:cxn ang="0">
                  <a:pos x="T8" y="T9"/>
                </a:cxn>
              </a:cxnLst>
              <a:rect l="0" t="0" r="r" b="b"/>
              <a:pathLst>
                <a:path w="11" h="5">
                  <a:moveTo>
                    <a:pt x="0" y="4"/>
                  </a:moveTo>
                  <a:cubicBezTo>
                    <a:pt x="0" y="5"/>
                    <a:pt x="5" y="5"/>
                    <a:pt x="7" y="4"/>
                  </a:cubicBezTo>
                  <a:cubicBezTo>
                    <a:pt x="9" y="3"/>
                    <a:pt x="10" y="2"/>
                    <a:pt x="11" y="2"/>
                  </a:cubicBezTo>
                  <a:cubicBezTo>
                    <a:pt x="10" y="0"/>
                    <a:pt x="7" y="0"/>
                    <a:pt x="5" y="1"/>
                  </a:cubicBezTo>
                  <a:cubicBezTo>
                    <a:pt x="2" y="1"/>
                    <a:pt x="0" y="3"/>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78" name="Freeform 2684"/>
            <p:cNvSpPr/>
            <p:nvPr/>
          </p:nvSpPr>
          <p:spPr bwMode="auto">
            <a:xfrm>
              <a:off x="7828266" y="9451753"/>
              <a:ext cx="30163" cy="14288"/>
            </a:xfrm>
            <a:custGeom>
              <a:avLst/>
              <a:gdLst>
                <a:gd name="T0" fmla="*/ 0 w 11"/>
                <a:gd name="T1" fmla="*/ 3 h 5"/>
                <a:gd name="T2" fmla="*/ 7 w 11"/>
                <a:gd name="T3" fmla="*/ 4 h 5"/>
                <a:gd name="T4" fmla="*/ 11 w 11"/>
                <a:gd name="T5" fmla="*/ 2 h 5"/>
                <a:gd name="T6" fmla="*/ 4 w 11"/>
                <a:gd name="T7" fmla="*/ 0 h 5"/>
                <a:gd name="T8" fmla="*/ 0 w 11"/>
                <a:gd name="T9" fmla="*/ 3 h 5"/>
              </a:gdLst>
              <a:ahLst/>
              <a:cxnLst>
                <a:cxn ang="0">
                  <a:pos x="T0" y="T1"/>
                </a:cxn>
                <a:cxn ang="0">
                  <a:pos x="T2" y="T3"/>
                </a:cxn>
                <a:cxn ang="0">
                  <a:pos x="T4" y="T5"/>
                </a:cxn>
                <a:cxn ang="0">
                  <a:pos x="T6" y="T7"/>
                </a:cxn>
                <a:cxn ang="0">
                  <a:pos x="T8" y="T9"/>
                </a:cxn>
              </a:cxnLst>
              <a:rect l="0" t="0" r="r" b="b"/>
              <a:pathLst>
                <a:path w="11" h="5">
                  <a:moveTo>
                    <a:pt x="0" y="3"/>
                  </a:moveTo>
                  <a:cubicBezTo>
                    <a:pt x="0" y="4"/>
                    <a:pt x="4" y="5"/>
                    <a:pt x="7" y="4"/>
                  </a:cubicBezTo>
                  <a:cubicBezTo>
                    <a:pt x="8" y="3"/>
                    <a:pt x="9" y="2"/>
                    <a:pt x="11" y="2"/>
                  </a:cubicBezTo>
                  <a:cubicBezTo>
                    <a:pt x="9" y="0"/>
                    <a:pt x="7" y="0"/>
                    <a:pt x="4" y="0"/>
                  </a:cubicBezTo>
                  <a:cubicBezTo>
                    <a:pt x="1"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79" name="Freeform 2685"/>
            <p:cNvSpPr/>
            <p:nvPr/>
          </p:nvSpPr>
          <p:spPr bwMode="auto">
            <a:xfrm>
              <a:off x="8040991" y="9424765"/>
              <a:ext cx="31750" cy="14288"/>
            </a:xfrm>
            <a:custGeom>
              <a:avLst/>
              <a:gdLst>
                <a:gd name="T0" fmla="*/ 0 w 12"/>
                <a:gd name="T1" fmla="*/ 3 h 5"/>
                <a:gd name="T2" fmla="*/ 7 w 12"/>
                <a:gd name="T3" fmla="*/ 4 h 5"/>
                <a:gd name="T4" fmla="*/ 11 w 12"/>
                <a:gd name="T5" fmla="*/ 1 h 5"/>
                <a:gd name="T6" fmla="*/ 5 w 12"/>
                <a:gd name="T7" fmla="*/ 0 h 5"/>
                <a:gd name="T8" fmla="*/ 0 w 12"/>
                <a:gd name="T9" fmla="*/ 3 h 5"/>
              </a:gdLst>
              <a:ahLst/>
              <a:cxnLst>
                <a:cxn ang="0">
                  <a:pos x="T0" y="T1"/>
                </a:cxn>
                <a:cxn ang="0">
                  <a:pos x="T2" y="T3"/>
                </a:cxn>
                <a:cxn ang="0">
                  <a:pos x="T4" y="T5"/>
                </a:cxn>
                <a:cxn ang="0">
                  <a:pos x="T6" y="T7"/>
                </a:cxn>
                <a:cxn ang="0">
                  <a:pos x="T8" y="T9"/>
                </a:cxn>
              </a:cxnLst>
              <a:rect l="0" t="0" r="r" b="b"/>
              <a:pathLst>
                <a:path w="12" h="5">
                  <a:moveTo>
                    <a:pt x="0" y="3"/>
                  </a:moveTo>
                  <a:cubicBezTo>
                    <a:pt x="0" y="4"/>
                    <a:pt x="5" y="5"/>
                    <a:pt x="7" y="4"/>
                  </a:cubicBezTo>
                  <a:cubicBezTo>
                    <a:pt x="10" y="3"/>
                    <a:pt x="12" y="2"/>
                    <a:pt x="11" y="1"/>
                  </a:cubicBezTo>
                  <a:cubicBezTo>
                    <a:pt x="10" y="1"/>
                    <a:pt x="7" y="0"/>
                    <a:pt x="5" y="0"/>
                  </a:cubicBezTo>
                  <a:cubicBezTo>
                    <a:pt x="3" y="1"/>
                    <a:pt x="1"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80" name="Freeform 2686"/>
            <p:cNvSpPr/>
            <p:nvPr/>
          </p:nvSpPr>
          <p:spPr bwMode="auto">
            <a:xfrm>
              <a:off x="8252129" y="9386665"/>
              <a:ext cx="33338" cy="11113"/>
            </a:xfrm>
            <a:custGeom>
              <a:avLst/>
              <a:gdLst>
                <a:gd name="T0" fmla="*/ 1 w 12"/>
                <a:gd name="T1" fmla="*/ 3 h 4"/>
                <a:gd name="T2" fmla="*/ 6 w 12"/>
                <a:gd name="T3" fmla="*/ 4 h 4"/>
                <a:gd name="T4" fmla="*/ 11 w 12"/>
                <a:gd name="T5" fmla="*/ 1 h 4"/>
                <a:gd name="T6" fmla="*/ 7 w 12"/>
                <a:gd name="T7" fmla="*/ 0 h 4"/>
                <a:gd name="T8" fmla="*/ 1 w 12"/>
                <a:gd name="T9" fmla="*/ 3 h 4"/>
              </a:gdLst>
              <a:ahLst/>
              <a:cxnLst>
                <a:cxn ang="0">
                  <a:pos x="T0" y="T1"/>
                </a:cxn>
                <a:cxn ang="0">
                  <a:pos x="T2" y="T3"/>
                </a:cxn>
                <a:cxn ang="0">
                  <a:pos x="T4" y="T5"/>
                </a:cxn>
                <a:cxn ang="0">
                  <a:pos x="T6" y="T7"/>
                </a:cxn>
                <a:cxn ang="0">
                  <a:pos x="T8" y="T9"/>
                </a:cxn>
              </a:cxnLst>
              <a:rect l="0" t="0" r="r" b="b"/>
              <a:pathLst>
                <a:path w="12" h="4">
                  <a:moveTo>
                    <a:pt x="1" y="3"/>
                  </a:moveTo>
                  <a:cubicBezTo>
                    <a:pt x="2" y="3"/>
                    <a:pt x="4" y="4"/>
                    <a:pt x="6" y="4"/>
                  </a:cubicBezTo>
                  <a:cubicBezTo>
                    <a:pt x="8" y="3"/>
                    <a:pt x="10" y="2"/>
                    <a:pt x="11" y="1"/>
                  </a:cubicBezTo>
                  <a:cubicBezTo>
                    <a:pt x="12" y="0"/>
                    <a:pt x="9" y="0"/>
                    <a:pt x="7" y="0"/>
                  </a:cubicBezTo>
                  <a:cubicBezTo>
                    <a:pt x="4" y="0"/>
                    <a:pt x="0"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81" name="Freeform 2687"/>
            <p:cNvSpPr/>
            <p:nvPr/>
          </p:nvSpPr>
          <p:spPr bwMode="auto">
            <a:xfrm>
              <a:off x="8464854" y="9335865"/>
              <a:ext cx="28575" cy="9525"/>
            </a:xfrm>
            <a:custGeom>
              <a:avLst/>
              <a:gdLst>
                <a:gd name="T0" fmla="*/ 1 w 11"/>
                <a:gd name="T1" fmla="*/ 4 h 4"/>
                <a:gd name="T2" fmla="*/ 7 w 11"/>
                <a:gd name="T3" fmla="*/ 4 h 4"/>
                <a:gd name="T4" fmla="*/ 11 w 11"/>
                <a:gd name="T5" fmla="*/ 1 h 4"/>
                <a:gd name="T6" fmla="*/ 6 w 11"/>
                <a:gd name="T7" fmla="*/ 1 h 4"/>
                <a:gd name="T8" fmla="*/ 1 w 11"/>
                <a:gd name="T9" fmla="*/ 4 h 4"/>
              </a:gdLst>
              <a:ahLst/>
              <a:cxnLst>
                <a:cxn ang="0">
                  <a:pos x="T0" y="T1"/>
                </a:cxn>
                <a:cxn ang="0">
                  <a:pos x="T2" y="T3"/>
                </a:cxn>
                <a:cxn ang="0">
                  <a:pos x="T4" y="T5"/>
                </a:cxn>
                <a:cxn ang="0">
                  <a:pos x="T6" y="T7"/>
                </a:cxn>
                <a:cxn ang="0">
                  <a:pos x="T8" y="T9"/>
                </a:cxn>
              </a:cxnLst>
              <a:rect l="0" t="0" r="r" b="b"/>
              <a:pathLst>
                <a:path w="11" h="4">
                  <a:moveTo>
                    <a:pt x="1" y="4"/>
                  </a:moveTo>
                  <a:cubicBezTo>
                    <a:pt x="2" y="4"/>
                    <a:pt x="5" y="4"/>
                    <a:pt x="7" y="4"/>
                  </a:cubicBezTo>
                  <a:cubicBezTo>
                    <a:pt x="9" y="3"/>
                    <a:pt x="11" y="2"/>
                    <a:pt x="11" y="1"/>
                  </a:cubicBezTo>
                  <a:cubicBezTo>
                    <a:pt x="11" y="0"/>
                    <a:pt x="9" y="0"/>
                    <a:pt x="6" y="1"/>
                  </a:cubicBezTo>
                  <a:cubicBezTo>
                    <a:pt x="3" y="1"/>
                    <a:pt x="0"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82" name="Freeform 2688"/>
            <p:cNvSpPr/>
            <p:nvPr/>
          </p:nvSpPr>
          <p:spPr bwMode="auto">
            <a:xfrm>
              <a:off x="2584754" y="10234390"/>
              <a:ext cx="30163" cy="31750"/>
            </a:xfrm>
            <a:custGeom>
              <a:avLst/>
              <a:gdLst>
                <a:gd name="T0" fmla="*/ 6 w 11"/>
                <a:gd name="T1" fmla="*/ 12 h 12"/>
                <a:gd name="T2" fmla="*/ 11 w 11"/>
                <a:gd name="T3" fmla="*/ 9 h 12"/>
                <a:gd name="T4" fmla="*/ 4 w 11"/>
                <a:gd name="T5" fmla="*/ 1 h 12"/>
                <a:gd name="T6" fmla="*/ 0 w 11"/>
                <a:gd name="T7" fmla="*/ 5 h 12"/>
                <a:gd name="T8" fmla="*/ 6 w 11"/>
                <a:gd name="T9" fmla="*/ 12 h 12"/>
              </a:gdLst>
              <a:ahLst/>
              <a:cxnLst>
                <a:cxn ang="0">
                  <a:pos x="T0" y="T1"/>
                </a:cxn>
                <a:cxn ang="0">
                  <a:pos x="T2" y="T3"/>
                </a:cxn>
                <a:cxn ang="0">
                  <a:pos x="T4" y="T5"/>
                </a:cxn>
                <a:cxn ang="0">
                  <a:pos x="T6" y="T7"/>
                </a:cxn>
                <a:cxn ang="0">
                  <a:pos x="T8" y="T9"/>
                </a:cxn>
              </a:cxnLst>
              <a:rect l="0" t="0" r="r" b="b"/>
              <a:pathLst>
                <a:path w="11" h="12">
                  <a:moveTo>
                    <a:pt x="6" y="12"/>
                  </a:moveTo>
                  <a:cubicBezTo>
                    <a:pt x="8" y="12"/>
                    <a:pt x="9" y="10"/>
                    <a:pt x="11" y="9"/>
                  </a:cubicBezTo>
                  <a:cubicBezTo>
                    <a:pt x="8" y="5"/>
                    <a:pt x="6" y="2"/>
                    <a:pt x="4" y="1"/>
                  </a:cubicBezTo>
                  <a:cubicBezTo>
                    <a:pt x="1" y="0"/>
                    <a:pt x="0" y="1"/>
                    <a:pt x="0" y="5"/>
                  </a:cubicBezTo>
                  <a:cubicBezTo>
                    <a:pt x="1" y="8"/>
                    <a:pt x="3" y="11"/>
                    <a:pt x="6"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83" name="Freeform 2689"/>
            <p:cNvSpPr/>
            <p:nvPr/>
          </p:nvSpPr>
          <p:spPr bwMode="auto">
            <a:xfrm>
              <a:off x="2802241" y="10323290"/>
              <a:ext cx="33338" cy="38100"/>
            </a:xfrm>
            <a:custGeom>
              <a:avLst/>
              <a:gdLst>
                <a:gd name="T0" fmla="*/ 0 w 12"/>
                <a:gd name="T1" fmla="*/ 6 h 14"/>
                <a:gd name="T2" fmla="*/ 6 w 12"/>
                <a:gd name="T3" fmla="*/ 13 h 14"/>
                <a:gd name="T4" fmla="*/ 12 w 12"/>
                <a:gd name="T5" fmla="*/ 9 h 14"/>
                <a:gd name="T6" fmla="*/ 4 w 12"/>
                <a:gd name="T7" fmla="*/ 1 h 14"/>
                <a:gd name="T8" fmla="*/ 0 w 12"/>
                <a:gd name="T9" fmla="*/ 6 h 14"/>
              </a:gdLst>
              <a:ahLst/>
              <a:cxnLst>
                <a:cxn ang="0">
                  <a:pos x="T0" y="T1"/>
                </a:cxn>
                <a:cxn ang="0">
                  <a:pos x="T2" y="T3"/>
                </a:cxn>
                <a:cxn ang="0">
                  <a:pos x="T4" y="T5"/>
                </a:cxn>
                <a:cxn ang="0">
                  <a:pos x="T6" y="T7"/>
                </a:cxn>
                <a:cxn ang="0">
                  <a:pos x="T8" y="T9"/>
                </a:cxn>
              </a:cxnLst>
              <a:rect l="0" t="0" r="r" b="b"/>
              <a:pathLst>
                <a:path w="12" h="14">
                  <a:moveTo>
                    <a:pt x="0" y="6"/>
                  </a:moveTo>
                  <a:cubicBezTo>
                    <a:pt x="1" y="10"/>
                    <a:pt x="3" y="13"/>
                    <a:pt x="6" y="13"/>
                  </a:cubicBezTo>
                  <a:cubicBezTo>
                    <a:pt x="8" y="14"/>
                    <a:pt x="9" y="11"/>
                    <a:pt x="12" y="9"/>
                  </a:cubicBezTo>
                  <a:cubicBezTo>
                    <a:pt x="8" y="5"/>
                    <a:pt x="6" y="2"/>
                    <a:pt x="4" y="1"/>
                  </a:cubicBezTo>
                  <a:cubicBezTo>
                    <a:pt x="1" y="0"/>
                    <a:pt x="0" y="2"/>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84" name="Freeform 2690"/>
            <p:cNvSpPr/>
            <p:nvPr/>
          </p:nvSpPr>
          <p:spPr bwMode="auto">
            <a:xfrm>
              <a:off x="3016554" y="10399490"/>
              <a:ext cx="30163" cy="42863"/>
            </a:xfrm>
            <a:custGeom>
              <a:avLst/>
              <a:gdLst>
                <a:gd name="T0" fmla="*/ 1 w 11"/>
                <a:gd name="T1" fmla="*/ 5 h 16"/>
                <a:gd name="T2" fmla="*/ 7 w 11"/>
                <a:gd name="T3" fmla="*/ 16 h 16"/>
                <a:gd name="T4" fmla="*/ 11 w 11"/>
                <a:gd name="T5" fmla="*/ 9 h 16"/>
                <a:gd name="T6" fmla="*/ 5 w 11"/>
                <a:gd name="T7" fmla="*/ 1 h 16"/>
                <a:gd name="T8" fmla="*/ 1 w 11"/>
                <a:gd name="T9" fmla="*/ 5 h 16"/>
              </a:gdLst>
              <a:ahLst/>
              <a:cxnLst>
                <a:cxn ang="0">
                  <a:pos x="T0" y="T1"/>
                </a:cxn>
                <a:cxn ang="0">
                  <a:pos x="T2" y="T3"/>
                </a:cxn>
                <a:cxn ang="0">
                  <a:pos x="T4" y="T5"/>
                </a:cxn>
                <a:cxn ang="0">
                  <a:pos x="T6" y="T7"/>
                </a:cxn>
                <a:cxn ang="0">
                  <a:pos x="T8" y="T9"/>
                </a:cxn>
              </a:cxnLst>
              <a:rect l="0" t="0" r="r" b="b"/>
              <a:pathLst>
                <a:path w="11" h="16">
                  <a:moveTo>
                    <a:pt x="1" y="5"/>
                  </a:moveTo>
                  <a:cubicBezTo>
                    <a:pt x="2" y="8"/>
                    <a:pt x="4" y="11"/>
                    <a:pt x="7" y="16"/>
                  </a:cubicBezTo>
                  <a:cubicBezTo>
                    <a:pt x="8" y="13"/>
                    <a:pt x="10" y="12"/>
                    <a:pt x="11" y="9"/>
                  </a:cubicBezTo>
                  <a:cubicBezTo>
                    <a:pt x="11" y="5"/>
                    <a:pt x="8" y="2"/>
                    <a:pt x="5" y="1"/>
                  </a:cubicBezTo>
                  <a:cubicBezTo>
                    <a:pt x="3" y="0"/>
                    <a:pt x="0" y="1"/>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85" name="Freeform 2691"/>
            <p:cNvSpPr/>
            <p:nvPr/>
          </p:nvSpPr>
          <p:spPr bwMode="auto">
            <a:xfrm>
              <a:off x="3234041" y="10450290"/>
              <a:ext cx="31750" cy="41275"/>
            </a:xfrm>
            <a:custGeom>
              <a:avLst/>
              <a:gdLst>
                <a:gd name="T0" fmla="*/ 7 w 12"/>
                <a:gd name="T1" fmla="*/ 15 h 15"/>
                <a:gd name="T2" fmla="*/ 12 w 12"/>
                <a:gd name="T3" fmla="*/ 8 h 15"/>
                <a:gd name="T4" fmla="*/ 4 w 12"/>
                <a:gd name="T5" fmla="*/ 1 h 15"/>
                <a:gd name="T6" fmla="*/ 1 w 12"/>
                <a:gd name="T7" fmla="*/ 8 h 15"/>
                <a:gd name="T8" fmla="*/ 7 w 12"/>
                <a:gd name="T9" fmla="*/ 15 h 15"/>
              </a:gdLst>
              <a:ahLst/>
              <a:cxnLst>
                <a:cxn ang="0">
                  <a:pos x="T0" y="T1"/>
                </a:cxn>
                <a:cxn ang="0">
                  <a:pos x="T2" y="T3"/>
                </a:cxn>
                <a:cxn ang="0">
                  <a:pos x="T4" y="T5"/>
                </a:cxn>
                <a:cxn ang="0">
                  <a:pos x="T6" y="T7"/>
                </a:cxn>
                <a:cxn ang="0">
                  <a:pos x="T8" y="T9"/>
                </a:cxn>
              </a:cxnLst>
              <a:rect l="0" t="0" r="r" b="b"/>
              <a:pathLst>
                <a:path w="12" h="15">
                  <a:moveTo>
                    <a:pt x="7" y="15"/>
                  </a:moveTo>
                  <a:cubicBezTo>
                    <a:pt x="8" y="15"/>
                    <a:pt x="10" y="12"/>
                    <a:pt x="12" y="8"/>
                  </a:cubicBezTo>
                  <a:cubicBezTo>
                    <a:pt x="9" y="5"/>
                    <a:pt x="6" y="1"/>
                    <a:pt x="4" y="1"/>
                  </a:cubicBezTo>
                  <a:cubicBezTo>
                    <a:pt x="2" y="0"/>
                    <a:pt x="0" y="3"/>
                    <a:pt x="1" y="8"/>
                  </a:cubicBezTo>
                  <a:cubicBezTo>
                    <a:pt x="1" y="12"/>
                    <a:pt x="4" y="15"/>
                    <a:pt x="7"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86" name="Freeform 2692"/>
            <p:cNvSpPr/>
            <p:nvPr/>
          </p:nvSpPr>
          <p:spPr bwMode="auto">
            <a:xfrm>
              <a:off x="3448354" y="10475690"/>
              <a:ext cx="33338" cy="42863"/>
            </a:xfrm>
            <a:custGeom>
              <a:avLst/>
              <a:gdLst>
                <a:gd name="T0" fmla="*/ 7 w 12"/>
                <a:gd name="T1" fmla="*/ 15 h 16"/>
                <a:gd name="T2" fmla="*/ 12 w 12"/>
                <a:gd name="T3" fmla="*/ 7 h 16"/>
                <a:gd name="T4" fmla="*/ 4 w 12"/>
                <a:gd name="T5" fmla="*/ 1 h 16"/>
                <a:gd name="T6" fmla="*/ 1 w 12"/>
                <a:gd name="T7" fmla="*/ 9 h 16"/>
                <a:gd name="T8" fmla="*/ 7 w 12"/>
                <a:gd name="T9" fmla="*/ 15 h 16"/>
              </a:gdLst>
              <a:ahLst/>
              <a:cxnLst>
                <a:cxn ang="0">
                  <a:pos x="T0" y="T1"/>
                </a:cxn>
                <a:cxn ang="0">
                  <a:pos x="T2" y="T3"/>
                </a:cxn>
                <a:cxn ang="0">
                  <a:pos x="T4" y="T5"/>
                </a:cxn>
                <a:cxn ang="0">
                  <a:pos x="T6" y="T7"/>
                </a:cxn>
                <a:cxn ang="0">
                  <a:pos x="T8" y="T9"/>
                </a:cxn>
              </a:cxnLst>
              <a:rect l="0" t="0" r="r" b="b"/>
              <a:pathLst>
                <a:path w="12" h="16">
                  <a:moveTo>
                    <a:pt x="7" y="15"/>
                  </a:moveTo>
                  <a:cubicBezTo>
                    <a:pt x="9" y="14"/>
                    <a:pt x="10" y="10"/>
                    <a:pt x="12" y="7"/>
                  </a:cubicBezTo>
                  <a:cubicBezTo>
                    <a:pt x="9" y="4"/>
                    <a:pt x="6" y="1"/>
                    <a:pt x="4" y="1"/>
                  </a:cubicBezTo>
                  <a:cubicBezTo>
                    <a:pt x="2" y="0"/>
                    <a:pt x="0" y="4"/>
                    <a:pt x="1" y="9"/>
                  </a:cubicBezTo>
                  <a:cubicBezTo>
                    <a:pt x="2" y="13"/>
                    <a:pt x="4" y="16"/>
                    <a:pt x="7"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87" name="Freeform 2693"/>
            <p:cNvSpPr/>
            <p:nvPr/>
          </p:nvSpPr>
          <p:spPr bwMode="auto">
            <a:xfrm>
              <a:off x="3662666" y="10464578"/>
              <a:ext cx="33338" cy="42863"/>
            </a:xfrm>
            <a:custGeom>
              <a:avLst/>
              <a:gdLst>
                <a:gd name="T0" fmla="*/ 7 w 12"/>
                <a:gd name="T1" fmla="*/ 14 h 16"/>
                <a:gd name="T2" fmla="*/ 12 w 12"/>
                <a:gd name="T3" fmla="*/ 5 h 16"/>
                <a:gd name="T4" fmla="*/ 4 w 12"/>
                <a:gd name="T5" fmla="*/ 0 h 16"/>
                <a:gd name="T6" fmla="*/ 1 w 12"/>
                <a:gd name="T7" fmla="*/ 8 h 16"/>
                <a:gd name="T8" fmla="*/ 7 w 12"/>
                <a:gd name="T9" fmla="*/ 14 h 16"/>
              </a:gdLst>
              <a:ahLst/>
              <a:cxnLst>
                <a:cxn ang="0">
                  <a:pos x="T0" y="T1"/>
                </a:cxn>
                <a:cxn ang="0">
                  <a:pos x="T2" y="T3"/>
                </a:cxn>
                <a:cxn ang="0">
                  <a:pos x="T4" y="T5"/>
                </a:cxn>
                <a:cxn ang="0">
                  <a:pos x="T6" y="T7"/>
                </a:cxn>
                <a:cxn ang="0">
                  <a:pos x="T8" y="T9"/>
                </a:cxn>
              </a:cxnLst>
              <a:rect l="0" t="0" r="r" b="b"/>
              <a:pathLst>
                <a:path w="12" h="16">
                  <a:moveTo>
                    <a:pt x="7" y="14"/>
                  </a:moveTo>
                  <a:cubicBezTo>
                    <a:pt x="8" y="13"/>
                    <a:pt x="10" y="9"/>
                    <a:pt x="12" y="5"/>
                  </a:cubicBezTo>
                  <a:cubicBezTo>
                    <a:pt x="9" y="3"/>
                    <a:pt x="6" y="0"/>
                    <a:pt x="4" y="0"/>
                  </a:cubicBezTo>
                  <a:cubicBezTo>
                    <a:pt x="2" y="0"/>
                    <a:pt x="0" y="4"/>
                    <a:pt x="1" y="8"/>
                  </a:cubicBezTo>
                  <a:cubicBezTo>
                    <a:pt x="2" y="13"/>
                    <a:pt x="4" y="16"/>
                    <a:pt x="7"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88" name="Freeform 2694"/>
            <p:cNvSpPr/>
            <p:nvPr/>
          </p:nvSpPr>
          <p:spPr bwMode="auto">
            <a:xfrm>
              <a:off x="3876979" y="10440765"/>
              <a:ext cx="33338" cy="38100"/>
            </a:xfrm>
            <a:custGeom>
              <a:avLst/>
              <a:gdLst>
                <a:gd name="T0" fmla="*/ 6 w 12"/>
                <a:gd name="T1" fmla="*/ 14 h 14"/>
                <a:gd name="T2" fmla="*/ 12 w 12"/>
                <a:gd name="T3" fmla="*/ 6 h 14"/>
                <a:gd name="T4" fmla="*/ 5 w 12"/>
                <a:gd name="T5" fmla="*/ 0 h 14"/>
                <a:gd name="T6" fmla="*/ 1 w 12"/>
                <a:gd name="T7" fmla="*/ 7 h 14"/>
                <a:gd name="T8" fmla="*/ 6 w 12"/>
                <a:gd name="T9" fmla="*/ 14 h 14"/>
              </a:gdLst>
              <a:ahLst/>
              <a:cxnLst>
                <a:cxn ang="0">
                  <a:pos x="T0" y="T1"/>
                </a:cxn>
                <a:cxn ang="0">
                  <a:pos x="T2" y="T3"/>
                </a:cxn>
                <a:cxn ang="0">
                  <a:pos x="T4" y="T5"/>
                </a:cxn>
                <a:cxn ang="0">
                  <a:pos x="T6" y="T7"/>
                </a:cxn>
                <a:cxn ang="0">
                  <a:pos x="T8" y="T9"/>
                </a:cxn>
              </a:cxnLst>
              <a:rect l="0" t="0" r="r" b="b"/>
              <a:pathLst>
                <a:path w="12" h="14">
                  <a:moveTo>
                    <a:pt x="6" y="14"/>
                  </a:moveTo>
                  <a:cubicBezTo>
                    <a:pt x="8" y="13"/>
                    <a:pt x="9" y="10"/>
                    <a:pt x="12" y="6"/>
                  </a:cubicBezTo>
                  <a:cubicBezTo>
                    <a:pt x="9" y="3"/>
                    <a:pt x="7" y="0"/>
                    <a:pt x="5" y="0"/>
                  </a:cubicBezTo>
                  <a:cubicBezTo>
                    <a:pt x="2" y="0"/>
                    <a:pt x="0" y="3"/>
                    <a:pt x="1" y="7"/>
                  </a:cubicBezTo>
                  <a:cubicBezTo>
                    <a:pt x="1" y="12"/>
                    <a:pt x="4" y="14"/>
                    <a:pt x="6"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89" name="Freeform 2695"/>
            <p:cNvSpPr/>
            <p:nvPr/>
          </p:nvSpPr>
          <p:spPr bwMode="auto">
            <a:xfrm>
              <a:off x="4091291" y="10434415"/>
              <a:ext cx="33338" cy="38100"/>
            </a:xfrm>
            <a:custGeom>
              <a:avLst/>
              <a:gdLst>
                <a:gd name="T0" fmla="*/ 7 w 12"/>
                <a:gd name="T1" fmla="*/ 13 h 14"/>
                <a:gd name="T2" fmla="*/ 12 w 12"/>
                <a:gd name="T3" fmla="*/ 5 h 14"/>
                <a:gd name="T4" fmla="*/ 4 w 12"/>
                <a:gd name="T5" fmla="*/ 0 h 14"/>
                <a:gd name="T6" fmla="*/ 1 w 12"/>
                <a:gd name="T7" fmla="*/ 7 h 14"/>
                <a:gd name="T8" fmla="*/ 7 w 12"/>
                <a:gd name="T9" fmla="*/ 13 h 14"/>
              </a:gdLst>
              <a:ahLst/>
              <a:cxnLst>
                <a:cxn ang="0">
                  <a:pos x="T0" y="T1"/>
                </a:cxn>
                <a:cxn ang="0">
                  <a:pos x="T2" y="T3"/>
                </a:cxn>
                <a:cxn ang="0">
                  <a:pos x="T4" y="T5"/>
                </a:cxn>
                <a:cxn ang="0">
                  <a:pos x="T6" y="T7"/>
                </a:cxn>
                <a:cxn ang="0">
                  <a:pos x="T8" y="T9"/>
                </a:cxn>
              </a:cxnLst>
              <a:rect l="0" t="0" r="r" b="b"/>
              <a:pathLst>
                <a:path w="12" h="14">
                  <a:moveTo>
                    <a:pt x="7" y="13"/>
                  </a:moveTo>
                  <a:cubicBezTo>
                    <a:pt x="9" y="12"/>
                    <a:pt x="10" y="9"/>
                    <a:pt x="12" y="5"/>
                  </a:cubicBezTo>
                  <a:cubicBezTo>
                    <a:pt x="9" y="3"/>
                    <a:pt x="6" y="0"/>
                    <a:pt x="4" y="0"/>
                  </a:cubicBezTo>
                  <a:cubicBezTo>
                    <a:pt x="2" y="0"/>
                    <a:pt x="0" y="3"/>
                    <a:pt x="1" y="7"/>
                  </a:cubicBezTo>
                  <a:cubicBezTo>
                    <a:pt x="2" y="11"/>
                    <a:pt x="4" y="14"/>
                    <a:pt x="7"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90" name="Freeform 2696"/>
            <p:cNvSpPr/>
            <p:nvPr/>
          </p:nvSpPr>
          <p:spPr bwMode="auto">
            <a:xfrm>
              <a:off x="4308779" y="10437590"/>
              <a:ext cx="26988" cy="38100"/>
            </a:xfrm>
            <a:custGeom>
              <a:avLst/>
              <a:gdLst>
                <a:gd name="T0" fmla="*/ 5 w 10"/>
                <a:gd name="T1" fmla="*/ 14 h 14"/>
                <a:gd name="T2" fmla="*/ 10 w 10"/>
                <a:gd name="T3" fmla="*/ 9 h 14"/>
                <a:gd name="T4" fmla="*/ 6 w 10"/>
                <a:gd name="T5" fmla="*/ 0 h 14"/>
                <a:gd name="T6" fmla="*/ 1 w 10"/>
                <a:gd name="T7" fmla="*/ 7 h 14"/>
                <a:gd name="T8" fmla="*/ 5 w 10"/>
                <a:gd name="T9" fmla="*/ 14 h 14"/>
              </a:gdLst>
              <a:ahLst/>
              <a:cxnLst>
                <a:cxn ang="0">
                  <a:pos x="T0" y="T1"/>
                </a:cxn>
                <a:cxn ang="0">
                  <a:pos x="T2" y="T3"/>
                </a:cxn>
                <a:cxn ang="0">
                  <a:pos x="T4" y="T5"/>
                </a:cxn>
                <a:cxn ang="0">
                  <a:pos x="T6" y="T7"/>
                </a:cxn>
                <a:cxn ang="0">
                  <a:pos x="T8" y="T9"/>
                </a:cxn>
              </a:cxnLst>
              <a:rect l="0" t="0" r="r" b="b"/>
              <a:pathLst>
                <a:path w="10" h="14">
                  <a:moveTo>
                    <a:pt x="5" y="14"/>
                  </a:moveTo>
                  <a:cubicBezTo>
                    <a:pt x="8" y="14"/>
                    <a:pt x="10" y="12"/>
                    <a:pt x="10" y="9"/>
                  </a:cubicBezTo>
                  <a:cubicBezTo>
                    <a:pt x="10" y="7"/>
                    <a:pt x="8" y="4"/>
                    <a:pt x="6" y="0"/>
                  </a:cubicBezTo>
                  <a:cubicBezTo>
                    <a:pt x="3" y="3"/>
                    <a:pt x="1" y="5"/>
                    <a:pt x="1" y="7"/>
                  </a:cubicBezTo>
                  <a:cubicBezTo>
                    <a:pt x="0" y="10"/>
                    <a:pt x="2" y="13"/>
                    <a:pt x="5"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91" name="Freeform 2697"/>
            <p:cNvSpPr/>
            <p:nvPr/>
          </p:nvSpPr>
          <p:spPr bwMode="auto">
            <a:xfrm>
              <a:off x="4526266" y="10459815"/>
              <a:ext cx="31750" cy="26988"/>
            </a:xfrm>
            <a:custGeom>
              <a:avLst/>
              <a:gdLst>
                <a:gd name="T0" fmla="*/ 0 w 12"/>
                <a:gd name="T1" fmla="*/ 4 h 10"/>
                <a:gd name="T2" fmla="*/ 5 w 12"/>
                <a:gd name="T3" fmla="*/ 10 h 10"/>
                <a:gd name="T4" fmla="*/ 12 w 12"/>
                <a:gd name="T5" fmla="*/ 6 h 10"/>
                <a:gd name="T6" fmla="*/ 5 w 12"/>
                <a:gd name="T7" fmla="*/ 1 h 10"/>
                <a:gd name="T8" fmla="*/ 0 w 12"/>
                <a:gd name="T9" fmla="*/ 4 h 10"/>
              </a:gdLst>
              <a:ahLst/>
              <a:cxnLst>
                <a:cxn ang="0">
                  <a:pos x="T0" y="T1"/>
                </a:cxn>
                <a:cxn ang="0">
                  <a:pos x="T2" y="T3"/>
                </a:cxn>
                <a:cxn ang="0">
                  <a:pos x="T4" y="T5"/>
                </a:cxn>
                <a:cxn ang="0">
                  <a:pos x="T6" y="T7"/>
                </a:cxn>
                <a:cxn ang="0">
                  <a:pos x="T8" y="T9"/>
                </a:cxn>
              </a:cxnLst>
              <a:rect l="0" t="0" r="r" b="b"/>
              <a:pathLst>
                <a:path w="12" h="10">
                  <a:moveTo>
                    <a:pt x="0" y="4"/>
                  </a:moveTo>
                  <a:cubicBezTo>
                    <a:pt x="0" y="7"/>
                    <a:pt x="3" y="9"/>
                    <a:pt x="5" y="10"/>
                  </a:cubicBezTo>
                  <a:cubicBezTo>
                    <a:pt x="7" y="10"/>
                    <a:pt x="9" y="8"/>
                    <a:pt x="12" y="6"/>
                  </a:cubicBezTo>
                  <a:cubicBezTo>
                    <a:pt x="9" y="4"/>
                    <a:pt x="7" y="1"/>
                    <a:pt x="5" y="1"/>
                  </a:cubicBezTo>
                  <a:cubicBezTo>
                    <a:pt x="2" y="0"/>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92" name="Freeform 2698"/>
            <p:cNvSpPr/>
            <p:nvPr/>
          </p:nvSpPr>
          <p:spPr bwMode="auto">
            <a:xfrm>
              <a:off x="4743754" y="10472515"/>
              <a:ext cx="28575" cy="23813"/>
            </a:xfrm>
            <a:custGeom>
              <a:avLst/>
              <a:gdLst>
                <a:gd name="T0" fmla="*/ 1 w 11"/>
                <a:gd name="T1" fmla="*/ 4 h 9"/>
                <a:gd name="T2" fmla="*/ 6 w 11"/>
                <a:gd name="T3" fmla="*/ 8 h 9"/>
                <a:gd name="T4" fmla="*/ 10 w 11"/>
                <a:gd name="T5" fmla="*/ 5 h 9"/>
                <a:gd name="T6" fmla="*/ 5 w 11"/>
                <a:gd name="T7" fmla="*/ 0 h 9"/>
                <a:gd name="T8" fmla="*/ 1 w 11"/>
                <a:gd name="T9" fmla="*/ 4 h 9"/>
              </a:gdLst>
              <a:ahLst/>
              <a:cxnLst>
                <a:cxn ang="0">
                  <a:pos x="T0" y="T1"/>
                </a:cxn>
                <a:cxn ang="0">
                  <a:pos x="T2" y="T3"/>
                </a:cxn>
                <a:cxn ang="0">
                  <a:pos x="T4" y="T5"/>
                </a:cxn>
                <a:cxn ang="0">
                  <a:pos x="T6" y="T7"/>
                </a:cxn>
                <a:cxn ang="0">
                  <a:pos x="T8" y="T9"/>
                </a:cxn>
              </a:cxnLst>
              <a:rect l="0" t="0" r="r" b="b"/>
              <a:pathLst>
                <a:path w="11" h="9">
                  <a:moveTo>
                    <a:pt x="1" y="4"/>
                  </a:moveTo>
                  <a:cubicBezTo>
                    <a:pt x="0" y="7"/>
                    <a:pt x="3" y="8"/>
                    <a:pt x="6" y="8"/>
                  </a:cubicBezTo>
                  <a:cubicBezTo>
                    <a:pt x="8" y="9"/>
                    <a:pt x="11" y="7"/>
                    <a:pt x="10" y="5"/>
                  </a:cubicBezTo>
                  <a:cubicBezTo>
                    <a:pt x="9" y="3"/>
                    <a:pt x="7" y="2"/>
                    <a:pt x="5" y="0"/>
                  </a:cubicBezTo>
                  <a:cubicBezTo>
                    <a:pt x="3" y="2"/>
                    <a:pt x="1"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93" name="Freeform 2699"/>
            <p:cNvSpPr/>
            <p:nvPr/>
          </p:nvSpPr>
          <p:spPr bwMode="auto">
            <a:xfrm>
              <a:off x="4959654" y="10480453"/>
              <a:ext cx="30163" cy="14288"/>
            </a:xfrm>
            <a:custGeom>
              <a:avLst/>
              <a:gdLst>
                <a:gd name="T0" fmla="*/ 0 w 11"/>
                <a:gd name="T1" fmla="*/ 3 h 5"/>
                <a:gd name="T2" fmla="*/ 5 w 11"/>
                <a:gd name="T3" fmla="*/ 5 h 5"/>
                <a:gd name="T4" fmla="*/ 11 w 11"/>
                <a:gd name="T5" fmla="*/ 2 h 5"/>
                <a:gd name="T6" fmla="*/ 4 w 11"/>
                <a:gd name="T7" fmla="*/ 0 h 5"/>
                <a:gd name="T8" fmla="*/ 0 w 11"/>
                <a:gd name="T9" fmla="*/ 3 h 5"/>
              </a:gdLst>
              <a:ahLst/>
              <a:cxnLst>
                <a:cxn ang="0">
                  <a:pos x="T0" y="T1"/>
                </a:cxn>
                <a:cxn ang="0">
                  <a:pos x="T2" y="T3"/>
                </a:cxn>
                <a:cxn ang="0">
                  <a:pos x="T4" y="T5"/>
                </a:cxn>
                <a:cxn ang="0">
                  <a:pos x="T6" y="T7"/>
                </a:cxn>
                <a:cxn ang="0">
                  <a:pos x="T8" y="T9"/>
                </a:cxn>
              </a:cxnLst>
              <a:rect l="0" t="0" r="r" b="b"/>
              <a:pathLst>
                <a:path w="11" h="5">
                  <a:moveTo>
                    <a:pt x="0" y="3"/>
                  </a:moveTo>
                  <a:cubicBezTo>
                    <a:pt x="0" y="5"/>
                    <a:pt x="3" y="5"/>
                    <a:pt x="5" y="5"/>
                  </a:cubicBezTo>
                  <a:cubicBezTo>
                    <a:pt x="7" y="5"/>
                    <a:pt x="9" y="4"/>
                    <a:pt x="11" y="2"/>
                  </a:cubicBezTo>
                  <a:cubicBezTo>
                    <a:pt x="8" y="1"/>
                    <a:pt x="6" y="0"/>
                    <a:pt x="4" y="0"/>
                  </a:cubicBezTo>
                  <a:cubicBezTo>
                    <a:pt x="2"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94" name="Freeform 2700"/>
            <p:cNvSpPr/>
            <p:nvPr/>
          </p:nvSpPr>
          <p:spPr bwMode="auto">
            <a:xfrm>
              <a:off x="5173966" y="10461403"/>
              <a:ext cx="33338" cy="14288"/>
            </a:xfrm>
            <a:custGeom>
              <a:avLst/>
              <a:gdLst>
                <a:gd name="T0" fmla="*/ 1 w 12"/>
                <a:gd name="T1" fmla="*/ 3 h 5"/>
                <a:gd name="T2" fmla="*/ 6 w 12"/>
                <a:gd name="T3" fmla="*/ 5 h 5"/>
                <a:gd name="T4" fmla="*/ 12 w 12"/>
                <a:gd name="T5" fmla="*/ 1 h 5"/>
                <a:gd name="T6" fmla="*/ 5 w 12"/>
                <a:gd name="T7" fmla="*/ 0 h 5"/>
                <a:gd name="T8" fmla="*/ 1 w 12"/>
                <a:gd name="T9" fmla="*/ 3 h 5"/>
              </a:gdLst>
              <a:ahLst/>
              <a:cxnLst>
                <a:cxn ang="0">
                  <a:pos x="T0" y="T1"/>
                </a:cxn>
                <a:cxn ang="0">
                  <a:pos x="T2" y="T3"/>
                </a:cxn>
                <a:cxn ang="0">
                  <a:pos x="T4" y="T5"/>
                </a:cxn>
                <a:cxn ang="0">
                  <a:pos x="T6" y="T7"/>
                </a:cxn>
                <a:cxn ang="0">
                  <a:pos x="T8" y="T9"/>
                </a:cxn>
              </a:cxnLst>
              <a:rect l="0" t="0" r="r" b="b"/>
              <a:pathLst>
                <a:path w="12" h="5">
                  <a:moveTo>
                    <a:pt x="1" y="3"/>
                  </a:moveTo>
                  <a:cubicBezTo>
                    <a:pt x="1" y="5"/>
                    <a:pt x="3" y="5"/>
                    <a:pt x="6" y="5"/>
                  </a:cubicBezTo>
                  <a:cubicBezTo>
                    <a:pt x="8" y="4"/>
                    <a:pt x="9" y="3"/>
                    <a:pt x="12" y="1"/>
                  </a:cubicBezTo>
                  <a:cubicBezTo>
                    <a:pt x="9" y="1"/>
                    <a:pt x="7" y="0"/>
                    <a:pt x="5" y="0"/>
                  </a:cubicBezTo>
                  <a:cubicBezTo>
                    <a:pt x="2" y="1"/>
                    <a:pt x="0"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95" name="Freeform 2701"/>
            <p:cNvSpPr/>
            <p:nvPr/>
          </p:nvSpPr>
          <p:spPr bwMode="auto">
            <a:xfrm>
              <a:off x="5388279" y="10407428"/>
              <a:ext cx="28575" cy="14288"/>
            </a:xfrm>
            <a:custGeom>
              <a:avLst/>
              <a:gdLst>
                <a:gd name="T0" fmla="*/ 0 w 10"/>
                <a:gd name="T1" fmla="*/ 4 h 5"/>
                <a:gd name="T2" fmla="*/ 5 w 10"/>
                <a:gd name="T3" fmla="*/ 5 h 5"/>
                <a:gd name="T4" fmla="*/ 9 w 10"/>
                <a:gd name="T5" fmla="*/ 1 h 5"/>
                <a:gd name="T6" fmla="*/ 5 w 10"/>
                <a:gd name="T7" fmla="*/ 0 h 5"/>
                <a:gd name="T8" fmla="*/ 0 w 10"/>
                <a:gd name="T9" fmla="*/ 4 h 5"/>
              </a:gdLst>
              <a:ahLst/>
              <a:cxnLst>
                <a:cxn ang="0">
                  <a:pos x="T0" y="T1"/>
                </a:cxn>
                <a:cxn ang="0">
                  <a:pos x="T2" y="T3"/>
                </a:cxn>
                <a:cxn ang="0">
                  <a:pos x="T4" y="T5"/>
                </a:cxn>
                <a:cxn ang="0">
                  <a:pos x="T6" y="T7"/>
                </a:cxn>
                <a:cxn ang="0">
                  <a:pos x="T8" y="T9"/>
                </a:cxn>
              </a:cxnLst>
              <a:rect l="0" t="0" r="r" b="b"/>
              <a:pathLst>
                <a:path w="10" h="5">
                  <a:moveTo>
                    <a:pt x="0" y="4"/>
                  </a:moveTo>
                  <a:cubicBezTo>
                    <a:pt x="0" y="5"/>
                    <a:pt x="2" y="5"/>
                    <a:pt x="5" y="5"/>
                  </a:cubicBezTo>
                  <a:cubicBezTo>
                    <a:pt x="8" y="4"/>
                    <a:pt x="10" y="2"/>
                    <a:pt x="9" y="1"/>
                  </a:cubicBezTo>
                  <a:cubicBezTo>
                    <a:pt x="9" y="1"/>
                    <a:pt x="7" y="1"/>
                    <a:pt x="5" y="0"/>
                  </a:cubicBezTo>
                  <a:cubicBezTo>
                    <a:pt x="3" y="2"/>
                    <a:pt x="1" y="3"/>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96" name="Freeform 2702"/>
            <p:cNvSpPr/>
            <p:nvPr/>
          </p:nvSpPr>
          <p:spPr bwMode="auto">
            <a:xfrm>
              <a:off x="2368854" y="10132790"/>
              <a:ext cx="31750" cy="33338"/>
            </a:xfrm>
            <a:custGeom>
              <a:avLst/>
              <a:gdLst>
                <a:gd name="T0" fmla="*/ 5 w 12"/>
                <a:gd name="T1" fmla="*/ 11 h 12"/>
                <a:gd name="T2" fmla="*/ 12 w 12"/>
                <a:gd name="T3" fmla="*/ 11 h 12"/>
                <a:gd name="T4" fmla="*/ 5 w 12"/>
                <a:gd name="T5" fmla="*/ 2 h 12"/>
                <a:gd name="T6" fmla="*/ 0 w 12"/>
                <a:gd name="T7" fmla="*/ 4 h 12"/>
                <a:gd name="T8" fmla="*/ 5 w 12"/>
                <a:gd name="T9" fmla="*/ 11 h 12"/>
              </a:gdLst>
              <a:ahLst/>
              <a:cxnLst>
                <a:cxn ang="0">
                  <a:pos x="T0" y="T1"/>
                </a:cxn>
                <a:cxn ang="0">
                  <a:pos x="T2" y="T3"/>
                </a:cxn>
                <a:cxn ang="0">
                  <a:pos x="T4" y="T5"/>
                </a:cxn>
                <a:cxn ang="0">
                  <a:pos x="T6" y="T7"/>
                </a:cxn>
                <a:cxn ang="0">
                  <a:pos x="T8" y="T9"/>
                </a:cxn>
              </a:cxnLst>
              <a:rect l="0" t="0" r="r" b="b"/>
              <a:pathLst>
                <a:path w="12" h="12">
                  <a:moveTo>
                    <a:pt x="5" y="11"/>
                  </a:moveTo>
                  <a:cubicBezTo>
                    <a:pt x="7" y="12"/>
                    <a:pt x="9" y="11"/>
                    <a:pt x="12" y="11"/>
                  </a:cubicBezTo>
                  <a:cubicBezTo>
                    <a:pt x="9" y="7"/>
                    <a:pt x="7" y="4"/>
                    <a:pt x="5" y="2"/>
                  </a:cubicBezTo>
                  <a:cubicBezTo>
                    <a:pt x="2" y="0"/>
                    <a:pt x="0" y="1"/>
                    <a:pt x="0" y="4"/>
                  </a:cubicBezTo>
                  <a:cubicBezTo>
                    <a:pt x="0" y="7"/>
                    <a:pt x="2" y="10"/>
                    <a:pt x="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97" name="Freeform 2703"/>
            <p:cNvSpPr/>
            <p:nvPr/>
          </p:nvSpPr>
          <p:spPr bwMode="auto">
            <a:xfrm>
              <a:off x="2148191" y="10037540"/>
              <a:ext cx="30163" cy="30163"/>
            </a:xfrm>
            <a:custGeom>
              <a:avLst/>
              <a:gdLst>
                <a:gd name="T0" fmla="*/ 1 w 11"/>
                <a:gd name="T1" fmla="*/ 3 h 11"/>
                <a:gd name="T2" fmla="*/ 6 w 11"/>
                <a:gd name="T3" fmla="*/ 11 h 11"/>
                <a:gd name="T4" fmla="*/ 11 w 11"/>
                <a:gd name="T5" fmla="*/ 8 h 11"/>
                <a:gd name="T6" fmla="*/ 6 w 11"/>
                <a:gd name="T7" fmla="*/ 1 h 11"/>
                <a:gd name="T8" fmla="*/ 1 w 11"/>
                <a:gd name="T9" fmla="*/ 3 h 11"/>
              </a:gdLst>
              <a:ahLst/>
              <a:cxnLst>
                <a:cxn ang="0">
                  <a:pos x="T0" y="T1"/>
                </a:cxn>
                <a:cxn ang="0">
                  <a:pos x="T2" y="T3"/>
                </a:cxn>
                <a:cxn ang="0">
                  <a:pos x="T4" y="T5"/>
                </a:cxn>
                <a:cxn ang="0">
                  <a:pos x="T6" y="T7"/>
                </a:cxn>
                <a:cxn ang="0">
                  <a:pos x="T8" y="T9"/>
                </a:cxn>
              </a:cxnLst>
              <a:rect l="0" t="0" r="r" b="b"/>
              <a:pathLst>
                <a:path w="11" h="11">
                  <a:moveTo>
                    <a:pt x="1" y="3"/>
                  </a:moveTo>
                  <a:cubicBezTo>
                    <a:pt x="2" y="5"/>
                    <a:pt x="4" y="8"/>
                    <a:pt x="6" y="11"/>
                  </a:cubicBezTo>
                  <a:cubicBezTo>
                    <a:pt x="8" y="10"/>
                    <a:pt x="10" y="9"/>
                    <a:pt x="11" y="8"/>
                  </a:cubicBezTo>
                  <a:cubicBezTo>
                    <a:pt x="11" y="6"/>
                    <a:pt x="8" y="3"/>
                    <a:pt x="6" y="1"/>
                  </a:cubicBezTo>
                  <a:cubicBezTo>
                    <a:pt x="3" y="0"/>
                    <a:pt x="0" y="1"/>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98" name="Freeform 2704"/>
            <p:cNvSpPr/>
            <p:nvPr/>
          </p:nvSpPr>
          <p:spPr bwMode="auto">
            <a:xfrm>
              <a:off x="1933879" y="9951815"/>
              <a:ext cx="26988" cy="23813"/>
            </a:xfrm>
            <a:custGeom>
              <a:avLst/>
              <a:gdLst>
                <a:gd name="T0" fmla="*/ 0 w 10"/>
                <a:gd name="T1" fmla="*/ 2 h 9"/>
                <a:gd name="T2" fmla="*/ 5 w 10"/>
                <a:gd name="T3" fmla="*/ 8 h 9"/>
                <a:gd name="T4" fmla="*/ 10 w 10"/>
                <a:gd name="T5" fmla="*/ 7 h 9"/>
                <a:gd name="T6" fmla="*/ 5 w 10"/>
                <a:gd name="T7" fmla="*/ 0 h 9"/>
                <a:gd name="T8" fmla="*/ 0 w 10"/>
                <a:gd name="T9" fmla="*/ 2 h 9"/>
              </a:gdLst>
              <a:ahLst/>
              <a:cxnLst>
                <a:cxn ang="0">
                  <a:pos x="T0" y="T1"/>
                </a:cxn>
                <a:cxn ang="0">
                  <a:pos x="T2" y="T3"/>
                </a:cxn>
                <a:cxn ang="0">
                  <a:pos x="T4" y="T5"/>
                </a:cxn>
                <a:cxn ang="0">
                  <a:pos x="T6" y="T7"/>
                </a:cxn>
                <a:cxn ang="0">
                  <a:pos x="T8" y="T9"/>
                </a:cxn>
              </a:cxnLst>
              <a:rect l="0" t="0" r="r" b="b"/>
              <a:pathLst>
                <a:path w="10" h="9">
                  <a:moveTo>
                    <a:pt x="0" y="2"/>
                  </a:moveTo>
                  <a:cubicBezTo>
                    <a:pt x="0" y="4"/>
                    <a:pt x="2" y="7"/>
                    <a:pt x="5" y="8"/>
                  </a:cubicBezTo>
                  <a:cubicBezTo>
                    <a:pt x="8" y="9"/>
                    <a:pt x="10" y="9"/>
                    <a:pt x="10" y="7"/>
                  </a:cubicBezTo>
                  <a:cubicBezTo>
                    <a:pt x="9" y="5"/>
                    <a:pt x="7" y="3"/>
                    <a:pt x="5" y="0"/>
                  </a:cubicBezTo>
                  <a:cubicBezTo>
                    <a:pt x="3" y="1"/>
                    <a:pt x="1" y="1"/>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699" name="Freeform 2705"/>
            <p:cNvSpPr/>
            <p:nvPr/>
          </p:nvSpPr>
          <p:spPr bwMode="auto">
            <a:xfrm>
              <a:off x="1716391" y="9883553"/>
              <a:ext cx="33338" cy="19050"/>
            </a:xfrm>
            <a:custGeom>
              <a:avLst/>
              <a:gdLst>
                <a:gd name="T0" fmla="*/ 1 w 12"/>
                <a:gd name="T1" fmla="*/ 2 h 7"/>
                <a:gd name="T2" fmla="*/ 7 w 12"/>
                <a:gd name="T3" fmla="*/ 6 h 7"/>
                <a:gd name="T4" fmla="*/ 12 w 12"/>
                <a:gd name="T5" fmla="*/ 5 h 7"/>
                <a:gd name="T6" fmla="*/ 5 w 12"/>
                <a:gd name="T7" fmla="*/ 0 h 7"/>
                <a:gd name="T8" fmla="*/ 1 w 12"/>
                <a:gd name="T9" fmla="*/ 2 h 7"/>
              </a:gdLst>
              <a:ahLst/>
              <a:cxnLst>
                <a:cxn ang="0">
                  <a:pos x="T0" y="T1"/>
                </a:cxn>
                <a:cxn ang="0">
                  <a:pos x="T2" y="T3"/>
                </a:cxn>
                <a:cxn ang="0">
                  <a:pos x="T4" y="T5"/>
                </a:cxn>
                <a:cxn ang="0">
                  <a:pos x="T6" y="T7"/>
                </a:cxn>
                <a:cxn ang="0">
                  <a:pos x="T8" y="T9"/>
                </a:cxn>
              </a:cxnLst>
              <a:rect l="0" t="0" r="r" b="b"/>
              <a:pathLst>
                <a:path w="12" h="7">
                  <a:moveTo>
                    <a:pt x="1" y="2"/>
                  </a:moveTo>
                  <a:cubicBezTo>
                    <a:pt x="2" y="4"/>
                    <a:pt x="4" y="6"/>
                    <a:pt x="7" y="6"/>
                  </a:cubicBezTo>
                  <a:cubicBezTo>
                    <a:pt x="8" y="7"/>
                    <a:pt x="10" y="6"/>
                    <a:pt x="12" y="5"/>
                  </a:cubicBezTo>
                  <a:cubicBezTo>
                    <a:pt x="9" y="3"/>
                    <a:pt x="7" y="1"/>
                    <a:pt x="5" y="0"/>
                  </a:cubicBezTo>
                  <a:cubicBezTo>
                    <a:pt x="2" y="0"/>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00" name="Freeform 2706"/>
            <p:cNvSpPr/>
            <p:nvPr/>
          </p:nvSpPr>
          <p:spPr bwMode="auto">
            <a:xfrm>
              <a:off x="1505254" y="9842278"/>
              <a:ext cx="30163" cy="14288"/>
            </a:xfrm>
            <a:custGeom>
              <a:avLst/>
              <a:gdLst>
                <a:gd name="T0" fmla="*/ 0 w 11"/>
                <a:gd name="T1" fmla="*/ 2 h 5"/>
                <a:gd name="T2" fmla="*/ 5 w 11"/>
                <a:gd name="T3" fmla="*/ 5 h 5"/>
                <a:gd name="T4" fmla="*/ 11 w 11"/>
                <a:gd name="T5" fmla="*/ 3 h 5"/>
                <a:gd name="T6" fmla="*/ 4 w 11"/>
                <a:gd name="T7" fmla="*/ 0 h 5"/>
                <a:gd name="T8" fmla="*/ 0 w 11"/>
                <a:gd name="T9" fmla="*/ 2 h 5"/>
              </a:gdLst>
              <a:ahLst/>
              <a:cxnLst>
                <a:cxn ang="0">
                  <a:pos x="T0" y="T1"/>
                </a:cxn>
                <a:cxn ang="0">
                  <a:pos x="T2" y="T3"/>
                </a:cxn>
                <a:cxn ang="0">
                  <a:pos x="T4" y="T5"/>
                </a:cxn>
                <a:cxn ang="0">
                  <a:pos x="T6" y="T7"/>
                </a:cxn>
                <a:cxn ang="0">
                  <a:pos x="T8" y="T9"/>
                </a:cxn>
              </a:cxnLst>
              <a:rect l="0" t="0" r="r" b="b"/>
              <a:pathLst>
                <a:path w="11" h="5">
                  <a:moveTo>
                    <a:pt x="0" y="2"/>
                  </a:moveTo>
                  <a:cubicBezTo>
                    <a:pt x="0" y="3"/>
                    <a:pt x="3" y="5"/>
                    <a:pt x="5" y="5"/>
                  </a:cubicBezTo>
                  <a:cubicBezTo>
                    <a:pt x="7" y="5"/>
                    <a:pt x="9" y="4"/>
                    <a:pt x="11" y="3"/>
                  </a:cubicBezTo>
                  <a:cubicBezTo>
                    <a:pt x="8" y="2"/>
                    <a:pt x="6" y="0"/>
                    <a:pt x="4" y="0"/>
                  </a:cubicBezTo>
                  <a:cubicBezTo>
                    <a:pt x="2" y="0"/>
                    <a:pt x="0" y="0"/>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01" name="Freeform 2707"/>
            <p:cNvSpPr/>
            <p:nvPr/>
          </p:nvSpPr>
          <p:spPr bwMode="auto">
            <a:xfrm>
              <a:off x="1290941" y="9837515"/>
              <a:ext cx="26988" cy="12700"/>
            </a:xfrm>
            <a:custGeom>
              <a:avLst/>
              <a:gdLst>
                <a:gd name="T0" fmla="*/ 1 w 10"/>
                <a:gd name="T1" fmla="*/ 2 h 5"/>
                <a:gd name="T2" fmla="*/ 6 w 10"/>
                <a:gd name="T3" fmla="*/ 5 h 5"/>
                <a:gd name="T4" fmla="*/ 10 w 10"/>
                <a:gd name="T5" fmla="*/ 2 h 5"/>
                <a:gd name="T6" fmla="*/ 5 w 10"/>
                <a:gd name="T7" fmla="*/ 0 h 5"/>
                <a:gd name="T8" fmla="*/ 1 w 10"/>
                <a:gd name="T9" fmla="*/ 2 h 5"/>
              </a:gdLst>
              <a:ahLst/>
              <a:cxnLst>
                <a:cxn ang="0">
                  <a:pos x="T0" y="T1"/>
                </a:cxn>
                <a:cxn ang="0">
                  <a:pos x="T2" y="T3"/>
                </a:cxn>
                <a:cxn ang="0">
                  <a:pos x="T4" y="T5"/>
                </a:cxn>
                <a:cxn ang="0">
                  <a:pos x="T6" y="T7"/>
                </a:cxn>
                <a:cxn ang="0">
                  <a:pos x="T8" y="T9"/>
                </a:cxn>
              </a:cxnLst>
              <a:rect l="0" t="0" r="r" b="b"/>
              <a:pathLst>
                <a:path w="10" h="5">
                  <a:moveTo>
                    <a:pt x="1" y="2"/>
                  </a:moveTo>
                  <a:cubicBezTo>
                    <a:pt x="1" y="3"/>
                    <a:pt x="4" y="4"/>
                    <a:pt x="6" y="5"/>
                  </a:cubicBezTo>
                  <a:cubicBezTo>
                    <a:pt x="8" y="4"/>
                    <a:pt x="10" y="3"/>
                    <a:pt x="10" y="2"/>
                  </a:cubicBezTo>
                  <a:cubicBezTo>
                    <a:pt x="10" y="1"/>
                    <a:pt x="8" y="0"/>
                    <a:pt x="5" y="0"/>
                  </a:cubicBezTo>
                  <a:cubicBezTo>
                    <a:pt x="2" y="0"/>
                    <a:pt x="0"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02" name="Freeform 2708"/>
            <p:cNvSpPr/>
            <p:nvPr/>
          </p:nvSpPr>
          <p:spPr bwMode="auto">
            <a:xfrm>
              <a:off x="1081391" y="9878790"/>
              <a:ext cx="30163" cy="12700"/>
            </a:xfrm>
            <a:custGeom>
              <a:avLst/>
              <a:gdLst>
                <a:gd name="T0" fmla="*/ 0 w 11"/>
                <a:gd name="T1" fmla="*/ 4 h 5"/>
                <a:gd name="T2" fmla="*/ 5 w 11"/>
                <a:gd name="T3" fmla="*/ 4 h 5"/>
                <a:gd name="T4" fmla="*/ 11 w 11"/>
                <a:gd name="T5" fmla="*/ 0 h 5"/>
                <a:gd name="T6" fmla="*/ 5 w 11"/>
                <a:gd name="T7" fmla="*/ 0 h 5"/>
                <a:gd name="T8" fmla="*/ 0 w 11"/>
                <a:gd name="T9" fmla="*/ 4 h 5"/>
              </a:gdLst>
              <a:ahLst/>
              <a:cxnLst>
                <a:cxn ang="0">
                  <a:pos x="T0" y="T1"/>
                </a:cxn>
                <a:cxn ang="0">
                  <a:pos x="T2" y="T3"/>
                </a:cxn>
                <a:cxn ang="0">
                  <a:pos x="T4" y="T5"/>
                </a:cxn>
                <a:cxn ang="0">
                  <a:pos x="T6" y="T7"/>
                </a:cxn>
                <a:cxn ang="0">
                  <a:pos x="T8" y="T9"/>
                </a:cxn>
              </a:cxnLst>
              <a:rect l="0" t="0" r="r" b="b"/>
              <a:pathLst>
                <a:path w="11" h="5">
                  <a:moveTo>
                    <a:pt x="0" y="4"/>
                  </a:moveTo>
                  <a:cubicBezTo>
                    <a:pt x="0" y="5"/>
                    <a:pt x="2" y="5"/>
                    <a:pt x="5" y="4"/>
                  </a:cubicBezTo>
                  <a:cubicBezTo>
                    <a:pt x="7" y="3"/>
                    <a:pt x="8" y="2"/>
                    <a:pt x="11" y="0"/>
                  </a:cubicBezTo>
                  <a:cubicBezTo>
                    <a:pt x="8" y="0"/>
                    <a:pt x="7" y="0"/>
                    <a:pt x="5" y="0"/>
                  </a:cubicBezTo>
                  <a:cubicBezTo>
                    <a:pt x="2" y="1"/>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03" name="Freeform 2709"/>
            <p:cNvSpPr/>
            <p:nvPr/>
          </p:nvSpPr>
          <p:spPr bwMode="auto">
            <a:xfrm>
              <a:off x="873429" y="9972453"/>
              <a:ext cx="31750" cy="22225"/>
            </a:xfrm>
            <a:custGeom>
              <a:avLst/>
              <a:gdLst>
                <a:gd name="T0" fmla="*/ 1 w 12"/>
                <a:gd name="T1" fmla="*/ 7 h 8"/>
                <a:gd name="T2" fmla="*/ 6 w 12"/>
                <a:gd name="T3" fmla="*/ 5 h 8"/>
                <a:gd name="T4" fmla="*/ 12 w 12"/>
                <a:gd name="T5" fmla="*/ 0 h 8"/>
                <a:gd name="T6" fmla="*/ 4 w 12"/>
                <a:gd name="T7" fmla="*/ 3 h 8"/>
                <a:gd name="T8" fmla="*/ 1 w 12"/>
                <a:gd name="T9" fmla="*/ 7 h 8"/>
              </a:gdLst>
              <a:ahLst/>
              <a:cxnLst>
                <a:cxn ang="0">
                  <a:pos x="T0" y="T1"/>
                </a:cxn>
                <a:cxn ang="0">
                  <a:pos x="T2" y="T3"/>
                </a:cxn>
                <a:cxn ang="0">
                  <a:pos x="T4" y="T5"/>
                </a:cxn>
                <a:cxn ang="0">
                  <a:pos x="T6" y="T7"/>
                </a:cxn>
                <a:cxn ang="0">
                  <a:pos x="T8" y="T9"/>
                </a:cxn>
              </a:cxnLst>
              <a:rect l="0" t="0" r="r" b="b"/>
              <a:pathLst>
                <a:path w="12" h="8">
                  <a:moveTo>
                    <a:pt x="1" y="7"/>
                  </a:moveTo>
                  <a:cubicBezTo>
                    <a:pt x="1" y="8"/>
                    <a:pt x="4" y="7"/>
                    <a:pt x="6" y="5"/>
                  </a:cubicBezTo>
                  <a:cubicBezTo>
                    <a:pt x="8" y="4"/>
                    <a:pt x="9" y="2"/>
                    <a:pt x="12" y="0"/>
                  </a:cubicBezTo>
                  <a:cubicBezTo>
                    <a:pt x="8" y="1"/>
                    <a:pt x="6" y="1"/>
                    <a:pt x="4" y="3"/>
                  </a:cubicBezTo>
                  <a:cubicBezTo>
                    <a:pt x="2" y="4"/>
                    <a:pt x="0" y="6"/>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04" name="Freeform 2710"/>
            <p:cNvSpPr/>
            <p:nvPr/>
          </p:nvSpPr>
          <p:spPr bwMode="auto">
            <a:xfrm>
              <a:off x="668641" y="10150253"/>
              <a:ext cx="30163" cy="34925"/>
            </a:xfrm>
            <a:custGeom>
              <a:avLst/>
              <a:gdLst>
                <a:gd name="T0" fmla="*/ 1 w 11"/>
                <a:gd name="T1" fmla="*/ 12 h 13"/>
                <a:gd name="T2" fmla="*/ 6 w 11"/>
                <a:gd name="T3" fmla="*/ 8 h 13"/>
                <a:gd name="T4" fmla="*/ 11 w 11"/>
                <a:gd name="T5" fmla="*/ 0 h 13"/>
                <a:gd name="T6" fmla="*/ 4 w 11"/>
                <a:gd name="T7" fmla="*/ 6 h 13"/>
                <a:gd name="T8" fmla="*/ 1 w 11"/>
                <a:gd name="T9" fmla="*/ 12 h 13"/>
              </a:gdLst>
              <a:ahLst/>
              <a:cxnLst>
                <a:cxn ang="0">
                  <a:pos x="T0" y="T1"/>
                </a:cxn>
                <a:cxn ang="0">
                  <a:pos x="T2" y="T3"/>
                </a:cxn>
                <a:cxn ang="0">
                  <a:pos x="T4" y="T5"/>
                </a:cxn>
                <a:cxn ang="0">
                  <a:pos x="T6" y="T7"/>
                </a:cxn>
                <a:cxn ang="0">
                  <a:pos x="T8" y="T9"/>
                </a:cxn>
              </a:cxnLst>
              <a:rect l="0" t="0" r="r" b="b"/>
              <a:pathLst>
                <a:path w="11" h="13">
                  <a:moveTo>
                    <a:pt x="1" y="12"/>
                  </a:moveTo>
                  <a:cubicBezTo>
                    <a:pt x="1" y="13"/>
                    <a:pt x="3" y="11"/>
                    <a:pt x="6" y="8"/>
                  </a:cubicBezTo>
                  <a:cubicBezTo>
                    <a:pt x="8" y="6"/>
                    <a:pt x="9" y="4"/>
                    <a:pt x="11" y="0"/>
                  </a:cubicBezTo>
                  <a:cubicBezTo>
                    <a:pt x="8" y="3"/>
                    <a:pt x="6" y="4"/>
                    <a:pt x="4" y="6"/>
                  </a:cubicBezTo>
                  <a:cubicBezTo>
                    <a:pt x="2" y="9"/>
                    <a:pt x="0" y="12"/>
                    <a:pt x="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05" name="Freeform 2711"/>
            <p:cNvSpPr/>
            <p:nvPr/>
          </p:nvSpPr>
          <p:spPr bwMode="auto">
            <a:xfrm>
              <a:off x="468616" y="10404253"/>
              <a:ext cx="23813" cy="38100"/>
            </a:xfrm>
            <a:custGeom>
              <a:avLst/>
              <a:gdLst>
                <a:gd name="T0" fmla="*/ 4 w 9"/>
                <a:gd name="T1" fmla="*/ 9 h 14"/>
                <a:gd name="T2" fmla="*/ 9 w 9"/>
                <a:gd name="T3" fmla="*/ 1 h 14"/>
                <a:gd name="T4" fmla="*/ 5 w 9"/>
                <a:gd name="T5" fmla="*/ 2 h 14"/>
                <a:gd name="T6" fmla="*/ 0 w 9"/>
                <a:gd name="T7" fmla="*/ 12 h 14"/>
                <a:gd name="T8" fmla="*/ 4 w 9"/>
                <a:gd name="T9" fmla="*/ 9 h 14"/>
              </a:gdLst>
              <a:ahLst/>
              <a:cxnLst>
                <a:cxn ang="0">
                  <a:pos x="T0" y="T1"/>
                </a:cxn>
                <a:cxn ang="0">
                  <a:pos x="T2" y="T3"/>
                </a:cxn>
                <a:cxn ang="0">
                  <a:pos x="T4" y="T5"/>
                </a:cxn>
                <a:cxn ang="0">
                  <a:pos x="T6" y="T7"/>
                </a:cxn>
                <a:cxn ang="0">
                  <a:pos x="T8" y="T9"/>
                </a:cxn>
              </a:cxnLst>
              <a:rect l="0" t="0" r="r" b="b"/>
              <a:pathLst>
                <a:path w="9" h="14">
                  <a:moveTo>
                    <a:pt x="4" y="9"/>
                  </a:moveTo>
                  <a:cubicBezTo>
                    <a:pt x="7" y="5"/>
                    <a:pt x="9" y="2"/>
                    <a:pt x="9" y="1"/>
                  </a:cubicBezTo>
                  <a:cubicBezTo>
                    <a:pt x="9" y="0"/>
                    <a:pt x="7" y="1"/>
                    <a:pt x="5" y="2"/>
                  </a:cubicBezTo>
                  <a:cubicBezTo>
                    <a:pt x="3" y="7"/>
                    <a:pt x="0" y="10"/>
                    <a:pt x="0" y="12"/>
                  </a:cubicBezTo>
                  <a:cubicBezTo>
                    <a:pt x="0" y="14"/>
                    <a:pt x="2" y="12"/>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06" name="Freeform 2712"/>
            <p:cNvSpPr/>
            <p:nvPr/>
          </p:nvSpPr>
          <p:spPr bwMode="auto">
            <a:xfrm>
              <a:off x="267004" y="10686828"/>
              <a:ext cx="25400" cy="38100"/>
            </a:xfrm>
            <a:custGeom>
              <a:avLst/>
              <a:gdLst>
                <a:gd name="T0" fmla="*/ 5 w 9"/>
                <a:gd name="T1" fmla="*/ 8 h 14"/>
                <a:gd name="T2" fmla="*/ 9 w 9"/>
                <a:gd name="T3" fmla="*/ 0 h 14"/>
                <a:gd name="T4" fmla="*/ 4 w 9"/>
                <a:gd name="T5" fmla="*/ 3 h 14"/>
                <a:gd name="T6" fmla="*/ 0 w 9"/>
                <a:gd name="T7" fmla="*/ 12 h 14"/>
                <a:gd name="T8" fmla="*/ 5 w 9"/>
                <a:gd name="T9" fmla="*/ 8 h 14"/>
              </a:gdLst>
              <a:ahLst/>
              <a:cxnLst>
                <a:cxn ang="0">
                  <a:pos x="T0" y="T1"/>
                </a:cxn>
                <a:cxn ang="0">
                  <a:pos x="T2" y="T3"/>
                </a:cxn>
                <a:cxn ang="0">
                  <a:pos x="T4" y="T5"/>
                </a:cxn>
                <a:cxn ang="0">
                  <a:pos x="T6" y="T7"/>
                </a:cxn>
                <a:cxn ang="0">
                  <a:pos x="T8" y="T9"/>
                </a:cxn>
              </a:cxnLst>
              <a:rect l="0" t="0" r="r" b="b"/>
              <a:pathLst>
                <a:path w="9" h="14">
                  <a:moveTo>
                    <a:pt x="5" y="8"/>
                  </a:moveTo>
                  <a:cubicBezTo>
                    <a:pt x="7" y="6"/>
                    <a:pt x="9" y="0"/>
                    <a:pt x="9" y="0"/>
                  </a:cubicBezTo>
                  <a:cubicBezTo>
                    <a:pt x="8" y="0"/>
                    <a:pt x="6" y="1"/>
                    <a:pt x="4" y="3"/>
                  </a:cubicBezTo>
                  <a:cubicBezTo>
                    <a:pt x="2" y="7"/>
                    <a:pt x="0" y="10"/>
                    <a:pt x="0" y="12"/>
                  </a:cubicBezTo>
                  <a:cubicBezTo>
                    <a:pt x="0" y="14"/>
                    <a:pt x="2" y="12"/>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07" name="Freeform 2713"/>
            <p:cNvSpPr/>
            <p:nvPr/>
          </p:nvSpPr>
          <p:spPr bwMode="auto">
            <a:xfrm>
              <a:off x="63804" y="10958290"/>
              <a:ext cx="30163" cy="41275"/>
            </a:xfrm>
            <a:custGeom>
              <a:avLst/>
              <a:gdLst>
                <a:gd name="T0" fmla="*/ 5 w 11"/>
                <a:gd name="T1" fmla="*/ 11 h 15"/>
                <a:gd name="T2" fmla="*/ 11 w 11"/>
                <a:gd name="T3" fmla="*/ 0 h 15"/>
                <a:gd name="T4" fmla="*/ 5 w 11"/>
                <a:gd name="T5" fmla="*/ 4 h 15"/>
                <a:gd name="T6" fmla="*/ 0 w 11"/>
                <a:gd name="T7" fmla="*/ 13 h 15"/>
                <a:gd name="T8" fmla="*/ 5 w 11"/>
                <a:gd name="T9" fmla="*/ 11 h 15"/>
              </a:gdLst>
              <a:ahLst/>
              <a:cxnLst>
                <a:cxn ang="0">
                  <a:pos x="T0" y="T1"/>
                </a:cxn>
                <a:cxn ang="0">
                  <a:pos x="T2" y="T3"/>
                </a:cxn>
                <a:cxn ang="0">
                  <a:pos x="T4" y="T5"/>
                </a:cxn>
                <a:cxn ang="0">
                  <a:pos x="T6" y="T7"/>
                </a:cxn>
                <a:cxn ang="0">
                  <a:pos x="T8" y="T9"/>
                </a:cxn>
              </a:cxnLst>
              <a:rect l="0" t="0" r="r" b="b"/>
              <a:pathLst>
                <a:path w="11" h="15">
                  <a:moveTo>
                    <a:pt x="5" y="11"/>
                  </a:moveTo>
                  <a:cubicBezTo>
                    <a:pt x="7" y="9"/>
                    <a:pt x="8" y="5"/>
                    <a:pt x="11" y="0"/>
                  </a:cubicBezTo>
                  <a:cubicBezTo>
                    <a:pt x="8" y="2"/>
                    <a:pt x="7" y="2"/>
                    <a:pt x="5" y="4"/>
                  </a:cubicBezTo>
                  <a:cubicBezTo>
                    <a:pt x="2" y="7"/>
                    <a:pt x="0" y="11"/>
                    <a:pt x="0" y="13"/>
                  </a:cubicBezTo>
                  <a:cubicBezTo>
                    <a:pt x="0" y="15"/>
                    <a:pt x="2" y="15"/>
                    <a:pt x="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08" name="Freeform 2714"/>
            <p:cNvSpPr/>
            <p:nvPr/>
          </p:nvSpPr>
          <p:spPr bwMode="auto">
            <a:xfrm>
              <a:off x="-139397" y="11198003"/>
              <a:ext cx="30163" cy="34925"/>
            </a:xfrm>
            <a:custGeom>
              <a:avLst/>
              <a:gdLst>
                <a:gd name="T0" fmla="*/ 5 w 11"/>
                <a:gd name="T1" fmla="*/ 10 h 13"/>
                <a:gd name="T2" fmla="*/ 11 w 11"/>
                <a:gd name="T3" fmla="*/ 0 h 13"/>
                <a:gd name="T4" fmla="*/ 4 w 11"/>
                <a:gd name="T5" fmla="*/ 3 h 13"/>
                <a:gd name="T6" fmla="*/ 0 w 11"/>
                <a:gd name="T7" fmla="*/ 11 h 13"/>
                <a:gd name="T8" fmla="*/ 5 w 11"/>
                <a:gd name="T9" fmla="*/ 10 h 13"/>
              </a:gdLst>
              <a:ahLst/>
              <a:cxnLst>
                <a:cxn ang="0">
                  <a:pos x="T0" y="T1"/>
                </a:cxn>
                <a:cxn ang="0">
                  <a:pos x="T2" y="T3"/>
                </a:cxn>
                <a:cxn ang="0">
                  <a:pos x="T4" y="T5"/>
                </a:cxn>
                <a:cxn ang="0">
                  <a:pos x="T6" y="T7"/>
                </a:cxn>
                <a:cxn ang="0">
                  <a:pos x="T8" y="T9"/>
                </a:cxn>
              </a:cxnLst>
              <a:rect l="0" t="0" r="r" b="b"/>
              <a:pathLst>
                <a:path w="11" h="13">
                  <a:moveTo>
                    <a:pt x="5" y="10"/>
                  </a:moveTo>
                  <a:cubicBezTo>
                    <a:pt x="7" y="8"/>
                    <a:pt x="8" y="4"/>
                    <a:pt x="11" y="0"/>
                  </a:cubicBezTo>
                  <a:cubicBezTo>
                    <a:pt x="8" y="1"/>
                    <a:pt x="6" y="1"/>
                    <a:pt x="4" y="3"/>
                  </a:cubicBezTo>
                  <a:cubicBezTo>
                    <a:pt x="2" y="5"/>
                    <a:pt x="0" y="9"/>
                    <a:pt x="0" y="11"/>
                  </a:cubicBezTo>
                  <a:cubicBezTo>
                    <a:pt x="0" y="13"/>
                    <a:pt x="3" y="12"/>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09" name="Freeform 2715"/>
            <p:cNvSpPr/>
            <p:nvPr/>
          </p:nvSpPr>
          <p:spPr bwMode="auto">
            <a:xfrm>
              <a:off x="-348947" y="11359928"/>
              <a:ext cx="33338" cy="25400"/>
            </a:xfrm>
            <a:custGeom>
              <a:avLst/>
              <a:gdLst>
                <a:gd name="T0" fmla="*/ 5 w 12"/>
                <a:gd name="T1" fmla="*/ 1 h 9"/>
                <a:gd name="T2" fmla="*/ 0 w 12"/>
                <a:gd name="T3" fmla="*/ 6 h 9"/>
                <a:gd name="T4" fmla="*/ 5 w 12"/>
                <a:gd name="T5" fmla="*/ 8 h 9"/>
                <a:gd name="T6" fmla="*/ 12 w 12"/>
                <a:gd name="T7" fmla="*/ 2 h 9"/>
                <a:gd name="T8" fmla="*/ 5 w 12"/>
                <a:gd name="T9" fmla="*/ 1 h 9"/>
              </a:gdLst>
              <a:ahLst/>
              <a:cxnLst>
                <a:cxn ang="0">
                  <a:pos x="T0" y="T1"/>
                </a:cxn>
                <a:cxn ang="0">
                  <a:pos x="T2" y="T3"/>
                </a:cxn>
                <a:cxn ang="0">
                  <a:pos x="T4" y="T5"/>
                </a:cxn>
                <a:cxn ang="0">
                  <a:pos x="T6" y="T7"/>
                </a:cxn>
                <a:cxn ang="0">
                  <a:pos x="T8" y="T9"/>
                </a:cxn>
              </a:cxnLst>
              <a:rect l="0" t="0" r="r" b="b"/>
              <a:pathLst>
                <a:path w="12" h="9">
                  <a:moveTo>
                    <a:pt x="5" y="1"/>
                  </a:moveTo>
                  <a:cubicBezTo>
                    <a:pt x="2" y="1"/>
                    <a:pt x="1" y="4"/>
                    <a:pt x="0" y="6"/>
                  </a:cubicBezTo>
                  <a:cubicBezTo>
                    <a:pt x="0" y="9"/>
                    <a:pt x="2" y="9"/>
                    <a:pt x="5" y="8"/>
                  </a:cubicBezTo>
                  <a:cubicBezTo>
                    <a:pt x="7" y="7"/>
                    <a:pt x="9" y="5"/>
                    <a:pt x="12" y="2"/>
                  </a:cubicBezTo>
                  <a:cubicBezTo>
                    <a:pt x="9" y="1"/>
                    <a:pt x="7" y="0"/>
                    <a:pt x="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10" name="Freeform 2716"/>
            <p:cNvSpPr/>
            <p:nvPr/>
          </p:nvSpPr>
          <p:spPr bwMode="auto">
            <a:xfrm>
              <a:off x="11533491" y="7789640"/>
              <a:ext cx="34925" cy="55563"/>
            </a:xfrm>
            <a:custGeom>
              <a:avLst/>
              <a:gdLst>
                <a:gd name="T0" fmla="*/ 7 w 13"/>
                <a:gd name="T1" fmla="*/ 1 h 20"/>
                <a:gd name="T2" fmla="*/ 1 w 13"/>
                <a:gd name="T3" fmla="*/ 13 h 20"/>
                <a:gd name="T4" fmla="*/ 5 w 13"/>
                <a:gd name="T5" fmla="*/ 17 h 20"/>
                <a:gd name="T6" fmla="*/ 13 w 13"/>
                <a:gd name="T7" fmla="*/ 3 h 20"/>
                <a:gd name="T8" fmla="*/ 7 w 13"/>
                <a:gd name="T9" fmla="*/ 1 h 20"/>
              </a:gdLst>
              <a:ahLst/>
              <a:cxnLst>
                <a:cxn ang="0">
                  <a:pos x="T0" y="T1"/>
                </a:cxn>
                <a:cxn ang="0">
                  <a:pos x="T2" y="T3"/>
                </a:cxn>
                <a:cxn ang="0">
                  <a:pos x="T4" y="T5"/>
                </a:cxn>
                <a:cxn ang="0">
                  <a:pos x="T6" y="T7"/>
                </a:cxn>
                <a:cxn ang="0">
                  <a:pos x="T8" y="T9"/>
                </a:cxn>
              </a:cxnLst>
              <a:rect l="0" t="0" r="r" b="b"/>
              <a:pathLst>
                <a:path w="13" h="20">
                  <a:moveTo>
                    <a:pt x="7" y="1"/>
                  </a:moveTo>
                  <a:cubicBezTo>
                    <a:pt x="4" y="3"/>
                    <a:pt x="2" y="8"/>
                    <a:pt x="1" y="13"/>
                  </a:cubicBezTo>
                  <a:cubicBezTo>
                    <a:pt x="0" y="18"/>
                    <a:pt x="2" y="20"/>
                    <a:pt x="5" y="17"/>
                  </a:cubicBezTo>
                  <a:cubicBezTo>
                    <a:pt x="7" y="15"/>
                    <a:pt x="9" y="10"/>
                    <a:pt x="13" y="3"/>
                  </a:cubicBezTo>
                  <a:cubicBezTo>
                    <a:pt x="10" y="2"/>
                    <a:pt x="9"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11" name="Freeform 2717"/>
            <p:cNvSpPr/>
            <p:nvPr/>
          </p:nvSpPr>
          <p:spPr bwMode="auto">
            <a:xfrm>
              <a:off x="11308066" y="8007128"/>
              <a:ext cx="33338" cy="46038"/>
            </a:xfrm>
            <a:custGeom>
              <a:avLst/>
              <a:gdLst>
                <a:gd name="T0" fmla="*/ 6 w 12"/>
                <a:gd name="T1" fmla="*/ 1 h 17"/>
                <a:gd name="T2" fmla="*/ 0 w 12"/>
                <a:gd name="T3" fmla="*/ 12 h 17"/>
                <a:gd name="T4" fmla="*/ 5 w 12"/>
                <a:gd name="T5" fmla="*/ 14 h 17"/>
                <a:gd name="T6" fmla="*/ 12 w 12"/>
                <a:gd name="T7" fmla="*/ 3 h 17"/>
                <a:gd name="T8" fmla="*/ 6 w 12"/>
                <a:gd name="T9" fmla="*/ 1 h 17"/>
              </a:gdLst>
              <a:ahLst/>
              <a:cxnLst>
                <a:cxn ang="0">
                  <a:pos x="T0" y="T1"/>
                </a:cxn>
                <a:cxn ang="0">
                  <a:pos x="T2" y="T3"/>
                </a:cxn>
                <a:cxn ang="0">
                  <a:pos x="T4" y="T5"/>
                </a:cxn>
                <a:cxn ang="0">
                  <a:pos x="T6" y="T7"/>
                </a:cxn>
                <a:cxn ang="0">
                  <a:pos x="T8" y="T9"/>
                </a:cxn>
              </a:cxnLst>
              <a:rect l="0" t="0" r="r" b="b"/>
              <a:pathLst>
                <a:path w="12" h="17">
                  <a:moveTo>
                    <a:pt x="6" y="1"/>
                  </a:moveTo>
                  <a:cubicBezTo>
                    <a:pt x="3" y="3"/>
                    <a:pt x="1" y="8"/>
                    <a:pt x="0" y="12"/>
                  </a:cubicBezTo>
                  <a:cubicBezTo>
                    <a:pt x="0" y="16"/>
                    <a:pt x="2" y="17"/>
                    <a:pt x="5" y="14"/>
                  </a:cubicBezTo>
                  <a:cubicBezTo>
                    <a:pt x="7" y="13"/>
                    <a:pt x="9" y="8"/>
                    <a:pt x="12" y="3"/>
                  </a:cubicBezTo>
                  <a:cubicBezTo>
                    <a:pt x="9" y="2"/>
                    <a:pt x="8" y="0"/>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12" name="Freeform 2718"/>
            <p:cNvSpPr/>
            <p:nvPr/>
          </p:nvSpPr>
          <p:spPr bwMode="auto">
            <a:xfrm>
              <a:off x="11090579" y="8186515"/>
              <a:ext cx="30163" cy="34925"/>
            </a:xfrm>
            <a:custGeom>
              <a:avLst/>
              <a:gdLst>
                <a:gd name="T0" fmla="*/ 0 w 11"/>
                <a:gd name="T1" fmla="*/ 8 h 13"/>
                <a:gd name="T2" fmla="*/ 4 w 11"/>
                <a:gd name="T3" fmla="*/ 11 h 13"/>
                <a:gd name="T4" fmla="*/ 11 w 11"/>
                <a:gd name="T5" fmla="*/ 3 h 13"/>
                <a:gd name="T6" fmla="*/ 5 w 11"/>
                <a:gd name="T7" fmla="*/ 0 h 13"/>
                <a:gd name="T8" fmla="*/ 0 w 11"/>
                <a:gd name="T9" fmla="*/ 8 h 13"/>
              </a:gdLst>
              <a:ahLst/>
              <a:cxnLst>
                <a:cxn ang="0">
                  <a:pos x="T0" y="T1"/>
                </a:cxn>
                <a:cxn ang="0">
                  <a:pos x="T2" y="T3"/>
                </a:cxn>
                <a:cxn ang="0">
                  <a:pos x="T4" y="T5"/>
                </a:cxn>
                <a:cxn ang="0">
                  <a:pos x="T6" y="T7"/>
                </a:cxn>
                <a:cxn ang="0">
                  <a:pos x="T8" y="T9"/>
                </a:cxn>
              </a:cxnLst>
              <a:rect l="0" t="0" r="r" b="b"/>
              <a:pathLst>
                <a:path w="11" h="13">
                  <a:moveTo>
                    <a:pt x="0" y="8"/>
                  </a:moveTo>
                  <a:cubicBezTo>
                    <a:pt x="0" y="11"/>
                    <a:pt x="2" y="13"/>
                    <a:pt x="4" y="11"/>
                  </a:cubicBezTo>
                  <a:cubicBezTo>
                    <a:pt x="6" y="10"/>
                    <a:pt x="8" y="7"/>
                    <a:pt x="11" y="3"/>
                  </a:cubicBezTo>
                  <a:cubicBezTo>
                    <a:pt x="9" y="1"/>
                    <a:pt x="7" y="0"/>
                    <a:pt x="5" y="0"/>
                  </a:cubicBezTo>
                  <a:cubicBezTo>
                    <a:pt x="2" y="1"/>
                    <a:pt x="0" y="5"/>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13" name="Freeform 2719"/>
            <p:cNvSpPr/>
            <p:nvPr/>
          </p:nvSpPr>
          <p:spPr bwMode="auto">
            <a:xfrm>
              <a:off x="10879441" y="8292878"/>
              <a:ext cx="30163" cy="31750"/>
            </a:xfrm>
            <a:custGeom>
              <a:avLst/>
              <a:gdLst>
                <a:gd name="T0" fmla="*/ 0 w 11"/>
                <a:gd name="T1" fmla="*/ 9 h 12"/>
                <a:gd name="T2" fmla="*/ 6 w 11"/>
                <a:gd name="T3" fmla="*/ 10 h 12"/>
                <a:gd name="T4" fmla="*/ 11 w 11"/>
                <a:gd name="T5" fmla="*/ 2 h 12"/>
                <a:gd name="T6" fmla="*/ 4 w 11"/>
                <a:gd name="T7" fmla="*/ 1 h 12"/>
                <a:gd name="T8" fmla="*/ 0 w 11"/>
                <a:gd name="T9" fmla="*/ 9 h 12"/>
              </a:gdLst>
              <a:ahLst/>
              <a:cxnLst>
                <a:cxn ang="0">
                  <a:pos x="T0" y="T1"/>
                </a:cxn>
                <a:cxn ang="0">
                  <a:pos x="T2" y="T3"/>
                </a:cxn>
                <a:cxn ang="0">
                  <a:pos x="T4" y="T5"/>
                </a:cxn>
                <a:cxn ang="0">
                  <a:pos x="T6" y="T7"/>
                </a:cxn>
                <a:cxn ang="0">
                  <a:pos x="T8" y="T9"/>
                </a:cxn>
              </a:cxnLst>
              <a:rect l="0" t="0" r="r" b="b"/>
              <a:pathLst>
                <a:path w="11" h="12">
                  <a:moveTo>
                    <a:pt x="0" y="9"/>
                  </a:moveTo>
                  <a:cubicBezTo>
                    <a:pt x="1" y="11"/>
                    <a:pt x="3" y="12"/>
                    <a:pt x="6" y="10"/>
                  </a:cubicBezTo>
                  <a:cubicBezTo>
                    <a:pt x="8" y="9"/>
                    <a:pt x="9" y="6"/>
                    <a:pt x="11" y="2"/>
                  </a:cubicBezTo>
                  <a:cubicBezTo>
                    <a:pt x="8" y="2"/>
                    <a:pt x="6" y="0"/>
                    <a:pt x="4" y="1"/>
                  </a:cubicBezTo>
                  <a:cubicBezTo>
                    <a:pt x="1" y="3"/>
                    <a:pt x="0" y="6"/>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14" name="Freeform 2720"/>
            <p:cNvSpPr/>
            <p:nvPr/>
          </p:nvSpPr>
          <p:spPr bwMode="auto">
            <a:xfrm>
              <a:off x="10669891" y="8396065"/>
              <a:ext cx="30163" cy="30163"/>
            </a:xfrm>
            <a:custGeom>
              <a:avLst/>
              <a:gdLst>
                <a:gd name="T0" fmla="*/ 0 w 11"/>
                <a:gd name="T1" fmla="*/ 8 h 11"/>
                <a:gd name="T2" fmla="*/ 5 w 11"/>
                <a:gd name="T3" fmla="*/ 10 h 11"/>
                <a:gd name="T4" fmla="*/ 11 w 11"/>
                <a:gd name="T5" fmla="*/ 2 h 11"/>
                <a:gd name="T6" fmla="*/ 4 w 11"/>
                <a:gd name="T7" fmla="*/ 1 h 11"/>
                <a:gd name="T8" fmla="*/ 0 w 11"/>
                <a:gd name="T9" fmla="*/ 8 h 11"/>
              </a:gdLst>
              <a:ahLst/>
              <a:cxnLst>
                <a:cxn ang="0">
                  <a:pos x="T0" y="T1"/>
                </a:cxn>
                <a:cxn ang="0">
                  <a:pos x="T2" y="T3"/>
                </a:cxn>
                <a:cxn ang="0">
                  <a:pos x="T4" y="T5"/>
                </a:cxn>
                <a:cxn ang="0">
                  <a:pos x="T6" y="T7"/>
                </a:cxn>
                <a:cxn ang="0">
                  <a:pos x="T8" y="T9"/>
                </a:cxn>
              </a:cxnLst>
              <a:rect l="0" t="0" r="r" b="b"/>
              <a:pathLst>
                <a:path w="11" h="11">
                  <a:moveTo>
                    <a:pt x="0" y="8"/>
                  </a:moveTo>
                  <a:cubicBezTo>
                    <a:pt x="0" y="11"/>
                    <a:pt x="3" y="11"/>
                    <a:pt x="5" y="10"/>
                  </a:cubicBezTo>
                  <a:cubicBezTo>
                    <a:pt x="7" y="9"/>
                    <a:pt x="8" y="6"/>
                    <a:pt x="11" y="2"/>
                  </a:cubicBezTo>
                  <a:cubicBezTo>
                    <a:pt x="8" y="2"/>
                    <a:pt x="6" y="0"/>
                    <a:pt x="4" y="1"/>
                  </a:cubicBezTo>
                  <a:cubicBezTo>
                    <a:pt x="1" y="2"/>
                    <a:pt x="0" y="5"/>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15" name="Freeform 2721"/>
            <p:cNvSpPr/>
            <p:nvPr/>
          </p:nvSpPr>
          <p:spPr bwMode="auto">
            <a:xfrm>
              <a:off x="10458754" y="8502428"/>
              <a:ext cx="30163" cy="26988"/>
            </a:xfrm>
            <a:custGeom>
              <a:avLst/>
              <a:gdLst>
                <a:gd name="T0" fmla="*/ 5 w 11"/>
                <a:gd name="T1" fmla="*/ 9 h 10"/>
                <a:gd name="T2" fmla="*/ 11 w 11"/>
                <a:gd name="T3" fmla="*/ 2 h 10"/>
                <a:gd name="T4" fmla="*/ 5 w 11"/>
                <a:gd name="T5" fmla="*/ 0 h 10"/>
                <a:gd name="T6" fmla="*/ 0 w 11"/>
                <a:gd name="T7" fmla="*/ 7 h 10"/>
                <a:gd name="T8" fmla="*/ 5 w 11"/>
                <a:gd name="T9" fmla="*/ 9 h 10"/>
              </a:gdLst>
              <a:ahLst/>
              <a:cxnLst>
                <a:cxn ang="0">
                  <a:pos x="T0" y="T1"/>
                </a:cxn>
                <a:cxn ang="0">
                  <a:pos x="T2" y="T3"/>
                </a:cxn>
                <a:cxn ang="0">
                  <a:pos x="T4" y="T5"/>
                </a:cxn>
                <a:cxn ang="0">
                  <a:pos x="T6" y="T7"/>
                </a:cxn>
                <a:cxn ang="0">
                  <a:pos x="T8" y="T9"/>
                </a:cxn>
              </a:cxnLst>
              <a:rect l="0" t="0" r="r" b="b"/>
              <a:pathLst>
                <a:path w="11" h="10">
                  <a:moveTo>
                    <a:pt x="5" y="9"/>
                  </a:moveTo>
                  <a:cubicBezTo>
                    <a:pt x="7" y="8"/>
                    <a:pt x="9" y="5"/>
                    <a:pt x="11" y="2"/>
                  </a:cubicBezTo>
                  <a:cubicBezTo>
                    <a:pt x="9" y="1"/>
                    <a:pt x="7" y="0"/>
                    <a:pt x="5" y="0"/>
                  </a:cubicBezTo>
                  <a:cubicBezTo>
                    <a:pt x="2" y="1"/>
                    <a:pt x="0" y="4"/>
                    <a:pt x="0" y="7"/>
                  </a:cubicBezTo>
                  <a:cubicBezTo>
                    <a:pt x="0" y="9"/>
                    <a:pt x="3" y="10"/>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16" name="Freeform 2722"/>
            <p:cNvSpPr/>
            <p:nvPr/>
          </p:nvSpPr>
          <p:spPr bwMode="auto">
            <a:xfrm>
              <a:off x="10247616" y="8602440"/>
              <a:ext cx="26988" cy="30163"/>
            </a:xfrm>
            <a:custGeom>
              <a:avLst/>
              <a:gdLst>
                <a:gd name="T0" fmla="*/ 1 w 10"/>
                <a:gd name="T1" fmla="*/ 7 h 11"/>
                <a:gd name="T2" fmla="*/ 6 w 10"/>
                <a:gd name="T3" fmla="*/ 11 h 11"/>
                <a:gd name="T4" fmla="*/ 10 w 10"/>
                <a:gd name="T5" fmla="*/ 3 h 11"/>
                <a:gd name="T6" fmla="*/ 5 w 10"/>
                <a:gd name="T7" fmla="*/ 2 h 11"/>
                <a:gd name="T8" fmla="*/ 1 w 10"/>
                <a:gd name="T9" fmla="*/ 7 h 11"/>
              </a:gdLst>
              <a:ahLst/>
              <a:cxnLst>
                <a:cxn ang="0">
                  <a:pos x="T0" y="T1"/>
                </a:cxn>
                <a:cxn ang="0">
                  <a:pos x="T2" y="T3"/>
                </a:cxn>
                <a:cxn ang="0">
                  <a:pos x="T4" y="T5"/>
                </a:cxn>
                <a:cxn ang="0">
                  <a:pos x="T6" y="T7"/>
                </a:cxn>
                <a:cxn ang="0">
                  <a:pos x="T8" y="T9"/>
                </a:cxn>
              </a:cxnLst>
              <a:rect l="0" t="0" r="r" b="b"/>
              <a:pathLst>
                <a:path w="10" h="11">
                  <a:moveTo>
                    <a:pt x="1" y="7"/>
                  </a:moveTo>
                  <a:cubicBezTo>
                    <a:pt x="2" y="9"/>
                    <a:pt x="4" y="9"/>
                    <a:pt x="6" y="11"/>
                  </a:cubicBezTo>
                  <a:cubicBezTo>
                    <a:pt x="8" y="7"/>
                    <a:pt x="10" y="5"/>
                    <a:pt x="10" y="3"/>
                  </a:cubicBezTo>
                  <a:cubicBezTo>
                    <a:pt x="10" y="1"/>
                    <a:pt x="8" y="0"/>
                    <a:pt x="5" y="2"/>
                  </a:cubicBezTo>
                  <a:cubicBezTo>
                    <a:pt x="3" y="3"/>
                    <a:pt x="0" y="5"/>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17" name="Freeform 2723"/>
            <p:cNvSpPr/>
            <p:nvPr/>
          </p:nvSpPr>
          <p:spPr bwMode="auto">
            <a:xfrm>
              <a:off x="10038066" y="8705628"/>
              <a:ext cx="26988" cy="23813"/>
            </a:xfrm>
            <a:custGeom>
              <a:avLst/>
              <a:gdLst>
                <a:gd name="T0" fmla="*/ 5 w 10"/>
                <a:gd name="T1" fmla="*/ 8 h 9"/>
                <a:gd name="T2" fmla="*/ 10 w 10"/>
                <a:gd name="T3" fmla="*/ 3 h 9"/>
                <a:gd name="T4" fmla="*/ 5 w 10"/>
                <a:gd name="T5" fmla="*/ 0 h 9"/>
                <a:gd name="T6" fmla="*/ 1 w 10"/>
                <a:gd name="T7" fmla="*/ 7 h 9"/>
                <a:gd name="T8" fmla="*/ 5 w 10"/>
                <a:gd name="T9" fmla="*/ 8 h 9"/>
              </a:gdLst>
              <a:ahLst/>
              <a:cxnLst>
                <a:cxn ang="0">
                  <a:pos x="T0" y="T1"/>
                </a:cxn>
                <a:cxn ang="0">
                  <a:pos x="T2" y="T3"/>
                </a:cxn>
                <a:cxn ang="0">
                  <a:pos x="T4" y="T5"/>
                </a:cxn>
                <a:cxn ang="0">
                  <a:pos x="T6" y="T7"/>
                </a:cxn>
                <a:cxn ang="0">
                  <a:pos x="T8" y="T9"/>
                </a:cxn>
              </a:cxnLst>
              <a:rect l="0" t="0" r="r" b="b"/>
              <a:pathLst>
                <a:path w="10" h="9">
                  <a:moveTo>
                    <a:pt x="5" y="8"/>
                  </a:moveTo>
                  <a:cubicBezTo>
                    <a:pt x="8" y="7"/>
                    <a:pt x="10" y="4"/>
                    <a:pt x="10" y="3"/>
                  </a:cubicBezTo>
                  <a:cubicBezTo>
                    <a:pt x="9" y="2"/>
                    <a:pt x="7" y="1"/>
                    <a:pt x="5" y="0"/>
                  </a:cubicBezTo>
                  <a:cubicBezTo>
                    <a:pt x="3" y="3"/>
                    <a:pt x="1" y="5"/>
                    <a:pt x="1" y="7"/>
                  </a:cubicBezTo>
                  <a:cubicBezTo>
                    <a:pt x="0" y="9"/>
                    <a:pt x="3" y="9"/>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18" name="Freeform 2724"/>
            <p:cNvSpPr/>
            <p:nvPr/>
          </p:nvSpPr>
          <p:spPr bwMode="auto">
            <a:xfrm>
              <a:off x="9826929" y="8802465"/>
              <a:ext cx="26988" cy="25400"/>
            </a:xfrm>
            <a:custGeom>
              <a:avLst/>
              <a:gdLst>
                <a:gd name="T0" fmla="*/ 5 w 10"/>
                <a:gd name="T1" fmla="*/ 8 h 9"/>
                <a:gd name="T2" fmla="*/ 10 w 10"/>
                <a:gd name="T3" fmla="*/ 3 h 9"/>
                <a:gd name="T4" fmla="*/ 6 w 10"/>
                <a:gd name="T5" fmla="*/ 0 h 9"/>
                <a:gd name="T6" fmla="*/ 1 w 10"/>
                <a:gd name="T7" fmla="*/ 7 h 9"/>
                <a:gd name="T8" fmla="*/ 5 w 10"/>
                <a:gd name="T9" fmla="*/ 8 h 9"/>
              </a:gdLst>
              <a:ahLst/>
              <a:cxnLst>
                <a:cxn ang="0">
                  <a:pos x="T0" y="T1"/>
                </a:cxn>
                <a:cxn ang="0">
                  <a:pos x="T2" y="T3"/>
                </a:cxn>
                <a:cxn ang="0">
                  <a:pos x="T4" y="T5"/>
                </a:cxn>
                <a:cxn ang="0">
                  <a:pos x="T6" y="T7"/>
                </a:cxn>
                <a:cxn ang="0">
                  <a:pos x="T8" y="T9"/>
                </a:cxn>
              </a:cxnLst>
              <a:rect l="0" t="0" r="r" b="b"/>
              <a:pathLst>
                <a:path w="10" h="9">
                  <a:moveTo>
                    <a:pt x="5" y="8"/>
                  </a:moveTo>
                  <a:cubicBezTo>
                    <a:pt x="8" y="7"/>
                    <a:pt x="10" y="5"/>
                    <a:pt x="10" y="3"/>
                  </a:cubicBezTo>
                  <a:cubicBezTo>
                    <a:pt x="10" y="2"/>
                    <a:pt x="8" y="2"/>
                    <a:pt x="6" y="0"/>
                  </a:cubicBezTo>
                  <a:cubicBezTo>
                    <a:pt x="4" y="3"/>
                    <a:pt x="2" y="5"/>
                    <a:pt x="1" y="7"/>
                  </a:cubicBezTo>
                  <a:cubicBezTo>
                    <a:pt x="0" y="9"/>
                    <a:pt x="3" y="9"/>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19" name="Freeform 2725"/>
            <p:cNvSpPr/>
            <p:nvPr/>
          </p:nvSpPr>
          <p:spPr bwMode="auto">
            <a:xfrm>
              <a:off x="9617379" y="8904065"/>
              <a:ext cx="33338" cy="15875"/>
            </a:xfrm>
            <a:custGeom>
              <a:avLst/>
              <a:gdLst>
                <a:gd name="T0" fmla="*/ 5 w 12"/>
                <a:gd name="T1" fmla="*/ 0 h 6"/>
                <a:gd name="T2" fmla="*/ 0 w 12"/>
                <a:gd name="T3" fmla="*/ 5 h 6"/>
                <a:gd name="T4" fmla="*/ 5 w 12"/>
                <a:gd name="T5" fmla="*/ 5 h 6"/>
                <a:gd name="T6" fmla="*/ 12 w 12"/>
                <a:gd name="T7" fmla="*/ 0 h 6"/>
                <a:gd name="T8" fmla="*/ 5 w 12"/>
                <a:gd name="T9" fmla="*/ 0 h 6"/>
              </a:gdLst>
              <a:ahLst/>
              <a:cxnLst>
                <a:cxn ang="0">
                  <a:pos x="T0" y="T1"/>
                </a:cxn>
                <a:cxn ang="0">
                  <a:pos x="T2" y="T3"/>
                </a:cxn>
                <a:cxn ang="0">
                  <a:pos x="T4" y="T5"/>
                </a:cxn>
                <a:cxn ang="0">
                  <a:pos x="T6" y="T7"/>
                </a:cxn>
                <a:cxn ang="0">
                  <a:pos x="T8" y="T9"/>
                </a:cxn>
              </a:cxnLst>
              <a:rect l="0" t="0" r="r" b="b"/>
              <a:pathLst>
                <a:path w="12" h="6">
                  <a:moveTo>
                    <a:pt x="5" y="0"/>
                  </a:moveTo>
                  <a:cubicBezTo>
                    <a:pt x="2" y="1"/>
                    <a:pt x="1" y="3"/>
                    <a:pt x="0" y="5"/>
                  </a:cubicBezTo>
                  <a:cubicBezTo>
                    <a:pt x="0" y="6"/>
                    <a:pt x="2" y="6"/>
                    <a:pt x="5" y="5"/>
                  </a:cubicBezTo>
                  <a:cubicBezTo>
                    <a:pt x="7" y="4"/>
                    <a:pt x="9" y="3"/>
                    <a:pt x="12" y="0"/>
                  </a:cubicBezTo>
                  <a:cubicBezTo>
                    <a:pt x="9" y="0"/>
                    <a:pt x="7" y="0"/>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20" name="Freeform 2726"/>
            <p:cNvSpPr/>
            <p:nvPr/>
          </p:nvSpPr>
          <p:spPr bwMode="auto">
            <a:xfrm>
              <a:off x="9406241" y="8989790"/>
              <a:ext cx="30163" cy="19050"/>
            </a:xfrm>
            <a:custGeom>
              <a:avLst/>
              <a:gdLst>
                <a:gd name="T0" fmla="*/ 1 w 11"/>
                <a:gd name="T1" fmla="*/ 5 h 7"/>
                <a:gd name="T2" fmla="*/ 6 w 11"/>
                <a:gd name="T3" fmla="*/ 6 h 7"/>
                <a:gd name="T4" fmla="*/ 10 w 11"/>
                <a:gd name="T5" fmla="*/ 2 h 7"/>
                <a:gd name="T6" fmla="*/ 6 w 11"/>
                <a:gd name="T7" fmla="*/ 0 h 7"/>
                <a:gd name="T8" fmla="*/ 1 w 11"/>
                <a:gd name="T9" fmla="*/ 5 h 7"/>
              </a:gdLst>
              <a:ahLst/>
              <a:cxnLst>
                <a:cxn ang="0">
                  <a:pos x="T0" y="T1"/>
                </a:cxn>
                <a:cxn ang="0">
                  <a:pos x="T2" y="T3"/>
                </a:cxn>
                <a:cxn ang="0">
                  <a:pos x="T4" y="T5"/>
                </a:cxn>
                <a:cxn ang="0">
                  <a:pos x="T6" y="T7"/>
                </a:cxn>
                <a:cxn ang="0">
                  <a:pos x="T8" y="T9"/>
                </a:cxn>
              </a:cxnLst>
              <a:rect l="0" t="0" r="r" b="b"/>
              <a:pathLst>
                <a:path w="11" h="7">
                  <a:moveTo>
                    <a:pt x="1" y="5"/>
                  </a:moveTo>
                  <a:cubicBezTo>
                    <a:pt x="0" y="7"/>
                    <a:pt x="3" y="7"/>
                    <a:pt x="6" y="6"/>
                  </a:cubicBezTo>
                  <a:cubicBezTo>
                    <a:pt x="8" y="5"/>
                    <a:pt x="11" y="3"/>
                    <a:pt x="10" y="2"/>
                  </a:cubicBezTo>
                  <a:cubicBezTo>
                    <a:pt x="10" y="1"/>
                    <a:pt x="8" y="1"/>
                    <a:pt x="6" y="0"/>
                  </a:cubicBezTo>
                  <a:cubicBezTo>
                    <a:pt x="3" y="3"/>
                    <a:pt x="1" y="4"/>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21" name="Freeform 2727"/>
            <p:cNvSpPr/>
            <p:nvPr/>
          </p:nvSpPr>
          <p:spPr bwMode="auto">
            <a:xfrm>
              <a:off x="9196691" y="9073928"/>
              <a:ext cx="26988" cy="17463"/>
            </a:xfrm>
            <a:custGeom>
              <a:avLst/>
              <a:gdLst>
                <a:gd name="T0" fmla="*/ 0 w 10"/>
                <a:gd name="T1" fmla="*/ 4 h 6"/>
                <a:gd name="T2" fmla="*/ 5 w 10"/>
                <a:gd name="T3" fmla="*/ 5 h 6"/>
                <a:gd name="T4" fmla="*/ 9 w 10"/>
                <a:gd name="T5" fmla="*/ 2 h 6"/>
                <a:gd name="T6" fmla="*/ 5 w 10"/>
                <a:gd name="T7" fmla="*/ 0 h 6"/>
                <a:gd name="T8" fmla="*/ 0 w 10"/>
                <a:gd name="T9" fmla="*/ 4 h 6"/>
              </a:gdLst>
              <a:ahLst/>
              <a:cxnLst>
                <a:cxn ang="0">
                  <a:pos x="T0" y="T1"/>
                </a:cxn>
                <a:cxn ang="0">
                  <a:pos x="T2" y="T3"/>
                </a:cxn>
                <a:cxn ang="0">
                  <a:pos x="T4" y="T5"/>
                </a:cxn>
                <a:cxn ang="0">
                  <a:pos x="T6" y="T7"/>
                </a:cxn>
                <a:cxn ang="0">
                  <a:pos x="T8" y="T9"/>
                </a:cxn>
              </a:cxnLst>
              <a:rect l="0" t="0" r="r" b="b"/>
              <a:pathLst>
                <a:path w="10" h="6">
                  <a:moveTo>
                    <a:pt x="0" y="4"/>
                  </a:moveTo>
                  <a:cubicBezTo>
                    <a:pt x="0" y="6"/>
                    <a:pt x="2" y="6"/>
                    <a:pt x="5" y="5"/>
                  </a:cubicBezTo>
                  <a:cubicBezTo>
                    <a:pt x="8" y="4"/>
                    <a:pt x="10" y="3"/>
                    <a:pt x="9" y="2"/>
                  </a:cubicBezTo>
                  <a:cubicBezTo>
                    <a:pt x="9" y="1"/>
                    <a:pt x="7" y="1"/>
                    <a:pt x="5" y="0"/>
                  </a:cubicBezTo>
                  <a:cubicBezTo>
                    <a:pt x="3" y="2"/>
                    <a:pt x="1" y="4"/>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22" name="Freeform 2728"/>
            <p:cNvSpPr/>
            <p:nvPr/>
          </p:nvSpPr>
          <p:spPr bwMode="auto">
            <a:xfrm>
              <a:off x="8985554" y="9153303"/>
              <a:ext cx="31750" cy="11113"/>
            </a:xfrm>
            <a:custGeom>
              <a:avLst/>
              <a:gdLst>
                <a:gd name="T0" fmla="*/ 1 w 12"/>
                <a:gd name="T1" fmla="*/ 3 h 4"/>
                <a:gd name="T2" fmla="*/ 6 w 12"/>
                <a:gd name="T3" fmla="*/ 3 h 4"/>
                <a:gd name="T4" fmla="*/ 12 w 12"/>
                <a:gd name="T5" fmla="*/ 0 h 4"/>
                <a:gd name="T6" fmla="*/ 5 w 12"/>
                <a:gd name="T7" fmla="*/ 0 h 4"/>
                <a:gd name="T8" fmla="*/ 1 w 12"/>
                <a:gd name="T9" fmla="*/ 3 h 4"/>
              </a:gdLst>
              <a:ahLst/>
              <a:cxnLst>
                <a:cxn ang="0">
                  <a:pos x="T0" y="T1"/>
                </a:cxn>
                <a:cxn ang="0">
                  <a:pos x="T2" y="T3"/>
                </a:cxn>
                <a:cxn ang="0">
                  <a:pos x="T4" y="T5"/>
                </a:cxn>
                <a:cxn ang="0">
                  <a:pos x="T6" y="T7"/>
                </a:cxn>
                <a:cxn ang="0">
                  <a:pos x="T8" y="T9"/>
                </a:cxn>
              </a:cxnLst>
              <a:rect l="0" t="0" r="r" b="b"/>
              <a:pathLst>
                <a:path w="12" h="4">
                  <a:moveTo>
                    <a:pt x="1" y="3"/>
                  </a:moveTo>
                  <a:cubicBezTo>
                    <a:pt x="1" y="4"/>
                    <a:pt x="3" y="4"/>
                    <a:pt x="6" y="3"/>
                  </a:cubicBezTo>
                  <a:cubicBezTo>
                    <a:pt x="8" y="2"/>
                    <a:pt x="9" y="1"/>
                    <a:pt x="12" y="0"/>
                  </a:cubicBezTo>
                  <a:cubicBezTo>
                    <a:pt x="8" y="0"/>
                    <a:pt x="7" y="0"/>
                    <a:pt x="5" y="0"/>
                  </a:cubicBezTo>
                  <a:cubicBezTo>
                    <a:pt x="2" y="1"/>
                    <a:pt x="0"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23" name="Freeform 2729"/>
            <p:cNvSpPr/>
            <p:nvPr/>
          </p:nvSpPr>
          <p:spPr bwMode="auto">
            <a:xfrm>
              <a:off x="8776004" y="9221565"/>
              <a:ext cx="30163" cy="11113"/>
            </a:xfrm>
            <a:custGeom>
              <a:avLst/>
              <a:gdLst>
                <a:gd name="T0" fmla="*/ 0 w 11"/>
                <a:gd name="T1" fmla="*/ 3 h 4"/>
                <a:gd name="T2" fmla="*/ 5 w 11"/>
                <a:gd name="T3" fmla="*/ 3 h 4"/>
                <a:gd name="T4" fmla="*/ 11 w 11"/>
                <a:gd name="T5" fmla="*/ 0 h 4"/>
                <a:gd name="T6" fmla="*/ 4 w 11"/>
                <a:gd name="T7" fmla="*/ 0 h 4"/>
                <a:gd name="T8" fmla="*/ 0 w 11"/>
                <a:gd name="T9" fmla="*/ 3 h 4"/>
              </a:gdLst>
              <a:ahLst/>
              <a:cxnLst>
                <a:cxn ang="0">
                  <a:pos x="T0" y="T1"/>
                </a:cxn>
                <a:cxn ang="0">
                  <a:pos x="T2" y="T3"/>
                </a:cxn>
                <a:cxn ang="0">
                  <a:pos x="T4" y="T5"/>
                </a:cxn>
                <a:cxn ang="0">
                  <a:pos x="T6" y="T7"/>
                </a:cxn>
                <a:cxn ang="0">
                  <a:pos x="T8" y="T9"/>
                </a:cxn>
              </a:cxnLst>
              <a:rect l="0" t="0" r="r" b="b"/>
              <a:pathLst>
                <a:path w="11" h="4">
                  <a:moveTo>
                    <a:pt x="0" y="3"/>
                  </a:moveTo>
                  <a:cubicBezTo>
                    <a:pt x="0" y="4"/>
                    <a:pt x="2" y="4"/>
                    <a:pt x="5" y="3"/>
                  </a:cubicBezTo>
                  <a:cubicBezTo>
                    <a:pt x="6" y="2"/>
                    <a:pt x="8" y="1"/>
                    <a:pt x="11" y="0"/>
                  </a:cubicBezTo>
                  <a:cubicBezTo>
                    <a:pt x="8" y="0"/>
                    <a:pt x="6" y="0"/>
                    <a:pt x="4" y="0"/>
                  </a:cubicBezTo>
                  <a:cubicBezTo>
                    <a:pt x="2"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24" name="Freeform 2730"/>
            <p:cNvSpPr/>
            <p:nvPr/>
          </p:nvSpPr>
          <p:spPr bwMode="auto">
            <a:xfrm>
              <a:off x="5601004" y="10328053"/>
              <a:ext cx="31750" cy="17463"/>
            </a:xfrm>
            <a:custGeom>
              <a:avLst/>
              <a:gdLst>
                <a:gd name="T0" fmla="*/ 0 w 12"/>
                <a:gd name="T1" fmla="*/ 5 h 6"/>
                <a:gd name="T2" fmla="*/ 6 w 12"/>
                <a:gd name="T3" fmla="*/ 5 h 6"/>
                <a:gd name="T4" fmla="*/ 12 w 12"/>
                <a:gd name="T5" fmla="*/ 0 h 6"/>
                <a:gd name="T6" fmla="*/ 5 w 12"/>
                <a:gd name="T7" fmla="*/ 1 h 6"/>
                <a:gd name="T8" fmla="*/ 0 w 12"/>
                <a:gd name="T9" fmla="*/ 5 h 6"/>
              </a:gdLst>
              <a:ahLst/>
              <a:cxnLst>
                <a:cxn ang="0">
                  <a:pos x="T0" y="T1"/>
                </a:cxn>
                <a:cxn ang="0">
                  <a:pos x="T2" y="T3"/>
                </a:cxn>
                <a:cxn ang="0">
                  <a:pos x="T4" y="T5"/>
                </a:cxn>
                <a:cxn ang="0">
                  <a:pos x="T6" y="T7"/>
                </a:cxn>
                <a:cxn ang="0">
                  <a:pos x="T8" y="T9"/>
                </a:cxn>
              </a:cxnLst>
              <a:rect l="0" t="0" r="r" b="b"/>
              <a:pathLst>
                <a:path w="12" h="6">
                  <a:moveTo>
                    <a:pt x="0" y="5"/>
                  </a:moveTo>
                  <a:cubicBezTo>
                    <a:pt x="1" y="6"/>
                    <a:pt x="3" y="6"/>
                    <a:pt x="6" y="5"/>
                  </a:cubicBezTo>
                  <a:cubicBezTo>
                    <a:pt x="8" y="4"/>
                    <a:pt x="9" y="2"/>
                    <a:pt x="12" y="0"/>
                  </a:cubicBezTo>
                  <a:cubicBezTo>
                    <a:pt x="8" y="1"/>
                    <a:pt x="6" y="1"/>
                    <a:pt x="5" y="1"/>
                  </a:cubicBezTo>
                  <a:cubicBezTo>
                    <a:pt x="2" y="2"/>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25" name="Freeform 2731"/>
            <p:cNvSpPr/>
            <p:nvPr/>
          </p:nvSpPr>
          <p:spPr bwMode="auto">
            <a:xfrm>
              <a:off x="5812141" y="10239153"/>
              <a:ext cx="33338" cy="15875"/>
            </a:xfrm>
            <a:custGeom>
              <a:avLst/>
              <a:gdLst>
                <a:gd name="T0" fmla="*/ 5 w 12"/>
                <a:gd name="T1" fmla="*/ 4 h 6"/>
                <a:gd name="T2" fmla="*/ 12 w 12"/>
                <a:gd name="T3" fmla="*/ 0 h 6"/>
                <a:gd name="T4" fmla="*/ 5 w 12"/>
                <a:gd name="T5" fmla="*/ 1 h 6"/>
                <a:gd name="T6" fmla="*/ 0 w 12"/>
                <a:gd name="T7" fmla="*/ 5 h 6"/>
                <a:gd name="T8" fmla="*/ 5 w 12"/>
                <a:gd name="T9" fmla="*/ 4 h 6"/>
              </a:gdLst>
              <a:ahLst/>
              <a:cxnLst>
                <a:cxn ang="0">
                  <a:pos x="T0" y="T1"/>
                </a:cxn>
                <a:cxn ang="0">
                  <a:pos x="T2" y="T3"/>
                </a:cxn>
                <a:cxn ang="0">
                  <a:pos x="T4" y="T5"/>
                </a:cxn>
                <a:cxn ang="0">
                  <a:pos x="T6" y="T7"/>
                </a:cxn>
                <a:cxn ang="0">
                  <a:pos x="T8" y="T9"/>
                </a:cxn>
              </a:cxnLst>
              <a:rect l="0" t="0" r="r" b="b"/>
              <a:pathLst>
                <a:path w="12" h="6">
                  <a:moveTo>
                    <a:pt x="5" y="4"/>
                  </a:moveTo>
                  <a:cubicBezTo>
                    <a:pt x="7" y="4"/>
                    <a:pt x="9" y="2"/>
                    <a:pt x="12" y="0"/>
                  </a:cubicBezTo>
                  <a:cubicBezTo>
                    <a:pt x="9" y="0"/>
                    <a:pt x="7" y="0"/>
                    <a:pt x="5" y="1"/>
                  </a:cubicBezTo>
                  <a:cubicBezTo>
                    <a:pt x="2" y="2"/>
                    <a:pt x="1" y="4"/>
                    <a:pt x="0" y="5"/>
                  </a:cubicBezTo>
                  <a:cubicBezTo>
                    <a:pt x="0" y="6"/>
                    <a:pt x="2" y="6"/>
                    <a:pt x="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26" name="Freeform 2732"/>
            <p:cNvSpPr/>
            <p:nvPr/>
          </p:nvSpPr>
          <p:spPr bwMode="auto">
            <a:xfrm>
              <a:off x="6024866" y="10139140"/>
              <a:ext cx="28575" cy="15875"/>
            </a:xfrm>
            <a:custGeom>
              <a:avLst/>
              <a:gdLst>
                <a:gd name="T0" fmla="*/ 0 w 11"/>
                <a:gd name="T1" fmla="*/ 6 h 6"/>
                <a:gd name="T2" fmla="*/ 6 w 11"/>
                <a:gd name="T3" fmla="*/ 4 h 6"/>
                <a:gd name="T4" fmla="*/ 11 w 11"/>
                <a:gd name="T5" fmla="*/ 0 h 6"/>
                <a:gd name="T6" fmla="*/ 4 w 11"/>
                <a:gd name="T7" fmla="*/ 2 h 6"/>
                <a:gd name="T8" fmla="*/ 0 w 11"/>
                <a:gd name="T9" fmla="*/ 6 h 6"/>
              </a:gdLst>
              <a:ahLst/>
              <a:cxnLst>
                <a:cxn ang="0">
                  <a:pos x="T0" y="T1"/>
                </a:cxn>
                <a:cxn ang="0">
                  <a:pos x="T2" y="T3"/>
                </a:cxn>
                <a:cxn ang="0">
                  <a:pos x="T4" y="T5"/>
                </a:cxn>
                <a:cxn ang="0">
                  <a:pos x="T6" y="T7"/>
                </a:cxn>
                <a:cxn ang="0">
                  <a:pos x="T8" y="T9"/>
                </a:cxn>
              </a:cxnLst>
              <a:rect l="0" t="0" r="r" b="b"/>
              <a:pathLst>
                <a:path w="11" h="6">
                  <a:moveTo>
                    <a:pt x="0" y="6"/>
                  </a:moveTo>
                  <a:cubicBezTo>
                    <a:pt x="1" y="6"/>
                    <a:pt x="3" y="6"/>
                    <a:pt x="6" y="4"/>
                  </a:cubicBezTo>
                  <a:cubicBezTo>
                    <a:pt x="8" y="3"/>
                    <a:pt x="9" y="2"/>
                    <a:pt x="11" y="0"/>
                  </a:cubicBezTo>
                  <a:cubicBezTo>
                    <a:pt x="8" y="1"/>
                    <a:pt x="6" y="1"/>
                    <a:pt x="4" y="2"/>
                  </a:cubicBezTo>
                  <a:cubicBezTo>
                    <a:pt x="1" y="3"/>
                    <a:pt x="0" y="5"/>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27" name="Freeform 2733"/>
            <p:cNvSpPr/>
            <p:nvPr/>
          </p:nvSpPr>
          <p:spPr bwMode="auto">
            <a:xfrm>
              <a:off x="6232829" y="10029603"/>
              <a:ext cx="33338" cy="19050"/>
            </a:xfrm>
            <a:custGeom>
              <a:avLst/>
              <a:gdLst>
                <a:gd name="T0" fmla="*/ 1 w 12"/>
                <a:gd name="T1" fmla="*/ 7 h 7"/>
                <a:gd name="T2" fmla="*/ 6 w 12"/>
                <a:gd name="T3" fmla="*/ 5 h 7"/>
                <a:gd name="T4" fmla="*/ 12 w 12"/>
                <a:gd name="T5" fmla="*/ 0 h 7"/>
                <a:gd name="T6" fmla="*/ 4 w 12"/>
                <a:gd name="T7" fmla="*/ 3 h 7"/>
                <a:gd name="T8" fmla="*/ 1 w 12"/>
                <a:gd name="T9" fmla="*/ 7 h 7"/>
              </a:gdLst>
              <a:ahLst/>
              <a:cxnLst>
                <a:cxn ang="0">
                  <a:pos x="T0" y="T1"/>
                </a:cxn>
                <a:cxn ang="0">
                  <a:pos x="T2" y="T3"/>
                </a:cxn>
                <a:cxn ang="0">
                  <a:pos x="T4" y="T5"/>
                </a:cxn>
                <a:cxn ang="0">
                  <a:pos x="T6" y="T7"/>
                </a:cxn>
                <a:cxn ang="0">
                  <a:pos x="T8" y="T9"/>
                </a:cxn>
              </a:cxnLst>
              <a:rect l="0" t="0" r="r" b="b"/>
              <a:pathLst>
                <a:path w="12" h="7">
                  <a:moveTo>
                    <a:pt x="1" y="7"/>
                  </a:moveTo>
                  <a:cubicBezTo>
                    <a:pt x="1" y="7"/>
                    <a:pt x="4" y="7"/>
                    <a:pt x="6" y="5"/>
                  </a:cubicBezTo>
                  <a:cubicBezTo>
                    <a:pt x="8" y="4"/>
                    <a:pt x="9" y="3"/>
                    <a:pt x="12" y="0"/>
                  </a:cubicBezTo>
                  <a:cubicBezTo>
                    <a:pt x="8" y="1"/>
                    <a:pt x="6" y="2"/>
                    <a:pt x="4" y="3"/>
                  </a:cubicBezTo>
                  <a:cubicBezTo>
                    <a:pt x="2" y="4"/>
                    <a:pt x="0" y="6"/>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28" name="Freeform 2734"/>
            <p:cNvSpPr/>
            <p:nvPr/>
          </p:nvSpPr>
          <p:spPr bwMode="auto">
            <a:xfrm>
              <a:off x="6445554" y="9924828"/>
              <a:ext cx="28575" cy="15875"/>
            </a:xfrm>
            <a:custGeom>
              <a:avLst/>
              <a:gdLst>
                <a:gd name="T0" fmla="*/ 0 w 11"/>
                <a:gd name="T1" fmla="*/ 5 h 6"/>
                <a:gd name="T2" fmla="*/ 5 w 11"/>
                <a:gd name="T3" fmla="*/ 5 h 6"/>
                <a:gd name="T4" fmla="*/ 11 w 11"/>
                <a:gd name="T5" fmla="*/ 0 h 6"/>
                <a:gd name="T6" fmla="*/ 5 w 11"/>
                <a:gd name="T7" fmla="*/ 1 h 6"/>
                <a:gd name="T8" fmla="*/ 0 w 11"/>
                <a:gd name="T9" fmla="*/ 5 h 6"/>
              </a:gdLst>
              <a:ahLst/>
              <a:cxnLst>
                <a:cxn ang="0">
                  <a:pos x="T0" y="T1"/>
                </a:cxn>
                <a:cxn ang="0">
                  <a:pos x="T2" y="T3"/>
                </a:cxn>
                <a:cxn ang="0">
                  <a:pos x="T4" y="T5"/>
                </a:cxn>
                <a:cxn ang="0">
                  <a:pos x="T6" y="T7"/>
                </a:cxn>
                <a:cxn ang="0">
                  <a:pos x="T8" y="T9"/>
                </a:cxn>
              </a:cxnLst>
              <a:rect l="0" t="0" r="r" b="b"/>
              <a:pathLst>
                <a:path w="11" h="6">
                  <a:moveTo>
                    <a:pt x="0" y="5"/>
                  </a:moveTo>
                  <a:cubicBezTo>
                    <a:pt x="0" y="6"/>
                    <a:pt x="2" y="6"/>
                    <a:pt x="5" y="5"/>
                  </a:cubicBezTo>
                  <a:cubicBezTo>
                    <a:pt x="7" y="4"/>
                    <a:pt x="8" y="2"/>
                    <a:pt x="11" y="0"/>
                  </a:cubicBezTo>
                  <a:cubicBezTo>
                    <a:pt x="9" y="0"/>
                    <a:pt x="7" y="0"/>
                    <a:pt x="5" y="1"/>
                  </a:cubicBezTo>
                  <a:cubicBezTo>
                    <a:pt x="2" y="2"/>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29" name="Freeform 2735"/>
            <p:cNvSpPr/>
            <p:nvPr/>
          </p:nvSpPr>
          <p:spPr bwMode="auto">
            <a:xfrm>
              <a:off x="6656691" y="9815290"/>
              <a:ext cx="30163" cy="17463"/>
            </a:xfrm>
            <a:custGeom>
              <a:avLst/>
              <a:gdLst>
                <a:gd name="T0" fmla="*/ 0 w 11"/>
                <a:gd name="T1" fmla="*/ 5 h 6"/>
                <a:gd name="T2" fmla="*/ 4 w 11"/>
                <a:gd name="T3" fmla="*/ 5 h 6"/>
                <a:gd name="T4" fmla="*/ 11 w 11"/>
                <a:gd name="T5" fmla="*/ 0 h 6"/>
                <a:gd name="T6" fmla="*/ 4 w 11"/>
                <a:gd name="T7" fmla="*/ 1 h 6"/>
                <a:gd name="T8" fmla="*/ 0 w 11"/>
                <a:gd name="T9" fmla="*/ 5 h 6"/>
              </a:gdLst>
              <a:ahLst/>
              <a:cxnLst>
                <a:cxn ang="0">
                  <a:pos x="T0" y="T1"/>
                </a:cxn>
                <a:cxn ang="0">
                  <a:pos x="T2" y="T3"/>
                </a:cxn>
                <a:cxn ang="0">
                  <a:pos x="T4" y="T5"/>
                </a:cxn>
                <a:cxn ang="0">
                  <a:pos x="T6" y="T7"/>
                </a:cxn>
                <a:cxn ang="0">
                  <a:pos x="T8" y="T9"/>
                </a:cxn>
              </a:cxnLst>
              <a:rect l="0" t="0" r="r" b="b"/>
              <a:pathLst>
                <a:path w="11" h="6">
                  <a:moveTo>
                    <a:pt x="0" y="5"/>
                  </a:moveTo>
                  <a:cubicBezTo>
                    <a:pt x="0" y="6"/>
                    <a:pt x="2" y="6"/>
                    <a:pt x="4" y="5"/>
                  </a:cubicBezTo>
                  <a:cubicBezTo>
                    <a:pt x="6" y="4"/>
                    <a:pt x="8" y="2"/>
                    <a:pt x="11" y="0"/>
                  </a:cubicBezTo>
                  <a:cubicBezTo>
                    <a:pt x="8" y="0"/>
                    <a:pt x="6" y="0"/>
                    <a:pt x="4" y="1"/>
                  </a:cubicBezTo>
                  <a:cubicBezTo>
                    <a:pt x="2" y="2"/>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30" name="Freeform 2736"/>
            <p:cNvSpPr/>
            <p:nvPr/>
          </p:nvSpPr>
          <p:spPr bwMode="auto">
            <a:xfrm>
              <a:off x="6866241" y="9712103"/>
              <a:ext cx="28575" cy="17463"/>
            </a:xfrm>
            <a:custGeom>
              <a:avLst/>
              <a:gdLst>
                <a:gd name="T0" fmla="*/ 0 w 11"/>
                <a:gd name="T1" fmla="*/ 5 h 6"/>
                <a:gd name="T2" fmla="*/ 5 w 11"/>
                <a:gd name="T3" fmla="*/ 5 h 6"/>
                <a:gd name="T4" fmla="*/ 11 w 11"/>
                <a:gd name="T5" fmla="*/ 0 h 6"/>
                <a:gd name="T6" fmla="*/ 5 w 11"/>
                <a:gd name="T7" fmla="*/ 1 h 6"/>
                <a:gd name="T8" fmla="*/ 0 w 11"/>
                <a:gd name="T9" fmla="*/ 5 h 6"/>
              </a:gdLst>
              <a:ahLst/>
              <a:cxnLst>
                <a:cxn ang="0">
                  <a:pos x="T0" y="T1"/>
                </a:cxn>
                <a:cxn ang="0">
                  <a:pos x="T2" y="T3"/>
                </a:cxn>
                <a:cxn ang="0">
                  <a:pos x="T4" y="T5"/>
                </a:cxn>
                <a:cxn ang="0">
                  <a:pos x="T6" y="T7"/>
                </a:cxn>
                <a:cxn ang="0">
                  <a:pos x="T8" y="T9"/>
                </a:cxn>
              </a:cxnLst>
              <a:rect l="0" t="0" r="r" b="b"/>
              <a:pathLst>
                <a:path w="11" h="6">
                  <a:moveTo>
                    <a:pt x="0" y="5"/>
                  </a:moveTo>
                  <a:cubicBezTo>
                    <a:pt x="0" y="6"/>
                    <a:pt x="3" y="6"/>
                    <a:pt x="5" y="5"/>
                  </a:cubicBezTo>
                  <a:cubicBezTo>
                    <a:pt x="7" y="4"/>
                    <a:pt x="9" y="2"/>
                    <a:pt x="11" y="0"/>
                  </a:cubicBezTo>
                  <a:cubicBezTo>
                    <a:pt x="8" y="0"/>
                    <a:pt x="7" y="0"/>
                    <a:pt x="5" y="1"/>
                  </a:cubicBezTo>
                  <a:cubicBezTo>
                    <a:pt x="2" y="2"/>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31" name="Freeform 2737"/>
            <p:cNvSpPr/>
            <p:nvPr/>
          </p:nvSpPr>
          <p:spPr bwMode="auto">
            <a:xfrm>
              <a:off x="7077379" y="9616853"/>
              <a:ext cx="30163" cy="17463"/>
            </a:xfrm>
            <a:custGeom>
              <a:avLst/>
              <a:gdLst>
                <a:gd name="T0" fmla="*/ 5 w 11"/>
                <a:gd name="T1" fmla="*/ 0 h 6"/>
                <a:gd name="T2" fmla="*/ 0 w 11"/>
                <a:gd name="T3" fmla="*/ 4 h 6"/>
                <a:gd name="T4" fmla="*/ 4 w 11"/>
                <a:gd name="T5" fmla="*/ 4 h 6"/>
                <a:gd name="T6" fmla="*/ 11 w 11"/>
                <a:gd name="T7" fmla="*/ 0 h 6"/>
                <a:gd name="T8" fmla="*/ 5 w 11"/>
                <a:gd name="T9" fmla="*/ 0 h 6"/>
              </a:gdLst>
              <a:ahLst/>
              <a:cxnLst>
                <a:cxn ang="0">
                  <a:pos x="T0" y="T1"/>
                </a:cxn>
                <a:cxn ang="0">
                  <a:pos x="T2" y="T3"/>
                </a:cxn>
                <a:cxn ang="0">
                  <a:pos x="T4" y="T5"/>
                </a:cxn>
                <a:cxn ang="0">
                  <a:pos x="T6" y="T7"/>
                </a:cxn>
                <a:cxn ang="0">
                  <a:pos x="T8" y="T9"/>
                </a:cxn>
              </a:cxnLst>
              <a:rect l="0" t="0" r="r" b="b"/>
              <a:pathLst>
                <a:path w="11" h="6">
                  <a:moveTo>
                    <a:pt x="5" y="0"/>
                  </a:moveTo>
                  <a:cubicBezTo>
                    <a:pt x="2" y="1"/>
                    <a:pt x="0" y="3"/>
                    <a:pt x="0" y="4"/>
                  </a:cubicBezTo>
                  <a:cubicBezTo>
                    <a:pt x="0" y="5"/>
                    <a:pt x="2" y="6"/>
                    <a:pt x="4" y="4"/>
                  </a:cubicBezTo>
                  <a:cubicBezTo>
                    <a:pt x="6" y="4"/>
                    <a:pt x="8" y="2"/>
                    <a:pt x="11" y="0"/>
                  </a:cubicBezTo>
                  <a:cubicBezTo>
                    <a:pt x="8" y="0"/>
                    <a:pt x="7" y="0"/>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32" name="Freeform 2738"/>
            <p:cNvSpPr/>
            <p:nvPr/>
          </p:nvSpPr>
          <p:spPr bwMode="auto">
            <a:xfrm>
              <a:off x="7286929" y="9532715"/>
              <a:ext cx="31750" cy="17463"/>
            </a:xfrm>
            <a:custGeom>
              <a:avLst/>
              <a:gdLst>
                <a:gd name="T0" fmla="*/ 1 w 12"/>
                <a:gd name="T1" fmla="*/ 5 h 6"/>
                <a:gd name="T2" fmla="*/ 6 w 12"/>
                <a:gd name="T3" fmla="*/ 5 h 6"/>
                <a:gd name="T4" fmla="*/ 12 w 12"/>
                <a:gd name="T5" fmla="*/ 0 h 6"/>
                <a:gd name="T6" fmla="*/ 5 w 12"/>
                <a:gd name="T7" fmla="*/ 1 h 6"/>
                <a:gd name="T8" fmla="*/ 1 w 12"/>
                <a:gd name="T9" fmla="*/ 5 h 6"/>
              </a:gdLst>
              <a:ahLst/>
              <a:cxnLst>
                <a:cxn ang="0">
                  <a:pos x="T0" y="T1"/>
                </a:cxn>
                <a:cxn ang="0">
                  <a:pos x="T2" y="T3"/>
                </a:cxn>
                <a:cxn ang="0">
                  <a:pos x="T4" y="T5"/>
                </a:cxn>
                <a:cxn ang="0">
                  <a:pos x="T6" y="T7"/>
                </a:cxn>
                <a:cxn ang="0">
                  <a:pos x="T8" y="T9"/>
                </a:cxn>
              </a:cxnLst>
              <a:rect l="0" t="0" r="r" b="b"/>
              <a:pathLst>
                <a:path w="12" h="6">
                  <a:moveTo>
                    <a:pt x="1" y="5"/>
                  </a:moveTo>
                  <a:cubicBezTo>
                    <a:pt x="1" y="6"/>
                    <a:pt x="3" y="6"/>
                    <a:pt x="6" y="5"/>
                  </a:cubicBezTo>
                  <a:cubicBezTo>
                    <a:pt x="8" y="4"/>
                    <a:pt x="9" y="2"/>
                    <a:pt x="12" y="0"/>
                  </a:cubicBezTo>
                  <a:cubicBezTo>
                    <a:pt x="8" y="1"/>
                    <a:pt x="7" y="0"/>
                    <a:pt x="5" y="1"/>
                  </a:cubicBezTo>
                  <a:cubicBezTo>
                    <a:pt x="2" y="2"/>
                    <a:pt x="0" y="3"/>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33" name="Freeform 2739"/>
            <p:cNvSpPr/>
            <p:nvPr/>
          </p:nvSpPr>
          <p:spPr bwMode="auto">
            <a:xfrm>
              <a:off x="7498066" y="9467628"/>
              <a:ext cx="30163" cy="14288"/>
            </a:xfrm>
            <a:custGeom>
              <a:avLst/>
              <a:gdLst>
                <a:gd name="T0" fmla="*/ 1 w 11"/>
                <a:gd name="T1" fmla="*/ 4 h 5"/>
                <a:gd name="T2" fmla="*/ 6 w 11"/>
                <a:gd name="T3" fmla="*/ 4 h 5"/>
                <a:gd name="T4" fmla="*/ 10 w 11"/>
                <a:gd name="T5" fmla="*/ 1 h 5"/>
                <a:gd name="T6" fmla="*/ 5 w 11"/>
                <a:gd name="T7" fmla="*/ 0 h 5"/>
                <a:gd name="T8" fmla="*/ 1 w 11"/>
                <a:gd name="T9" fmla="*/ 4 h 5"/>
              </a:gdLst>
              <a:ahLst/>
              <a:cxnLst>
                <a:cxn ang="0">
                  <a:pos x="T0" y="T1"/>
                </a:cxn>
                <a:cxn ang="0">
                  <a:pos x="T2" y="T3"/>
                </a:cxn>
                <a:cxn ang="0">
                  <a:pos x="T4" y="T5"/>
                </a:cxn>
                <a:cxn ang="0">
                  <a:pos x="T6" y="T7"/>
                </a:cxn>
                <a:cxn ang="0">
                  <a:pos x="T8" y="T9"/>
                </a:cxn>
              </a:cxnLst>
              <a:rect l="0" t="0" r="r" b="b"/>
              <a:pathLst>
                <a:path w="11" h="5">
                  <a:moveTo>
                    <a:pt x="1" y="4"/>
                  </a:moveTo>
                  <a:cubicBezTo>
                    <a:pt x="0" y="5"/>
                    <a:pt x="3" y="5"/>
                    <a:pt x="6" y="4"/>
                  </a:cubicBezTo>
                  <a:cubicBezTo>
                    <a:pt x="8" y="4"/>
                    <a:pt x="11" y="2"/>
                    <a:pt x="10" y="1"/>
                  </a:cubicBezTo>
                  <a:cubicBezTo>
                    <a:pt x="9" y="1"/>
                    <a:pt x="7" y="0"/>
                    <a:pt x="5" y="0"/>
                  </a:cubicBezTo>
                  <a:cubicBezTo>
                    <a:pt x="3" y="1"/>
                    <a:pt x="1"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34" name="Freeform 2740"/>
            <p:cNvSpPr/>
            <p:nvPr/>
          </p:nvSpPr>
          <p:spPr bwMode="auto">
            <a:xfrm>
              <a:off x="7712379" y="9424765"/>
              <a:ext cx="30163" cy="11113"/>
            </a:xfrm>
            <a:custGeom>
              <a:avLst/>
              <a:gdLst>
                <a:gd name="T0" fmla="*/ 0 w 11"/>
                <a:gd name="T1" fmla="*/ 3 h 4"/>
                <a:gd name="T2" fmla="*/ 5 w 11"/>
                <a:gd name="T3" fmla="*/ 4 h 4"/>
                <a:gd name="T4" fmla="*/ 11 w 11"/>
                <a:gd name="T5" fmla="*/ 1 h 4"/>
                <a:gd name="T6" fmla="*/ 4 w 11"/>
                <a:gd name="T7" fmla="*/ 0 h 4"/>
                <a:gd name="T8" fmla="*/ 0 w 11"/>
                <a:gd name="T9" fmla="*/ 3 h 4"/>
              </a:gdLst>
              <a:ahLst/>
              <a:cxnLst>
                <a:cxn ang="0">
                  <a:pos x="T0" y="T1"/>
                </a:cxn>
                <a:cxn ang="0">
                  <a:pos x="T2" y="T3"/>
                </a:cxn>
                <a:cxn ang="0">
                  <a:pos x="T4" y="T5"/>
                </a:cxn>
                <a:cxn ang="0">
                  <a:pos x="T6" y="T7"/>
                </a:cxn>
                <a:cxn ang="0">
                  <a:pos x="T8" y="T9"/>
                </a:cxn>
              </a:cxnLst>
              <a:rect l="0" t="0" r="r" b="b"/>
              <a:pathLst>
                <a:path w="11" h="4">
                  <a:moveTo>
                    <a:pt x="0" y="3"/>
                  </a:moveTo>
                  <a:cubicBezTo>
                    <a:pt x="0" y="4"/>
                    <a:pt x="3" y="4"/>
                    <a:pt x="5" y="4"/>
                  </a:cubicBezTo>
                  <a:cubicBezTo>
                    <a:pt x="7" y="3"/>
                    <a:pt x="9" y="2"/>
                    <a:pt x="11" y="1"/>
                  </a:cubicBezTo>
                  <a:cubicBezTo>
                    <a:pt x="8" y="1"/>
                    <a:pt x="6" y="0"/>
                    <a:pt x="4" y="0"/>
                  </a:cubicBezTo>
                  <a:cubicBezTo>
                    <a:pt x="1"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35" name="Freeform 2741"/>
            <p:cNvSpPr/>
            <p:nvPr/>
          </p:nvSpPr>
          <p:spPr bwMode="auto">
            <a:xfrm>
              <a:off x="7923516" y="9402540"/>
              <a:ext cx="33338" cy="7938"/>
            </a:xfrm>
            <a:custGeom>
              <a:avLst/>
              <a:gdLst>
                <a:gd name="T0" fmla="*/ 1 w 12"/>
                <a:gd name="T1" fmla="*/ 2 h 3"/>
                <a:gd name="T2" fmla="*/ 5 w 12"/>
                <a:gd name="T3" fmla="*/ 3 h 3"/>
                <a:gd name="T4" fmla="*/ 12 w 12"/>
                <a:gd name="T5" fmla="*/ 1 h 3"/>
                <a:gd name="T6" fmla="*/ 5 w 12"/>
                <a:gd name="T7" fmla="*/ 0 h 3"/>
                <a:gd name="T8" fmla="*/ 1 w 12"/>
                <a:gd name="T9" fmla="*/ 2 h 3"/>
              </a:gdLst>
              <a:ahLst/>
              <a:cxnLst>
                <a:cxn ang="0">
                  <a:pos x="T0" y="T1"/>
                </a:cxn>
                <a:cxn ang="0">
                  <a:pos x="T2" y="T3"/>
                </a:cxn>
                <a:cxn ang="0">
                  <a:pos x="T4" y="T5"/>
                </a:cxn>
                <a:cxn ang="0">
                  <a:pos x="T6" y="T7"/>
                </a:cxn>
                <a:cxn ang="0">
                  <a:pos x="T8" y="T9"/>
                </a:cxn>
              </a:cxnLst>
              <a:rect l="0" t="0" r="r" b="b"/>
              <a:pathLst>
                <a:path w="12" h="3">
                  <a:moveTo>
                    <a:pt x="1" y="2"/>
                  </a:moveTo>
                  <a:cubicBezTo>
                    <a:pt x="0" y="3"/>
                    <a:pt x="3" y="3"/>
                    <a:pt x="5" y="3"/>
                  </a:cubicBezTo>
                  <a:cubicBezTo>
                    <a:pt x="7" y="3"/>
                    <a:pt x="9" y="2"/>
                    <a:pt x="12" y="1"/>
                  </a:cubicBezTo>
                  <a:cubicBezTo>
                    <a:pt x="9" y="0"/>
                    <a:pt x="7" y="0"/>
                    <a:pt x="5" y="0"/>
                  </a:cubicBezTo>
                  <a:cubicBezTo>
                    <a:pt x="3" y="0"/>
                    <a:pt x="1"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36" name="Freeform 2742"/>
            <p:cNvSpPr/>
            <p:nvPr/>
          </p:nvSpPr>
          <p:spPr bwMode="auto">
            <a:xfrm>
              <a:off x="8137829" y="9370790"/>
              <a:ext cx="30163" cy="11113"/>
            </a:xfrm>
            <a:custGeom>
              <a:avLst/>
              <a:gdLst>
                <a:gd name="T0" fmla="*/ 0 w 11"/>
                <a:gd name="T1" fmla="*/ 3 h 4"/>
                <a:gd name="T2" fmla="*/ 5 w 11"/>
                <a:gd name="T3" fmla="*/ 4 h 4"/>
                <a:gd name="T4" fmla="*/ 11 w 11"/>
                <a:gd name="T5" fmla="*/ 1 h 4"/>
                <a:gd name="T6" fmla="*/ 5 w 11"/>
                <a:gd name="T7" fmla="*/ 0 h 4"/>
                <a:gd name="T8" fmla="*/ 0 w 11"/>
                <a:gd name="T9" fmla="*/ 3 h 4"/>
              </a:gdLst>
              <a:ahLst/>
              <a:cxnLst>
                <a:cxn ang="0">
                  <a:pos x="T0" y="T1"/>
                </a:cxn>
                <a:cxn ang="0">
                  <a:pos x="T2" y="T3"/>
                </a:cxn>
                <a:cxn ang="0">
                  <a:pos x="T4" y="T5"/>
                </a:cxn>
                <a:cxn ang="0">
                  <a:pos x="T6" y="T7"/>
                </a:cxn>
                <a:cxn ang="0">
                  <a:pos x="T8" y="T9"/>
                </a:cxn>
              </a:cxnLst>
              <a:rect l="0" t="0" r="r" b="b"/>
              <a:pathLst>
                <a:path w="11" h="4">
                  <a:moveTo>
                    <a:pt x="0" y="3"/>
                  </a:moveTo>
                  <a:cubicBezTo>
                    <a:pt x="0" y="4"/>
                    <a:pt x="2" y="4"/>
                    <a:pt x="5" y="4"/>
                  </a:cubicBezTo>
                  <a:cubicBezTo>
                    <a:pt x="7" y="3"/>
                    <a:pt x="9" y="2"/>
                    <a:pt x="11" y="1"/>
                  </a:cubicBezTo>
                  <a:cubicBezTo>
                    <a:pt x="9" y="1"/>
                    <a:pt x="7" y="0"/>
                    <a:pt x="5" y="0"/>
                  </a:cubicBezTo>
                  <a:cubicBezTo>
                    <a:pt x="2"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37" name="Freeform 2743"/>
            <p:cNvSpPr/>
            <p:nvPr/>
          </p:nvSpPr>
          <p:spPr bwMode="auto">
            <a:xfrm>
              <a:off x="8350554" y="9329515"/>
              <a:ext cx="26988" cy="11113"/>
            </a:xfrm>
            <a:custGeom>
              <a:avLst/>
              <a:gdLst>
                <a:gd name="T0" fmla="*/ 5 w 10"/>
                <a:gd name="T1" fmla="*/ 3 h 4"/>
                <a:gd name="T2" fmla="*/ 10 w 10"/>
                <a:gd name="T3" fmla="*/ 1 h 4"/>
                <a:gd name="T4" fmla="*/ 5 w 10"/>
                <a:gd name="T5" fmla="*/ 0 h 4"/>
                <a:gd name="T6" fmla="*/ 1 w 10"/>
                <a:gd name="T7" fmla="*/ 3 h 4"/>
                <a:gd name="T8" fmla="*/ 5 w 10"/>
                <a:gd name="T9" fmla="*/ 3 h 4"/>
              </a:gdLst>
              <a:ahLst/>
              <a:cxnLst>
                <a:cxn ang="0">
                  <a:pos x="T0" y="T1"/>
                </a:cxn>
                <a:cxn ang="0">
                  <a:pos x="T2" y="T3"/>
                </a:cxn>
                <a:cxn ang="0">
                  <a:pos x="T4" y="T5"/>
                </a:cxn>
                <a:cxn ang="0">
                  <a:pos x="T6" y="T7"/>
                </a:cxn>
                <a:cxn ang="0">
                  <a:pos x="T8" y="T9"/>
                </a:cxn>
              </a:cxnLst>
              <a:rect l="0" t="0" r="r" b="b"/>
              <a:pathLst>
                <a:path w="10" h="4">
                  <a:moveTo>
                    <a:pt x="5" y="3"/>
                  </a:moveTo>
                  <a:cubicBezTo>
                    <a:pt x="8" y="3"/>
                    <a:pt x="10" y="2"/>
                    <a:pt x="10" y="1"/>
                  </a:cubicBezTo>
                  <a:cubicBezTo>
                    <a:pt x="9" y="1"/>
                    <a:pt x="7" y="0"/>
                    <a:pt x="5" y="0"/>
                  </a:cubicBezTo>
                  <a:cubicBezTo>
                    <a:pt x="3" y="1"/>
                    <a:pt x="1" y="2"/>
                    <a:pt x="1" y="3"/>
                  </a:cubicBezTo>
                  <a:cubicBezTo>
                    <a:pt x="0" y="4"/>
                    <a:pt x="3" y="4"/>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38" name="Freeform 2744"/>
            <p:cNvSpPr/>
            <p:nvPr/>
          </p:nvSpPr>
          <p:spPr bwMode="auto">
            <a:xfrm>
              <a:off x="8561691" y="9278715"/>
              <a:ext cx="26988" cy="9525"/>
            </a:xfrm>
            <a:custGeom>
              <a:avLst/>
              <a:gdLst>
                <a:gd name="T0" fmla="*/ 1 w 10"/>
                <a:gd name="T1" fmla="*/ 4 h 4"/>
                <a:gd name="T2" fmla="*/ 6 w 10"/>
                <a:gd name="T3" fmla="*/ 4 h 4"/>
                <a:gd name="T4" fmla="*/ 10 w 10"/>
                <a:gd name="T5" fmla="*/ 1 h 4"/>
                <a:gd name="T6" fmla="*/ 5 w 10"/>
                <a:gd name="T7" fmla="*/ 1 h 4"/>
                <a:gd name="T8" fmla="*/ 1 w 10"/>
                <a:gd name="T9" fmla="*/ 4 h 4"/>
              </a:gdLst>
              <a:ahLst/>
              <a:cxnLst>
                <a:cxn ang="0">
                  <a:pos x="T0" y="T1"/>
                </a:cxn>
                <a:cxn ang="0">
                  <a:pos x="T2" y="T3"/>
                </a:cxn>
                <a:cxn ang="0">
                  <a:pos x="T4" y="T5"/>
                </a:cxn>
                <a:cxn ang="0">
                  <a:pos x="T6" y="T7"/>
                </a:cxn>
                <a:cxn ang="0">
                  <a:pos x="T8" y="T9"/>
                </a:cxn>
              </a:cxnLst>
              <a:rect l="0" t="0" r="r" b="b"/>
              <a:pathLst>
                <a:path w="10" h="4">
                  <a:moveTo>
                    <a:pt x="1" y="4"/>
                  </a:moveTo>
                  <a:cubicBezTo>
                    <a:pt x="1" y="4"/>
                    <a:pt x="3" y="4"/>
                    <a:pt x="6" y="4"/>
                  </a:cubicBezTo>
                  <a:cubicBezTo>
                    <a:pt x="8" y="3"/>
                    <a:pt x="10" y="2"/>
                    <a:pt x="10" y="1"/>
                  </a:cubicBezTo>
                  <a:cubicBezTo>
                    <a:pt x="10" y="0"/>
                    <a:pt x="8" y="0"/>
                    <a:pt x="5" y="1"/>
                  </a:cubicBezTo>
                  <a:cubicBezTo>
                    <a:pt x="2" y="2"/>
                    <a:pt x="0"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39" name="Freeform 2745"/>
            <p:cNvSpPr/>
            <p:nvPr/>
          </p:nvSpPr>
          <p:spPr bwMode="auto">
            <a:xfrm>
              <a:off x="8333091" y="9256490"/>
              <a:ext cx="25400" cy="11113"/>
            </a:xfrm>
            <a:custGeom>
              <a:avLst/>
              <a:gdLst>
                <a:gd name="T0" fmla="*/ 0 w 9"/>
                <a:gd name="T1" fmla="*/ 3 h 4"/>
                <a:gd name="T2" fmla="*/ 5 w 9"/>
                <a:gd name="T3" fmla="*/ 4 h 4"/>
                <a:gd name="T4" fmla="*/ 8 w 9"/>
                <a:gd name="T5" fmla="*/ 1 h 4"/>
                <a:gd name="T6" fmla="*/ 3 w 9"/>
                <a:gd name="T7" fmla="*/ 0 h 4"/>
                <a:gd name="T8" fmla="*/ 0 w 9"/>
                <a:gd name="T9" fmla="*/ 3 h 4"/>
              </a:gdLst>
              <a:ahLst/>
              <a:cxnLst>
                <a:cxn ang="0">
                  <a:pos x="T0" y="T1"/>
                </a:cxn>
                <a:cxn ang="0">
                  <a:pos x="T2" y="T3"/>
                </a:cxn>
                <a:cxn ang="0">
                  <a:pos x="T4" y="T5"/>
                </a:cxn>
                <a:cxn ang="0">
                  <a:pos x="T6" y="T7"/>
                </a:cxn>
                <a:cxn ang="0">
                  <a:pos x="T8" y="T9"/>
                </a:cxn>
              </a:cxnLst>
              <a:rect l="0" t="0" r="r" b="b"/>
              <a:pathLst>
                <a:path w="9" h="4">
                  <a:moveTo>
                    <a:pt x="0" y="3"/>
                  </a:moveTo>
                  <a:cubicBezTo>
                    <a:pt x="0" y="4"/>
                    <a:pt x="3" y="4"/>
                    <a:pt x="5" y="4"/>
                  </a:cubicBezTo>
                  <a:cubicBezTo>
                    <a:pt x="7" y="3"/>
                    <a:pt x="9" y="1"/>
                    <a:pt x="8" y="1"/>
                  </a:cubicBezTo>
                  <a:cubicBezTo>
                    <a:pt x="7" y="0"/>
                    <a:pt x="5" y="0"/>
                    <a:pt x="3" y="0"/>
                  </a:cubicBezTo>
                  <a:cubicBezTo>
                    <a:pt x="1"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40" name="Freeform 2746"/>
            <p:cNvSpPr/>
            <p:nvPr/>
          </p:nvSpPr>
          <p:spPr bwMode="auto">
            <a:xfrm>
              <a:off x="8118779" y="9299353"/>
              <a:ext cx="30163" cy="11113"/>
            </a:xfrm>
            <a:custGeom>
              <a:avLst/>
              <a:gdLst>
                <a:gd name="T0" fmla="*/ 0 w 11"/>
                <a:gd name="T1" fmla="*/ 3 h 4"/>
                <a:gd name="T2" fmla="*/ 6 w 11"/>
                <a:gd name="T3" fmla="*/ 3 h 4"/>
                <a:gd name="T4" fmla="*/ 11 w 11"/>
                <a:gd name="T5" fmla="*/ 1 h 4"/>
                <a:gd name="T6" fmla="*/ 3 w 11"/>
                <a:gd name="T7" fmla="*/ 1 h 4"/>
                <a:gd name="T8" fmla="*/ 0 w 11"/>
                <a:gd name="T9" fmla="*/ 3 h 4"/>
              </a:gdLst>
              <a:ahLst/>
              <a:cxnLst>
                <a:cxn ang="0">
                  <a:pos x="T0" y="T1"/>
                </a:cxn>
                <a:cxn ang="0">
                  <a:pos x="T2" y="T3"/>
                </a:cxn>
                <a:cxn ang="0">
                  <a:pos x="T4" y="T5"/>
                </a:cxn>
                <a:cxn ang="0">
                  <a:pos x="T6" y="T7"/>
                </a:cxn>
                <a:cxn ang="0">
                  <a:pos x="T8" y="T9"/>
                </a:cxn>
              </a:cxnLst>
              <a:rect l="0" t="0" r="r" b="b"/>
              <a:pathLst>
                <a:path w="11" h="4">
                  <a:moveTo>
                    <a:pt x="0" y="3"/>
                  </a:moveTo>
                  <a:cubicBezTo>
                    <a:pt x="0" y="4"/>
                    <a:pt x="3" y="4"/>
                    <a:pt x="6" y="3"/>
                  </a:cubicBezTo>
                  <a:cubicBezTo>
                    <a:pt x="7" y="3"/>
                    <a:pt x="8" y="2"/>
                    <a:pt x="11" y="1"/>
                  </a:cubicBezTo>
                  <a:cubicBezTo>
                    <a:pt x="7" y="1"/>
                    <a:pt x="5" y="0"/>
                    <a:pt x="3" y="1"/>
                  </a:cubicBezTo>
                  <a:cubicBezTo>
                    <a:pt x="2"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41" name="Freeform 2747"/>
            <p:cNvSpPr/>
            <p:nvPr/>
          </p:nvSpPr>
          <p:spPr bwMode="auto">
            <a:xfrm>
              <a:off x="7907641" y="9329515"/>
              <a:ext cx="26988" cy="11113"/>
            </a:xfrm>
            <a:custGeom>
              <a:avLst/>
              <a:gdLst>
                <a:gd name="T0" fmla="*/ 0 w 10"/>
                <a:gd name="T1" fmla="*/ 2 h 4"/>
                <a:gd name="T2" fmla="*/ 5 w 10"/>
                <a:gd name="T3" fmla="*/ 3 h 4"/>
                <a:gd name="T4" fmla="*/ 10 w 10"/>
                <a:gd name="T5" fmla="*/ 1 h 4"/>
                <a:gd name="T6" fmla="*/ 2 w 10"/>
                <a:gd name="T7" fmla="*/ 1 h 4"/>
                <a:gd name="T8" fmla="*/ 0 w 10"/>
                <a:gd name="T9" fmla="*/ 2 h 4"/>
              </a:gdLst>
              <a:ahLst/>
              <a:cxnLst>
                <a:cxn ang="0">
                  <a:pos x="T0" y="T1"/>
                </a:cxn>
                <a:cxn ang="0">
                  <a:pos x="T2" y="T3"/>
                </a:cxn>
                <a:cxn ang="0">
                  <a:pos x="T4" y="T5"/>
                </a:cxn>
                <a:cxn ang="0">
                  <a:pos x="T6" y="T7"/>
                </a:cxn>
                <a:cxn ang="0">
                  <a:pos x="T8" y="T9"/>
                </a:cxn>
              </a:cxnLst>
              <a:rect l="0" t="0" r="r" b="b"/>
              <a:pathLst>
                <a:path w="10" h="4">
                  <a:moveTo>
                    <a:pt x="0" y="2"/>
                  </a:moveTo>
                  <a:cubicBezTo>
                    <a:pt x="0" y="3"/>
                    <a:pt x="3" y="4"/>
                    <a:pt x="5" y="3"/>
                  </a:cubicBezTo>
                  <a:cubicBezTo>
                    <a:pt x="7" y="3"/>
                    <a:pt x="8" y="2"/>
                    <a:pt x="10" y="1"/>
                  </a:cubicBezTo>
                  <a:cubicBezTo>
                    <a:pt x="6" y="1"/>
                    <a:pt x="4" y="0"/>
                    <a:pt x="2" y="1"/>
                  </a:cubicBezTo>
                  <a:cubicBezTo>
                    <a:pt x="1" y="1"/>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42" name="Freeform 2748"/>
            <p:cNvSpPr/>
            <p:nvPr/>
          </p:nvSpPr>
          <p:spPr bwMode="auto">
            <a:xfrm>
              <a:off x="7693329" y="9351740"/>
              <a:ext cx="23813" cy="11113"/>
            </a:xfrm>
            <a:custGeom>
              <a:avLst/>
              <a:gdLst>
                <a:gd name="T0" fmla="*/ 4 w 9"/>
                <a:gd name="T1" fmla="*/ 4 h 4"/>
                <a:gd name="T2" fmla="*/ 8 w 9"/>
                <a:gd name="T3" fmla="*/ 2 h 4"/>
                <a:gd name="T4" fmla="*/ 4 w 9"/>
                <a:gd name="T5" fmla="*/ 0 h 4"/>
                <a:gd name="T6" fmla="*/ 0 w 9"/>
                <a:gd name="T7" fmla="*/ 3 h 4"/>
                <a:gd name="T8" fmla="*/ 4 w 9"/>
                <a:gd name="T9" fmla="*/ 4 h 4"/>
              </a:gdLst>
              <a:ahLst/>
              <a:cxnLst>
                <a:cxn ang="0">
                  <a:pos x="T0" y="T1"/>
                </a:cxn>
                <a:cxn ang="0">
                  <a:pos x="T2" y="T3"/>
                </a:cxn>
                <a:cxn ang="0">
                  <a:pos x="T4" y="T5"/>
                </a:cxn>
                <a:cxn ang="0">
                  <a:pos x="T6" y="T7"/>
                </a:cxn>
                <a:cxn ang="0">
                  <a:pos x="T8" y="T9"/>
                </a:cxn>
              </a:cxnLst>
              <a:rect l="0" t="0" r="r" b="b"/>
              <a:pathLst>
                <a:path w="9" h="4">
                  <a:moveTo>
                    <a:pt x="4" y="4"/>
                  </a:moveTo>
                  <a:cubicBezTo>
                    <a:pt x="6" y="4"/>
                    <a:pt x="9" y="2"/>
                    <a:pt x="8" y="2"/>
                  </a:cubicBezTo>
                  <a:cubicBezTo>
                    <a:pt x="8" y="1"/>
                    <a:pt x="6" y="1"/>
                    <a:pt x="4" y="0"/>
                  </a:cubicBezTo>
                  <a:cubicBezTo>
                    <a:pt x="2" y="2"/>
                    <a:pt x="0" y="3"/>
                    <a:pt x="0" y="3"/>
                  </a:cubicBezTo>
                  <a:cubicBezTo>
                    <a:pt x="0" y="4"/>
                    <a:pt x="3" y="4"/>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43" name="Freeform 2749"/>
            <p:cNvSpPr/>
            <p:nvPr/>
          </p:nvSpPr>
          <p:spPr bwMode="auto">
            <a:xfrm>
              <a:off x="7479016" y="9394603"/>
              <a:ext cx="30163" cy="11113"/>
            </a:xfrm>
            <a:custGeom>
              <a:avLst/>
              <a:gdLst>
                <a:gd name="T0" fmla="*/ 0 w 11"/>
                <a:gd name="T1" fmla="*/ 3 h 4"/>
                <a:gd name="T2" fmla="*/ 6 w 11"/>
                <a:gd name="T3" fmla="*/ 3 h 4"/>
                <a:gd name="T4" fmla="*/ 11 w 11"/>
                <a:gd name="T5" fmla="*/ 1 h 4"/>
                <a:gd name="T6" fmla="*/ 4 w 11"/>
                <a:gd name="T7" fmla="*/ 1 h 4"/>
                <a:gd name="T8" fmla="*/ 0 w 11"/>
                <a:gd name="T9" fmla="*/ 3 h 4"/>
              </a:gdLst>
              <a:ahLst/>
              <a:cxnLst>
                <a:cxn ang="0">
                  <a:pos x="T0" y="T1"/>
                </a:cxn>
                <a:cxn ang="0">
                  <a:pos x="T2" y="T3"/>
                </a:cxn>
                <a:cxn ang="0">
                  <a:pos x="T4" y="T5"/>
                </a:cxn>
                <a:cxn ang="0">
                  <a:pos x="T6" y="T7"/>
                </a:cxn>
                <a:cxn ang="0">
                  <a:pos x="T8" y="T9"/>
                </a:cxn>
              </a:cxnLst>
              <a:rect l="0" t="0" r="r" b="b"/>
              <a:pathLst>
                <a:path w="11" h="4">
                  <a:moveTo>
                    <a:pt x="0" y="3"/>
                  </a:moveTo>
                  <a:cubicBezTo>
                    <a:pt x="0" y="4"/>
                    <a:pt x="3" y="4"/>
                    <a:pt x="6" y="3"/>
                  </a:cubicBezTo>
                  <a:cubicBezTo>
                    <a:pt x="7" y="3"/>
                    <a:pt x="8" y="2"/>
                    <a:pt x="11" y="1"/>
                  </a:cubicBezTo>
                  <a:cubicBezTo>
                    <a:pt x="8" y="1"/>
                    <a:pt x="6" y="0"/>
                    <a:pt x="4" y="1"/>
                  </a:cubicBezTo>
                  <a:cubicBezTo>
                    <a:pt x="3" y="1"/>
                    <a:pt x="1"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44" name="Freeform 2750"/>
            <p:cNvSpPr/>
            <p:nvPr/>
          </p:nvSpPr>
          <p:spPr bwMode="auto">
            <a:xfrm>
              <a:off x="7267879" y="9454928"/>
              <a:ext cx="23813" cy="11113"/>
            </a:xfrm>
            <a:custGeom>
              <a:avLst/>
              <a:gdLst>
                <a:gd name="T0" fmla="*/ 0 w 9"/>
                <a:gd name="T1" fmla="*/ 3 h 4"/>
                <a:gd name="T2" fmla="*/ 4 w 9"/>
                <a:gd name="T3" fmla="*/ 4 h 4"/>
                <a:gd name="T4" fmla="*/ 9 w 9"/>
                <a:gd name="T5" fmla="*/ 1 h 4"/>
                <a:gd name="T6" fmla="*/ 4 w 9"/>
                <a:gd name="T7" fmla="*/ 0 h 4"/>
                <a:gd name="T8" fmla="*/ 0 w 9"/>
                <a:gd name="T9" fmla="*/ 3 h 4"/>
              </a:gdLst>
              <a:ahLst/>
              <a:cxnLst>
                <a:cxn ang="0">
                  <a:pos x="T0" y="T1"/>
                </a:cxn>
                <a:cxn ang="0">
                  <a:pos x="T2" y="T3"/>
                </a:cxn>
                <a:cxn ang="0">
                  <a:pos x="T4" y="T5"/>
                </a:cxn>
                <a:cxn ang="0">
                  <a:pos x="T6" y="T7"/>
                </a:cxn>
                <a:cxn ang="0">
                  <a:pos x="T8" y="T9"/>
                </a:cxn>
              </a:cxnLst>
              <a:rect l="0" t="0" r="r" b="b"/>
              <a:pathLst>
                <a:path w="9" h="4">
                  <a:moveTo>
                    <a:pt x="0" y="3"/>
                  </a:moveTo>
                  <a:cubicBezTo>
                    <a:pt x="0" y="4"/>
                    <a:pt x="2" y="4"/>
                    <a:pt x="4" y="4"/>
                  </a:cubicBezTo>
                  <a:cubicBezTo>
                    <a:pt x="6" y="4"/>
                    <a:pt x="9" y="2"/>
                    <a:pt x="9" y="1"/>
                  </a:cubicBezTo>
                  <a:cubicBezTo>
                    <a:pt x="8" y="0"/>
                    <a:pt x="6" y="0"/>
                    <a:pt x="4" y="0"/>
                  </a:cubicBezTo>
                  <a:cubicBezTo>
                    <a:pt x="3" y="1"/>
                    <a:pt x="1"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45" name="Freeform 2751"/>
            <p:cNvSpPr/>
            <p:nvPr/>
          </p:nvSpPr>
          <p:spPr bwMode="auto">
            <a:xfrm>
              <a:off x="7058329" y="9527953"/>
              <a:ext cx="26988" cy="15875"/>
            </a:xfrm>
            <a:custGeom>
              <a:avLst/>
              <a:gdLst>
                <a:gd name="T0" fmla="*/ 5 w 10"/>
                <a:gd name="T1" fmla="*/ 5 h 6"/>
                <a:gd name="T2" fmla="*/ 10 w 10"/>
                <a:gd name="T3" fmla="*/ 0 h 6"/>
                <a:gd name="T4" fmla="*/ 2 w 10"/>
                <a:gd name="T5" fmla="*/ 2 h 6"/>
                <a:gd name="T6" fmla="*/ 0 w 10"/>
                <a:gd name="T7" fmla="*/ 5 h 6"/>
                <a:gd name="T8" fmla="*/ 5 w 10"/>
                <a:gd name="T9" fmla="*/ 5 h 6"/>
              </a:gdLst>
              <a:ahLst/>
              <a:cxnLst>
                <a:cxn ang="0">
                  <a:pos x="T0" y="T1"/>
                </a:cxn>
                <a:cxn ang="0">
                  <a:pos x="T2" y="T3"/>
                </a:cxn>
                <a:cxn ang="0">
                  <a:pos x="T4" y="T5"/>
                </a:cxn>
                <a:cxn ang="0">
                  <a:pos x="T6" y="T7"/>
                </a:cxn>
                <a:cxn ang="0">
                  <a:pos x="T8" y="T9"/>
                </a:cxn>
              </a:cxnLst>
              <a:rect l="0" t="0" r="r" b="b"/>
              <a:pathLst>
                <a:path w="10" h="6">
                  <a:moveTo>
                    <a:pt x="5" y="5"/>
                  </a:moveTo>
                  <a:cubicBezTo>
                    <a:pt x="7" y="4"/>
                    <a:pt x="8" y="2"/>
                    <a:pt x="10" y="0"/>
                  </a:cubicBezTo>
                  <a:cubicBezTo>
                    <a:pt x="6" y="1"/>
                    <a:pt x="4" y="1"/>
                    <a:pt x="2" y="2"/>
                  </a:cubicBezTo>
                  <a:cubicBezTo>
                    <a:pt x="1" y="2"/>
                    <a:pt x="0" y="4"/>
                    <a:pt x="0" y="5"/>
                  </a:cubicBezTo>
                  <a:cubicBezTo>
                    <a:pt x="0" y="6"/>
                    <a:pt x="3" y="6"/>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46" name="Freeform 2752"/>
            <p:cNvSpPr/>
            <p:nvPr/>
          </p:nvSpPr>
          <p:spPr bwMode="auto">
            <a:xfrm>
              <a:off x="6847191" y="9615265"/>
              <a:ext cx="23813" cy="19050"/>
            </a:xfrm>
            <a:custGeom>
              <a:avLst/>
              <a:gdLst>
                <a:gd name="T0" fmla="*/ 5 w 9"/>
                <a:gd name="T1" fmla="*/ 6 h 7"/>
                <a:gd name="T2" fmla="*/ 8 w 9"/>
                <a:gd name="T3" fmla="*/ 1 h 7"/>
                <a:gd name="T4" fmla="*/ 3 w 9"/>
                <a:gd name="T5" fmla="*/ 0 h 7"/>
                <a:gd name="T6" fmla="*/ 0 w 9"/>
                <a:gd name="T7" fmla="*/ 6 h 7"/>
                <a:gd name="T8" fmla="*/ 5 w 9"/>
                <a:gd name="T9" fmla="*/ 6 h 7"/>
              </a:gdLst>
              <a:ahLst/>
              <a:cxnLst>
                <a:cxn ang="0">
                  <a:pos x="T0" y="T1"/>
                </a:cxn>
                <a:cxn ang="0">
                  <a:pos x="T2" y="T3"/>
                </a:cxn>
                <a:cxn ang="0">
                  <a:pos x="T4" y="T5"/>
                </a:cxn>
                <a:cxn ang="0">
                  <a:pos x="T6" y="T7"/>
                </a:cxn>
                <a:cxn ang="0">
                  <a:pos x="T8" y="T9"/>
                </a:cxn>
              </a:cxnLst>
              <a:rect l="0" t="0" r="r" b="b"/>
              <a:pathLst>
                <a:path w="9" h="7">
                  <a:moveTo>
                    <a:pt x="5" y="6"/>
                  </a:moveTo>
                  <a:cubicBezTo>
                    <a:pt x="7" y="5"/>
                    <a:pt x="9" y="2"/>
                    <a:pt x="8" y="1"/>
                  </a:cubicBezTo>
                  <a:cubicBezTo>
                    <a:pt x="7" y="1"/>
                    <a:pt x="5" y="1"/>
                    <a:pt x="3" y="0"/>
                  </a:cubicBezTo>
                  <a:cubicBezTo>
                    <a:pt x="2" y="3"/>
                    <a:pt x="0" y="5"/>
                    <a:pt x="0" y="6"/>
                  </a:cubicBezTo>
                  <a:cubicBezTo>
                    <a:pt x="0" y="7"/>
                    <a:pt x="3" y="7"/>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47" name="Freeform 2753"/>
            <p:cNvSpPr/>
            <p:nvPr/>
          </p:nvSpPr>
          <p:spPr bwMode="auto">
            <a:xfrm>
              <a:off x="6634466" y="9710515"/>
              <a:ext cx="25400" cy="20638"/>
            </a:xfrm>
            <a:custGeom>
              <a:avLst/>
              <a:gdLst>
                <a:gd name="T0" fmla="*/ 5 w 9"/>
                <a:gd name="T1" fmla="*/ 8 h 8"/>
                <a:gd name="T2" fmla="*/ 9 w 9"/>
                <a:gd name="T3" fmla="*/ 4 h 8"/>
                <a:gd name="T4" fmla="*/ 5 w 9"/>
                <a:gd name="T5" fmla="*/ 0 h 8"/>
                <a:gd name="T6" fmla="*/ 0 w 9"/>
                <a:gd name="T7" fmla="*/ 7 h 8"/>
                <a:gd name="T8" fmla="*/ 5 w 9"/>
                <a:gd name="T9" fmla="*/ 8 h 8"/>
              </a:gdLst>
              <a:ahLst/>
              <a:cxnLst>
                <a:cxn ang="0">
                  <a:pos x="T0" y="T1"/>
                </a:cxn>
                <a:cxn ang="0">
                  <a:pos x="T2" y="T3"/>
                </a:cxn>
                <a:cxn ang="0">
                  <a:pos x="T4" y="T5"/>
                </a:cxn>
                <a:cxn ang="0">
                  <a:pos x="T6" y="T7"/>
                </a:cxn>
                <a:cxn ang="0">
                  <a:pos x="T8" y="T9"/>
                </a:cxn>
              </a:cxnLst>
              <a:rect l="0" t="0" r="r" b="b"/>
              <a:pathLst>
                <a:path w="9" h="8">
                  <a:moveTo>
                    <a:pt x="5" y="8"/>
                  </a:moveTo>
                  <a:cubicBezTo>
                    <a:pt x="6" y="7"/>
                    <a:pt x="9" y="4"/>
                    <a:pt x="9" y="4"/>
                  </a:cubicBezTo>
                  <a:cubicBezTo>
                    <a:pt x="8" y="2"/>
                    <a:pt x="7" y="2"/>
                    <a:pt x="5" y="0"/>
                  </a:cubicBezTo>
                  <a:cubicBezTo>
                    <a:pt x="2" y="3"/>
                    <a:pt x="1" y="6"/>
                    <a:pt x="0" y="7"/>
                  </a:cubicBezTo>
                  <a:cubicBezTo>
                    <a:pt x="0" y="8"/>
                    <a:pt x="3" y="8"/>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48" name="Freeform 2754"/>
            <p:cNvSpPr/>
            <p:nvPr/>
          </p:nvSpPr>
          <p:spPr bwMode="auto">
            <a:xfrm>
              <a:off x="6426504" y="9818465"/>
              <a:ext cx="26988" cy="22225"/>
            </a:xfrm>
            <a:custGeom>
              <a:avLst/>
              <a:gdLst>
                <a:gd name="T0" fmla="*/ 5 w 10"/>
                <a:gd name="T1" fmla="*/ 6 h 8"/>
                <a:gd name="T2" fmla="*/ 10 w 10"/>
                <a:gd name="T3" fmla="*/ 0 h 8"/>
                <a:gd name="T4" fmla="*/ 3 w 10"/>
                <a:gd name="T5" fmla="*/ 1 h 8"/>
                <a:gd name="T6" fmla="*/ 0 w 10"/>
                <a:gd name="T7" fmla="*/ 6 h 8"/>
                <a:gd name="T8" fmla="*/ 5 w 10"/>
                <a:gd name="T9" fmla="*/ 6 h 8"/>
              </a:gdLst>
              <a:ahLst/>
              <a:cxnLst>
                <a:cxn ang="0">
                  <a:pos x="T0" y="T1"/>
                </a:cxn>
                <a:cxn ang="0">
                  <a:pos x="T2" y="T3"/>
                </a:cxn>
                <a:cxn ang="0">
                  <a:pos x="T4" y="T5"/>
                </a:cxn>
                <a:cxn ang="0">
                  <a:pos x="T6" y="T7"/>
                </a:cxn>
                <a:cxn ang="0">
                  <a:pos x="T8" y="T9"/>
                </a:cxn>
              </a:cxnLst>
              <a:rect l="0" t="0" r="r" b="b"/>
              <a:pathLst>
                <a:path w="10" h="8">
                  <a:moveTo>
                    <a:pt x="5" y="6"/>
                  </a:moveTo>
                  <a:cubicBezTo>
                    <a:pt x="7" y="5"/>
                    <a:pt x="8" y="3"/>
                    <a:pt x="10" y="0"/>
                  </a:cubicBezTo>
                  <a:cubicBezTo>
                    <a:pt x="7" y="0"/>
                    <a:pt x="5" y="0"/>
                    <a:pt x="3" y="1"/>
                  </a:cubicBezTo>
                  <a:cubicBezTo>
                    <a:pt x="2" y="1"/>
                    <a:pt x="0" y="4"/>
                    <a:pt x="0" y="6"/>
                  </a:cubicBezTo>
                  <a:cubicBezTo>
                    <a:pt x="0" y="8"/>
                    <a:pt x="3" y="8"/>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49" name="Freeform 2755"/>
            <p:cNvSpPr/>
            <p:nvPr/>
          </p:nvSpPr>
          <p:spPr bwMode="auto">
            <a:xfrm>
              <a:off x="6216954" y="9921653"/>
              <a:ext cx="23813" cy="23813"/>
            </a:xfrm>
            <a:custGeom>
              <a:avLst/>
              <a:gdLst>
                <a:gd name="T0" fmla="*/ 4 w 9"/>
                <a:gd name="T1" fmla="*/ 8 h 9"/>
                <a:gd name="T2" fmla="*/ 8 w 9"/>
                <a:gd name="T3" fmla="*/ 2 h 9"/>
                <a:gd name="T4" fmla="*/ 2 w 9"/>
                <a:gd name="T5" fmla="*/ 0 h 9"/>
                <a:gd name="T6" fmla="*/ 0 w 9"/>
                <a:gd name="T7" fmla="*/ 8 h 9"/>
                <a:gd name="T8" fmla="*/ 4 w 9"/>
                <a:gd name="T9" fmla="*/ 8 h 9"/>
              </a:gdLst>
              <a:ahLst/>
              <a:cxnLst>
                <a:cxn ang="0">
                  <a:pos x="T0" y="T1"/>
                </a:cxn>
                <a:cxn ang="0">
                  <a:pos x="T2" y="T3"/>
                </a:cxn>
                <a:cxn ang="0">
                  <a:pos x="T4" y="T5"/>
                </a:cxn>
                <a:cxn ang="0">
                  <a:pos x="T6" y="T7"/>
                </a:cxn>
                <a:cxn ang="0">
                  <a:pos x="T8" y="T9"/>
                </a:cxn>
              </a:cxnLst>
              <a:rect l="0" t="0" r="r" b="b"/>
              <a:pathLst>
                <a:path w="9" h="9">
                  <a:moveTo>
                    <a:pt x="4" y="8"/>
                  </a:moveTo>
                  <a:cubicBezTo>
                    <a:pt x="7" y="7"/>
                    <a:pt x="9" y="4"/>
                    <a:pt x="8" y="2"/>
                  </a:cubicBezTo>
                  <a:cubicBezTo>
                    <a:pt x="7" y="1"/>
                    <a:pt x="5" y="1"/>
                    <a:pt x="2" y="0"/>
                  </a:cubicBezTo>
                  <a:cubicBezTo>
                    <a:pt x="1" y="4"/>
                    <a:pt x="0" y="6"/>
                    <a:pt x="0" y="8"/>
                  </a:cubicBezTo>
                  <a:cubicBezTo>
                    <a:pt x="0" y="9"/>
                    <a:pt x="3" y="9"/>
                    <a:pt x="4"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50" name="Freeform 2756"/>
            <p:cNvSpPr/>
            <p:nvPr/>
          </p:nvSpPr>
          <p:spPr bwMode="auto">
            <a:xfrm>
              <a:off x="6002641" y="10024840"/>
              <a:ext cx="26988" cy="30163"/>
            </a:xfrm>
            <a:custGeom>
              <a:avLst/>
              <a:gdLst>
                <a:gd name="T0" fmla="*/ 6 w 10"/>
                <a:gd name="T1" fmla="*/ 9 h 11"/>
                <a:gd name="T2" fmla="*/ 10 w 10"/>
                <a:gd name="T3" fmla="*/ 5 h 11"/>
                <a:gd name="T4" fmla="*/ 4 w 10"/>
                <a:gd name="T5" fmla="*/ 2 h 11"/>
                <a:gd name="T6" fmla="*/ 1 w 10"/>
                <a:gd name="T7" fmla="*/ 8 h 11"/>
                <a:gd name="T8" fmla="*/ 6 w 10"/>
                <a:gd name="T9" fmla="*/ 9 h 11"/>
              </a:gdLst>
              <a:ahLst/>
              <a:cxnLst>
                <a:cxn ang="0">
                  <a:pos x="T0" y="T1"/>
                </a:cxn>
                <a:cxn ang="0">
                  <a:pos x="T2" y="T3"/>
                </a:cxn>
                <a:cxn ang="0">
                  <a:pos x="T4" y="T5"/>
                </a:cxn>
                <a:cxn ang="0">
                  <a:pos x="T6" y="T7"/>
                </a:cxn>
                <a:cxn ang="0">
                  <a:pos x="T8" y="T9"/>
                </a:cxn>
              </a:cxnLst>
              <a:rect l="0" t="0" r="r" b="b"/>
              <a:pathLst>
                <a:path w="10" h="11">
                  <a:moveTo>
                    <a:pt x="6" y="9"/>
                  </a:moveTo>
                  <a:cubicBezTo>
                    <a:pt x="8" y="8"/>
                    <a:pt x="9" y="6"/>
                    <a:pt x="10" y="5"/>
                  </a:cubicBezTo>
                  <a:cubicBezTo>
                    <a:pt x="9" y="2"/>
                    <a:pt x="6" y="0"/>
                    <a:pt x="4" y="2"/>
                  </a:cubicBezTo>
                  <a:cubicBezTo>
                    <a:pt x="3" y="4"/>
                    <a:pt x="1" y="6"/>
                    <a:pt x="1" y="8"/>
                  </a:cubicBezTo>
                  <a:cubicBezTo>
                    <a:pt x="0" y="10"/>
                    <a:pt x="4" y="11"/>
                    <a:pt x="6"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51" name="Freeform 2757"/>
            <p:cNvSpPr/>
            <p:nvPr/>
          </p:nvSpPr>
          <p:spPr bwMode="auto">
            <a:xfrm>
              <a:off x="5793091" y="10124853"/>
              <a:ext cx="25400" cy="25400"/>
            </a:xfrm>
            <a:custGeom>
              <a:avLst/>
              <a:gdLst>
                <a:gd name="T0" fmla="*/ 5 w 9"/>
                <a:gd name="T1" fmla="*/ 8 h 9"/>
                <a:gd name="T2" fmla="*/ 9 w 9"/>
                <a:gd name="T3" fmla="*/ 4 h 9"/>
                <a:gd name="T4" fmla="*/ 3 w 9"/>
                <a:gd name="T5" fmla="*/ 0 h 9"/>
                <a:gd name="T6" fmla="*/ 1 w 9"/>
                <a:gd name="T7" fmla="*/ 8 h 9"/>
                <a:gd name="T8" fmla="*/ 5 w 9"/>
                <a:gd name="T9" fmla="*/ 8 h 9"/>
              </a:gdLst>
              <a:ahLst/>
              <a:cxnLst>
                <a:cxn ang="0">
                  <a:pos x="T0" y="T1"/>
                </a:cxn>
                <a:cxn ang="0">
                  <a:pos x="T2" y="T3"/>
                </a:cxn>
                <a:cxn ang="0">
                  <a:pos x="T4" y="T5"/>
                </a:cxn>
                <a:cxn ang="0">
                  <a:pos x="T6" y="T7"/>
                </a:cxn>
                <a:cxn ang="0">
                  <a:pos x="T8" y="T9"/>
                </a:cxn>
              </a:cxnLst>
              <a:rect l="0" t="0" r="r" b="b"/>
              <a:pathLst>
                <a:path w="9" h="9">
                  <a:moveTo>
                    <a:pt x="5" y="8"/>
                  </a:moveTo>
                  <a:cubicBezTo>
                    <a:pt x="7" y="8"/>
                    <a:pt x="9" y="4"/>
                    <a:pt x="9" y="4"/>
                  </a:cubicBezTo>
                  <a:cubicBezTo>
                    <a:pt x="8" y="2"/>
                    <a:pt x="6" y="2"/>
                    <a:pt x="3" y="0"/>
                  </a:cubicBezTo>
                  <a:cubicBezTo>
                    <a:pt x="2" y="4"/>
                    <a:pt x="0" y="6"/>
                    <a:pt x="1" y="8"/>
                  </a:cubicBezTo>
                  <a:cubicBezTo>
                    <a:pt x="1" y="9"/>
                    <a:pt x="4" y="9"/>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52" name="Freeform 2758"/>
            <p:cNvSpPr/>
            <p:nvPr/>
          </p:nvSpPr>
          <p:spPr bwMode="auto">
            <a:xfrm>
              <a:off x="5581954" y="10212165"/>
              <a:ext cx="23813" cy="26988"/>
            </a:xfrm>
            <a:custGeom>
              <a:avLst/>
              <a:gdLst>
                <a:gd name="T0" fmla="*/ 5 w 9"/>
                <a:gd name="T1" fmla="*/ 8 h 10"/>
                <a:gd name="T2" fmla="*/ 9 w 9"/>
                <a:gd name="T3" fmla="*/ 5 h 10"/>
                <a:gd name="T4" fmla="*/ 4 w 9"/>
                <a:gd name="T5" fmla="*/ 2 h 10"/>
                <a:gd name="T6" fmla="*/ 0 w 9"/>
                <a:gd name="T7" fmla="*/ 7 h 10"/>
                <a:gd name="T8" fmla="*/ 5 w 9"/>
                <a:gd name="T9" fmla="*/ 8 h 10"/>
              </a:gdLst>
              <a:ahLst/>
              <a:cxnLst>
                <a:cxn ang="0">
                  <a:pos x="T0" y="T1"/>
                </a:cxn>
                <a:cxn ang="0">
                  <a:pos x="T2" y="T3"/>
                </a:cxn>
                <a:cxn ang="0">
                  <a:pos x="T4" y="T5"/>
                </a:cxn>
                <a:cxn ang="0">
                  <a:pos x="T6" y="T7"/>
                </a:cxn>
                <a:cxn ang="0">
                  <a:pos x="T8" y="T9"/>
                </a:cxn>
              </a:cxnLst>
              <a:rect l="0" t="0" r="r" b="b"/>
              <a:pathLst>
                <a:path w="9" h="10">
                  <a:moveTo>
                    <a:pt x="5" y="8"/>
                  </a:moveTo>
                  <a:cubicBezTo>
                    <a:pt x="7" y="7"/>
                    <a:pt x="8" y="6"/>
                    <a:pt x="9" y="5"/>
                  </a:cubicBezTo>
                  <a:cubicBezTo>
                    <a:pt x="9" y="2"/>
                    <a:pt x="6" y="0"/>
                    <a:pt x="4" y="2"/>
                  </a:cubicBezTo>
                  <a:cubicBezTo>
                    <a:pt x="2" y="3"/>
                    <a:pt x="1" y="5"/>
                    <a:pt x="0" y="7"/>
                  </a:cubicBezTo>
                  <a:cubicBezTo>
                    <a:pt x="0" y="9"/>
                    <a:pt x="3" y="10"/>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53" name="Freeform 2759"/>
            <p:cNvSpPr/>
            <p:nvPr/>
          </p:nvSpPr>
          <p:spPr bwMode="auto">
            <a:xfrm>
              <a:off x="8545816" y="9196165"/>
              <a:ext cx="23813" cy="14288"/>
            </a:xfrm>
            <a:custGeom>
              <a:avLst/>
              <a:gdLst>
                <a:gd name="T0" fmla="*/ 5 w 9"/>
                <a:gd name="T1" fmla="*/ 5 h 5"/>
                <a:gd name="T2" fmla="*/ 8 w 9"/>
                <a:gd name="T3" fmla="*/ 2 h 5"/>
                <a:gd name="T4" fmla="*/ 4 w 9"/>
                <a:gd name="T5" fmla="*/ 0 h 5"/>
                <a:gd name="T6" fmla="*/ 0 w 9"/>
                <a:gd name="T7" fmla="*/ 5 h 5"/>
                <a:gd name="T8" fmla="*/ 5 w 9"/>
                <a:gd name="T9" fmla="*/ 5 h 5"/>
              </a:gdLst>
              <a:ahLst/>
              <a:cxnLst>
                <a:cxn ang="0">
                  <a:pos x="T0" y="T1"/>
                </a:cxn>
                <a:cxn ang="0">
                  <a:pos x="T2" y="T3"/>
                </a:cxn>
                <a:cxn ang="0">
                  <a:pos x="T4" y="T5"/>
                </a:cxn>
                <a:cxn ang="0">
                  <a:pos x="T6" y="T7"/>
                </a:cxn>
                <a:cxn ang="0">
                  <a:pos x="T8" y="T9"/>
                </a:cxn>
              </a:cxnLst>
              <a:rect l="0" t="0" r="r" b="b"/>
              <a:pathLst>
                <a:path w="9" h="5">
                  <a:moveTo>
                    <a:pt x="5" y="5"/>
                  </a:moveTo>
                  <a:cubicBezTo>
                    <a:pt x="6" y="5"/>
                    <a:pt x="9" y="3"/>
                    <a:pt x="8" y="2"/>
                  </a:cubicBezTo>
                  <a:cubicBezTo>
                    <a:pt x="8" y="2"/>
                    <a:pt x="6" y="1"/>
                    <a:pt x="4" y="0"/>
                  </a:cubicBezTo>
                  <a:cubicBezTo>
                    <a:pt x="2" y="2"/>
                    <a:pt x="0" y="4"/>
                    <a:pt x="0" y="5"/>
                  </a:cubicBezTo>
                  <a:cubicBezTo>
                    <a:pt x="0" y="5"/>
                    <a:pt x="3" y="5"/>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54" name="Freeform 2760"/>
            <p:cNvSpPr/>
            <p:nvPr/>
          </p:nvSpPr>
          <p:spPr bwMode="auto">
            <a:xfrm>
              <a:off x="8756954" y="9131078"/>
              <a:ext cx="25400" cy="14288"/>
            </a:xfrm>
            <a:custGeom>
              <a:avLst/>
              <a:gdLst>
                <a:gd name="T0" fmla="*/ 3 w 9"/>
                <a:gd name="T1" fmla="*/ 4 h 5"/>
                <a:gd name="T2" fmla="*/ 9 w 9"/>
                <a:gd name="T3" fmla="*/ 0 h 5"/>
                <a:gd name="T4" fmla="*/ 4 w 9"/>
                <a:gd name="T5" fmla="*/ 0 h 5"/>
                <a:gd name="T6" fmla="*/ 0 w 9"/>
                <a:gd name="T7" fmla="*/ 3 h 5"/>
                <a:gd name="T8" fmla="*/ 3 w 9"/>
                <a:gd name="T9" fmla="*/ 4 h 5"/>
              </a:gdLst>
              <a:ahLst/>
              <a:cxnLst>
                <a:cxn ang="0">
                  <a:pos x="T0" y="T1"/>
                </a:cxn>
                <a:cxn ang="0">
                  <a:pos x="T2" y="T3"/>
                </a:cxn>
                <a:cxn ang="0">
                  <a:pos x="T4" y="T5"/>
                </a:cxn>
                <a:cxn ang="0">
                  <a:pos x="T6" y="T7"/>
                </a:cxn>
                <a:cxn ang="0">
                  <a:pos x="T8" y="T9"/>
                </a:cxn>
              </a:cxnLst>
              <a:rect l="0" t="0" r="r" b="b"/>
              <a:pathLst>
                <a:path w="9" h="5">
                  <a:moveTo>
                    <a:pt x="3" y="4"/>
                  </a:moveTo>
                  <a:cubicBezTo>
                    <a:pt x="6" y="4"/>
                    <a:pt x="8" y="2"/>
                    <a:pt x="9" y="0"/>
                  </a:cubicBezTo>
                  <a:cubicBezTo>
                    <a:pt x="8" y="0"/>
                    <a:pt x="6" y="0"/>
                    <a:pt x="4" y="0"/>
                  </a:cubicBezTo>
                  <a:cubicBezTo>
                    <a:pt x="3" y="0"/>
                    <a:pt x="0" y="2"/>
                    <a:pt x="0" y="3"/>
                  </a:cubicBezTo>
                  <a:cubicBezTo>
                    <a:pt x="0" y="4"/>
                    <a:pt x="2" y="5"/>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55" name="Freeform 2761"/>
            <p:cNvSpPr/>
            <p:nvPr/>
          </p:nvSpPr>
          <p:spPr bwMode="auto">
            <a:xfrm>
              <a:off x="8969679" y="9050115"/>
              <a:ext cx="26988" cy="19050"/>
            </a:xfrm>
            <a:custGeom>
              <a:avLst/>
              <a:gdLst>
                <a:gd name="T0" fmla="*/ 6 w 10"/>
                <a:gd name="T1" fmla="*/ 5 h 7"/>
                <a:gd name="T2" fmla="*/ 10 w 10"/>
                <a:gd name="T3" fmla="*/ 0 h 7"/>
                <a:gd name="T4" fmla="*/ 3 w 10"/>
                <a:gd name="T5" fmla="*/ 2 h 7"/>
                <a:gd name="T6" fmla="*/ 0 w 10"/>
                <a:gd name="T7" fmla="*/ 5 h 7"/>
                <a:gd name="T8" fmla="*/ 6 w 10"/>
                <a:gd name="T9" fmla="*/ 5 h 7"/>
              </a:gdLst>
              <a:ahLst/>
              <a:cxnLst>
                <a:cxn ang="0">
                  <a:pos x="T0" y="T1"/>
                </a:cxn>
                <a:cxn ang="0">
                  <a:pos x="T2" y="T3"/>
                </a:cxn>
                <a:cxn ang="0">
                  <a:pos x="T4" y="T5"/>
                </a:cxn>
                <a:cxn ang="0">
                  <a:pos x="T6" y="T7"/>
                </a:cxn>
                <a:cxn ang="0">
                  <a:pos x="T8" y="T9"/>
                </a:cxn>
              </a:cxnLst>
              <a:rect l="0" t="0" r="r" b="b"/>
              <a:pathLst>
                <a:path w="10" h="7">
                  <a:moveTo>
                    <a:pt x="6" y="5"/>
                  </a:moveTo>
                  <a:cubicBezTo>
                    <a:pt x="7" y="4"/>
                    <a:pt x="8" y="2"/>
                    <a:pt x="10" y="0"/>
                  </a:cubicBezTo>
                  <a:cubicBezTo>
                    <a:pt x="7" y="1"/>
                    <a:pt x="5" y="1"/>
                    <a:pt x="3" y="2"/>
                  </a:cubicBezTo>
                  <a:cubicBezTo>
                    <a:pt x="2" y="2"/>
                    <a:pt x="0" y="4"/>
                    <a:pt x="0" y="5"/>
                  </a:cubicBezTo>
                  <a:cubicBezTo>
                    <a:pt x="0" y="7"/>
                    <a:pt x="4" y="6"/>
                    <a:pt x="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56" name="Freeform 2762"/>
            <p:cNvSpPr/>
            <p:nvPr/>
          </p:nvSpPr>
          <p:spPr bwMode="auto">
            <a:xfrm>
              <a:off x="9180816" y="8962803"/>
              <a:ext cx="26988" cy="17463"/>
            </a:xfrm>
            <a:custGeom>
              <a:avLst/>
              <a:gdLst>
                <a:gd name="T0" fmla="*/ 5 w 10"/>
                <a:gd name="T1" fmla="*/ 5 h 6"/>
                <a:gd name="T2" fmla="*/ 10 w 10"/>
                <a:gd name="T3" fmla="*/ 0 h 6"/>
                <a:gd name="T4" fmla="*/ 3 w 10"/>
                <a:gd name="T5" fmla="*/ 1 h 6"/>
                <a:gd name="T6" fmla="*/ 0 w 10"/>
                <a:gd name="T7" fmla="*/ 5 h 6"/>
                <a:gd name="T8" fmla="*/ 5 w 10"/>
                <a:gd name="T9" fmla="*/ 5 h 6"/>
              </a:gdLst>
              <a:ahLst/>
              <a:cxnLst>
                <a:cxn ang="0">
                  <a:pos x="T0" y="T1"/>
                </a:cxn>
                <a:cxn ang="0">
                  <a:pos x="T2" y="T3"/>
                </a:cxn>
                <a:cxn ang="0">
                  <a:pos x="T4" y="T5"/>
                </a:cxn>
                <a:cxn ang="0">
                  <a:pos x="T6" y="T7"/>
                </a:cxn>
                <a:cxn ang="0">
                  <a:pos x="T8" y="T9"/>
                </a:cxn>
              </a:cxnLst>
              <a:rect l="0" t="0" r="r" b="b"/>
              <a:pathLst>
                <a:path w="10" h="6">
                  <a:moveTo>
                    <a:pt x="5" y="5"/>
                  </a:moveTo>
                  <a:cubicBezTo>
                    <a:pt x="7" y="4"/>
                    <a:pt x="8" y="2"/>
                    <a:pt x="10" y="0"/>
                  </a:cubicBezTo>
                  <a:cubicBezTo>
                    <a:pt x="7" y="0"/>
                    <a:pt x="5" y="0"/>
                    <a:pt x="3" y="1"/>
                  </a:cubicBezTo>
                  <a:cubicBezTo>
                    <a:pt x="2" y="1"/>
                    <a:pt x="0" y="4"/>
                    <a:pt x="0" y="5"/>
                  </a:cubicBezTo>
                  <a:cubicBezTo>
                    <a:pt x="0" y="6"/>
                    <a:pt x="3" y="6"/>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57" name="Freeform 2763"/>
            <p:cNvSpPr/>
            <p:nvPr/>
          </p:nvSpPr>
          <p:spPr bwMode="auto">
            <a:xfrm>
              <a:off x="9391954" y="8862790"/>
              <a:ext cx="22225" cy="22225"/>
            </a:xfrm>
            <a:custGeom>
              <a:avLst/>
              <a:gdLst>
                <a:gd name="T0" fmla="*/ 4 w 8"/>
                <a:gd name="T1" fmla="*/ 7 h 8"/>
                <a:gd name="T2" fmla="*/ 8 w 8"/>
                <a:gd name="T3" fmla="*/ 3 h 8"/>
                <a:gd name="T4" fmla="*/ 4 w 8"/>
                <a:gd name="T5" fmla="*/ 0 h 8"/>
                <a:gd name="T6" fmla="*/ 0 w 8"/>
                <a:gd name="T7" fmla="*/ 6 h 8"/>
                <a:gd name="T8" fmla="*/ 4 w 8"/>
                <a:gd name="T9" fmla="*/ 7 h 8"/>
              </a:gdLst>
              <a:ahLst/>
              <a:cxnLst>
                <a:cxn ang="0">
                  <a:pos x="T0" y="T1"/>
                </a:cxn>
                <a:cxn ang="0">
                  <a:pos x="T2" y="T3"/>
                </a:cxn>
                <a:cxn ang="0">
                  <a:pos x="T4" y="T5"/>
                </a:cxn>
                <a:cxn ang="0">
                  <a:pos x="T6" y="T7"/>
                </a:cxn>
                <a:cxn ang="0">
                  <a:pos x="T8" y="T9"/>
                </a:cxn>
              </a:cxnLst>
              <a:rect l="0" t="0" r="r" b="b"/>
              <a:pathLst>
                <a:path w="8" h="8">
                  <a:moveTo>
                    <a:pt x="4" y="7"/>
                  </a:moveTo>
                  <a:cubicBezTo>
                    <a:pt x="5" y="6"/>
                    <a:pt x="8" y="4"/>
                    <a:pt x="8" y="3"/>
                  </a:cubicBezTo>
                  <a:cubicBezTo>
                    <a:pt x="8" y="2"/>
                    <a:pt x="6" y="2"/>
                    <a:pt x="4" y="0"/>
                  </a:cubicBezTo>
                  <a:cubicBezTo>
                    <a:pt x="2" y="3"/>
                    <a:pt x="0" y="5"/>
                    <a:pt x="0" y="6"/>
                  </a:cubicBezTo>
                  <a:cubicBezTo>
                    <a:pt x="0" y="7"/>
                    <a:pt x="2" y="8"/>
                    <a:pt x="4"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58" name="Freeform 2764"/>
            <p:cNvSpPr/>
            <p:nvPr/>
          </p:nvSpPr>
          <p:spPr bwMode="auto">
            <a:xfrm>
              <a:off x="9601504" y="8762778"/>
              <a:ext cx="23813" cy="19050"/>
            </a:xfrm>
            <a:custGeom>
              <a:avLst/>
              <a:gdLst>
                <a:gd name="T0" fmla="*/ 3 w 9"/>
                <a:gd name="T1" fmla="*/ 7 h 7"/>
                <a:gd name="T2" fmla="*/ 9 w 9"/>
                <a:gd name="T3" fmla="*/ 1 h 7"/>
                <a:gd name="T4" fmla="*/ 4 w 9"/>
                <a:gd name="T5" fmla="*/ 1 h 7"/>
                <a:gd name="T6" fmla="*/ 0 w 9"/>
                <a:gd name="T7" fmla="*/ 5 h 7"/>
                <a:gd name="T8" fmla="*/ 3 w 9"/>
                <a:gd name="T9" fmla="*/ 7 h 7"/>
              </a:gdLst>
              <a:ahLst/>
              <a:cxnLst>
                <a:cxn ang="0">
                  <a:pos x="T0" y="T1"/>
                </a:cxn>
                <a:cxn ang="0">
                  <a:pos x="T2" y="T3"/>
                </a:cxn>
                <a:cxn ang="0">
                  <a:pos x="T4" y="T5"/>
                </a:cxn>
                <a:cxn ang="0">
                  <a:pos x="T6" y="T7"/>
                </a:cxn>
                <a:cxn ang="0">
                  <a:pos x="T8" y="T9"/>
                </a:cxn>
              </a:cxnLst>
              <a:rect l="0" t="0" r="r" b="b"/>
              <a:pathLst>
                <a:path w="9" h="7">
                  <a:moveTo>
                    <a:pt x="3" y="7"/>
                  </a:moveTo>
                  <a:cubicBezTo>
                    <a:pt x="6" y="7"/>
                    <a:pt x="9" y="4"/>
                    <a:pt x="9" y="1"/>
                  </a:cubicBezTo>
                  <a:cubicBezTo>
                    <a:pt x="8" y="1"/>
                    <a:pt x="6" y="0"/>
                    <a:pt x="4" y="1"/>
                  </a:cubicBezTo>
                  <a:cubicBezTo>
                    <a:pt x="3" y="1"/>
                    <a:pt x="1" y="4"/>
                    <a:pt x="0" y="5"/>
                  </a:cubicBezTo>
                  <a:cubicBezTo>
                    <a:pt x="0" y="6"/>
                    <a:pt x="2" y="7"/>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59" name="Freeform 2765"/>
            <p:cNvSpPr/>
            <p:nvPr/>
          </p:nvSpPr>
          <p:spPr bwMode="auto">
            <a:xfrm>
              <a:off x="9812641" y="8656415"/>
              <a:ext cx="25400" cy="19050"/>
            </a:xfrm>
            <a:custGeom>
              <a:avLst/>
              <a:gdLst>
                <a:gd name="T0" fmla="*/ 3 w 9"/>
                <a:gd name="T1" fmla="*/ 6 h 7"/>
                <a:gd name="T2" fmla="*/ 9 w 9"/>
                <a:gd name="T3" fmla="*/ 0 h 7"/>
                <a:gd name="T4" fmla="*/ 5 w 9"/>
                <a:gd name="T5" fmla="*/ 0 h 7"/>
                <a:gd name="T6" fmla="*/ 0 w 9"/>
                <a:gd name="T7" fmla="*/ 5 h 7"/>
                <a:gd name="T8" fmla="*/ 3 w 9"/>
                <a:gd name="T9" fmla="*/ 6 h 7"/>
              </a:gdLst>
              <a:ahLst/>
              <a:cxnLst>
                <a:cxn ang="0">
                  <a:pos x="T0" y="T1"/>
                </a:cxn>
                <a:cxn ang="0">
                  <a:pos x="T2" y="T3"/>
                </a:cxn>
                <a:cxn ang="0">
                  <a:pos x="T4" y="T5"/>
                </a:cxn>
                <a:cxn ang="0">
                  <a:pos x="T6" y="T7"/>
                </a:cxn>
                <a:cxn ang="0">
                  <a:pos x="T8" y="T9"/>
                </a:cxn>
              </a:cxnLst>
              <a:rect l="0" t="0" r="r" b="b"/>
              <a:pathLst>
                <a:path w="9" h="7">
                  <a:moveTo>
                    <a:pt x="3" y="6"/>
                  </a:moveTo>
                  <a:cubicBezTo>
                    <a:pt x="6" y="6"/>
                    <a:pt x="8" y="3"/>
                    <a:pt x="9" y="0"/>
                  </a:cubicBezTo>
                  <a:cubicBezTo>
                    <a:pt x="8" y="0"/>
                    <a:pt x="7" y="0"/>
                    <a:pt x="5" y="0"/>
                  </a:cubicBezTo>
                  <a:cubicBezTo>
                    <a:pt x="3" y="0"/>
                    <a:pt x="0" y="3"/>
                    <a:pt x="0" y="5"/>
                  </a:cubicBezTo>
                  <a:cubicBezTo>
                    <a:pt x="0" y="6"/>
                    <a:pt x="2" y="7"/>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60" name="Freeform 2766"/>
            <p:cNvSpPr/>
            <p:nvPr/>
          </p:nvSpPr>
          <p:spPr bwMode="auto">
            <a:xfrm>
              <a:off x="10022191" y="8545290"/>
              <a:ext cx="23813" cy="19050"/>
            </a:xfrm>
            <a:custGeom>
              <a:avLst/>
              <a:gdLst>
                <a:gd name="T0" fmla="*/ 4 w 9"/>
                <a:gd name="T1" fmla="*/ 7 h 7"/>
                <a:gd name="T2" fmla="*/ 9 w 9"/>
                <a:gd name="T3" fmla="*/ 1 h 7"/>
                <a:gd name="T4" fmla="*/ 4 w 9"/>
                <a:gd name="T5" fmla="*/ 1 h 7"/>
                <a:gd name="T6" fmla="*/ 1 w 9"/>
                <a:gd name="T7" fmla="*/ 5 h 7"/>
                <a:gd name="T8" fmla="*/ 4 w 9"/>
                <a:gd name="T9" fmla="*/ 7 h 7"/>
              </a:gdLst>
              <a:ahLst/>
              <a:cxnLst>
                <a:cxn ang="0">
                  <a:pos x="T0" y="T1"/>
                </a:cxn>
                <a:cxn ang="0">
                  <a:pos x="T2" y="T3"/>
                </a:cxn>
                <a:cxn ang="0">
                  <a:pos x="T4" y="T5"/>
                </a:cxn>
                <a:cxn ang="0">
                  <a:pos x="T6" y="T7"/>
                </a:cxn>
                <a:cxn ang="0">
                  <a:pos x="T8" y="T9"/>
                </a:cxn>
              </a:cxnLst>
              <a:rect l="0" t="0" r="r" b="b"/>
              <a:pathLst>
                <a:path w="9" h="7">
                  <a:moveTo>
                    <a:pt x="4" y="7"/>
                  </a:moveTo>
                  <a:cubicBezTo>
                    <a:pt x="6" y="7"/>
                    <a:pt x="9" y="4"/>
                    <a:pt x="9" y="1"/>
                  </a:cubicBezTo>
                  <a:cubicBezTo>
                    <a:pt x="8" y="1"/>
                    <a:pt x="6" y="0"/>
                    <a:pt x="4" y="1"/>
                  </a:cubicBezTo>
                  <a:cubicBezTo>
                    <a:pt x="3" y="1"/>
                    <a:pt x="1" y="4"/>
                    <a:pt x="1" y="5"/>
                  </a:cubicBezTo>
                  <a:cubicBezTo>
                    <a:pt x="0" y="6"/>
                    <a:pt x="2" y="7"/>
                    <a:pt x="4"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61" name="Freeform 2767"/>
            <p:cNvSpPr/>
            <p:nvPr/>
          </p:nvSpPr>
          <p:spPr bwMode="auto">
            <a:xfrm>
              <a:off x="10233329" y="8434165"/>
              <a:ext cx="26988" cy="19050"/>
            </a:xfrm>
            <a:custGeom>
              <a:avLst/>
              <a:gdLst>
                <a:gd name="T0" fmla="*/ 5 w 10"/>
                <a:gd name="T1" fmla="*/ 6 h 7"/>
                <a:gd name="T2" fmla="*/ 8 w 10"/>
                <a:gd name="T3" fmla="*/ 1 h 7"/>
                <a:gd name="T4" fmla="*/ 3 w 10"/>
                <a:gd name="T5" fmla="*/ 0 h 7"/>
                <a:gd name="T6" fmla="*/ 0 w 10"/>
                <a:gd name="T7" fmla="*/ 6 h 7"/>
                <a:gd name="T8" fmla="*/ 5 w 10"/>
                <a:gd name="T9" fmla="*/ 6 h 7"/>
              </a:gdLst>
              <a:ahLst/>
              <a:cxnLst>
                <a:cxn ang="0">
                  <a:pos x="T0" y="T1"/>
                </a:cxn>
                <a:cxn ang="0">
                  <a:pos x="T2" y="T3"/>
                </a:cxn>
                <a:cxn ang="0">
                  <a:pos x="T4" y="T5"/>
                </a:cxn>
                <a:cxn ang="0">
                  <a:pos x="T6" y="T7"/>
                </a:cxn>
                <a:cxn ang="0">
                  <a:pos x="T8" y="T9"/>
                </a:cxn>
              </a:cxnLst>
              <a:rect l="0" t="0" r="r" b="b"/>
              <a:pathLst>
                <a:path w="10" h="7">
                  <a:moveTo>
                    <a:pt x="5" y="6"/>
                  </a:moveTo>
                  <a:cubicBezTo>
                    <a:pt x="7" y="5"/>
                    <a:pt x="10" y="2"/>
                    <a:pt x="8" y="1"/>
                  </a:cubicBezTo>
                  <a:cubicBezTo>
                    <a:pt x="7" y="0"/>
                    <a:pt x="6" y="1"/>
                    <a:pt x="3" y="0"/>
                  </a:cubicBezTo>
                  <a:cubicBezTo>
                    <a:pt x="2" y="3"/>
                    <a:pt x="0" y="5"/>
                    <a:pt x="0" y="6"/>
                  </a:cubicBezTo>
                  <a:cubicBezTo>
                    <a:pt x="0" y="7"/>
                    <a:pt x="3" y="7"/>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62" name="Freeform 2768"/>
            <p:cNvSpPr/>
            <p:nvPr/>
          </p:nvSpPr>
          <p:spPr bwMode="auto">
            <a:xfrm>
              <a:off x="11536666" y="7548340"/>
              <a:ext cx="31750" cy="52388"/>
            </a:xfrm>
            <a:custGeom>
              <a:avLst/>
              <a:gdLst>
                <a:gd name="T0" fmla="*/ 0 w 12"/>
                <a:gd name="T1" fmla="*/ 15 h 19"/>
                <a:gd name="T2" fmla="*/ 7 w 12"/>
                <a:gd name="T3" fmla="*/ 11 h 19"/>
                <a:gd name="T4" fmla="*/ 12 w 12"/>
                <a:gd name="T5" fmla="*/ 0 h 19"/>
                <a:gd name="T6" fmla="*/ 3 w 12"/>
                <a:gd name="T7" fmla="*/ 5 h 19"/>
                <a:gd name="T8" fmla="*/ 0 w 12"/>
                <a:gd name="T9" fmla="*/ 15 h 19"/>
              </a:gdLst>
              <a:ahLst/>
              <a:cxnLst>
                <a:cxn ang="0">
                  <a:pos x="T0" y="T1"/>
                </a:cxn>
                <a:cxn ang="0">
                  <a:pos x="T2" y="T3"/>
                </a:cxn>
                <a:cxn ang="0">
                  <a:pos x="T4" y="T5"/>
                </a:cxn>
                <a:cxn ang="0">
                  <a:pos x="T6" y="T7"/>
                </a:cxn>
                <a:cxn ang="0">
                  <a:pos x="T8" y="T9"/>
                </a:cxn>
              </a:cxnLst>
              <a:rect l="0" t="0" r="r" b="b"/>
              <a:pathLst>
                <a:path w="12" h="19">
                  <a:moveTo>
                    <a:pt x="0" y="15"/>
                  </a:moveTo>
                  <a:cubicBezTo>
                    <a:pt x="1" y="19"/>
                    <a:pt x="5" y="14"/>
                    <a:pt x="7" y="11"/>
                  </a:cubicBezTo>
                  <a:cubicBezTo>
                    <a:pt x="9" y="9"/>
                    <a:pt x="10" y="6"/>
                    <a:pt x="12" y="0"/>
                  </a:cubicBezTo>
                  <a:cubicBezTo>
                    <a:pt x="7" y="2"/>
                    <a:pt x="5" y="2"/>
                    <a:pt x="3" y="5"/>
                  </a:cubicBezTo>
                  <a:cubicBezTo>
                    <a:pt x="1" y="7"/>
                    <a:pt x="0" y="13"/>
                    <a:pt x="0"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63" name="Freeform 2769"/>
            <p:cNvSpPr/>
            <p:nvPr/>
          </p:nvSpPr>
          <p:spPr bwMode="auto">
            <a:xfrm>
              <a:off x="11300129" y="7818215"/>
              <a:ext cx="25400" cy="28575"/>
            </a:xfrm>
            <a:custGeom>
              <a:avLst/>
              <a:gdLst>
                <a:gd name="T0" fmla="*/ 5 w 9"/>
                <a:gd name="T1" fmla="*/ 7 h 11"/>
                <a:gd name="T2" fmla="*/ 9 w 9"/>
                <a:gd name="T3" fmla="*/ 2 h 11"/>
                <a:gd name="T4" fmla="*/ 4 w 9"/>
                <a:gd name="T5" fmla="*/ 0 h 11"/>
                <a:gd name="T6" fmla="*/ 0 w 9"/>
                <a:gd name="T7" fmla="*/ 10 h 11"/>
                <a:gd name="T8" fmla="*/ 5 w 9"/>
                <a:gd name="T9" fmla="*/ 7 h 11"/>
              </a:gdLst>
              <a:ahLst/>
              <a:cxnLst>
                <a:cxn ang="0">
                  <a:pos x="T0" y="T1"/>
                </a:cxn>
                <a:cxn ang="0">
                  <a:pos x="T2" y="T3"/>
                </a:cxn>
                <a:cxn ang="0">
                  <a:pos x="T4" y="T5"/>
                </a:cxn>
                <a:cxn ang="0">
                  <a:pos x="T6" y="T7"/>
                </a:cxn>
                <a:cxn ang="0">
                  <a:pos x="T8" y="T9"/>
                </a:cxn>
              </a:cxnLst>
              <a:rect l="0" t="0" r="r" b="b"/>
              <a:pathLst>
                <a:path w="9" h="11">
                  <a:moveTo>
                    <a:pt x="5" y="7"/>
                  </a:moveTo>
                  <a:cubicBezTo>
                    <a:pt x="6" y="6"/>
                    <a:pt x="9" y="2"/>
                    <a:pt x="9" y="2"/>
                  </a:cubicBezTo>
                  <a:cubicBezTo>
                    <a:pt x="9" y="1"/>
                    <a:pt x="7" y="4"/>
                    <a:pt x="4" y="0"/>
                  </a:cubicBezTo>
                  <a:cubicBezTo>
                    <a:pt x="3" y="8"/>
                    <a:pt x="0" y="9"/>
                    <a:pt x="0" y="10"/>
                  </a:cubicBezTo>
                  <a:cubicBezTo>
                    <a:pt x="0" y="11"/>
                    <a:pt x="3" y="9"/>
                    <a:pt x="5"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64" name="Freeform 2770"/>
            <p:cNvSpPr/>
            <p:nvPr/>
          </p:nvSpPr>
          <p:spPr bwMode="auto">
            <a:xfrm>
              <a:off x="11073116" y="8013478"/>
              <a:ext cx="31750" cy="20638"/>
            </a:xfrm>
            <a:custGeom>
              <a:avLst/>
              <a:gdLst>
                <a:gd name="T0" fmla="*/ 1 w 12"/>
                <a:gd name="T1" fmla="*/ 6 h 8"/>
                <a:gd name="T2" fmla="*/ 6 w 12"/>
                <a:gd name="T3" fmla="*/ 5 h 8"/>
                <a:gd name="T4" fmla="*/ 12 w 12"/>
                <a:gd name="T5" fmla="*/ 0 h 8"/>
                <a:gd name="T6" fmla="*/ 4 w 12"/>
                <a:gd name="T7" fmla="*/ 3 h 8"/>
                <a:gd name="T8" fmla="*/ 1 w 12"/>
                <a:gd name="T9" fmla="*/ 6 h 8"/>
              </a:gdLst>
              <a:ahLst/>
              <a:cxnLst>
                <a:cxn ang="0">
                  <a:pos x="T0" y="T1"/>
                </a:cxn>
                <a:cxn ang="0">
                  <a:pos x="T2" y="T3"/>
                </a:cxn>
                <a:cxn ang="0">
                  <a:pos x="T4" y="T5"/>
                </a:cxn>
                <a:cxn ang="0">
                  <a:pos x="T6" y="T7"/>
                </a:cxn>
                <a:cxn ang="0">
                  <a:pos x="T8" y="T9"/>
                </a:cxn>
              </a:cxnLst>
              <a:rect l="0" t="0" r="r" b="b"/>
              <a:pathLst>
                <a:path w="12" h="8">
                  <a:moveTo>
                    <a:pt x="1" y="6"/>
                  </a:moveTo>
                  <a:cubicBezTo>
                    <a:pt x="0" y="8"/>
                    <a:pt x="4" y="7"/>
                    <a:pt x="6" y="5"/>
                  </a:cubicBezTo>
                  <a:cubicBezTo>
                    <a:pt x="8" y="4"/>
                    <a:pt x="9" y="2"/>
                    <a:pt x="12" y="0"/>
                  </a:cubicBezTo>
                  <a:cubicBezTo>
                    <a:pt x="8" y="1"/>
                    <a:pt x="6" y="2"/>
                    <a:pt x="4" y="3"/>
                  </a:cubicBezTo>
                  <a:cubicBezTo>
                    <a:pt x="3" y="4"/>
                    <a:pt x="1"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65" name="Freeform 2771"/>
            <p:cNvSpPr/>
            <p:nvPr/>
          </p:nvSpPr>
          <p:spPr bwMode="auto">
            <a:xfrm>
              <a:off x="10863566" y="8116665"/>
              <a:ext cx="23813" cy="15875"/>
            </a:xfrm>
            <a:custGeom>
              <a:avLst/>
              <a:gdLst>
                <a:gd name="T0" fmla="*/ 4 w 9"/>
                <a:gd name="T1" fmla="*/ 5 h 6"/>
                <a:gd name="T2" fmla="*/ 9 w 9"/>
                <a:gd name="T3" fmla="*/ 2 h 6"/>
                <a:gd name="T4" fmla="*/ 5 w 9"/>
                <a:gd name="T5" fmla="*/ 0 h 6"/>
                <a:gd name="T6" fmla="*/ 0 w 9"/>
                <a:gd name="T7" fmla="*/ 5 h 6"/>
                <a:gd name="T8" fmla="*/ 4 w 9"/>
                <a:gd name="T9" fmla="*/ 5 h 6"/>
              </a:gdLst>
              <a:ahLst/>
              <a:cxnLst>
                <a:cxn ang="0">
                  <a:pos x="T0" y="T1"/>
                </a:cxn>
                <a:cxn ang="0">
                  <a:pos x="T2" y="T3"/>
                </a:cxn>
                <a:cxn ang="0">
                  <a:pos x="T4" y="T5"/>
                </a:cxn>
                <a:cxn ang="0">
                  <a:pos x="T6" y="T7"/>
                </a:cxn>
                <a:cxn ang="0">
                  <a:pos x="T8" y="T9"/>
                </a:cxn>
              </a:cxnLst>
              <a:rect l="0" t="0" r="r" b="b"/>
              <a:pathLst>
                <a:path w="9" h="6">
                  <a:moveTo>
                    <a:pt x="4" y="5"/>
                  </a:moveTo>
                  <a:cubicBezTo>
                    <a:pt x="6" y="4"/>
                    <a:pt x="9" y="2"/>
                    <a:pt x="9" y="2"/>
                  </a:cubicBezTo>
                  <a:cubicBezTo>
                    <a:pt x="8" y="1"/>
                    <a:pt x="7" y="0"/>
                    <a:pt x="5" y="0"/>
                  </a:cubicBezTo>
                  <a:cubicBezTo>
                    <a:pt x="3" y="2"/>
                    <a:pt x="1" y="4"/>
                    <a:pt x="0" y="5"/>
                  </a:cubicBezTo>
                  <a:cubicBezTo>
                    <a:pt x="0" y="5"/>
                    <a:pt x="3" y="6"/>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66" name="Freeform 2772"/>
            <p:cNvSpPr/>
            <p:nvPr/>
          </p:nvSpPr>
          <p:spPr bwMode="auto">
            <a:xfrm>
              <a:off x="10442879" y="8324628"/>
              <a:ext cx="23813" cy="17463"/>
            </a:xfrm>
            <a:custGeom>
              <a:avLst/>
              <a:gdLst>
                <a:gd name="T0" fmla="*/ 4 w 9"/>
                <a:gd name="T1" fmla="*/ 6 h 6"/>
                <a:gd name="T2" fmla="*/ 9 w 9"/>
                <a:gd name="T3" fmla="*/ 0 h 6"/>
                <a:gd name="T4" fmla="*/ 6 w 9"/>
                <a:gd name="T5" fmla="*/ 0 h 6"/>
                <a:gd name="T6" fmla="*/ 0 w 9"/>
                <a:gd name="T7" fmla="*/ 5 h 6"/>
                <a:gd name="T8" fmla="*/ 4 w 9"/>
                <a:gd name="T9" fmla="*/ 6 h 6"/>
              </a:gdLst>
              <a:ahLst/>
              <a:cxnLst>
                <a:cxn ang="0">
                  <a:pos x="T0" y="T1"/>
                </a:cxn>
                <a:cxn ang="0">
                  <a:pos x="T2" y="T3"/>
                </a:cxn>
                <a:cxn ang="0">
                  <a:pos x="T4" y="T5"/>
                </a:cxn>
                <a:cxn ang="0">
                  <a:pos x="T6" y="T7"/>
                </a:cxn>
                <a:cxn ang="0">
                  <a:pos x="T8" y="T9"/>
                </a:cxn>
              </a:cxnLst>
              <a:rect l="0" t="0" r="r" b="b"/>
              <a:pathLst>
                <a:path w="9" h="6">
                  <a:moveTo>
                    <a:pt x="4" y="6"/>
                  </a:moveTo>
                  <a:cubicBezTo>
                    <a:pt x="6" y="6"/>
                    <a:pt x="9" y="3"/>
                    <a:pt x="9" y="0"/>
                  </a:cubicBezTo>
                  <a:cubicBezTo>
                    <a:pt x="8" y="0"/>
                    <a:pt x="7" y="0"/>
                    <a:pt x="6" y="0"/>
                  </a:cubicBezTo>
                  <a:cubicBezTo>
                    <a:pt x="3" y="1"/>
                    <a:pt x="0" y="4"/>
                    <a:pt x="0" y="5"/>
                  </a:cubicBezTo>
                  <a:cubicBezTo>
                    <a:pt x="1" y="6"/>
                    <a:pt x="2" y="6"/>
                    <a:pt x="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67" name="Freeform 2773"/>
            <p:cNvSpPr/>
            <p:nvPr/>
          </p:nvSpPr>
          <p:spPr bwMode="auto">
            <a:xfrm>
              <a:off x="10654016" y="8219853"/>
              <a:ext cx="25400" cy="15875"/>
            </a:xfrm>
            <a:custGeom>
              <a:avLst/>
              <a:gdLst>
                <a:gd name="T0" fmla="*/ 5 w 9"/>
                <a:gd name="T1" fmla="*/ 5 h 6"/>
                <a:gd name="T2" fmla="*/ 8 w 9"/>
                <a:gd name="T3" fmla="*/ 0 h 6"/>
                <a:gd name="T4" fmla="*/ 3 w 9"/>
                <a:gd name="T5" fmla="*/ 0 h 6"/>
                <a:gd name="T6" fmla="*/ 0 w 9"/>
                <a:gd name="T7" fmla="*/ 5 h 6"/>
                <a:gd name="T8" fmla="*/ 5 w 9"/>
                <a:gd name="T9" fmla="*/ 5 h 6"/>
              </a:gdLst>
              <a:ahLst/>
              <a:cxnLst>
                <a:cxn ang="0">
                  <a:pos x="T0" y="T1"/>
                </a:cxn>
                <a:cxn ang="0">
                  <a:pos x="T2" y="T3"/>
                </a:cxn>
                <a:cxn ang="0">
                  <a:pos x="T4" y="T5"/>
                </a:cxn>
                <a:cxn ang="0">
                  <a:pos x="T6" y="T7"/>
                </a:cxn>
                <a:cxn ang="0">
                  <a:pos x="T8" y="T9"/>
                </a:cxn>
              </a:cxnLst>
              <a:rect l="0" t="0" r="r" b="b"/>
              <a:pathLst>
                <a:path w="9" h="6">
                  <a:moveTo>
                    <a:pt x="5" y="5"/>
                  </a:moveTo>
                  <a:cubicBezTo>
                    <a:pt x="7" y="4"/>
                    <a:pt x="9" y="1"/>
                    <a:pt x="8" y="0"/>
                  </a:cubicBezTo>
                  <a:cubicBezTo>
                    <a:pt x="7" y="0"/>
                    <a:pt x="5" y="0"/>
                    <a:pt x="3" y="0"/>
                  </a:cubicBezTo>
                  <a:cubicBezTo>
                    <a:pt x="2" y="2"/>
                    <a:pt x="0" y="4"/>
                    <a:pt x="0" y="5"/>
                  </a:cubicBezTo>
                  <a:cubicBezTo>
                    <a:pt x="0" y="6"/>
                    <a:pt x="3" y="5"/>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68" name="Freeform 2774"/>
            <p:cNvSpPr/>
            <p:nvPr/>
          </p:nvSpPr>
          <p:spPr bwMode="auto">
            <a:xfrm>
              <a:off x="-372759" y="11205940"/>
              <a:ext cx="23813" cy="19050"/>
            </a:xfrm>
            <a:custGeom>
              <a:avLst/>
              <a:gdLst>
                <a:gd name="T0" fmla="*/ 1 w 9"/>
                <a:gd name="T1" fmla="*/ 5 h 7"/>
                <a:gd name="T2" fmla="*/ 4 w 9"/>
                <a:gd name="T3" fmla="*/ 7 h 7"/>
                <a:gd name="T4" fmla="*/ 9 w 9"/>
                <a:gd name="T5" fmla="*/ 1 h 7"/>
                <a:gd name="T6" fmla="*/ 6 w 9"/>
                <a:gd name="T7" fmla="*/ 0 h 7"/>
                <a:gd name="T8" fmla="*/ 1 w 9"/>
                <a:gd name="T9" fmla="*/ 5 h 7"/>
              </a:gdLst>
              <a:ahLst/>
              <a:cxnLst>
                <a:cxn ang="0">
                  <a:pos x="T0" y="T1"/>
                </a:cxn>
                <a:cxn ang="0">
                  <a:pos x="T2" y="T3"/>
                </a:cxn>
                <a:cxn ang="0">
                  <a:pos x="T4" y="T5"/>
                </a:cxn>
                <a:cxn ang="0">
                  <a:pos x="T6" y="T7"/>
                </a:cxn>
                <a:cxn ang="0">
                  <a:pos x="T8" y="T9"/>
                </a:cxn>
              </a:cxnLst>
              <a:rect l="0" t="0" r="r" b="b"/>
              <a:pathLst>
                <a:path w="9" h="7">
                  <a:moveTo>
                    <a:pt x="1" y="5"/>
                  </a:moveTo>
                  <a:cubicBezTo>
                    <a:pt x="1" y="6"/>
                    <a:pt x="3" y="7"/>
                    <a:pt x="4" y="7"/>
                  </a:cubicBezTo>
                  <a:cubicBezTo>
                    <a:pt x="7" y="7"/>
                    <a:pt x="9" y="4"/>
                    <a:pt x="9" y="1"/>
                  </a:cubicBezTo>
                  <a:cubicBezTo>
                    <a:pt x="8" y="1"/>
                    <a:pt x="7" y="0"/>
                    <a:pt x="6" y="0"/>
                  </a:cubicBezTo>
                  <a:cubicBezTo>
                    <a:pt x="3" y="0"/>
                    <a:pt x="0" y="3"/>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69" name="Freeform 2775"/>
            <p:cNvSpPr/>
            <p:nvPr/>
          </p:nvSpPr>
          <p:spPr bwMode="auto">
            <a:xfrm>
              <a:off x="-164797" y="11061478"/>
              <a:ext cx="25400" cy="25400"/>
            </a:xfrm>
            <a:custGeom>
              <a:avLst/>
              <a:gdLst>
                <a:gd name="T0" fmla="*/ 5 w 9"/>
                <a:gd name="T1" fmla="*/ 8 h 9"/>
                <a:gd name="T2" fmla="*/ 9 w 9"/>
                <a:gd name="T3" fmla="*/ 2 h 9"/>
                <a:gd name="T4" fmla="*/ 5 w 9"/>
                <a:gd name="T5" fmla="*/ 0 h 9"/>
                <a:gd name="T6" fmla="*/ 1 w 9"/>
                <a:gd name="T7" fmla="*/ 9 h 9"/>
                <a:gd name="T8" fmla="*/ 5 w 9"/>
                <a:gd name="T9" fmla="*/ 8 h 9"/>
              </a:gdLst>
              <a:ahLst/>
              <a:cxnLst>
                <a:cxn ang="0">
                  <a:pos x="T0" y="T1"/>
                </a:cxn>
                <a:cxn ang="0">
                  <a:pos x="T2" y="T3"/>
                </a:cxn>
                <a:cxn ang="0">
                  <a:pos x="T4" y="T5"/>
                </a:cxn>
                <a:cxn ang="0">
                  <a:pos x="T6" y="T7"/>
                </a:cxn>
                <a:cxn ang="0">
                  <a:pos x="T8" y="T9"/>
                </a:cxn>
              </a:cxnLst>
              <a:rect l="0" t="0" r="r" b="b"/>
              <a:pathLst>
                <a:path w="9" h="9">
                  <a:moveTo>
                    <a:pt x="5" y="8"/>
                  </a:moveTo>
                  <a:cubicBezTo>
                    <a:pt x="6" y="7"/>
                    <a:pt x="9" y="3"/>
                    <a:pt x="9" y="2"/>
                  </a:cubicBezTo>
                  <a:cubicBezTo>
                    <a:pt x="8" y="1"/>
                    <a:pt x="7" y="1"/>
                    <a:pt x="5" y="0"/>
                  </a:cubicBezTo>
                  <a:cubicBezTo>
                    <a:pt x="3" y="4"/>
                    <a:pt x="1" y="7"/>
                    <a:pt x="1" y="9"/>
                  </a:cubicBezTo>
                  <a:cubicBezTo>
                    <a:pt x="0" y="9"/>
                    <a:pt x="3" y="9"/>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70" name="Freeform 2776"/>
            <p:cNvSpPr/>
            <p:nvPr/>
          </p:nvSpPr>
          <p:spPr bwMode="auto">
            <a:xfrm>
              <a:off x="41579" y="10847165"/>
              <a:ext cx="22225" cy="30163"/>
            </a:xfrm>
            <a:custGeom>
              <a:avLst/>
              <a:gdLst>
                <a:gd name="T0" fmla="*/ 5 w 8"/>
                <a:gd name="T1" fmla="*/ 8 h 11"/>
                <a:gd name="T2" fmla="*/ 8 w 8"/>
                <a:gd name="T3" fmla="*/ 1 h 11"/>
                <a:gd name="T4" fmla="*/ 4 w 8"/>
                <a:gd name="T5" fmla="*/ 2 h 11"/>
                <a:gd name="T6" fmla="*/ 0 w 8"/>
                <a:gd name="T7" fmla="*/ 10 h 11"/>
                <a:gd name="T8" fmla="*/ 5 w 8"/>
                <a:gd name="T9" fmla="*/ 8 h 11"/>
              </a:gdLst>
              <a:ahLst/>
              <a:cxnLst>
                <a:cxn ang="0">
                  <a:pos x="T0" y="T1"/>
                </a:cxn>
                <a:cxn ang="0">
                  <a:pos x="T2" y="T3"/>
                </a:cxn>
                <a:cxn ang="0">
                  <a:pos x="T4" y="T5"/>
                </a:cxn>
                <a:cxn ang="0">
                  <a:pos x="T6" y="T7"/>
                </a:cxn>
                <a:cxn ang="0">
                  <a:pos x="T8" y="T9"/>
                </a:cxn>
              </a:cxnLst>
              <a:rect l="0" t="0" r="r" b="b"/>
              <a:pathLst>
                <a:path w="8" h="11">
                  <a:moveTo>
                    <a:pt x="5" y="8"/>
                  </a:moveTo>
                  <a:cubicBezTo>
                    <a:pt x="6" y="6"/>
                    <a:pt x="8" y="2"/>
                    <a:pt x="8" y="1"/>
                  </a:cubicBezTo>
                  <a:cubicBezTo>
                    <a:pt x="8" y="0"/>
                    <a:pt x="6" y="1"/>
                    <a:pt x="4" y="2"/>
                  </a:cubicBezTo>
                  <a:cubicBezTo>
                    <a:pt x="2" y="6"/>
                    <a:pt x="0" y="9"/>
                    <a:pt x="0" y="10"/>
                  </a:cubicBezTo>
                  <a:cubicBezTo>
                    <a:pt x="0" y="11"/>
                    <a:pt x="3" y="9"/>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71" name="Freeform 2777"/>
            <p:cNvSpPr/>
            <p:nvPr/>
          </p:nvSpPr>
          <p:spPr bwMode="auto">
            <a:xfrm>
              <a:off x="246366" y="10589990"/>
              <a:ext cx="26988" cy="38100"/>
            </a:xfrm>
            <a:custGeom>
              <a:avLst/>
              <a:gdLst>
                <a:gd name="T0" fmla="*/ 5 w 10"/>
                <a:gd name="T1" fmla="*/ 8 h 14"/>
                <a:gd name="T2" fmla="*/ 10 w 10"/>
                <a:gd name="T3" fmla="*/ 0 h 14"/>
                <a:gd name="T4" fmla="*/ 3 w 10"/>
                <a:gd name="T5" fmla="*/ 7 h 14"/>
                <a:gd name="T6" fmla="*/ 0 w 10"/>
                <a:gd name="T7" fmla="*/ 13 h 14"/>
                <a:gd name="T8" fmla="*/ 5 w 10"/>
                <a:gd name="T9" fmla="*/ 8 h 14"/>
              </a:gdLst>
              <a:ahLst/>
              <a:cxnLst>
                <a:cxn ang="0">
                  <a:pos x="T0" y="T1"/>
                </a:cxn>
                <a:cxn ang="0">
                  <a:pos x="T2" y="T3"/>
                </a:cxn>
                <a:cxn ang="0">
                  <a:pos x="T4" y="T5"/>
                </a:cxn>
                <a:cxn ang="0">
                  <a:pos x="T6" y="T7"/>
                </a:cxn>
                <a:cxn ang="0">
                  <a:pos x="T8" y="T9"/>
                </a:cxn>
              </a:cxnLst>
              <a:rect l="0" t="0" r="r" b="b"/>
              <a:pathLst>
                <a:path w="10" h="14">
                  <a:moveTo>
                    <a:pt x="5" y="8"/>
                  </a:moveTo>
                  <a:cubicBezTo>
                    <a:pt x="7" y="6"/>
                    <a:pt x="8" y="4"/>
                    <a:pt x="10" y="0"/>
                  </a:cubicBezTo>
                  <a:cubicBezTo>
                    <a:pt x="7" y="3"/>
                    <a:pt x="5" y="4"/>
                    <a:pt x="3" y="7"/>
                  </a:cubicBezTo>
                  <a:cubicBezTo>
                    <a:pt x="2" y="8"/>
                    <a:pt x="0" y="12"/>
                    <a:pt x="0" y="13"/>
                  </a:cubicBezTo>
                  <a:cubicBezTo>
                    <a:pt x="0" y="14"/>
                    <a:pt x="3" y="12"/>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72" name="Freeform 2778"/>
            <p:cNvSpPr/>
            <p:nvPr/>
          </p:nvSpPr>
          <p:spPr bwMode="auto">
            <a:xfrm>
              <a:off x="449566" y="10334403"/>
              <a:ext cx="23813" cy="30163"/>
            </a:xfrm>
            <a:custGeom>
              <a:avLst/>
              <a:gdLst>
                <a:gd name="T0" fmla="*/ 4 w 9"/>
                <a:gd name="T1" fmla="*/ 6 h 11"/>
                <a:gd name="T2" fmla="*/ 7 w 9"/>
                <a:gd name="T3" fmla="*/ 0 h 11"/>
                <a:gd name="T4" fmla="*/ 2 w 9"/>
                <a:gd name="T5" fmla="*/ 4 h 11"/>
                <a:gd name="T6" fmla="*/ 0 w 9"/>
                <a:gd name="T7" fmla="*/ 11 h 11"/>
                <a:gd name="T8" fmla="*/ 4 w 9"/>
                <a:gd name="T9" fmla="*/ 6 h 11"/>
              </a:gdLst>
              <a:ahLst/>
              <a:cxnLst>
                <a:cxn ang="0">
                  <a:pos x="T0" y="T1"/>
                </a:cxn>
                <a:cxn ang="0">
                  <a:pos x="T2" y="T3"/>
                </a:cxn>
                <a:cxn ang="0">
                  <a:pos x="T4" y="T5"/>
                </a:cxn>
                <a:cxn ang="0">
                  <a:pos x="T6" y="T7"/>
                </a:cxn>
                <a:cxn ang="0">
                  <a:pos x="T8" y="T9"/>
                </a:cxn>
              </a:cxnLst>
              <a:rect l="0" t="0" r="r" b="b"/>
              <a:pathLst>
                <a:path w="9" h="11">
                  <a:moveTo>
                    <a:pt x="4" y="6"/>
                  </a:moveTo>
                  <a:cubicBezTo>
                    <a:pt x="7" y="4"/>
                    <a:pt x="9" y="0"/>
                    <a:pt x="7" y="0"/>
                  </a:cubicBezTo>
                  <a:cubicBezTo>
                    <a:pt x="7" y="1"/>
                    <a:pt x="5" y="2"/>
                    <a:pt x="2" y="4"/>
                  </a:cubicBezTo>
                  <a:cubicBezTo>
                    <a:pt x="1" y="7"/>
                    <a:pt x="0" y="10"/>
                    <a:pt x="0" y="11"/>
                  </a:cubicBezTo>
                  <a:cubicBezTo>
                    <a:pt x="0" y="11"/>
                    <a:pt x="2" y="8"/>
                    <a:pt x="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73" name="Freeform 2779"/>
            <p:cNvSpPr/>
            <p:nvPr/>
          </p:nvSpPr>
          <p:spPr bwMode="auto">
            <a:xfrm>
              <a:off x="649591" y="10097865"/>
              <a:ext cx="22225" cy="30163"/>
            </a:xfrm>
            <a:custGeom>
              <a:avLst/>
              <a:gdLst>
                <a:gd name="T0" fmla="*/ 5 w 8"/>
                <a:gd name="T1" fmla="*/ 5 h 11"/>
                <a:gd name="T2" fmla="*/ 8 w 8"/>
                <a:gd name="T3" fmla="*/ 1 h 11"/>
                <a:gd name="T4" fmla="*/ 3 w 8"/>
                <a:gd name="T5" fmla="*/ 5 h 11"/>
                <a:gd name="T6" fmla="*/ 0 w 8"/>
                <a:gd name="T7" fmla="*/ 9 h 11"/>
                <a:gd name="T8" fmla="*/ 5 w 8"/>
                <a:gd name="T9" fmla="*/ 5 h 11"/>
              </a:gdLst>
              <a:ahLst/>
              <a:cxnLst>
                <a:cxn ang="0">
                  <a:pos x="T0" y="T1"/>
                </a:cxn>
                <a:cxn ang="0">
                  <a:pos x="T2" y="T3"/>
                </a:cxn>
                <a:cxn ang="0">
                  <a:pos x="T4" y="T5"/>
                </a:cxn>
                <a:cxn ang="0">
                  <a:pos x="T6" y="T7"/>
                </a:cxn>
                <a:cxn ang="0">
                  <a:pos x="T8" y="T9"/>
                </a:cxn>
              </a:cxnLst>
              <a:rect l="0" t="0" r="r" b="b"/>
              <a:pathLst>
                <a:path w="8" h="11">
                  <a:moveTo>
                    <a:pt x="5" y="5"/>
                  </a:moveTo>
                  <a:cubicBezTo>
                    <a:pt x="7" y="4"/>
                    <a:pt x="8" y="2"/>
                    <a:pt x="8" y="1"/>
                  </a:cubicBezTo>
                  <a:cubicBezTo>
                    <a:pt x="8" y="0"/>
                    <a:pt x="5" y="2"/>
                    <a:pt x="3" y="5"/>
                  </a:cubicBezTo>
                  <a:cubicBezTo>
                    <a:pt x="2" y="6"/>
                    <a:pt x="1" y="8"/>
                    <a:pt x="0" y="9"/>
                  </a:cubicBezTo>
                  <a:cubicBezTo>
                    <a:pt x="0" y="11"/>
                    <a:pt x="3" y="8"/>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74" name="Freeform 2780"/>
            <p:cNvSpPr/>
            <p:nvPr/>
          </p:nvSpPr>
          <p:spPr bwMode="auto">
            <a:xfrm>
              <a:off x="855966" y="9921653"/>
              <a:ext cx="25400" cy="15875"/>
            </a:xfrm>
            <a:custGeom>
              <a:avLst/>
              <a:gdLst>
                <a:gd name="T0" fmla="*/ 4 w 9"/>
                <a:gd name="T1" fmla="*/ 3 h 6"/>
                <a:gd name="T2" fmla="*/ 8 w 9"/>
                <a:gd name="T3" fmla="*/ 0 h 6"/>
                <a:gd name="T4" fmla="*/ 3 w 9"/>
                <a:gd name="T5" fmla="*/ 2 h 6"/>
                <a:gd name="T6" fmla="*/ 0 w 9"/>
                <a:gd name="T7" fmla="*/ 6 h 6"/>
                <a:gd name="T8" fmla="*/ 4 w 9"/>
                <a:gd name="T9" fmla="*/ 3 h 6"/>
              </a:gdLst>
              <a:ahLst/>
              <a:cxnLst>
                <a:cxn ang="0">
                  <a:pos x="T0" y="T1"/>
                </a:cxn>
                <a:cxn ang="0">
                  <a:pos x="T2" y="T3"/>
                </a:cxn>
                <a:cxn ang="0">
                  <a:pos x="T4" y="T5"/>
                </a:cxn>
                <a:cxn ang="0">
                  <a:pos x="T6" y="T7"/>
                </a:cxn>
                <a:cxn ang="0">
                  <a:pos x="T8" y="T9"/>
                </a:cxn>
              </a:cxnLst>
              <a:rect l="0" t="0" r="r" b="b"/>
              <a:pathLst>
                <a:path w="9" h="6">
                  <a:moveTo>
                    <a:pt x="4" y="3"/>
                  </a:moveTo>
                  <a:cubicBezTo>
                    <a:pt x="7" y="2"/>
                    <a:pt x="9" y="0"/>
                    <a:pt x="8" y="0"/>
                  </a:cubicBezTo>
                  <a:cubicBezTo>
                    <a:pt x="7" y="0"/>
                    <a:pt x="5" y="1"/>
                    <a:pt x="3" y="2"/>
                  </a:cubicBezTo>
                  <a:cubicBezTo>
                    <a:pt x="1" y="4"/>
                    <a:pt x="0" y="5"/>
                    <a:pt x="0" y="6"/>
                  </a:cubicBezTo>
                  <a:cubicBezTo>
                    <a:pt x="0" y="6"/>
                    <a:pt x="3" y="4"/>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75" name="Freeform 2781"/>
            <p:cNvSpPr/>
            <p:nvPr/>
          </p:nvSpPr>
          <p:spPr bwMode="auto">
            <a:xfrm>
              <a:off x="1059166" y="9815290"/>
              <a:ext cx="28575" cy="11113"/>
            </a:xfrm>
            <a:custGeom>
              <a:avLst/>
              <a:gdLst>
                <a:gd name="T0" fmla="*/ 1 w 10"/>
                <a:gd name="T1" fmla="*/ 4 h 4"/>
                <a:gd name="T2" fmla="*/ 5 w 10"/>
                <a:gd name="T3" fmla="*/ 4 h 4"/>
                <a:gd name="T4" fmla="*/ 9 w 10"/>
                <a:gd name="T5" fmla="*/ 1 h 4"/>
                <a:gd name="T6" fmla="*/ 5 w 10"/>
                <a:gd name="T7" fmla="*/ 1 h 4"/>
                <a:gd name="T8" fmla="*/ 1 w 10"/>
                <a:gd name="T9" fmla="*/ 4 h 4"/>
              </a:gdLst>
              <a:ahLst/>
              <a:cxnLst>
                <a:cxn ang="0">
                  <a:pos x="T0" y="T1"/>
                </a:cxn>
                <a:cxn ang="0">
                  <a:pos x="T2" y="T3"/>
                </a:cxn>
                <a:cxn ang="0">
                  <a:pos x="T4" y="T5"/>
                </a:cxn>
                <a:cxn ang="0">
                  <a:pos x="T6" y="T7"/>
                </a:cxn>
                <a:cxn ang="0">
                  <a:pos x="T8" y="T9"/>
                </a:cxn>
              </a:cxnLst>
              <a:rect l="0" t="0" r="r" b="b"/>
              <a:pathLst>
                <a:path w="10" h="4">
                  <a:moveTo>
                    <a:pt x="1" y="4"/>
                  </a:moveTo>
                  <a:cubicBezTo>
                    <a:pt x="2" y="4"/>
                    <a:pt x="4" y="4"/>
                    <a:pt x="5" y="4"/>
                  </a:cubicBezTo>
                  <a:cubicBezTo>
                    <a:pt x="7" y="3"/>
                    <a:pt x="9" y="2"/>
                    <a:pt x="9" y="1"/>
                  </a:cubicBezTo>
                  <a:cubicBezTo>
                    <a:pt x="10" y="0"/>
                    <a:pt x="7" y="0"/>
                    <a:pt x="5" y="1"/>
                  </a:cubicBezTo>
                  <a:cubicBezTo>
                    <a:pt x="3" y="2"/>
                    <a:pt x="0"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76" name="Freeform 2782"/>
            <p:cNvSpPr/>
            <p:nvPr/>
          </p:nvSpPr>
          <p:spPr bwMode="auto">
            <a:xfrm>
              <a:off x="1271891" y="9761315"/>
              <a:ext cx="23813" cy="7938"/>
            </a:xfrm>
            <a:custGeom>
              <a:avLst/>
              <a:gdLst>
                <a:gd name="T0" fmla="*/ 4 w 9"/>
                <a:gd name="T1" fmla="*/ 3 h 3"/>
                <a:gd name="T2" fmla="*/ 9 w 9"/>
                <a:gd name="T3" fmla="*/ 2 h 3"/>
                <a:gd name="T4" fmla="*/ 5 w 9"/>
                <a:gd name="T5" fmla="*/ 0 h 3"/>
                <a:gd name="T6" fmla="*/ 0 w 9"/>
                <a:gd name="T7" fmla="*/ 3 h 3"/>
                <a:gd name="T8" fmla="*/ 4 w 9"/>
                <a:gd name="T9" fmla="*/ 3 h 3"/>
              </a:gdLst>
              <a:ahLst/>
              <a:cxnLst>
                <a:cxn ang="0">
                  <a:pos x="T0" y="T1"/>
                </a:cxn>
                <a:cxn ang="0">
                  <a:pos x="T2" y="T3"/>
                </a:cxn>
                <a:cxn ang="0">
                  <a:pos x="T4" y="T5"/>
                </a:cxn>
                <a:cxn ang="0">
                  <a:pos x="T6" y="T7"/>
                </a:cxn>
                <a:cxn ang="0">
                  <a:pos x="T8" y="T9"/>
                </a:cxn>
              </a:cxnLst>
              <a:rect l="0" t="0" r="r" b="b"/>
              <a:pathLst>
                <a:path w="9" h="3">
                  <a:moveTo>
                    <a:pt x="4" y="3"/>
                  </a:moveTo>
                  <a:cubicBezTo>
                    <a:pt x="6" y="3"/>
                    <a:pt x="9" y="2"/>
                    <a:pt x="9" y="2"/>
                  </a:cubicBezTo>
                  <a:cubicBezTo>
                    <a:pt x="8" y="1"/>
                    <a:pt x="7" y="1"/>
                    <a:pt x="5" y="0"/>
                  </a:cubicBezTo>
                  <a:cubicBezTo>
                    <a:pt x="2" y="1"/>
                    <a:pt x="1" y="2"/>
                    <a:pt x="0" y="3"/>
                  </a:cubicBezTo>
                  <a:cubicBezTo>
                    <a:pt x="0" y="3"/>
                    <a:pt x="3" y="3"/>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77" name="Freeform 2783"/>
            <p:cNvSpPr/>
            <p:nvPr/>
          </p:nvSpPr>
          <p:spPr bwMode="auto">
            <a:xfrm>
              <a:off x="1483029" y="9747028"/>
              <a:ext cx="25400" cy="11113"/>
            </a:xfrm>
            <a:custGeom>
              <a:avLst/>
              <a:gdLst>
                <a:gd name="T0" fmla="*/ 5 w 9"/>
                <a:gd name="T1" fmla="*/ 3 h 4"/>
                <a:gd name="T2" fmla="*/ 9 w 9"/>
                <a:gd name="T3" fmla="*/ 2 h 4"/>
                <a:gd name="T4" fmla="*/ 4 w 9"/>
                <a:gd name="T5" fmla="*/ 0 h 4"/>
                <a:gd name="T6" fmla="*/ 0 w 9"/>
                <a:gd name="T7" fmla="*/ 2 h 4"/>
                <a:gd name="T8" fmla="*/ 5 w 9"/>
                <a:gd name="T9" fmla="*/ 3 h 4"/>
              </a:gdLst>
              <a:ahLst/>
              <a:cxnLst>
                <a:cxn ang="0">
                  <a:pos x="T0" y="T1"/>
                </a:cxn>
                <a:cxn ang="0">
                  <a:pos x="T2" y="T3"/>
                </a:cxn>
                <a:cxn ang="0">
                  <a:pos x="T4" y="T5"/>
                </a:cxn>
                <a:cxn ang="0">
                  <a:pos x="T6" y="T7"/>
                </a:cxn>
                <a:cxn ang="0">
                  <a:pos x="T8" y="T9"/>
                </a:cxn>
              </a:cxnLst>
              <a:rect l="0" t="0" r="r" b="b"/>
              <a:pathLst>
                <a:path w="9" h="4">
                  <a:moveTo>
                    <a:pt x="5" y="3"/>
                  </a:moveTo>
                  <a:cubicBezTo>
                    <a:pt x="7" y="3"/>
                    <a:pt x="8" y="3"/>
                    <a:pt x="9" y="2"/>
                  </a:cubicBezTo>
                  <a:cubicBezTo>
                    <a:pt x="9" y="1"/>
                    <a:pt x="6" y="0"/>
                    <a:pt x="4" y="0"/>
                  </a:cubicBezTo>
                  <a:cubicBezTo>
                    <a:pt x="2" y="0"/>
                    <a:pt x="1" y="1"/>
                    <a:pt x="0" y="2"/>
                  </a:cubicBezTo>
                  <a:cubicBezTo>
                    <a:pt x="0" y="2"/>
                    <a:pt x="3" y="4"/>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78" name="Freeform 2784"/>
            <p:cNvSpPr/>
            <p:nvPr/>
          </p:nvSpPr>
          <p:spPr bwMode="auto">
            <a:xfrm>
              <a:off x="1697341" y="9764490"/>
              <a:ext cx="26988" cy="15875"/>
            </a:xfrm>
            <a:custGeom>
              <a:avLst/>
              <a:gdLst>
                <a:gd name="T0" fmla="*/ 0 w 10"/>
                <a:gd name="T1" fmla="*/ 3 h 6"/>
                <a:gd name="T2" fmla="*/ 5 w 10"/>
                <a:gd name="T3" fmla="*/ 5 h 6"/>
                <a:gd name="T4" fmla="*/ 8 w 10"/>
                <a:gd name="T5" fmla="*/ 3 h 6"/>
                <a:gd name="T6" fmla="*/ 3 w 10"/>
                <a:gd name="T7" fmla="*/ 0 h 6"/>
                <a:gd name="T8" fmla="*/ 0 w 10"/>
                <a:gd name="T9" fmla="*/ 3 h 6"/>
              </a:gdLst>
              <a:ahLst/>
              <a:cxnLst>
                <a:cxn ang="0">
                  <a:pos x="T0" y="T1"/>
                </a:cxn>
                <a:cxn ang="0">
                  <a:pos x="T2" y="T3"/>
                </a:cxn>
                <a:cxn ang="0">
                  <a:pos x="T4" y="T5"/>
                </a:cxn>
                <a:cxn ang="0">
                  <a:pos x="T6" y="T7"/>
                </a:cxn>
                <a:cxn ang="0">
                  <a:pos x="T8" y="T9"/>
                </a:cxn>
              </a:cxnLst>
              <a:rect l="0" t="0" r="r" b="b"/>
              <a:pathLst>
                <a:path w="10" h="6">
                  <a:moveTo>
                    <a:pt x="0" y="3"/>
                  </a:moveTo>
                  <a:cubicBezTo>
                    <a:pt x="0" y="3"/>
                    <a:pt x="3" y="4"/>
                    <a:pt x="5" y="5"/>
                  </a:cubicBezTo>
                  <a:cubicBezTo>
                    <a:pt x="7" y="6"/>
                    <a:pt x="10" y="4"/>
                    <a:pt x="8" y="3"/>
                  </a:cubicBezTo>
                  <a:cubicBezTo>
                    <a:pt x="7" y="2"/>
                    <a:pt x="5" y="1"/>
                    <a:pt x="3" y="0"/>
                  </a:cubicBezTo>
                  <a:cubicBezTo>
                    <a:pt x="2"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79" name="Freeform 2785"/>
            <p:cNvSpPr/>
            <p:nvPr/>
          </p:nvSpPr>
          <p:spPr bwMode="auto">
            <a:xfrm>
              <a:off x="1911654" y="9802590"/>
              <a:ext cx="25400" cy="20638"/>
            </a:xfrm>
            <a:custGeom>
              <a:avLst/>
              <a:gdLst>
                <a:gd name="T0" fmla="*/ 5 w 9"/>
                <a:gd name="T1" fmla="*/ 7 h 8"/>
                <a:gd name="T2" fmla="*/ 8 w 9"/>
                <a:gd name="T3" fmla="*/ 6 h 8"/>
                <a:gd name="T4" fmla="*/ 3 w 9"/>
                <a:gd name="T5" fmla="*/ 0 h 8"/>
                <a:gd name="T6" fmla="*/ 0 w 9"/>
                <a:gd name="T7" fmla="*/ 5 h 8"/>
                <a:gd name="T8" fmla="*/ 5 w 9"/>
                <a:gd name="T9" fmla="*/ 7 h 8"/>
              </a:gdLst>
              <a:ahLst/>
              <a:cxnLst>
                <a:cxn ang="0">
                  <a:pos x="T0" y="T1"/>
                </a:cxn>
                <a:cxn ang="0">
                  <a:pos x="T2" y="T3"/>
                </a:cxn>
                <a:cxn ang="0">
                  <a:pos x="T4" y="T5"/>
                </a:cxn>
                <a:cxn ang="0">
                  <a:pos x="T6" y="T7"/>
                </a:cxn>
                <a:cxn ang="0">
                  <a:pos x="T8" y="T9"/>
                </a:cxn>
              </a:cxnLst>
              <a:rect l="0" t="0" r="r" b="b"/>
              <a:pathLst>
                <a:path w="9" h="8">
                  <a:moveTo>
                    <a:pt x="5" y="7"/>
                  </a:moveTo>
                  <a:cubicBezTo>
                    <a:pt x="7" y="8"/>
                    <a:pt x="9" y="7"/>
                    <a:pt x="8" y="6"/>
                  </a:cubicBezTo>
                  <a:cubicBezTo>
                    <a:pt x="8" y="4"/>
                    <a:pt x="5" y="3"/>
                    <a:pt x="3" y="0"/>
                  </a:cubicBezTo>
                  <a:cubicBezTo>
                    <a:pt x="1" y="2"/>
                    <a:pt x="0" y="3"/>
                    <a:pt x="0" y="5"/>
                  </a:cubicBezTo>
                  <a:cubicBezTo>
                    <a:pt x="0" y="5"/>
                    <a:pt x="4" y="7"/>
                    <a:pt x="5"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80" name="Freeform 2786"/>
            <p:cNvSpPr/>
            <p:nvPr/>
          </p:nvSpPr>
          <p:spPr bwMode="auto">
            <a:xfrm>
              <a:off x="2125966" y="9861328"/>
              <a:ext cx="26988" cy="25400"/>
            </a:xfrm>
            <a:custGeom>
              <a:avLst/>
              <a:gdLst>
                <a:gd name="T0" fmla="*/ 5 w 10"/>
                <a:gd name="T1" fmla="*/ 8 h 9"/>
                <a:gd name="T2" fmla="*/ 9 w 10"/>
                <a:gd name="T3" fmla="*/ 5 h 9"/>
                <a:gd name="T4" fmla="*/ 3 w 10"/>
                <a:gd name="T5" fmla="*/ 0 h 9"/>
                <a:gd name="T6" fmla="*/ 0 w 10"/>
                <a:gd name="T7" fmla="*/ 4 h 9"/>
                <a:gd name="T8" fmla="*/ 5 w 10"/>
                <a:gd name="T9" fmla="*/ 8 h 9"/>
              </a:gdLst>
              <a:ahLst/>
              <a:cxnLst>
                <a:cxn ang="0">
                  <a:pos x="T0" y="T1"/>
                </a:cxn>
                <a:cxn ang="0">
                  <a:pos x="T2" y="T3"/>
                </a:cxn>
                <a:cxn ang="0">
                  <a:pos x="T4" y="T5"/>
                </a:cxn>
                <a:cxn ang="0">
                  <a:pos x="T6" y="T7"/>
                </a:cxn>
                <a:cxn ang="0">
                  <a:pos x="T8" y="T9"/>
                </a:cxn>
              </a:cxnLst>
              <a:rect l="0" t="0" r="r" b="b"/>
              <a:pathLst>
                <a:path w="10" h="9">
                  <a:moveTo>
                    <a:pt x="5" y="8"/>
                  </a:moveTo>
                  <a:cubicBezTo>
                    <a:pt x="8" y="9"/>
                    <a:pt x="10" y="7"/>
                    <a:pt x="9" y="5"/>
                  </a:cubicBezTo>
                  <a:cubicBezTo>
                    <a:pt x="8" y="4"/>
                    <a:pt x="6" y="2"/>
                    <a:pt x="3" y="0"/>
                  </a:cubicBezTo>
                  <a:cubicBezTo>
                    <a:pt x="2" y="2"/>
                    <a:pt x="0" y="3"/>
                    <a:pt x="0" y="4"/>
                  </a:cubicBezTo>
                  <a:cubicBezTo>
                    <a:pt x="0" y="5"/>
                    <a:pt x="3" y="7"/>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81" name="Freeform 2787"/>
            <p:cNvSpPr/>
            <p:nvPr/>
          </p:nvSpPr>
          <p:spPr bwMode="auto">
            <a:xfrm>
              <a:off x="2343454" y="9926415"/>
              <a:ext cx="25400" cy="26988"/>
            </a:xfrm>
            <a:custGeom>
              <a:avLst/>
              <a:gdLst>
                <a:gd name="T0" fmla="*/ 5 w 9"/>
                <a:gd name="T1" fmla="*/ 10 h 10"/>
                <a:gd name="T2" fmla="*/ 8 w 9"/>
                <a:gd name="T3" fmla="*/ 8 h 10"/>
                <a:gd name="T4" fmla="*/ 3 w 9"/>
                <a:gd name="T5" fmla="*/ 0 h 10"/>
                <a:gd name="T6" fmla="*/ 0 w 9"/>
                <a:gd name="T7" fmla="*/ 5 h 10"/>
                <a:gd name="T8" fmla="*/ 5 w 9"/>
                <a:gd name="T9" fmla="*/ 10 h 10"/>
              </a:gdLst>
              <a:ahLst/>
              <a:cxnLst>
                <a:cxn ang="0">
                  <a:pos x="T0" y="T1"/>
                </a:cxn>
                <a:cxn ang="0">
                  <a:pos x="T2" y="T3"/>
                </a:cxn>
                <a:cxn ang="0">
                  <a:pos x="T4" y="T5"/>
                </a:cxn>
                <a:cxn ang="0">
                  <a:pos x="T6" y="T7"/>
                </a:cxn>
                <a:cxn ang="0">
                  <a:pos x="T8" y="T9"/>
                </a:cxn>
              </a:cxnLst>
              <a:rect l="0" t="0" r="r" b="b"/>
              <a:pathLst>
                <a:path w="9" h="10">
                  <a:moveTo>
                    <a:pt x="5" y="10"/>
                  </a:moveTo>
                  <a:cubicBezTo>
                    <a:pt x="6" y="10"/>
                    <a:pt x="9" y="9"/>
                    <a:pt x="8" y="8"/>
                  </a:cubicBezTo>
                  <a:cubicBezTo>
                    <a:pt x="8" y="6"/>
                    <a:pt x="6" y="4"/>
                    <a:pt x="3" y="0"/>
                  </a:cubicBezTo>
                  <a:cubicBezTo>
                    <a:pt x="2" y="2"/>
                    <a:pt x="0" y="3"/>
                    <a:pt x="0" y="5"/>
                  </a:cubicBezTo>
                  <a:cubicBezTo>
                    <a:pt x="0" y="6"/>
                    <a:pt x="3" y="9"/>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82" name="Freeform 2788"/>
            <p:cNvSpPr/>
            <p:nvPr/>
          </p:nvSpPr>
          <p:spPr bwMode="auto">
            <a:xfrm>
              <a:off x="2557766" y="10001028"/>
              <a:ext cx="25400" cy="23813"/>
            </a:xfrm>
            <a:custGeom>
              <a:avLst/>
              <a:gdLst>
                <a:gd name="T0" fmla="*/ 0 w 9"/>
                <a:gd name="T1" fmla="*/ 3 h 9"/>
                <a:gd name="T2" fmla="*/ 6 w 9"/>
                <a:gd name="T3" fmla="*/ 9 h 9"/>
                <a:gd name="T4" fmla="*/ 9 w 9"/>
                <a:gd name="T5" fmla="*/ 8 h 9"/>
                <a:gd name="T6" fmla="*/ 4 w 9"/>
                <a:gd name="T7" fmla="*/ 0 h 9"/>
                <a:gd name="T8" fmla="*/ 0 w 9"/>
                <a:gd name="T9" fmla="*/ 3 h 9"/>
              </a:gdLst>
              <a:ahLst/>
              <a:cxnLst>
                <a:cxn ang="0">
                  <a:pos x="T0" y="T1"/>
                </a:cxn>
                <a:cxn ang="0">
                  <a:pos x="T2" y="T3"/>
                </a:cxn>
                <a:cxn ang="0">
                  <a:pos x="T4" y="T5"/>
                </a:cxn>
                <a:cxn ang="0">
                  <a:pos x="T6" y="T7"/>
                </a:cxn>
                <a:cxn ang="0">
                  <a:pos x="T8" y="T9"/>
                </a:cxn>
              </a:cxnLst>
              <a:rect l="0" t="0" r="r" b="b"/>
              <a:pathLst>
                <a:path w="9" h="9">
                  <a:moveTo>
                    <a:pt x="0" y="3"/>
                  </a:moveTo>
                  <a:cubicBezTo>
                    <a:pt x="0" y="5"/>
                    <a:pt x="3" y="9"/>
                    <a:pt x="6" y="9"/>
                  </a:cubicBezTo>
                  <a:cubicBezTo>
                    <a:pt x="7" y="9"/>
                    <a:pt x="8" y="8"/>
                    <a:pt x="9" y="8"/>
                  </a:cubicBezTo>
                  <a:cubicBezTo>
                    <a:pt x="9" y="4"/>
                    <a:pt x="6" y="0"/>
                    <a:pt x="4" y="0"/>
                  </a:cubicBezTo>
                  <a:cubicBezTo>
                    <a:pt x="2" y="0"/>
                    <a:pt x="1"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83" name="Freeform 2789"/>
            <p:cNvSpPr/>
            <p:nvPr/>
          </p:nvSpPr>
          <p:spPr bwMode="auto">
            <a:xfrm>
              <a:off x="2775254" y="10062940"/>
              <a:ext cx="23813" cy="34925"/>
            </a:xfrm>
            <a:custGeom>
              <a:avLst/>
              <a:gdLst>
                <a:gd name="T0" fmla="*/ 6 w 9"/>
                <a:gd name="T1" fmla="*/ 13 h 13"/>
                <a:gd name="T2" fmla="*/ 9 w 9"/>
                <a:gd name="T3" fmla="*/ 7 h 13"/>
                <a:gd name="T4" fmla="*/ 3 w 9"/>
                <a:gd name="T5" fmla="*/ 0 h 13"/>
                <a:gd name="T6" fmla="*/ 0 w 9"/>
                <a:gd name="T7" fmla="*/ 4 h 13"/>
                <a:gd name="T8" fmla="*/ 6 w 9"/>
                <a:gd name="T9" fmla="*/ 13 h 13"/>
              </a:gdLst>
              <a:ahLst/>
              <a:cxnLst>
                <a:cxn ang="0">
                  <a:pos x="T0" y="T1"/>
                </a:cxn>
                <a:cxn ang="0">
                  <a:pos x="T2" y="T3"/>
                </a:cxn>
                <a:cxn ang="0">
                  <a:pos x="T4" y="T5"/>
                </a:cxn>
                <a:cxn ang="0">
                  <a:pos x="T6" y="T7"/>
                </a:cxn>
                <a:cxn ang="0">
                  <a:pos x="T8" y="T9"/>
                </a:cxn>
              </a:cxnLst>
              <a:rect l="0" t="0" r="r" b="b"/>
              <a:pathLst>
                <a:path w="9" h="13">
                  <a:moveTo>
                    <a:pt x="6" y="13"/>
                  </a:moveTo>
                  <a:cubicBezTo>
                    <a:pt x="7" y="10"/>
                    <a:pt x="8" y="9"/>
                    <a:pt x="9" y="7"/>
                  </a:cubicBezTo>
                  <a:cubicBezTo>
                    <a:pt x="9" y="4"/>
                    <a:pt x="6" y="0"/>
                    <a:pt x="3" y="0"/>
                  </a:cubicBezTo>
                  <a:cubicBezTo>
                    <a:pt x="2" y="1"/>
                    <a:pt x="0" y="3"/>
                    <a:pt x="0" y="4"/>
                  </a:cubicBezTo>
                  <a:cubicBezTo>
                    <a:pt x="1" y="6"/>
                    <a:pt x="3" y="9"/>
                    <a:pt x="6"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84" name="Freeform 2790"/>
            <p:cNvSpPr/>
            <p:nvPr/>
          </p:nvSpPr>
          <p:spPr bwMode="auto">
            <a:xfrm>
              <a:off x="2992741" y="10108978"/>
              <a:ext cx="20638" cy="38100"/>
            </a:xfrm>
            <a:custGeom>
              <a:avLst/>
              <a:gdLst>
                <a:gd name="T0" fmla="*/ 4 w 8"/>
                <a:gd name="T1" fmla="*/ 13 h 14"/>
                <a:gd name="T2" fmla="*/ 8 w 8"/>
                <a:gd name="T3" fmla="*/ 10 h 14"/>
                <a:gd name="T4" fmla="*/ 4 w 8"/>
                <a:gd name="T5" fmla="*/ 0 h 14"/>
                <a:gd name="T6" fmla="*/ 0 w 8"/>
                <a:gd name="T7" fmla="*/ 8 h 14"/>
                <a:gd name="T8" fmla="*/ 4 w 8"/>
                <a:gd name="T9" fmla="*/ 13 h 14"/>
              </a:gdLst>
              <a:ahLst/>
              <a:cxnLst>
                <a:cxn ang="0">
                  <a:pos x="T0" y="T1"/>
                </a:cxn>
                <a:cxn ang="0">
                  <a:pos x="T2" y="T3"/>
                </a:cxn>
                <a:cxn ang="0">
                  <a:pos x="T4" y="T5"/>
                </a:cxn>
                <a:cxn ang="0">
                  <a:pos x="T6" y="T7"/>
                </a:cxn>
                <a:cxn ang="0">
                  <a:pos x="T8" y="T9"/>
                </a:cxn>
              </a:cxnLst>
              <a:rect l="0" t="0" r="r" b="b"/>
              <a:pathLst>
                <a:path w="8" h="14">
                  <a:moveTo>
                    <a:pt x="4" y="13"/>
                  </a:moveTo>
                  <a:cubicBezTo>
                    <a:pt x="6" y="14"/>
                    <a:pt x="8" y="12"/>
                    <a:pt x="8" y="10"/>
                  </a:cubicBezTo>
                  <a:cubicBezTo>
                    <a:pt x="8" y="8"/>
                    <a:pt x="6" y="5"/>
                    <a:pt x="4" y="0"/>
                  </a:cubicBezTo>
                  <a:cubicBezTo>
                    <a:pt x="2" y="3"/>
                    <a:pt x="0" y="5"/>
                    <a:pt x="0" y="8"/>
                  </a:cubicBezTo>
                  <a:cubicBezTo>
                    <a:pt x="0" y="9"/>
                    <a:pt x="3" y="13"/>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85" name="Freeform 2791"/>
            <p:cNvSpPr/>
            <p:nvPr/>
          </p:nvSpPr>
          <p:spPr bwMode="auto">
            <a:xfrm>
              <a:off x="3207054" y="10150253"/>
              <a:ext cx="30163" cy="34925"/>
            </a:xfrm>
            <a:custGeom>
              <a:avLst/>
              <a:gdLst>
                <a:gd name="T0" fmla="*/ 6 w 11"/>
                <a:gd name="T1" fmla="*/ 12 h 13"/>
                <a:gd name="T2" fmla="*/ 11 w 11"/>
                <a:gd name="T3" fmla="*/ 6 h 13"/>
                <a:gd name="T4" fmla="*/ 3 w 11"/>
                <a:gd name="T5" fmla="*/ 1 h 13"/>
                <a:gd name="T6" fmla="*/ 0 w 11"/>
                <a:gd name="T7" fmla="*/ 6 h 13"/>
                <a:gd name="T8" fmla="*/ 6 w 11"/>
                <a:gd name="T9" fmla="*/ 12 h 13"/>
              </a:gdLst>
              <a:ahLst/>
              <a:cxnLst>
                <a:cxn ang="0">
                  <a:pos x="T0" y="T1"/>
                </a:cxn>
                <a:cxn ang="0">
                  <a:pos x="T2" y="T3"/>
                </a:cxn>
                <a:cxn ang="0">
                  <a:pos x="T4" y="T5"/>
                </a:cxn>
                <a:cxn ang="0">
                  <a:pos x="T6" y="T7"/>
                </a:cxn>
                <a:cxn ang="0">
                  <a:pos x="T8" y="T9"/>
                </a:cxn>
              </a:cxnLst>
              <a:rect l="0" t="0" r="r" b="b"/>
              <a:pathLst>
                <a:path w="11" h="13">
                  <a:moveTo>
                    <a:pt x="6" y="12"/>
                  </a:moveTo>
                  <a:cubicBezTo>
                    <a:pt x="7" y="11"/>
                    <a:pt x="8" y="9"/>
                    <a:pt x="11" y="6"/>
                  </a:cubicBezTo>
                  <a:cubicBezTo>
                    <a:pt x="7" y="3"/>
                    <a:pt x="5" y="1"/>
                    <a:pt x="3" y="1"/>
                  </a:cubicBezTo>
                  <a:cubicBezTo>
                    <a:pt x="2" y="0"/>
                    <a:pt x="0" y="4"/>
                    <a:pt x="0" y="6"/>
                  </a:cubicBezTo>
                  <a:cubicBezTo>
                    <a:pt x="0" y="9"/>
                    <a:pt x="3" y="13"/>
                    <a:pt x="6"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86" name="Freeform 2792"/>
            <p:cNvSpPr/>
            <p:nvPr/>
          </p:nvSpPr>
          <p:spPr bwMode="auto">
            <a:xfrm>
              <a:off x="3421366" y="10151840"/>
              <a:ext cx="23813" cy="41275"/>
            </a:xfrm>
            <a:custGeom>
              <a:avLst/>
              <a:gdLst>
                <a:gd name="T0" fmla="*/ 5 w 9"/>
                <a:gd name="T1" fmla="*/ 15 h 15"/>
                <a:gd name="T2" fmla="*/ 9 w 9"/>
                <a:gd name="T3" fmla="*/ 11 h 15"/>
                <a:gd name="T4" fmla="*/ 4 w 9"/>
                <a:gd name="T5" fmla="*/ 0 h 15"/>
                <a:gd name="T6" fmla="*/ 0 w 9"/>
                <a:gd name="T7" fmla="*/ 11 h 15"/>
                <a:gd name="T8" fmla="*/ 5 w 9"/>
                <a:gd name="T9" fmla="*/ 15 h 15"/>
              </a:gdLst>
              <a:ahLst/>
              <a:cxnLst>
                <a:cxn ang="0">
                  <a:pos x="T0" y="T1"/>
                </a:cxn>
                <a:cxn ang="0">
                  <a:pos x="T2" y="T3"/>
                </a:cxn>
                <a:cxn ang="0">
                  <a:pos x="T4" y="T5"/>
                </a:cxn>
                <a:cxn ang="0">
                  <a:pos x="T6" y="T7"/>
                </a:cxn>
                <a:cxn ang="0">
                  <a:pos x="T8" y="T9"/>
                </a:cxn>
              </a:cxnLst>
              <a:rect l="0" t="0" r="r" b="b"/>
              <a:pathLst>
                <a:path w="9" h="15">
                  <a:moveTo>
                    <a:pt x="5" y="15"/>
                  </a:moveTo>
                  <a:cubicBezTo>
                    <a:pt x="6" y="15"/>
                    <a:pt x="9" y="12"/>
                    <a:pt x="9" y="11"/>
                  </a:cubicBezTo>
                  <a:cubicBezTo>
                    <a:pt x="8" y="8"/>
                    <a:pt x="6" y="5"/>
                    <a:pt x="4" y="0"/>
                  </a:cubicBezTo>
                  <a:cubicBezTo>
                    <a:pt x="2" y="5"/>
                    <a:pt x="0" y="8"/>
                    <a:pt x="0" y="11"/>
                  </a:cubicBezTo>
                  <a:cubicBezTo>
                    <a:pt x="0" y="12"/>
                    <a:pt x="3" y="15"/>
                    <a:pt x="5"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87" name="Freeform 2793"/>
            <p:cNvSpPr/>
            <p:nvPr/>
          </p:nvSpPr>
          <p:spPr bwMode="auto">
            <a:xfrm>
              <a:off x="3635679" y="10135965"/>
              <a:ext cx="23813" cy="41275"/>
            </a:xfrm>
            <a:custGeom>
              <a:avLst/>
              <a:gdLst>
                <a:gd name="T0" fmla="*/ 5 w 9"/>
                <a:gd name="T1" fmla="*/ 15 h 15"/>
                <a:gd name="T2" fmla="*/ 8 w 9"/>
                <a:gd name="T3" fmla="*/ 10 h 15"/>
                <a:gd name="T4" fmla="*/ 3 w 9"/>
                <a:gd name="T5" fmla="*/ 0 h 15"/>
                <a:gd name="T6" fmla="*/ 0 w 9"/>
                <a:gd name="T7" fmla="*/ 11 h 15"/>
                <a:gd name="T8" fmla="*/ 5 w 9"/>
                <a:gd name="T9" fmla="*/ 15 h 15"/>
              </a:gdLst>
              <a:ahLst/>
              <a:cxnLst>
                <a:cxn ang="0">
                  <a:pos x="T0" y="T1"/>
                </a:cxn>
                <a:cxn ang="0">
                  <a:pos x="T2" y="T3"/>
                </a:cxn>
                <a:cxn ang="0">
                  <a:pos x="T4" y="T5"/>
                </a:cxn>
                <a:cxn ang="0">
                  <a:pos x="T6" y="T7"/>
                </a:cxn>
                <a:cxn ang="0">
                  <a:pos x="T8" y="T9"/>
                </a:cxn>
              </a:cxnLst>
              <a:rect l="0" t="0" r="r" b="b"/>
              <a:pathLst>
                <a:path w="9" h="15">
                  <a:moveTo>
                    <a:pt x="5" y="15"/>
                  </a:moveTo>
                  <a:cubicBezTo>
                    <a:pt x="6" y="15"/>
                    <a:pt x="9" y="11"/>
                    <a:pt x="8" y="10"/>
                  </a:cubicBezTo>
                  <a:cubicBezTo>
                    <a:pt x="8" y="7"/>
                    <a:pt x="6" y="5"/>
                    <a:pt x="3" y="0"/>
                  </a:cubicBezTo>
                  <a:cubicBezTo>
                    <a:pt x="2" y="5"/>
                    <a:pt x="0" y="8"/>
                    <a:pt x="0" y="11"/>
                  </a:cubicBezTo>
                  <a:cubicBezTo>
                    <a:pt x="0" y="12"/>
                    <a:pt x="3" y="15"/>
                    <a:pt x="5"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88" name="Freeform 2794"/>
            <p:cNvSpPr/>
            <p:nvPr/>
          </p:nvSpPr>
          <p:spPr bwMode="auto">
            <a:xfrm>
              <a:off x="3846816" y="10131203"/>
              <a:ext cx="26988" cy="38100"/>
            </a:xfrm>
            <a:custGeom>
              <a:avLst/>
              <a:gdLst>
                <a:gd name="T0" fmla="*/ 5 w 10"/>
                <a:gd name="T1" fmla="*/ 12 h 14"/>
                <a:gd name="T2" fmla="*/ 10 w 10"/>
                <a:gd name="T3" fmla="*/ 6 h 14"/>
                <a:gd name="T4" fmla="*/ 6 w 10"/>
                <a:gd name="T5" fmla="*/ 1 h 14"/>
                <a:gd name="T6" fmla="*/ 1 w 10"/>
                <a:gd name="T7" fmla="*/ 6 h 14"/>
                <a:gd name="T8" fmla="*/ 5 w 10"/>
                <a:gd name="T9" fmla="*/ 12 h 14"/>
              </a:gdLst>
              <a:ahLst/>
              <a:cxnLst>
                <a:cxn ang="0">
                  <a:pos x="T0" y="T1"/>
                </a:cxn>
                <a:cxn ang="0">
                  <a:pos x="T2" y="T3"/>
                </a:cxn>
                <a:cxn ang="0">
                  <a:pos x="T4" y="T5"/>
                </a:cxn>
                <a:cxn ang="0">
                  <a:pos x="T6" y="T7"/>
                </a:cxn>
                <a:cxn ang="0">
                  <a:pos x="T8" y="T9"/>
                </a:cxn>
              </a:cxnLst>
              <a:rect l="0" t="0" r="r" b="b"/>
              <a:pathLst>
                <a:path w="10" h="14">
                  <a:moveTo>
                    <a:pt x="5" y="12"/>
                  </a:moveTo>
                  <a:cubicBezTo>
                    <a:pt x="7" y="14"/>
                    <a:pt x="10" y="12"/>
                    <a:pt x="10" y="6"/>
                  </a:cubicBezTo>
                  <a:cubicBezTo>
                    <a:pt x="9" y="5"/>
                    <a:pt x="8" y="3"/>
                    <a:pt x="6" y="1"/>
                  </a:cubicBezTo>
                  <a:cubicBezTo>
                    <a:pt x="4" y="0"/>
                    <a:pt x="0" y="3"/>
                    <a:pt x="1" y="6"/>
                  </a:cubicBezTo>
                  <a:cubicBezTo>
                    <a:pt x="1" y="8"/>
                    <a:pt x="3" y="11"/>
                    <a:pt x="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89" name="Freeform 2795"/>
            <p:cNvSpPr/>
            <p:nvPr/>
          </p:nvSpPr>
          <p:spPr bwMode="auto">
            <a:xfrm>
              <a:off x="4064304" y="10150253"/>
              <a:ext cx="26988" cy="38100"/>
            </a:xfrm>
            <a:custGeom>
              <a:avLst/>
              <a:gdLst>
                <a:gd name="T0" fmla="*/ 5 w 10"/>
                <a:gd name="T1" fmla="*/ 14 h 14"/>
                <a:gd name="T2" fmla="*/ 9 w 10"/>
                <a:gd name="T3" fmla="*/ 9 h 14"/>
                <a:gd name="T4" fmla="*/ 5 w 10"/>
                <a:gd name="T5" fmla="*/ 1 h 14"/>
                <a:gd name="T6" fmla="*/ 1 w 10"/>
                <a:gd name="T7" fmla="*/ 6 h 14"/>
                <a:gd name="T8" fmla="*/ 5 w 10"/>
                <a:gd name="T9" fmla="*/ 14 h 14"/>
              </a:gdLst>
              <a:ahLst/>
              <a:cxnLst>
                <a:cxn ang="0">
                  <a:pos x="T0" y="T1"/>
                </a:cxn>
                <a:cxn ang="0">
                  <a:pos x="T2" y="T3"/>
                </a:cxn>
                <a:cxn ang="0">
                  <a:pos x="T4" y="T5"/>
                </a:cxn>
                <a:cxn ang="0">
                  <a:pos x="T6" y="T7"/>
                </a:cxn>
                <a:cxn ang="0">
                  <a:pos x="T8" y="T9"/>
                </a:cxn>
              </a:cxnLst>
              <a:rect l="0" t="0" r="r" b="b"/>
              <a:pathLst>
                <a:path w="10" h="14">
                  <a:moveTo>
                    <a:pt x="5" y="14"/>
                  </a:moveTo>
                  <a:cubicBezTo>
                    <a:pt x="7" y="12"/>
                    <a:pt x="9" y="11"/>
                    <a:pt x="9" y="9"/>
                  </a:cubicBezTo>
                  <a:cubicBezTo>
                    <a:pt x="10" y="6"/>
                    <a:pt x="8" y="2"/>
                    <a:pt x="5" y="1"/>
                  </a:cubicBezTo>
                  <a:cubicBezTo>
                    <a:pt x="3" y="0"/>
                    <a:pt x="0" y="3"/>
                    <a:pt x="1" y="6"/>
                  </a:cubicBezTo>
                  <a:cubicBezTo>
                    <a:pt x="1" y="9"/>
                    <a:pt x="3" y="11"/>
                    <a:pt x="5"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90" name="Freeform 2796"/>
            <p:cNvSpPr/>
            <p:nvPr/>
          </p:nvSpPr>
          <p:spPr bwMode="auto">
            <a:xfrm>
              <a:off x="4281791" y="10189940"/>
              <a:ext cx="30163" cy="34925"/>
            </a:xfrm>
            <a:custGeom>
              <a:avLst/>
              <a:gdLst>
                <a:gd name="T0" fmla="*/ 5 w 11"/>
                <a:gd name="T1" fmla="*/ 13 h 13"/>
                <a:gd name="T2" fmla="*/ 10 w 11"/>
                <a:gd name="T3" fmla="*/ 9 h 13"/>
                <a:gd name="T4" fmla="*/ 5 w 11"/>
                <a:gd name="T5" fmla="*/ 1 h 13"/>
                <a:gd name="T6" fmla="*/ 1 w 11"/>
                <a:gd name="T7" fmla="*/ 6 h 13"/>
                <a:gd name="T8" fmla="*/ 5 w 11"/>
                <a:gd name="T9" fmla="*/ 13 h 13"/>
              </a:gdLst>
              <a:ahLst/>
              <a:cxnLst>
                <a:cxn ang="0">
                  <a:pos x="T0" y="T1"/>
                </a:cxn>
                <a:cxn ang="0">
                  <a:pos x="T2" y="T3"/>
                </a:cxn>
                <a:cxn ang="0">
                  <a:pos x="T4" y="T5"/>
                </a:cxn>
                <a:cxn ang="0">
                  <a:pos x="T6" y="T7"/>
                </a:cxn>
                <a:cxn ang="0">
                  <a:pos x="T8" y="T9"/>
                </a:cxn>
              </a:cxnLst>
              <a:rect l="0" t="0" r="r" b="b"/>
              <a:pathLst>
                <a:path w="11" h="13">
                  <a:moveTo>
                    <a:pt x="5" y="13"/>
                  </a:moveTo>
                  <a:cubicBezTo>
                    <a:pt x="7" y="11"/>
                    <a:pt x="9" y="10"/>
                    <a:pt x="10" y="9"/>
                  </a:cubicBezTo>
                  <a:cubicBezTo>
                    <a:pt x="11" y="6"/>
                    <a:pt x="8" y="2"/>
                    <a:pt x="5" y="1"/>
                  </a:cubicBezTo>
                  <a:cubicBezTo>
                    <a:pt x="3" y="0"/>
                    <a:pt x="0" y="3"/>
                    <a:pt x="1" y="6"/>
                  </a:cubicBezTo>
                  <a:cubicBezTo>
                    <a:pt x="2" y="8"/>
                    <a:pt x="3" y="10"/>
                    <a:pt x="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91" name="Freeform 2797"/>
            <p:cNvSpPr/>
            <p:nvPr/>
          </p:nvSpPr>
          <p:spPr bwMode="auto">
            <a:xfrm>
              <a:off x="4504041" y="10243915"/>
              <a:ext cx="26988" cy="28575"/>
            </a:xfrm>
            <a:custGeom>
              <a:avLst/>
              <a:gdLst>
                <a:gd name="T0" fmla="*/ 6 w 10"/>
                <a:gd name="T1" fmla="*/ 9 h 10"/>
                <a:gd name="T2" fmla="*/ 10 w 10"/>
                <a:gd name="T3" fmla="*/ 5 h 10"/>
                <a:gd name="T4" fmla="*/ 2 w 10"/>
                <a:gd name="T5" fmla="*/ 0 h 10"/>
                <a:gd name="T6" fmla="*/ 0 w 10"/>
                <a:gd name="T7" fmla="*/ 4 h 10"/>
                <a:gd name="T8" fmla="*/ 6 w 10"/>
                <a:gd name="T9" fmla="*/ 9 h 10"/>
              </a:gdLst>
              <a:ahLst/>
              <a:cxnLst>
                <a:cxn ang="0">
                  <a:pos x="T0" y="T1"/>
                </a:cxn>
                <a:cxn ang="0">
                  <a:pos x="T2" y="T3"/>
                </a:cxn>
                <a:cxn ang="0">
                  <a:pos x="T4" y="T5"/>
                </a:cxn>
                <a:cxn ang="0">
                  <a:pos x="T6" y="T7"/>
                </a:cxn>
                <a:cxn ang="0">
                  <a:pos x="T8" y="T9"/>
                </a:cxn>
              </a:cxnLst>
              <a:rect l="0" t="0" r="r" b="b"/>
              <a:pathLst>
                <a:path w="10" h="10">
                  <a:moveTo>
                    <a:pt x="6" y="9"/>
                  </a:moveTo>
                  <a:cubicBezTo>
                    <a:pt x="7" y="9"/>
                    <a:pt x="8" y="7"/>
                    <a:pt x="10" y="5"/>
                  </a:cubicBezTo>
                  <a:cubicBezTo>
                    <a:pt x="6" y="3"/>
                    <a:pt x="4" y="0"/>
                    <a:pt x="2" y="0"/>
                  </a:cubicBezTo>
                  <a:cubicBezTo>
                    <a:pt x="1" y="0"/>
                    <a:pt x="0" y="2"/>
                    <a:pt x="0" y="4"/>
                  </a:cubicBezTo>
                  <a:cubicBezTo>
                    <a:pt x="0" y="7"/>
                    <a:pt x="3" y="10"/>
                    <a:pt x="6"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92" name="Freeform 2798"/>
            <p:cNvSpPr/>
            <p:nvPr/>
          </p:nvSpPr>
          <p:spPr bwMode="auto">
            <a:xfrm>
              <a:off x="4721529" y="10288365"/>
              <a:ext cx="23813" cy="26988"/>
            </a:xfrm>
            <a:custGeom>
              <a:avLst/>
              <a:gdLst>
                <a:gd name="T0" fmla="*/ 4 w 9"/>
                <a:gd name="T1" fmla="*/ 10 h 10"/>
                <a:gd name="T2" fmla="*/ 9 w 9"/>
                <a:gd name="T3" fmla="*/ 8 h 10"/>
                <a:gd name="T4" fmla="*/ 4 w 9"/>
                <a:gd name="T5" fmla="*/ 0 h 10"/>
                <a:gd name="T6" fmla="*/ 0 w 9"/>
                <a:gd name="T7" fmla="*/ 5 h 10"/>
                <a:gd name="T8" fmla="*/ 4 w 9"/>
                <a:gd name="T9" fmla="*/ 10 h 10"/>
              </a:gdLst>
              <a:ahLst/>
              <a:cxnLst>
                <a:cxn ang="0">
                  <a:pos x="T0" y="T1"/>
                </a:cxn>
                <a:cxn ang="0">
                  <a:pos x="T2" y="T3"/>
                </a:cxn>
                <a:cxn ang="0">
                  <a:pos x="T4" y="T5"/>
                </a:cxn>
                <a:cxn ang="0">
                  <a:pos x="T6" y="T7"/>
                </a:cxn>
                <a:cxn ang="0">
                  <a:pos x="T8" y="T9"/>
                </a:cxn>
              </a:cxnLst>
              <a:rect l="0" t="0" r="r" b="b"/>
              <a:pathLst>
                <a:path w="9" h="10">
                  <a:moveTo>
                    <a:pt x="4" y="10"/>
                  </a:moveTo>
                  <a:cubicBezTo>
                    <a:pt x="6" y="10"/>
                    <a:pt x="9" y="9"/>
                    <a:pt x="9" y="8"/>
                  </a:cubicBezTo>
                  <a:cubicBezTo>
                    <a:pt x="8" y="6"/>
                    <a:pt x="7" y="4"/>
                    <a:pt x="4" y="0"/>
                  </a:cubicBezTo>
                  <a:cubicBezTo>
                    <a:pt x="2" y="2"/>
                    <a:pt x="0" y="4"/>
                    <a:pt x="0" y="5"/>
                  </a:cubicBezTo>
                  <a:cubicBezTo>
                    <a:pt x="0" y="6"/>
                    <a:pt x="3" y="9"/>
                    <a:pt x="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93" name="Freeform 2799"/>
            <p:cNvSpPr/>
            <p:nvPr/>
          </p:nvSpPr>
          <p:spPr bwMode="auto">
            <a:xfrm>
              <a:off x="4939016" y="10323290"/>
              <a:ext cx="23813" cy="23813"/>
            </a:xfrm>
            <a:custGeom>
              <a:avLst/>
              <a:gdLst>
                <a:gd name="T0" fmla="*/ 0 w 9"/>
                <a:gd name="T1" fmla="*/ 4 h 9"/>
                <a:gd name="T2" fmla="*/ 4 w 9"/>
                <a:gd name="T3" fmla="*/ 8 h 9"/>
                <a:gd name="T4" fmla="*/ 9 w 9"/>
                <a:gd name="T5" fmla="*/ 4 h 9"/>
                <a:gd name="T6" fmla="*/ 5 w 9"/>
                <a:gd name="T7" fmla="*/ 1 h 9"/>
                <a:gd name="T8" fmla="*/ 0 w 9"/>
                <a:gd name="T9" fmla="*/ 4 h 9"/>
              </a:gdLst>
              <a:ahLst/>
              <a:cxnLst>
                <a:cxn ang="0">
                  <a:pos x="T0" y="T1"/>
                </a:cxn>
                <a:cxn ang="0">
                  <a:pos x="T2" y="T3"/>
                </a:cxn>
                <a:cxn ang="0">
                  <a:pos x="T4" y="T5"/>
                </a:cxn>
                <a:cxn ang="0">
                  <a:pos x="T6" y="T7"/>
                </a:cxn>
                <a:cxn ang="0">
                  <a:pos x="T8" y="T9"/>
                </a:cxn>
              </a:cxnLst>
              <a:rect l="0" t="0" r="r" b="b"/>
              <a:pathLst>
                <a:path w="9" h="9">
                  <a:moveTo>
                    <a:pt x="0" y="4"/>
                  </a:moveTo>
                  <a:cubicBezTo>
                    <a:pt x="1" y="5"/>
                    <a:pt x="2" y="7"/>
                    <a:pt x="4" y="8"/>
                  </a:cubicBezTo>
                  <a:cubicBezTo>
                    <a:pt x="7" y="9"/>
                    <a:pt x="9" y="8"/>
                    <a:pt x="9" y="4"/>
                  </a:cubicBezTo>
                  <a:cubicBezTo>
                    <a:pt x="8" y="4"/>
                    <a:pt x="7" y="2"/>
                    <a:pt x="5" y="1"/>
                  </a:cubicBezTo>
                  <a:cubicBezTo>
                    <a:pt x="3" y="0"/>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94" name="Freeform 2800"/>
            <p:cNvSpPr/>
            <p:nvPr/>
          </p:nvSpPr>
          <p:spPr bwMode="auto">
            <a:xfrm>
              <a:off x="5154916" y="10323290"/>
              <a:ext cx="25400" cy="23813"/>
            </a:xfrm>
            <a:custGeom>
              <a:avLst/>
              <a:gdLst>
                <a:gd name="T0" fmla="*/ 5 w 9"/>
                <a:gd name="T1" fmla="*/ 9 h 9"/>
                <a:gd name="T2" fmla="*/ 9 w 9"/>
                <a:gd name="T3" fmla="*/ 6 h 9"/>
                <a:gd name="T4" fmla="*/ 4 w 9"/>
                <a:gd name="T5" fmla="*/ 0 h 9"/>
                <a:gd name="T6" fmla="*/ 0 w 9"/>
                <a:gd name="T7" fmla="*/ 6 h 9"/>
                <a:gd name="T8" fmla="*/ 5 w 9"/>
                <a:gd name="T9" fmla="*/ 9 h 9"/>
              </a:gdLst>
              <a:ahLst/>
              <a:cxnLst>
                <a:cxn ang="0">
                  <a:pos x="T0" y="T1"/>
                </a:cxn>
                <a:cxn ang="0">
                  <a:pos x="T2" y="T3"/>
                </a:cxn>
                <a:cxn ang="0">
                  <a:pos x="T4" y="T5"/>
                </a:cxn>
                <a:cxn ang="0">
                  <a:pos x="T6" y="T7"/>
                </a:cxn>
                <a:cxn ang="0">
                  <a:pos x="T8" y="T9"/>
                </a:cxn>
              </a:cxnLst>
              <a:rect l="0" t="0" r="r" b="b"/>
              <a:pathLst>
                <a:path w="9" h="9">
                  <a:moveTo>
                    <a:pt x="5" y="9"/>
                  </a:moveTo>
                  <a:cubicBezTo>
                    <a:pt x="6" y="8"/>
                    <a:pt x="9" y="6"/>
                    <a:pt x="9" y="6"/>
                  </a:cubicBezTo>
                  <a:cubicBezTo>
                    <a:pt x="8" y="4"/>
                    <a:pt x="6" y="3"/>
                    <a:pt x="4" y="0"/>
                  </a:cubicBezTo>
                  <a:cubicBezTo>
                    <a:pt x="2" y="3"/>
                    <a:pt x="0" y="4"/>
                    <a:pt x="0" y="6"/>
                  </a:cubicBezTo>
                  <a:cubicBezTo>
                    <a:pt x="0" y="7"/>
                    <a:pt x="3" y="9"/>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95" name="Freeform 2801"/>
            <p:cNvSpPr/>
            <p:nvPr/>
          </p:nvSpPr>
          <p:spPr bwMode="auto">
            <a:xfrm>
              <a:off x="5369229" y="10282015"/>
              <a:ext cx="28575" cy="22225"/>
            </a:xfrm>
            <a:custGeom>
              <a:avLst/>
              <a:gdLst>
                <a:gd name="T0" fmla="*/ 5 w 10"/>
                <a:gd name="T1" fmla="*/ 8 h 8"/>
                <a:gd name="T2" fmla="*/ 8 w 10"/>
                <a:gd name="T3" fmla="*/ 3 h 8"/>
                <a:gd name="T4" fmla="*/ 3 w 10"/>
                <a:gd name="T5" fmla="*/ 0 h 8"/>
                <a:gd name="T6" fmla="*/ 0 w 10"/>
                <a:gd name="T7" fmla="*/ 7 h 8"/>
                <a:gd name="T8" fmla="*/ 5 w 10"/>
                <a:gd name="T9" fmla="*/ 8 h 8"/>
              </a:gdLst>
              <a:ahLst/>
              <a:cxnLst>
                <a:cxn ang="0">
                  <a:pos x="T0" y="T1"/>
                </a:cxn>
                <a:cxn ang="0">
                  <a:pos x="T2" y="T3"/>
                </a:cxn>
                <a:cxn ang="0">
                  <a:pos x="T4" y="T5"/>
                </a:cxn>
                <a:cxn ang="0">
                  <a:pos x="T6" y="T7"/>
                </a:cxn>
                <a:cxn ang="0">
                  <a:pos x="T8" y="T9"/>
                </a:cxn>
              </a:cxnLst>
              <a:rect l="0" t="0" r="r" b="b"/>
              <a:pathLst>
                <a:path w="10" h="8">
                  <a:moveTo>
                    <a:pt x="5" y="8"/>
                  </a:moveTo>
                  <a:cubicBezTo>
                    <a:pt x="7" y="8"/>
                    <a:pt x="10" y="4"/>
                    <a:pt x="8" y="3"/>
                  </a:cubicBezTo>
                  <a:cubicBezTo>
                    <a:pt x="7" y="2"/>
                    <a:pt x="6" y="1"/>
                    <a:pt x="3" y="0"/>
                  </a:cubicBezTo>
                  <a:cubicBezTo>
                    <a:pt x="2" y="3"/>
                    <a:pt x="0" y="5"/>
                    <a:pt x="0" y="7"/>
                  </a:cubicBezTo>
                  <a:cubicBezTo>
                    <a:pt x="0" y="7"/>
                    <a:pt x="3" y="8"/>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96" name="Freeform 2802"/>
            <p:cNvSpPr/>
            <p:nvPr/>
          </p:nvSpPr>
          <p:spPr bwMode="auto">
            <a:xfrm>
              <a:off x="10941354" y="7865840"/>
              <a:ext cx="25400" cy="65088"/>
            </a:xfrm>
            <a:custGeom>
              <a:avLst/>
              <a:gdLst>
                <a:gd name="T0" fmla="*/ 5 w 9"/>
                <a:gd name="T1" fmla="*/ 24 h 24"/>
                <a:gd name="T2" fmla="*/ 7 w 9"/>
                <a:gd name="T3" fmla="*/ 10 h 24"/>
                <a:gd name="T4" fmla="*/ 2 w 9"/>
                <a:gd name="T5" fmla="*/ 0 h 24"/>
                <a:gd name="T6" fmla="*/ 0 w 9"/>
                <a:gd name="T7" fmla="*/ 16 h 24"/>
                <a:gd name="T8" fmla="*/ 5 w 9"/>
                <a:gd name="T9" fmla="*/ 24 h 24"/>
              </a:gdLst>
              <a:ahLst/>
              <a:cxnLst>
                <a:cxn ang="0">
                  <a:pos x="T0" y="T1"/>
                </a:cxn>
                <a:cxn ang="0">
                  <a:pos x="T2" y="T3"/>
                </a:cxn>
                <a:cxn ang="0">
                  <a:pos x="T4" y="T5"/>
                </a:cxn>
                <a:cxn ang="0">
                  <a:pos x="T6" y="T7"/>
                </a:cxn>
                <a:cxn ang="0">
                  <a:pos x="T8" y="T9"/>
                </a:cxn>
              </a:cxnLst>
              <a:rect l="0" t="0" r="r" b="b"/>
              <a:pathLst>
                <a:path w="9" h="24">
                  <a:moveTo>
                    <a:pt x="5" y="24"/>
                  </a:moveTo>
                  <a:cubicBezTo>
                    <a:pt x="7" y="24"/>
                    <a:pt x="9" y="15"/>
                    <a:pt x="7" y="10"/>
                  </a:cubicBezTo>
                  <a:cubicBezTo>
                    <a:pt x="6" y="6"/>
                    <a:pt x="4" y="5"/>
                    <a:pt x="2" y="0"/>
                  </a:cubicBezTo>
                  <a:cubicBezTo>
                    <a:pt x="1" y="8"/>
                    <a:pt x="0" y="13"/>
                    <a:pt x="0" y="16"/>
                  </a:cubicBezTo>
                  <a:cubicBezTo>
                    <a:pt x="1" y="20"/>
                    <a:pt x="3" y="23"/>
                    <a:pt x="5"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97" name="Freeform 2803"/>
            <p:cNvSpPr/>
            <p:nvPr/>
          </p:nvSpPr>
          <p:spPr bwMode="auto">
            <a:xfrm>
              <a:off x="5462891" y="10112153"/>
              <a:ext cx="23813" cy="42863"/>
            </a:xfrm>
            <a:custGeom>
              <a:avLst/>
              <a:gdLst>
                <a:gd name="T0" fmla="*/ 5 w 9"/>
                <a:gd name="T1" fmla="*/ 15 h 16"/>
                <a:gd name="T2" fmla="*/ 8 w 9"/>
                <a:gd name="T3" fmla="*/ 7 h 16"/>
                <a:gd name="T4" fmla="*/ 3 w 9"/>
                <a:gd name="T5" fmla="*/ 0 h 16"/>
                <a:gd name="T6" fmla="*/ 1 w 9"/>
                <a:gd name="T7" fmla="*/ 10 h 16"/>
                <a:gd name="T8" fmla="*/ 5 w 9"/>
                <a:gd name="T9" fmla="*/ 15 h 16"/>
              </a:gdLst>
              <a:ahLst/>
              <a:cxnLst>
                <a:cxn ang="0">
                  <a:pos x="T0" y="T1"/>
                </a:cxn>
                <a:cxn ang="0">
                  <a:pos x="T2" y="T3"/>
                </a:cxn>
                <a:cxn ang="0">
                  <a:pos x="T4" y="T5"/>
                </a:cxn>
                <a:cxn ang="0">
                  <a:pos x="T6" y="T7"/>
                </a:cxn>
                <a:cxn ang="0">
                  <a:pos x="T8" y="T9"/>
                </a:cxn>
              </a:cxnLst>
              <a:rect l="0" t="0" r="r" b="b"/>
              <a:pathLst>
                <a:path w="9" h="16">
                  <a:moveTo>
                    <a:pt x="5" y="15"/>
                  </a:moveTo>
                  <a:cubicBezTo>
                    <a:pt x="7" y="16"/>
                    <a:pt x="9" y="10"/>
                    <a:pt x="8" y="7"/>
                  </a:cubicBezTo>
                  <a:cubicBezTo>
                    <a:pt x="7" y="5"/>
                    <a:pt x="5" y="3"/>
                    <a:pt x="3" y="0"/>
                  </a:cubicBezTo>
                  <a:cubicBezTo>
                    <a:pt x="2" y="5"/>
                    <a:pt x="0" y="8"/>
                    <a:pt x="1" y="10"/>
                  </a:cubicBezTo>
                  <a:cubicBezTo>
                    <a:pt x="1" y="13"/>
                    <a:pt x="3" y="15"/>
                    <a:pt x="5"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98" name="Freeform 2804"/>
            <p:cNvSpPr/>
            <p:nvPr/>
          </p:nvSpPr>
          <p:spPr bwMode="auto">
            <a:xfrm>
              <a:off x="5250166" y="10178828"/>
              <a:ext cx="25400" cy="41275"/>
            </a:xfrm>
            <a:custGeom>
              <a:avLst/>
              <a:gdLst>
                <a:gd name="T0" fmla="*/ 4 w 9"/>
                <a:gd name="T1" fmla="*/ 13 h 15"/>
                <a:gd name="T2" fmla="*/ 9 w 9"/>
                <a:gd name="T3" fmla="*/ 7 h 15"/>
                <a:gd name="T4" fmla="*/ 4 w 9"/>
                <a:gd name="T5" fmla="*/ 1 h 15"/>
                <a:gd name="T6" fmla="*/ 0 w 9"/>
                <a:gd name="T7" fmla="*/ 6 h 15"/>
                <a:gd name="T8" fmla="*/ 4 w 9"/>
                <a:gd name="T9" fmla="*/ 13 h 15"/>
              </a:gdLst>
              <a:ahLst/>
              <a:cxnLst>
                <a:cxn ang="0">
                  <a:pos x="T0" y="T1"/>
                </a:cxn>
                <a:cxn ang="0">
                  <a:pos x="T2" y="T3"/>
                </a:cxn>
                <a:cxn ang="0">
                  <a:pos x="T4" y="T5"/>
                </a:cxn>
                <a:cxn ang="0">
                  <a:pos x="T6" y="T7"/>
                </a:cxn>
                <a:cxn ang="0">
                  <a:pos x="T8" y="T9"/>
                </a:cxn>
              </a:cxnLst>
              <a:rect l="0" t="0" r="r" b="b"/>
              <a:pathLst>
                <a:path w="9" h="15">
                  <a:moveTo>
                    <a:pt x="4" y="13"/>
                  </a:moveTo>
                  <a:cubicBezTo>
                    <a:pt x="6" y="12"/>
                    <a:pt x="7" y="10"/>
                    <a:pt x="9" y="7"/>
                  </a:cubicBezTo>
                  <a:cubicBezTo>
                    <a:pt x="7" y="4"/>
                    <a:pt x="6" y="2"/>
                    <a:pt x="4" y="1"/>
                  </a:cubicBezTo>
                  <a:cubicBezTo>
                    <a:pt x="2" y="0"/>
                    <a:pt x="0" y="2"/>
                    <a:pt x="0" y="6"/>
                  </a:cubicBezTo>
                  <a:cubicBezTo>
                    <a:pt x="0" y="10"/>
                    <a:pt x="2" y="15"/>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799" name="Freeform 2805"/>
            <p:cNvSpPr/>
            <p:nvPr/>
          </p:nvSpPr>
          <p:spPr bwMode="auto">
            <a:xfrm>
              <a:off x="5035854" y="10196290"/>
              <a:ext cx="25400" cy="46038"/>
            </a:xfrm>
            <a:custGeom>
              <a:avLst/>
              <a:gdLst>
                <a:gd name="T0" fmla="*/ 8 w 9"/>
                <a:gd name="T1" fmla="*/ 10 h 17"/>
                <a:gd name="T2" fmla="*/ 4 w 9"/>
                <a:gd name="T3" fmla="*/ 0 h 17"/>
                <a:gd name="T4" fmla="*/ 0 w 9"/>
                <a:gd name="T5" fmla="*/ 8 h 17"/>
                <a:gd name="T6" fmla="*/ 3 w 9"/>
                <a:gd name="T7" fmla="*/ 15 h 17"/>
                <a:gd name="T8" fmla="*/ 8 w 9"/>
                <a:gd name="T9" fmla="*/ 10 h 17"/>
              </a:gdLst>
              <a:ahLst/>
              <a:cxnLst>
                <a:cxn ang="0">
                  <a:pos x="T0" y="T1"/>
                </a:cxn>
                <a:cxn ang="0">
                  <a:pos x="T2" y="T3"/>
                </a:cxn>
                <a:cxn ang="0">
                  <a:pos x="T4" y="T5"/>
                </a:cxn>
                <a:cxn ang="0">
                  <a:pos x="T6" y="T7"/>
                </a:cxn>
                <a:cxn ang="0">
                  <a:pos x="T8" y="T9"/>
                </a:cxn>
              </a:cxnLst>
              <a:rect l="0" t="0" r="r" b="b"/>
              <a:pathLst>
                <a:path w="9" h="17">
                  <a:moveTo>
                    <a:pt x="8" y="10"/>
                  </a:moveTo>
                  <a:cubicBezTo>
                    <a:pt x="7" y="7"/>
                    <a:pt x="6" y="5"/>
                    <a:pt x="4" y="0"/>
                  </a:cubicBezTo>
                  <a:cubicBezTo>
                    <a:pt x="2" y="4"/>
                    <a:pt x="0" y="6"/>
                    <a:pt x="0" y="8"/>
                  </a:cubicBezTo>
                  <a:cubicBezTo>
                    <a:pt x="0" y="10"/>
                    <a:pt x="2" y="14"/>
                    <a:pt x="3" y="15"/>
                  </a:cubicBezTo>
                  <a:cubicBezTo>
                    <a:pt x="5" y="17"/>
                    <a:pt x="9" y="13"/>
                    <a:pt x="8"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00" name="Freeform 2806"/>
            <p:cNvSpPr/>
            <p:nvPr/>
          </p:nvSpPr>
          <p:spPr bwMode="auto">
            <a:xfrm>
              <a:off x="4816779" y="10185178"/>
              <a:ext cx="26988" cy="38100"/>
            </a:xfrm>
            <a:custGeom>
              <a:avLst/>
              <a:gdLst>
                <a:gd name="T0" fmla="*/ 6 w 10"/>
                <a:gd name="T1" fmla="*/ 13 h 14"/>
                <a:gd name="T2" fmla="*/ 10 w 10"/>
                <a:gd name="T3" fmla="*/ 7 h 14"/>
                <a:gd name="T4" fmla="*/ 4 w 10"/>
                <a:gd name="T5" fmla="*/ 1 h 14"/>
                <a:gd name="T6" fmla="*/ 1 w 10"/>
                <a:gd name="T7" fmla="*/ 8 h 14"/>
                <a:gd name="T8" fmla="*/ 6 w 10"/>
                <a:gd name="T9" fmla="*/ 13 h 14"/>
              </a:gdLst>
              <a:ahLst/>
              <a:cxnLst>
                <a:cxn ang="0">
                  <a:pos x="T0" y="T1"/>
                </a:cxn>
                <a:cxn ang="0">
                  <a:pos x="T2" y="T3"/>
                </a:cxn>
                <a:cxn ang="0">
                  <a:pos x="T4" y="T5"/>
                </a:cxn>
                <a:cxn ang="0">
                  <a:pos x="T6" y="T7"/>
                </a:cxn>
                <a:cxn ang="0">
                  <a:pos x="T8" y="T9"/>
                </a:cxn>
              </a:cxnLst>
              <a:rect l="0" t="0" r="r" b="b"/>
              <a:pathLst>
                <a:path w="10" h="14">
                  <a:moveTo>
                    <a:pt x="6" y="13"/>
                  </a:moveTo>
                  <a:cubicBezTo>
                    <a:pt x="8" y="12"/>
                    <a:pt x="8" y="10"/>
                    <a:pt x="10" y="7"/>
                  </a:cubicBezTo>
                  <a:cubicBezTo>
                    <a:pt x="8" y="5"/>
                    <a:pt x="6" y="2"/>
                    <a:pt x="4" y="1"/>
                  </a:cubicBezTo>
                  <a:cubicBezTo>
                    <a:pt x="2" y="0"/>
                    <a:pt x="0" y="4"/>
                    <a:pt x="1" y="8"/>
                  </a:cubicBezTo>
                  <a:cubicBezTo>
                    <a:pt x="2" y="12"/>
                    <a:pt x="4" y="14"/>
                    <a:pt x="6"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01" name="Freeform 2807"/>
            <p:cNvSpPr/>
            <p:nvPr/>
          </p:nvSpPr>
          <p:spPr bwMode="auto">
            <a:xfrm>
              <a:off x="4602466" y="10139140"/>
              <a:ext cx="20638" cy="42863"/>
            </a:xfrm>
            <a:custGeom>
              <a:avLst/>
              <a:gdLst>
                <a:gd name="T0" fmla="*/ 7 w 8"/>
                <a:gd name="T1" fmla="*/ 10 h 16"/>
                <a:gd name="T2" fmla="*/ 3 w 8"/>
                <a:gd name="T3" fmla="*/ 0 h 16"/>
                <a:gd name="T4" fmla="*/ 0 w 8"/>
                <a:gd name="T5" fmla="*/ 7 h 16"/>
                <a:gd name="T6" fmla="*/ 3 w 8"/>
                <a:gd name="T7" fmla="*/ 14 h 16"/>
                <a:gd name="T8" fmla="*/ 7 w 8"/>
                <a:gd name="T9" fmla="*/ 10 h 16"/>
              </a:gdLst>
              <a:ahLst/>
              <a:cxnLst>
                <a:cxn ang="0">
                  <a:pos x="T0" y="T1"/>
                </a:cxn>
                <a:cxn ang="0">
                  <a:pos x="T2" y="T3"/>
                </a:cxn>
                <a:cxn ang="0">
                  <a:pos x="T4" y="T5"/>
                </a:cxn>
                <a:cxn ang="0">
                  <a:pos x="T6" y="T7"/>
                </a:cxn>
                <a:cxn ang="0">
                  <a:pos x="T8" y="T9"/>
                </a:cxn>
              </a:cxnLst>
              <a:rect l="0" t="0" r="r" b="b"/>
              <a:pathLst>
                <a:path w="8" h="16">
                  <a:moveTo>
                    <a:pt x="7" y="10"/>
                  </a:moveTo>
                  <a:cubicBezTo>
                    <a:pt x="7" y="8"/>
                    <a:pt x="5" y="5"/>
                    <a:pt x="3" y="0"/>
                  </a:cubicBezTo>
                  <a:cubicBezTo>
                    <a:pt x="1" y="3"/>
                    <a:pt x="0" y="5"/>
                    <a:pt x="0" y="7"/>
                  </a:cubicBezTo>
                  <a:cubicBezTo>
                    <a:pt x="0" y="9"/>
                    <a:pt x="1" y="12"/>
                    <a:pt x="3" y="14"/>
                  </a:cubicBezTo>
                  <a:cubicBezTo>
                    <a:pt x="5" y="16"/>
                    <a:pt x="8" y="14"/>
                    <a:pt x="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02" name="Freeform 2808"/>
            <p:cNvSpPr/>
            <p:nvPr/>
          </p:nvSpPr>
          <p:spPr bwMode="auto">
            <a:xfrm>
              <a:off x="4381804" y="10086753"/>
              <a:ext cx="25400" cy="41275"/>
            </a:xfrm>
            <a:custGeom>
              <a:avLst/>
              <a:gdLst>
                <a:gd name="T0" fmla="*/ 8 w 9"/>
                <a:gd name="T1" fmla="*/ 9 h 15"/>
                <a:gd name="T2" fmla="*/ 4 w 9"/>
                <a:gd name="T3" fmla="*/ 0 h 15"/>
                <a:gd name="T4" fmla="*/ 0 w 9"/>
                <a:gd name="T5" fmla="*/ 6 h 15"/>
                <a:gd name="T6" fmla="*/ 3 w 9"/>
                <a:gd name="T7" fmla="*/ 13 h 15"/>
                <a:gd name="T8" fmla="*/ 8 w 9"/>
                <a:gd name="T9" fmla="*/ 9 h 15"/>
              </a:gdLst>
              <a:ahLst/>
              <a:cxnLst>
                <a:cxn ang="0">
                  <a:pos x="T0" y="T1"/>
                </a:cxn>
                <a:cxn ang="0">
                  <a:pos x="T2" y="T3"/>
                </a:cxn>
                <a:cxn ang="0">
                  <a:pos x="T4" y="T5"/>
                </a:cxn>
                <a:cxn ang="0">
                  <a:pos x="T6" y="T7"/>
                </a:cxn>
                <a:cxn ang="0">
                  <a:pos x="T8" y="T9"/>
                </a:cxn>
              </a:cxnLst>
              <a:rect l="0" t="0" r="r" b="b"/>
              <a:pathLst>
                <a:path w="9" h="15">
                  <a:moveTo>
                    <a:pt x="8" y="9"/>
                  </a:moveTo>
                  <a:cubicBezTo>
                    <a:pt x="7" y="7"/>
                    <a:pt x="6" y="4"/>
                    <a:pt x="4" y="0"/>
                  </a:cubicBezTo>
                  <a:cubicBezTo>
                    <a:pt x="2" y="3"/>
                    <a:pt x="0" y="4"/>
                    <a:pt x="0" y="6"/>
                  </a:cubicBezTo>
                  <a:cubicBezTo>
                    <a:pt x="0" y="8"/>
                    <a:pt x="2" y="11"/>
                    <a:pt x="3" y="13"/>
                  </a:cubicBezTo>
                  <a:cubicBezTo>
                    <a:pt x="5" y="15"/>
                    <a:pt x="9" y="13"/>
                    <a:pt x="8"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03" name="Freeform 2809"/>
            <p:cNvSpPr/>
            <p:nvPr/>
          </p:nvSpPr>
          <p:spPr bwMode="auto">
            <a:xfrm>
              <a:off x="4162729" y="10040715"/>
              <a:ext cx="26988" cy="30163"/>
            </a:xfrm>
            <a:custGeom>
              <a:avLst/>
              <a:gdLst>
                <a:gd name="T0" fmla="*/ 5 w 10"/>
                <a:gd name="T1" fmla="*/ 10 h 11"/>
                <a:gd name="T2" fmla="*/ 10 w 10"/>
                <a:gd name="T3" fmla="*/ 6 h 11"/>
                <a:gd name="T4" fmla="*/ 4 w 10"/>
                <a:gd name="T5" fmla="*/ 1 h 11"/>
                <a:gd name="T6" fmla="*/ 0 w 10"/>
                <a:gd name="T7" fmla="*/ 4 h 11"/>
                <a:gd name="T8" fmla="*/ 5 w 10"/>
                <a:gd name="T9" fmla="*/ 10 h 11"/>
              </a:gdLst>
              <a:ahLst/>
              <a:cxnLst>
                <a:cxn ang="0">
                  <a:pos x="T0" y="T1"/>
                </a:cxn>
                <a:cxn ang="0">
                  <a:pos x="T2" y="T3"/>
                </a:cxn>
                <a:cxn ang="0">
                  <a:pos x="T4" y="T5"/>
                </a:cxn>
                <a:cxn ang="0">
                  <a:pos x="T6" y="T7"/>
                </a:cxn>
                <a:cxn ang="0">
                  <a:pos x="T8" y="T9"/>
                </a:cxn>
              </a:cxnLst>
              <a:rect l="0" t="0" r="r" b="b"/>
              <a:pathLst>
                <a:path w="10" h="11">
                  <a:moveTo>
                    <a:pt x="5" y="10"/>
                  </a:moveTo>
                  <a:cubicBezTo>
                    <a:pt x="7" y="10"/>
                    <a:pt x="8" y="8"/>
                    <a:pt x="10" y="6"/>
                  </a:cubicBezTo>
                  <a:cubicBezTo>
                    <a:pt x="7" y="4"/>
                    <a:pt x="5" y="1"/>
                    <a:pt x="4" y="1"/>
                  </a:cubicBezTo>
                  <a:cubicBezTo>
                    <a:pt x="3" y="0"/>
                    <a:pt x="1" y="2"/>
                    <a:pt x="0" y="4"/>
                  </a:cubicBezTo>
                  <a:cubicBezTo>
                    <a:pt x="0" y="7"/>
                    <a:pt x="3" y="11"/>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04" name="Freeform 2810"/>
            <p:cNvSpPr/>
            <p:nvPr/>
          </p:nvSpPr>
          <p:spPr bwMode="auto">
            <a:xfrm>
              <a:off x="3945241" y="10001028"/>
              <a:ext cx="23813" cy="34925"/>
            </a:xfrm>
            <a:custGeom>
              <a:avLst/>
              <a:gdLst>
                <a:gd name="T0" fmla="*/ 8 w 9"/>
                <a:gd name="T1" fmla="*/ 7 h 13"/>
                <a:gd name="T2" fmla="*/ 4 w 9"/>
                <a:gd name="T3" fmla="*/ 0 h 13"/>
                <a:gd name="T4" fmla="*/ 0 w 9"/>
                <a:gd name="T5" fmla="*/ 5 h 13"/>
                <a:gd name="T6" fmla="*/ 3 w 9"/>
                <a:gd name="T7" fmla="*/ 11 h 13"/>
                <a:gd name="T8" fmla="*/ 8 w 9"/>
                <a:gd name="T9" fmla="*/ 7 h 13"/>
              </a:gdLst>
              <a:ahLst/>
              <a:cxnLst>
                <a:cxn ang="0">
                  <a:pos x="T0" y="T1"/>
                </a:cxn>
                <a:cxn ang="0">
                  <a:pos x="T2" y="T3"/>
                </a:cxn>
                <a:cxn ang="0">
                  <a:pos x="T4" y="T5"/>
                </a:cxn>
                <a:cxn ang="0">
                  <a:pos x="T6" y="T7"/>
                </a:cxn>
                <a:cxn ang="0">
                  <a:pos x="T8" y="T9"/>
                </a:cxn>
              </a:cxnLst>
              <a:rect l="0" t="0" r="r" b="b"/>
              <a:pathLst>
                <a:path w="9" h="13">
                  <a:moveTo>
                    <a:pt x="8" y="7"/>
                  </a:moveTo>
                  <a:cubicBezTo>
                    <a:pt x="8" y="5"/>
                    <a:pt x="6" y="3"/>
                    <a:pt x="4" y="0"/>
                  </a:cubicBezTo>
                  <a:cubicBezTo>
                    <a:pt x="2" y="2"/>
                    <a:pt x="0" y="3"/>
                    <a:pt x="0" y="5"/>
                  </a:cubicBezTo>
                  <a:cubicBezTo>
                    <a:pt x="0" y="7"/>
                    <a:pt x="2" y="10"/>
                    <a:pt x="3" y="11"/>
                  </a:cubicBezTo>
                  <a:cubicBezTo>
                    <a:pt x="5" y="13"/>
                    <a:pt x="9" y="10"/>
                    <a:pt x="8"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05" name="Freeform 2811"/>
            <p:cNvSpPr/>
            <p:nvPr/>
          </p:nvSpPr>
          <p:spPr bwMode="auto">
            <a:xfrm>
              <a:off x="3727754" y="9994678"/>
              <a:ext cx="26988" cy="30163"/>
            </a:xfrm>
            <a:custGeom>
              <a:avLst/>
              <a:gdLst>
                <a:gd name="T0" fmla="*/ 6 w 10"/>
                <a:gd name="T1" fmla="*/ 10 h 11"/>
                <a:gd name="T2" fmla="*/ 10 w 10"/>
                <a:gd name="T3" fmla="*/ 4 h 11"/>
                <a:gd name="T4" fmla="*/ 4 w 10"/>
                <a:gd name="T5" fmla="*/ 0 h 11"/>
                <a:gd name="T6" fmla="*/ 1 w 10"/>
                <a:gd name="T7" fmla="*/ 7 h 11"/>
                <a:gd name="T8" fmla="*/ 6 w 10"/>
                <a:gd name="T9" fmla="*/ 10 h 11"/>
              </a:gdLst>
              <a:ahLst/>
              <a:cxnLst>
                <a:cxn ang="0">
                  <a:pos x="T0" y="T1"/>
                </a:cxn>
                <a:cxn ang="0">
                  <a:pos x="T2" y="T3"/>
                </a:cxn>
                <a:cxn ang="0">
                  <a:pos x="T4" y="T5"/>
                </a:cxn>
                <a:cxn ang="0">
                  <a:pos x="T6" y="T7"/>
                </a:cxn>
                <a:cxn ang="0">
                  <a:pos x="T8" y="T9"/>
                </a:cxn>
              </a:cxnLst>
              <a:rect l="0" t="0" r="r" b="b"/>
              <a:pathLst>
                <a:path w="10" h="11">
                  <a:moveTo>
                    <a:pt x="6" y="10"/>
                  </a:moveTo>
                  <a:cubicBezTo>
                    <a:pt x="7" y="9"/>
                    <a:pt x="8" y="7"/>
                    <a:pt x="10" y="4"/>
                  </a:cubicBezTo>
                  <a:cubicBezTo>
                    <a:pt x="7" y="2"/>
                    <a:pt x="5" y="1"/>
                    <a:pt x="4" y="0"/>
                  </a:cubicBezTo>
                  <a:cubicBezTo>
                    <a:pt x="1" y="0"/>
                    <a:pt x="0" y="4"/>
                    <a:pt x="1" y="7"/>
                  </a:cubicBezTo>
                  <a:cubicBezTo>
                    <a:pt x="2" y="10"/>
                    <a:pt x="4" y="11"/>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06" name="Freeform 2812"/>
            <p:cNvSpPr/>
            <p:nvPr/>
          </p:nvSpPr>
          <p:spPr bwMode="auto">
            <a:xfrm>
              <a:off x="3513441" y="10016903"/>
              <a:ext cx="26988" cy="31750"/>
            </a:xfrm>
            <a:custGeom>
              <a:avLst/>
              <a:gdLst>
                <a:gd name="T0" fmla="*/ 6 w 10"/>
                <a:gd name="T1" fmla="*/ 10 h 12"/>
                <a:gd name="T2" fmla="*/ 10 w 10"/>
                <a:gd name="T3" fmla="*/ 4 h 12"/>
                <a:gd name="T4" fmla="*/ 4 w 10"/>
                <a:gd name="T5" fmla="*/ 1 h 12"/>
                <a:gd name="T6" fmla="*/ 1 w 10"/>
                <a:gd name="T7" fmla="*/ 7 h 12"/>
                <a:gd name="T8" fmla="*/ 6 w 10"/>
                <a:gd name="T9" fmla="*/ 10 h 12"/>
              </a:gdLst>
              <a:ahLst/>
              <a:cxnLst>
                <a:cxn ang="0">
                  <a:pos x="T0" y="T1"/>
                </a:cxn>
                <a:cxn ang="0">
                  <a:pos x="T2" y="T3"/>
                </a:cxn>
                <a:cxn ang="0">
                  <a:pos x="T4" y="T5"/>
                </a:cxn>
                <a:cxn ang="0">
                  <a:pos x="T6" y="T7"/>
                </a:cxn>
                <a:cxn ang="0">
                  <a:pos x="T8" y="T9"/>
                </a:cxn>
              </a:cxnLst>
              <a:rect l="0" t="0" r="r" b="b"/>
              <a:pathLst>
                <a:path w="10" h="12">
                  <a:moveTo>
                    <a:pt x="6" y="10"/>
                  </a:moveTo>
                  <a:cubicBezTo>
                    <a:pt x="7" y="9"/>
                    <a:pt x="8" y="7"/>
                    <a:pt x="10" y="4"/>
                  </a:cubicBezTo>
                  <a:cubicBezTo>
                    <a:pt x="7" y="2"/>
                    <a:pt x="6" y="1"/>
                    <a:pt x="4" y="1"/>
                  </a:cubicBezTo>
                  <a:cubicBezTo>
                    <a:pt x="1" y="0"/>
                    <a:pt x="0" y="4"/>
                    <a:pt x="1" y="7"/>
                  </a:cubicBezTo>
                  <a:cubicBezTo>
                    <a:pt x="2" y="10"/>
                    <a:pt x="4" y="12"/>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07" name="Freeform 2813"/>
            <p:cNvSpPr/>
            <p:nvPr/>
          </p:nvSpPr>
          <p:spPr bwMode="auto">
            <a:xfrm>
              <a:off x="3302304" y="10016903"/>
              <a:ext cx="20638" cy="34925"/>
            </a:xfrm>
            <a:custGeom>
              <a:avLst/>
              <a:gdLst>
                <a:gd name="T0" fmla="*/ 8 w 8"/>
                <a:gd name="T1" fmla="*/ 7 h 13"/>
                <a:gd name="T2" fmla="*/ 4 w 8"/>
                <a:gd name="T3" fmla="*/ 0 h 13"/>
                <a:gd name="T4" fmla="*/ 0 w 8"/>
                <a:gd name="T5" fmla="*/ 6 h 13"/>
                <a:gd name="T6" fmla="*/ 3 w 8"/>
                <a:gd name="T7" fmla="*/ 11 h 13"/>
                <a:gd name="T8" fmla="*/ 8 w 8"/>
                <a:gd name="T9" fmla="*/ 7 h 13"/>
              </a:gdLst>
              <a:ahLst/>
              <a:cxnLst>
                <a:cxn ang="0">
                  <a:pos x="T0" y="T1"/>
                </a:cxn>
                <a:cxn ang="0">
                  <a:pos x="T2" y="T3"/>
                </a:cxn>
                <a:cxn ang="0">
                  <a:pos x="T4" y="T5"/>
                </a:cxn>
                <a:cxn ang="0">
                  <a:pos x="T6" y="T7"/>
                </a:cxn>
                <a:cxn ang="0">
                  <a:pos x="T8" y="T9"/>
                </a:cxn>
              </a:cxnLst>
              <a:rect l="0" t="0" r="r" b="b"/>
              <a:pathLst>
                <a:path w="8" h="13">
                  <a:moveTo>
                    <a:pt x="8" y="7"/>
                  </a:moveTo>
                  <a:cubicBezTo>
                    <a:pt x="7" y="5"/>
                    <a:pt x="6" y="3"/>
                    <a:pt x="4" y="0"/>
                  </a:cubicBezTo>
                  <a:cubicBezTo>
                    <a:pt x="2" y="2"/>
                    <a:pt x="0" y="4"/>
                    <a:pt x="0" y="6"/>
                  </a:cubicBezTo>
                  <a:cubicBezTo>
                    <a:pt x="0" y="7"/>
                    <a:pt x="2" y="10"/>
                    <a:pt x="3" y="11"/>
                  </a:cubicBezTo>
                  <a:cubicBezTo>
                    <a:pt x="5" y="13"/>
                    <a:pt x="8" y="10"/>
                    <a:pt x="8"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08" name="Freeform 2814"/>
            <p:cNvSpPr/>
            <p:nvPr/>
          </p:nvSpPr>
          <p:spPr bwMode="auto">
            <a:xfrm>
              <a:off x="3084816" y="10001028"/>
              <a:ext cx="26988" cy="28575"/>
            </a:xfrm>
            <a:custGeom>
              <a:avLst/>
              <a:gdLst>
                <a:gd name="T0" fmla="*/ 6 w 10"/>
                <a:gd name="T1" fmla="*/ 11 h 11"/>
                <a:gd name="T2" fmla="*/ 10 w 10"/>
                <a:gd name="T3" fmla="*/ 6 h 11"/>
                <a:gd name="T4" fmla="*/ 4 w 10"/>
                <a:gd name="T5" fmla="*/ 1 h 11"/>
                <a:gd name="T6" fmla="*/ 1 w 10"/>
                <a:gd name="T7" fmla="*/ 7 h 11"/>
                <a:gd name="T8" fmla="*/ 6 w 10"/>
                <a:gd name="T9" fmla="*/ 11 h 11"/>
              </a:gdLst>
              <a:ahLst/>
              <a:cxnLst>
                <a:cxn ang="0">
                  <a:pos x="T0" y="T1"/>
                </a:cxn>
                <a:cxn ang="0">
                  <a:pos x="T2" y="T3"/>
                </a:cxn>
                <a:cxn ang="0">
                  <a:pos x="T4" y="T5"/>
                </a:cxn>
                <a:cxn ang="0">
                  <a:pos x="T6" y="T7"/>
                </a:cxn>
                <a:cxn ang="0">
                  <a:pos x="T8" y="T9"/>
                </a:cxn>
              </a:cxnLst>
              <a:rect l="0" t="0" r="r" b="b"/>
              <a:pathLst>
                <a:path w="10" h="11">
                  <a:moveTo>
                    <a:pt x="6" y="11"/>
                  </a:moveTo>
                  <a:cubicBezTo>
                    <a:pt x="7" y="10"/>
                    <a:pt x="8" y="8"/>
                    <a:pt x="10" y="6"/>
                  </a:cubicBezTo>
                  <a:cubicBezTo>
                    <a:pt x="7" y="4"/>
                    <a:pt x="6" y="2"/>
                    <a:pt x="4" y="1"/>
                  </a:cubicBezTo>
                  <a:cubicBezTo>
                    <a:pt x="1" y="0"/>
                    <a:pt x="0" y="3"/>
                    <a:pt x="1" y="7"/>
                  </a:cubicBezTo>
                  <a:cubicBezTo>
                    <a:pt x="2" y="9"/>
                    <a:pt x="4" y="11"/>
                    <a:pt x="6"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09" name="Freeform 2815"/>
            <p:cNvSpPr/>
            <p:nvPr/>
          </p:nvSpPr>
          <p:spPr bwMode="auto">
            <a:xfrm>
              <a:off x="2870504" y="9967690"/>
              <a:ext cx="23813" cy="26988"/>
            </a:xfrm>
            <a:custGeom>
              <a:avLst/>
              <a:gdLst>
                <a:gd name="T0" fmla="*/ 5 w 9"/>
                <a:gd name="T1" fmla="*/ 9 h 10"/>
                <a:gd name="T2" fmla="*/ 9 w 9"/>
                <a:gd name="T3" fmla="*/ 5 h 10"/>
                <a:gd name="T4" fmla="*/ 4 w 9"/>
                <a:gd name="T5" fmla="*/ 0 h 10"/>
                <a:gd name="T6" fmla="*/ 0 w 9"/>
                <a:gd name="T7" fmla="*/ 3 h 10"/>
                <a:gd name="T8" fmla="*/ 5 w 9"/>
                <a:gd name="T9" fmla="*/ 9 h 10"/>
              </a:gdLst>
              <a:ahLst/>
              <a:cxnLst>
                <a:cxn ang="0">
                  <a:pos x="T0" y="T1"/>
                </a:cxn>
                <a:cxn ang="0">
                  <a:pos x="T2" y="T3"/>
                </a:cxn>
                <a:cxn ang="0">
                  <a:pos x="T4" y="T5"/>
                </a:cxn>
                <a:cxn ang="0">
                  <a:pos x="T6" y="T7"/>
                </a:cxn>
                <a:cxn ang="0">
                  <a:pos x="T8" y="T9"/>
                </a:cxn>
              </a:cxnLst>
              <a:rect l="0" t="0" r="r" b="b"/>
              <a:pathLst>
                <a:path w="9" h="10">
                  <a:moveTo>
                    <a:pt x="5" y="9"/>
                  </a:moveTo>
                  <a:cubicBezTo>
                    <a:pt x="7" y="9"/>
                    <a:pt x="8" y="7"/>
                    <a:pt x="9" y="5"/>
                  </a:cubicBezTo>
                  <a:cubicBezTo>
                    <a:pt x="7" y="3"/>
                    <a:pt x="5" y="1"/>
                    <a:pt x="4" y="0"/>
                  </a:cubicBezTo>
                  <a:cubicBezTo>
                    <a:pt x="3" y="0"/>
                    <a:pt x="1" y="2"/>
                    <a:pt x="0" y="3"/>
                  </a:cubicBezTo>
                  <a:cubicBezTo>
                    <a:pt x="0" y="6"/>
                    <a:pt x="3" y="10"/>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10" name="Freeform 2816"/>
            <p:cNvSpPr/>
            <p:nvPr/>
          </p:nvSpPr>
          <p:spPr bwMode="auto">
            <a:xfrm>
              <a:off x="2653016" y="9918478"/>
              <a:ext cx="26988" cy="25400"/>
            </a:xfrm>
            <a:custGeom>
              <a:avLst/>
              <a:gdLst>
                <a:gd name="T0" fmla="*/ 5 w 10"/>
                <a:gd name="T1" fmla="*/ 9 h 9"/>
                <a:gd name="T2" fmla="*/ 10 w 10"/>
                <a:gd name="T3" fmla="*/ 7 h 9"/>
                <a:gd name="T4" fmla="*/ 5 w 10"/>
                <a:gd name="T5" fmla="*/ 1 h 9"/>
                <a:gd name="T6" fmla="*/ 1 w 10"/>
                <a:gd name="T7" fmla="*/ 3 h 9"/>
                <a:gd name="T8" fmla="*/ 5 w 10"/>
                <a:gd name="T9" fmla="*/ 9 h 9"/>
              </a:gdLst>
              <a:ahLst/>
              <a:cxnLst>
                <a:cxn ang="0">
                  <a:pos x="T0" y="T1"/>
                </a:cxn>
                <a:cxn ang="0">
                  <a:pos x="T2" y="T3"/>
                </a:cxn>
                <a:cxn ang="0">
                  <a:pos x="T4" y="T5"/>
                </a:cxn>
                <a:cxn ang="0">
                  <a:pos x="T6" y="T7"/>
                </a:cxn>
                <a:cxn ang="0">
                  <a:pos x="T8" y="T9"/>
                </a:cxn>
              </a:cxnLst>
              <a:rect l="0" t="0" r="r" b="b"/>
              <a:pathLst>
                <a:path w="10" h="9">
                  <a:moveTo>
                    <a:pt x="5" y="9"/>
                  </a:moveTo>
                  <a:cubicBezTo>
                    <a:pt x="7" y="9"/>
                    <a:pt x="8" y="8"/>
                    <a:pt x="10" y="7"/>
                  </a:cubicBezTo>
                  <a:cubicBezTo>
                    <a:pt x="8" y="4"/>
                    <a:pt x="7" y="2"/>
                    <a:pt x="5" y="1"/>
                  </a:cubicBezTo>
                  <a:cubicBezTo>
                    <a:pt x="3" y="0"/>
                    <a:pt x="1" y="1"/>
                    <a:pt x="1" y="3"/>
                  </a:cubicBezTo>
                  <a:cubicBezTo>
                    <a:pt x="0" y="5"/>
                    <a:pt x="3" y="9"/>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11" name="Freeform 2817"/>
            <p:cNvSpPr/>
            <p:nvPr/>
          </p:nvSpPr>
          <p:spPr bwMode="auto">
            <a:xfrm>
              <a:off x="2438704" y="9864503"/>
              <a:ext cx="26988" cy="22225"/>
            </a:xfrm>
            <a:custGeom>
              <a:avLst/>
              <a:gdLst>
                <a:gd name="T0" fmla="*/ 0 w 10"/>
                <a:gd name="T1" fmla="*/ 3 h 8"/>
                <a:gd name="T2" fmla="*/ 5 w 10"/>
                <a:gd name="T3" fmla="*/ 8 h 8"/>
                <a:gd name="T4" fmla="*/ 10 w 10"/>
                <a:gd name="T5" fmla="*/ 6 h 8"/>
                <a:gd name="T6" fmla="*/ 4 w 10"/>
                <a:gd name="T7" fmla="*/ 1 h 8"/>
                <a:gd name="T8" fmla="*/ 0 w 10"/>
                <a:gd name="T9" fmla="*/ 3 h 8"/>
              </a:gdLst>
              <a:ahLst/>
              <a:cxnLst>
                <a:cxn ang="0">
                  <a:pos x="T0" y="T1"/>
                </a:cxn>
                <a:cxn ang="0">
                  <a:pos x="T2" y="T3"/>
                </a:cxn>
                <a:cxn ang="0">
                  <a:pos x="T4" y="T5"/>
                </a:cxn>
                <a:cxn ang="0">
                  <a:pos x="T6" y="T7"/>
                </a:cxn>
                <a:cxn ang="0">
                  <a:pos x="T8" y="T9"/>
                </a:cxn>
              </a:cxnLst>
              <a:rect l="0" t="0" r="r" b="b"/>
              <a:pathLst>
                <a:path w="10" h="8">
                  <a:moveTo>
                    <a:pt x="0" y="3"/>
                  </a:moveTo>
                  <a:cubicBezTo>
                    <a:pt x="0" y="5"/>
                    <a:pt x="3" y="8"/>
                    <a:pt x="5" y="8"/>
                  </a:cubicBezTo>
                  <a:cubicBezTo>
                    <a:pt x="6" y="8"/>
                    <a:pt x="7" y="7"/>
                    <a:pt x="10" y="6"/>
                  </a:cubicBezTo>
                  <a:cubicBezTo>
                    <a:pt x="7" y="4"/>
                    <a:pt x="6" y="2"/>
                    <a:pt x="4" y="1"/>
                  </a:cubicBezTo>
                  <a:cubicBezTo>
                    <a:pt x="2" y="0"/>
                    <a:pt x="1"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12" name="Freeform 2819"/>
            <p:cNvSpPr/>
            <p:nvPr/>
          </p:nvSpPr>
          <p:spPr bwMode="auto">
            <a:xfrm>
              <a:off x="2221216" y="9810528"/>
              <a:ext cx="26988" cy="19050"/>
            </a:xfrm>
            <a:custGeom>
              <a:avLst/>
              <a:gdLst>
                <a:gd name="T0" fmla="*/ 6 w 10"/>
                <a:gd name="T1" fmla="*/ 7 h 7"/>
                <a:gd name="T2" fmla="*/ 10 w 10"/>
                <a:gd name="T3" fmla="*/ 5 h 7"/>
                <a:gd name="T4" fmla="*/ 4 w 10"/>
                <a:gd name="T5" fmla="*/ 1 h 7"/>
                <a:gd name="T6" fmla="*/ 1 w 10"/>
                <a:gd name="T7" fmla="*/ 4 h 7"/>
                <a:gd name="T8" fmla="*/ 6 w 10"/>
                <a:gd name="T9" fmla="*/ 7 h 7"/>
              </a:gdLst>
              <a:ahLst/>
              <a:cxnLst>
                <a:cxn ang="0">
                  <a:pos x="T0" y="T1"/>
                </a:cxn>
                <a:cxn ang="0">
                  <a:pos x="T2" y="T3"/>
                </a:cxn>
                <a:cxn ang="0">
                  <a:pos x="T4" y="T5"/>
                </a:cxn>
                <a:cxn ang="0">
                  <a:pos x="T6" y="T7"/>
                </a:cxn>
                <a:cxn ang="0">
                  <a:pos x="T8" y="T9"/>
                </a:cxn>
              </a:cxnLst>
              <a:rect l="0" t="0" r="r" b="b"/>
              <a:pathLst>
                <a:path w="10" h="7">
                  <a:moveTo>
                    <a:pt x="6" y="7"/>
                  </a:moveTo>
                  <a:cubicBezTo>
                    <a:pt x="7" y="7"/>
                    <a:pt x="8" y="6"/>
                    <a:pt x="10" y="5"/>
                  </a:cubicBezTo>
                  <a:cubicBezTo>
                    <a:pt x="8" y="3"/>
                    <a:pt x="6" y="2"/>
                    <a:pt x="4" y="1"/>
                  </a:cubicBezTo>
                  <a:cubicBezTo>
                    <a:pt x="2" y="0"/>
                    <a:pt x="0" y="2"/>
                    <a:pt x="1" y="4"/>
                  </a:cubicBezTo>
                  <a:cubicBezTo>
                    <a:pt x="2" y="6"/>
                    <a:pt x="4" y="7"/>
                    <a:pt x="6"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13" name="Freeform 2820"/>
            <p:cNvSpPr/>
            <p:nvPr/>
          </p:nvSpPr>
          <p:spPr bwMode="auto">
            <a:xfrm>
              <a:off x="2003729" y="9764490"/>
              <a:ext cx="28575" cy="15875"/>
            </a:xfrm>
            <a:custGeom>
              <a:avLst/>
              <a:gdLst>
                <a:gd name="T0" fmla="*/ 6 w 10"/>
                <a:gd name="T1" fmla="*/ 5 h 6"/>
                <a:gd name="T2" fmla="*/ 9 w 10"/>
                <a:gd name="T3" fmla="*/ 2 h 6"/>
                <a:gd name="T4" fmla="*/ 4 w 10"/>
                <a:gd name="T5" fmla="*/ 0 h 6"/>
                <a:gd name="T6" fmla="*/ 0 w 10"/>
                <a:gd name="T7" fmla="*/ 1 h 6"/>
                <a:gd name="T8" fmla="*/ 6 w 10"/>
                <a:gd name="T9" fmla="*/ 5 h 6"/>
              </a:gdLst>
              <a:ahLst/>
              <a:cxnLst>
                <a:cxn ang="0">
                  <a:pos x="T0" y="T1"/>
                </a:cxn>
                <a:cxn ang="0">
                  <a:pos x="T2" y="T3"/>
                </a:cxn>
                <a:cxn ang="0">
                  <a:pos x="T4" y="T5"/>
                </a:cxn>
                <a:cxn ang="0">
                  <a:pos x="T6" y="T7"/>
                </a:cxn>
                <a:cxn ang="0">
                  <a:pos x="T8" y="T9"/>
                </a:cxn>
              </a:cxnLst>
              <a:rect l="0" t="0" r="r" b="b"/>
              <a:pathLst>
                <a:path w="10" h="6">
                  <a:moveTo>
                    <a:pt x="6" y="5"/>
                  </a:moveTo>
                  <a:cubicBezTo>
                    <a:pt x="8" y="6"/>
                    <a:pt x="10" y="4"/>
                    <a:pt x="9" y="2"/>
                  </a:cubicBezTo>
                  <a:cubicBezTo>
                    <a:pt x="8" y="1"/>
                    <a:pt x="6" y="0"/>
                    <a:pt x="4" y="0"/>
                  </a:cubicBezTo>
                  <a:cubicBezTo>
                    <a:pt x="3" y="0"/>
                    <a:pt x="2" y="1"/>
                    <a:pt x="0" y="1"/>
                  </a:cubicBezTo>
                  <a:cubicBezTo>
                    <a:pt x="3" y="3"/>
                    <a:pt x="4" y="4"/>
                    <a:pt x="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14" name="Freeform 2821"/>
            <p:cNvSpPr/>
            <p:nvPr/>
          </p:nvSpPr>
          <p:spPr bwMode="auto">
            <a:xfrm>
              <a:off x="1792591" y="9726390"/>
              <a:ext cx="26988" cy="11113"/>
            </a:xfrm>
            <a:custGeom>
              <a:avLst/>
              <a:gdLst>
                <a:gd name="T0" fmla="*/ 5 w 10"/>
                <a:gd name="T1" fmla="*/ 4 h 4"/>
                <a:gd name="T2" fmla="*/ 10 w 10"/>
                <a:gd name="T3" fmla="*/ 3 h 4"/>
                <a:gd name="T4" fmla="*/ 5 w 10"/>
                <a:gd name="T5" fmla="*/ 0 h 4"/>
                <a:gd name="T6" fmla="*/ 1 w 10"/>
                <a:gd name="T7" fmla="*/ 1 h 4"/>
                <a:gd name="T8" fmla="*/ 5 w 10"/>
                <a:gd name="T9" fmla="*/ 4 h 4"/>
              </a:gdLst>
              <a:ahLst/>
              <a:cxnLst>
                <a:cxn ang="0">
                  <a:pos x="T0" y="T1"/>
                </a:cxn>
                <a:cxn ang="0">
                  <a:pos x="T2" y="T3"/>
                </a:cxn>
                <a:cxn ang="0">
                  <a:pos x="T4" y="T5"/>
                </a:cxn>
                <a:cxn ang="0">
                  <a:pos x="T6" y="T7"/>
                </a:cxn>
                <a:cxn ang="0">
                  <a:pos x="T8" y="T9"/>
                </a:cxn>
              </a:cxnLst>
              <a:rect l="0" t="0" r="r" b="b"/>
              <a:pathLst>
                <a:path w="10" h="4">
                  <a:moveTo>
                    <a:pt x="5" y="4"/>
                  </a:moveTo>
                  <a:cubicBezTo>
                    <a:pt x="7" y="4"/>
                    <a:pt x="8" y="4"/>
                    <a:pt x="10" y="3"/>
                  </a:cubicBezTo>
                  <a:cubicBezTo>
                    <a:pt x="8" y="2"/>
                    <a:pt x="6" y="1"/>
                    <a:pt x="5" y="0"/>
                  </a:cubicBezTo>
                  <a:cubicBezTo>
                    <a:pt x="2" y="0"/>
                    <a:pt x="1" y="0"/>
                    <a:pt x="1" y="1"/>
                  </a:cubicBezTo>
                  <a:cubicBezTo>
                    <a:pt x="0" y="3"/>
                    <a:pt x="3" y="4"/>
                    <a:pt x="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15" name="Freeform 2822"/>
            <p:cNvSpPr/>
            <p:nvPr/>
          </p:nvSpPr>
          <p:spPr bwMode="auto">
            <a:xfrm>
              <a:off x="1578279" y="9710515"/>
              <a:ext cx="26988" cy="7938"/>
            </a:xfrm>
            <a:custGeom>
              <a:avLst/>
              <a:gdLst>
                <a:gd name="T0" fmla="*/ 5 w 10"/>
                <a:gd name="T1" fmla="*/ 3 h 3"/>
                <a:gd name="T2" fmla="*/ 8 w 10"/>
                <a:gd name="T3" fmla="*/ 1 h 3"/>
                <a:gd name="T4" fmla="*/ 4 w 10"/>
                <a:gd name="T5" fmla="*/ 0 h 3"/>
                <a:gd name="T6" fmla="*/ 0 w 10"/>
                <a:gd name="T7" fmla="*/ 1 h 3"/>
                <a:gd name="T8" fmla="*/ 5 w 10"/>
                <a:gd name="T9" fmla="*/ 3 h 3"/>
              </a:gdLst>
              <a:ahLst/>
              <a:cxnLst>
                <a:cxn ang="0">
                  <a:pos x="T0" y="T1"/>
                </a:cxn>
                <a:cxn ang="0">
                  <a:pos x="T2" y="T3"/>
                </a:cxn>
                <a:cxn ang="0">
                  <a:pos x="T4" y="T5"/>
                </a:cxn>
                <a:cxn ang="0">
                  <a:pos x="T6" y="T7"/>
                </a:cxn>
                <a:cxn ang="0">
                  <a:pos x="T8" y="T9"/>
                </a:cxn>
              </a:cxnLst>
              <a:rect l="0" t="0" r="r" b="b"/>
              <a:pathLst>
                <a:path w="10" h="3">
                  <a:moveTo>
                    <a:pt x="5" y="3"/>
                  </a:moveTo>
                  <a:cubicBezTo>
                    <a:pt x="8" y="3"/>
                    <a:pt x="10" y="2"/>
                    <a:pt x="8" y="1"/>
                  </a:cubicBezTo>
                  <a:cubicBezTo>
                    <a:pt x="8" y="0"/>
                    <a:pt x="5" y="0"/>
                    <a:pt x="4" y="0"/>
                  </a:cubicBezTo>
                  <a:cubicBezTo>
                    <a:pt x="2" y="0"/>
                    <a:pt x="2" y="1"/>
                    <a:pt x="0" y="1"/>
                  </a:cubicBezTo>
                  <a:cubicBezTo>
                    <a:pt x="2" y="2"/>
                    <a:pt x="4" y="3"/>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16" name="Freeform 2823"/>
            <p:cNvSpPr/>
            <p:nvPr/>
          </p:nvSpPr>
          <p:spPr bwMode="auto">
            <a:xfrm>
              <a:off x="1368729" y="9718453"/>
              <a:ext cx="22225" cy="7938"/>
            </a:xfrm>
            <a:custGeom>
              <a:avLst/>
              <a:gdLst>
                <a:gd name="T0" fmla="*/ 0 w 8"/>
                <a:gd name="T1" fmla="*/ 1 h 3"/>
                <a:gd name="T2" fmla="*/ 3 w 8"/>
                <a:gd name="T3" fmla="*/ 2 h 3"/>
                <a:gd name="T4" fmla="*/ 8 w 8"/>
                <a:gd name="T5" fmla="*/ 1 h 3"/>
                <a:gd name="T6" fmla="*/ 4 w 8"/>
                <a:gd name="T7" fmla="*/ 0 h 3"/>
                <a:gd name="T8" fmla="*/ 0 w 8"/>
                <a:gd name="T9" fmla="*/ 1 h 3"/>
              </a:gdLst>
              <a:ahLst/>
              <a:cxnLst>
                <a:cxn ang="0">
                  <a:pos x="T0" y="T1"/>
                </a:cxn>
                <a:cxn ang="0">
                  <a:pos x="T2" y="T3"/>
                </a:cxn>
                <a:cxn ang="0">
                  <a:pos x="T4" y="T5"/>
                </a:cxn>
                <a:cxn ang="0">
                  <a:pos x="T6" y="T7"/>
                </a:cxn>
                <a:cxn ang="0">
                  <a:pos x="T8" y="T9"/>
                </a:cxn>
              </a:cxnLst>
              <a:rect l="0" t="0" r="r" b="b"/>
              <a:pathLst>
                <a:path w="8" h="3">
                  <a:moveTo>
                    <a:pt x="0" y="1"/>
                  </a:moveTo>
                  <a:cubicBezTo>
                    <a:pt x="0" y="2"/>
                    <a:pt x="1" y="2"/>
                    <a:pt x="3" y="2"/>
                  </a:cubicBezTo>
                  <a:cubicBezTo>
                    <a:pt x="5" y="3"/>
                    <a:pt x="8" y="1"/>
                    <a:pt x="8" y="1"/>
                  </a:cubicBezTo>
                  <a:cubicBezTo>
                    <a:pt x="7" y="0"/>
                    <a:pt x="6" y="0"/>
                    <a:pt x="4" y="0"/>
                  </a:cubicBezTo>
                  <a:cubicBezTo>
                    <a:pt x="2"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17" name="Freeform 2824"/>
            <p:cNvSpPr/>
            <p:nvPr/>
          </p:nvSpPr>
          <p:spPr bwMode="auto">
            <a:xfrm>
              <a:off x="1157591" y="9758140"/>
              <a:ext cx="23813" cy="11113"/>
            </a:xfrm>
            <a:custGeom>
              <a:avLst/>
              <a:gdLst>
                <a:gd name="T0" fmla="*/ 4 w 9"/>
                <a:gd name="T1" fmla="*/ 3 h 4"/>
                <a:gd name="T2" fmla="*/ 8 w 9"/>
                <a:gd name="T3" fmla="*/ 1 h 4"/>
                <a:gd name="T4" fmla="*/ 3 w 9"/>
                <a:gd name="T5" fmla="*/ 1 h 4"/>
                <a:gd name="T6" fmla="*/ 0 w 9"/>
                <a:gd name="T7" fmla="*/ 3 h 4"/>
                <a:gd name="T8" fmla="*/ 4 w 9"/>
                <a:gd name="T9" fmla="*/ 3 h 4"/>
              </a:gdLst>
              <a:ahLst/>
              <a:cxnLst>
                <a:cxn ang="0">
                  <a:pos x="T0" y="T1"/>
                </a:cxn>
                <a:cxn ang="0">
                  <a:pos x="T2" y="T3"/>
                </a:cxn>
                <a:cxn ang="0">
                  <a:pos x="T4" y="T5"/>
                </a:cxn>
                <a:cxn ang="0">
                  <a:pos x="T6" y="T7"/>
                </a:cxn>
                <a:cxn ang="0">
                  <a:pos x="T8" y="T9"/>
                </a:cxn>
              </a:cxnLst>
              <a:rect l="0" t="0" r="r" b="b"/>
              <a:pathLst>
                <a:path w="9" h="4">
                  <a:moveTo>
                    <a:pt x="4" y="3"/>
                  </a:moveTo>
                  <a:cubicBezTo>
                    <a:pt x="6" y="2"/>
                    <a:pt x="7" y="2"/>
                    <a:pt x="8" y="1"/>
                  </a:cubicBezTo>
                  <a:cubicBezTo>
                    <a:pt x="9" y="0"/>
                    <a:pt x="6" y="1"/>
                    <a:pt x="3" y="1"/>
                  </a:cubicBezTo>
                  <a:cubicBezTo>
                    <a:pt x="2" y="2"/>
                    <a:pt x="0" y="3"/>
                    <a:pt x="0" y="3"/>
                  </a:cubicBezTo>
                  <a:cubicBezTo>
                    <a:pt x="1" y="4"/>
                    <a:pt x="2" y="3"/>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18" name="Freeform 2825"/>
            <p:cNvSpPr/>
            <p:nvPr/>
          </p:nvSpPr>
          <p:spPr bwMode="auto">
            <a:xfrm>
              <a:off x="948041" y="9842278"/>
              <a:ext cx="25400" cy="14288"/>
            </a:xfrm>
            <a:custGeom>
              <a:avLst/>
              <a:gdLst>
                <a:gd name="T0" fmla="*/ 1 w 9"/>
                <a:gd name="T1" fmla="*/ 5 h 5"/>
                <a:gd name="T2" fmla="*/ 5 w 9"/>
                <a:gd name="T3" fmla="*/ 3 h 5"/>
                <a:gd name="T4" fmla="*/ 9 w 9"/>
                <a:gd name="T5" fmla="*/ 0 h 5"/>
                <a:gd name="T6" fmla="*/ 4 w 9"/>
                <a:gd name="T7" fmla="*/ 2 h 5"/>
                <a:gd name="T8" fmla="*/ 1 w 9"/>
                <a:gd name="T9" fmla="*/ 5 h 5"/>
              </a:gdLst>
              <a:ahLst/>
              <a:cxnLst>
                <a:cxn ang="0">
                  <a:pos x="T0" y="T1"/>
                </a:cxn>
                <a:cxn ang="0">
                  <a:pos x="T2" y="T3"/>
                </a:cxn>
                <a:cxn ang="0">
                  <a:pos x="T4" y="T5"/>
                </a:cxn>
                <a:cxn ang="0">
                  <a:pos x="T6" y="T7"/>
                </a:cxn>
                <a:cxn ang="0">
                  <a:pos x="T8" y="T9"/>
                </a:cxn>
              </a:cxnLst>
              <a:rect l="0" t="0" r="r" b="b"/>
              <a:pathLst>
                <a:path w="9" h="5">
                  <a:moveTo>
                    <a:pt x="1" y="5"/>
                  </a:moveTo>
                  <a:cubicBezTo>
                    <a:pt x="2" y="5"/>
                    <a:pt x="3" y="4"/>
                    <a:pt x="5" y="3"/>
                  </a:cubicBezTo>
                  <a:cubicBezTo>
                    <a:pt x="7" y="2"/>
                    <a:pt x="8" y="1"/>
                    <a:pt x="9" y="0"/>
                  </a:cubicBezTo>
                  <a:cubicBezTo>
                    <a:pt x="7" y="1"/>
                    <a:pt x="5" y="2"/>
                    <a:pt x="4" y="2"/>
                  </a:cubicBezTo>
                  <a:cubicBezTo>
                    <a:pt x="1" y="4"/>
                    <a:pt x="0" y="5"/>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19" name="Freeform 2826"/>
            <p:cNvSpPr/>
            <p:nvPr/>
          </p:nvSpPr>
          <p:spPr bwMode="auto">
            <a:xfrm>
              <a:off x="741666" y="9983565"/>
              <a:ext cx="25400" cy="19050"/>
            </a:xfrm>
            <a:custGeom>
              <a:avLst/>
              <a:gdLst>
                <a:gd name="T0" fmla="*/ 4 w 9"/>
                <a:gd name="T1" fmla="*/ 4 h 7"/>
                <a:gd name="T2" fmla="*/ 8 w 9"/>
                <a:gd name="T3" fmla="*/ 0 h 7"/>
                <a:gd name="T4" fmla="*/ 3 w 9"/>
                <a:gd name="T5" fmla="*/ 3 h 7"/>
                <a:gd name="T6" fmla="*/ 1 w 9"/>
                <a:gd name="T7" fmla="*/ 7 h 7"/>
                <a:gd name="T8" fmla="*/ 4 w 9"/>
                <a:gd name="T9" fmla="*/ 4 h 7"/>
              </a:gdLst>
              <a:ahLst/>
              <a:cxnLst>
                <a:cxn ang="0">
                  <a:pos x="T0" y="T1"/>
                </a:cxn>
                <a:cxn ang="0">
                  <a:pos x="T2" y="T3"/>
                </a:cxn>
                <a:cxn ang="0">
                  <a:pos x="T4" y="T5"/>
                </a:cxn>
                <a:cxn ang="0">
                  <a:pos x="T6" y="T7"/>
                </a:cxn>
                <a:cxn ang="0">
                  <a:pos x="T8" y="T9"/>
                </a:cxn>
              </a:cxnLst>
              <a:rect l="0" t="0" r="r" b="b"/>
              <a:pathLst>
                <a:path w="9" h="7">
                  <a:moveTo>
                    <a:pt x="4" y="4"/>
                  </a:moveTo>
                  <a:cubicBezTo>
                    <a:pt x="7" y="3"/>
                    <a:pt x="9" y="0"/>
                    <a:pt x="8" y="0"/>
                  </a:cubicBezTo>
                  <a:cubicBezTo>
                    <a:pt x="7" y="1"/>
                    <a:pt x="5" y="2"/>
                    <a:pt x="3" y="3"/>
                  </a:cubicBezTo>
                  <a:cubicBezTo>
                    <a:pt x="2" y="5"/>
                    <a:pt x="0" y="7"/>
                    <a:pt x="1" y="7"/>
                  </a:cubicBezTo>
                  <a:cubicBezTo>
                    <a:pt x="1" y="7"/>
                    <a:pt x="3" y="6"/>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20" name="Freeform 2827"/>
            <p:cNvSpPr/>
            <p:nvPr/>
          </p:nvSpPr>
          <p:spPr bwMode="auto">
            <a:xfrm>
              <a:off x="538466" y="10189940"/>
              <a:ext cx="25400" cy="22225"/>
            </a:xfrm>
            <a:custGeom>
              <a:avLst/>
              <a:gdLst>
                <a:gd name="T0" fmla="*/ 8 w 9"/>
                <a:gd name="T1" fmla="*/ 0 h 8"/>
                <a:gd name="T2" fmla="*/ 3 w 9"/>
                <a:gd name="T3" fmla="*/ 4 h 8"/>
                <a:gd name="T4" fmla="*/ 1 w 9"/>
                <a:gd name="T5" fmla="*/ 8 h 8"/>
                <a:gd name="T6" fmla="*/ 4 w 9"/>
                <a:gd name="T7" fmla="*/ 5 h 8"/>
                <a:gd name="T8" fmla="*/ 8 w 9"/>
                <a:gd name="T9" fmla="*/ 0 h 8"/>
              </a:gdLst>
              <a:ahLst/>
              <a:cxnLst>
                <a:cxn ang="0">
                  <a:pos x="T0" y="T1"/>
                </a:cxn>
                <a:cxn ang="0">
                  <a:pos x="T2" y="T3"/>
                </a:cxn>
                <a:cxn ang="0">
                  <a:pos x="T4" y="T5"/>
                </a:cxn>
                <a:cxn ang="0">
                  <a:pos x="T6" y="T7"/>
                </a:cxn>
                <a:cxn ang="0">
                  <a:pos x="T8" y="T9"/>
                </a:cxn>
              </a:cxnLst>
              <a:rect l="0" t="0" r="r" b="b"/>
              <a:pathLst>
                <a:path w="9" h="8">
                  <a:moveTo>
                    <a:pt x="8" y="0"/>
                  </a:moveTo>
                  <a:cubicBezTo>
                    <a:pt x="7" y="0"/>
                    <a:pt x="5" y="2"/>
                    <a:pt x="3" y="4"/>
                  </a:cubicBezTo>
                  <a:cubicBezTo>
                    <a:pt x="2" y="6"/>
                    <a:pt x="0" y="8"/>
                    <a:pt x="1" y="8"/>
                  </a:cubicBezTo>
                  <a:cubicBezTo>
                    <a:pt x="1" y="8"/>
                    <a:pt x="3" y="7"/>
                    <a:pt x="4" y="5"/>
                  </a:cubicBezTo>
                  <a:cubicBezTo>
                    <a:pt x="6" y="3"/>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21" name="Freeform 2828"/>
            <p:cNvSpPr/>
            <p:nvPr/>
          </p:nvSpPr>
          <p:spPr bwMode="auto">
            <a:xfrm>
              <a:off x="335266" y="10426478"/>
              <a:ext cx="23813" cy="30163"/>
            </a:xfrm>
            <a:custGeom>
              <a:avLst/>
              <a:gdLst>
                <a:gd name="T0" fmla="*/ 1 w 9"/>
                <a:gd name="T1" fmla="*/ 11 h 11"/>
                <a:gd name="T2" fmla="*/ 5 w 9"/>
                <a:gd name="T3" fmla="*/ 6 h 11"/>
                <a:gd name="T4" fmla="*/ 9 w 9"/>
                <a:gd name="T5" fmla="*/ 0 h 11"/>
                <a:gd name="T6" fmla="*/ 4 w 9"/>
                <a:gd name="T7" fmla="*/ 5 h 11"/>
                <a:gd name="T8" fmla="*/ 1 w 9"/>
                <a:gd name="T9" fmla="*/ 11 h 11"/>
              </a:gdLst>
              <a:ahLst/>
              <a:cxnLst>
                <a:cxn ang="0">
                  <a:pos x="T0" y="T1"/>
                </a:cxn>
                <a:cxn ang="0">
                  <a:pos x="T2" y="T3"/>
                </a:cxn>
                <a:cxn ang="0">
                  <a:pos x="T4" y="T5"/>
                </a:cxn>
                <a:cxn ang="0">
                  <a:pos x="T6" y="T7"/>
                </a:cxn>
                <a:cxn ang="0">
                  <a:pos x="T8" y="T9"/>
                </a:cxn>
              </a:cxnLst>
              <a:rect l="0" t="0" r="r" b="b"/>
              <a:pathLst>
                <a:path w="9" h="11">
                  <a:moveTo>
                    <a:pt x="1" y="11"/>
                  </a:moveTo>
                  <a:cubicBezTo>
                    <a:pt x="2" y="11"/>
                    <a:pt x="3" y="9"/>
                    <a:pt x="5" y="6"/>
                  </a:cubicBezTo>
                  <a:cubicBezTo>
                    <a:pt x="7" y="4"/>
                    <a:pt x="8" y="3"/>
                    <a:pt x="9" y="0"/>
                  </a:cubicBezTo>
                  <a:cubicBezTo>
                    <a:pt x="7" y="2"/>
                    <a:pt x="5" y="3"/>
                    <a:pt x="4" y="5"/>
                  </a:cubicBezTo>
                  <a:cubicBezTo>
                    <a:pt x="2" y="7"/>
                    <a:pt x="0" y="10"/>
                    <a:pt x="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22" name="Freeform 2829"/>
            <p:cNvSpPr/>
            <p:nvPr/>
          </p:nvSpPr>
          <p:spPr bwMode="auto">
            <a:xfrm>
              <a:off x="133654" y="10675715"/>
              <a:ext cx="22225" cy="25400"/>
            </a:xfrm>
            <a:custGeom>
              <a:avLst/>
              <a:gdLst>
                <a:gd name="T0" fmla="*/ 4 w 8"/>
                <a:gd name="T1" fmla="*/ 7 h 9"/>
                <a:gd name="T2" fmla="*/ 7 w 8"/>
                <a:gd name="T3" fmla="*/ 0 h 9"/>
                <a:gd name="T4" fmla="*/ 2 w 8"/>
                <a:gd name="T5" fmla="*/ 3 h 9"/>
                <a:gd name="T6" fmla="*/ 0 w 8"/>
                <a:gd name="T7" fmla="*/ 9 h 9"/>
                <a:gd name="T8" fmla="*/ 4 w 8"/>
                <a:gd name="T9" fmla="*/ 7 h 9"/>
              </a:gdLst>
              <a:ahLst/>
              <a:cxnLst>
                <a:cxn ang="0">
                  <a:pos x="T0" y="T1"/>
                </a:cxn>
                <a:cxn ang="0">
                  <a:pos x="T2" y="T3"/>
                </a:cxn>
                <a:cxn ang="0">
                  <a:pos x="T4" y="T5"/>
                </a:cxn>
                <a:cxn ang="0">
                  <a:pos x="T6" y="T7"/>
                </a:cxn>
                <a:cxn ang="0">
                  <a:pos x="T8" y="T9"/>
                </a:cxn>
              </a:cxnLst>
              <a:rect l="0" t="0" r="r" b="b"/>
              <a:pathLst>
                <a:path w="8" h="9">
                  <a:moveTo>
                    <a:pt x="4" y="7"/>
                  </a:moveTo>
                  <a:cubicBezTo>
                    <a:pt x="6" y="5"/>
                    <a:pt x="8" y="0"/>
                    <a:pt x="7" y="0"/>
                  </a:cubicBezTo>
                  <a:cubicBezTo>
                    <a:pt x="6" y="0"/>
                    <a:pt x="5" y="2"/>
                    <a:pt x="2" y="3"/>
                  </a:cubicBezTo>
                  <a:cubicBezTo>
                    <a:pt x="1" y="6"/>
                    <a:pt x="0" y="8"/>
                    <a:pt x="0" y="9"/>
                  </a:cubicBezTo>
                  <a:cubicBezTo>
                    <a:pt x="0" y="9"/>
                    <a:pt x="2" y="8"/>
                    <a:pt x="4"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23" name="Freeform 2830"/>
            <p:cNvSpPr/>
            <p:nvPr/>
          </p:nvSpPr>
          <p:spPr bwMode="auto">
            <a:xfrm>
              <a:off x="-280684" y="11072590"/>
              <a:ext cx="26988" cy="19050"/>
            </a:xfrm>
            <a:custGeom>
              <a:avLst/>
              <a:gdLst>
                <a:gd name="T0" fmla="*/ 5 w 10"/>
                <a:gd name="T1" fmla="*/ 6 h 7"/>
                <a:gd name="T2" fmla="*/ 8 w 10"/>
                <a:gd name="T3" fmla="*/ 0 h 7"/>
                <a:gd name="T4" fmla="*/ 4 w 10"/>
                <a:gd name="T5" fmla="*/ 1 h 7"/>
                <a:gd name="T6" fmla="*/ 0 w 10"/>
                <a:gd name="T7" fmla="*/ 7 h 7"/>
                <a:gd name="T8" fmla="*/ 5 w 10"/>
                <a:gd name="T9" fmla="*/ 6 h 7"/>
              </a:gdLst>
              <a:ahLst/>
              <a:cxnLst>
                <a:cxn ang="0">
                  <a:pos x="T0" y="T1"/>
                </a:cxn>
                <a:cxn ang="0">
                  <a:pos x="T2" y="T3"/>
                </a:cxn>
                <a:cxn ang="0">
                  <a:pos x="T4" y="T5"/>
                </a:cxn>
                <a:cxn ang="0">
                  <a:pos x="T6" y="T7"/>
                </a:cxn>
                <a:cxn ang="0">
                  <a:pos x="T8" y="T9"/>
                </a:cxn>
              </a:cxnLst>
              <a:rect l="0" t="0" r="r" b="b"/>
              <a:pathLst>
                <a:path w="10" h="7">
                  <a:moveTo>
                    <a:pt x="5" y="6"/>
                  </a:moveTo>
                  <a:cubicBezTo>
                    <a:pt x="8" y="5"/>
                    <a:pt x="10" y="1"/>
                    <a:pt x="8" y="0"/>
                  </a:cubicBezTo>
                  <a:cubicBezTo>
                    <a:pt x="7" y="0"/>
                    <a:pt x="5" y="0"/>
                    <a:pt x="4" y="1"/>
                  </a:cubicBezTo>
                  <a:cubicBezTo>
                    <a:pt x="3" y="2"/>
                    <a:pt x="2" y="4"/>
                    <a:pt x="0" y="7"/>
                  </a:cubicBezTo>
                  <a:cubicBezTo>
                    <a:pt x="2" y="7"/>
                    <a:pt x="4" y="7"/>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24" name="Freeform 2831"/>
            <p:cNvSpPr/>
            <p:nvPr/>
          </p:nvSpPr>
          <p:spPr bwMode="auto">
            <a:xfrm>
              <a:off x="-71134" y="10899553"/>
              <a:ext cx="23813" cy="26988"/>
            </a:xfrm>
            <a:custGeom>
              <a:avLst/>
              <a:gdLst>
                <a:gd name="T0" fmla="*/ 5 w 9"/>
                <a:gd name="T1" fmla="*/ 7 h 10"/>
                <a:gd name="T2" fmla="*/ 9 w 9"/>
                <a:gd name="T3" fmla="*/ 0 h 10"/>
                <a:gd name="T4" fmla="*/ 4 w 9"/>
                <a:gd name="T5" fmla="*/ 2 h 10"/>
                <a:gd name="T6" fmla="*/ 1 w 9"/>
                <a:gd name="T7" fmla="*/ 8 h 10"/>
                <a:gd name="T8" fmla="*/ 5 w 9"/>
                <a:gd name="T9" fmla="*/ 7 h 10"/>
              </a:gdLst>
              <a:ahLst/>
              <a:cxnLst>
                <a:cxn ang="0">
                  <a:pos x="T0" y="T1"/>
                </a:cxn>
                <a:cxn ang="0">
                  <a:pos x="T2" y="T3"/>
                </a:cxn>
                <a:cxn ang="0">
                  <a:pos x="T4" y="T5"/>
                </a:cxn>
                <a:cxn ang="0">
                  <a:pos x="T6" y="T7"/>
                </a:cxn>
                <a:cxn ang="0">
                  <a:pos x="T8" y="T9"/>
                </a:cxn>
              </a:cxnLst>
              <a:rect l="0" t="0" r="r" b="b"/>
              <a:pathLst>
                <a:path w="9" h="10">
                  <a:moveTo>
                    <a:pt x="5" y="7"/>
                  </a:moveTo>
                  <a:cubicBezTo>
                    <a:pt x="7" y="5"/>
                    <a:pt x="7" y="3"/>
                    <a:pt x="9" y="0"/>
                  </a:cubicBezTo>
                  <a:cubicBezTo>
                    <a:pt x="7" y="1"/>
                    <a:pt x="5" y="1"/>
                    <a:pt x="4" y="2"/>
                  </a:cubicBezTo>
                  <a:cubicBezTo>
                    <a:pt x="3" y="4"/>
                    <a:pt x="1" y="7"/>
                    <a:pt x="1" y="8"/>
                  </a:cubicBezTo>
                  <a:cubicBezTo>
                    <a:pt x="0" y="10"/>
                    <a:pt x="3" y="9"/>
                    <a:pt x="5"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25" name="Freeform 2832"/>
            <p:cNvSpPr/>
            <p:nvPr/>
          </p:nvSpPr>
          <p:spPr bwMode="auto">
            <a:xfrm>
              <a:off x="10736566" y="8002365"/>
              <a:ext cx="23813" cy="68263"/>
            </a:xfrm>
            <a:custGeom>
              <a:avLst/>
              <a:gdLst>
                <a:gd name="T0" fmla="*/ 4 w 9"/>
                <a:gd name="T1" fmla="*/ 23 h 25"/>
                <a:gd name="T2" fmla="*/ 8 w 9"/>
                <a:gd name="T3" fmla="*/ 11 h 25"/>
                <a:gd name="T4" fmla="*/ 3 w 9"/>
                <a:gd name="T5" fmla="*/ 0 h 25"/>
                <a:gd name="T6" fmla="*/ 0 w 9"/>
                <a:gd name="T7" fmla="*/ 14 h 25"/>
                <a:gd name="T8" fmla="*/ 4 w 9"/>
                <a:gd name="T9" fmla="*/ 23 h 25"/>
              </a:gdLst>
              <a:ahLst/>
              <a:cxnLst>
                <a:cxn ang="0">
                  <a:pos x="T0" y="T1"/>
                </a:cxn>
                <a:cxn ang="0">
                  <a:pos x="T2" y="T3"/>
                </a:cxn>
                <a:cxn ang="0">
                  <a:pos x="T4" y="T5"/>
                </a:cxn>
                <a:cxn ang="0">
                  <a:pos x="T6" y="T7"/>
                </a:cxn>
                <a:cxn ang="0">
                  <a:pos x="T8" y="T9"/>
                </a:cxn>
              </a:cxnLst>
              <a:rect l="0" t="0" r="r" b="b"/>
              <a:pathLst>
                <a:path w="9" h="25">
                  <a:moveTo>
                    <a:pt x="4" y="23"/>
                  </a:moveTo>
                  <a:cubicBezTo>
                    <a:pt x="6" y="25"/>
                    <a:pt x="9" y="17"/>
                    <a:pt x="8" y="11"/>
                  </a:cubicBezTo>
                  <a:cubicBezTo>
                    <a:pt x="7" y="8"/>
                    <a:pt x="5" y="5"/>
                    <a:pt x="3" y="0"/>
                  </a:cubicBezTo>
                  <a:cubicBezTo>
                    <a:pt x="2" y="6"/>
                    <a:pt x="0" y="10"/>
                    <a:pt x="0" y="14"/>
                  </a:cubicBezTo>
                  <a:cubicBezTo>
                    <a:pt x="1" y="17"/>
                    <a:pt x="3" y="22"/>
                    <a:pt x="4"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26" name="Freeform 2833"/>
            <p:cNvSpPr/>
            <p:nvPr/>
          </p:nvSpPr>
          <p:spPr bwMode="auto">
            <a:xfrm>
              <a:off x="10530191" y="8146828"/>
              <a:ext cx="20638" cy="65088"/>
            </a:xfrm>
            <a:custGeom>
              <a:avLst/>
              <a:gdLst>
                <a:gd name="T0" fmla="*/ 6 w 8"/>
                <a:gd name="T1" fmla="*/ 24 h 24"/>
                <a:gd name="T2" fmla="*/ 8 w 8"/>
                <a:gd name="T3" fmla="*/ 10 h 24"/>
                <a:gd name="T4" fmla="*/ 3 w 8"/>
                <a:gd name="T5" fmla="*/ 3 h 24"/>
                <a:gd name="T6" fmla="*/ 1 w 8"/>
                <a:gd name="T7" fmla="*/ 14 h 24"/>
                <a:gd name="T8" fmla="*/ 6 w 8"/>
                <a:gd name="T9" fmla="*/ 24 h 24"/>
              </a:gdLst>
              <a:ahLst/>
              <a:cxnLst>
                <a:cxn ang="0">
                  <a:pos x="T0" y="T1"/>
                </a:cxn>
                <a:cxn ang="0">
                  <a:pos x="T2" y="T3"/>
                </a:cxn>
                <a:cxn ang="0">
                  <a:pos x="T4" y="T5"/>
                </a:cxn>
                <a:cxn ang="0">
                  <a:pos x="T6" y="T7"/>
                </a:cxn>
                <a:cxn ang="0">
                  <a:pos x="T8" y="T9"/>
                </a:cxn>
              </a:cxnLst>
              <a:rect l="0" t="0" r="r" b="b"/>
              <a:pathLst>
                <a:path w="8" h="24">
                  <a:moveTo>
                    <a:pt x="6" y="24"/>
                  </a:moveTo>
                  <a:cubicBezTo>
                    <a:pt x="7" y="17"/>
                    <a:pt x="8" y="14"/>
                    <a:pt x="8" y="10"/>
                  </a:cubicBezTo>
                  <a:cubicBezTo>
                    <a:pt x="8" y="4"/>
                    <a:pt x="5" y="0"/>
                    <a:pt x="3" y="3"/>
                  </a:cubicBezTo>
                  <a:cubicBezTo>
                    <a:pt x="1" y="5"/>
                    <a:pt x="0" y="11"/>
                    <a:pt x="1" y="14"/>
                  </a:cubicBezTo>
                  <a:cubicBezTo>
                    <a:pt x="1" y="17"/>
                    <a:pt x="3" y="19"/>
                    <a:pt x="6"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27" name="Freeform 2834"/>
            <p:cNvSpPr/>
            <p:nvPr/>
          </p:nvSpPr>
          <p:spPr bwMode="auto">
            <a:xfrm>
              <a:off x="10323816" y="8292878"/>
              <a:ext cx="23813" cy="42863"/>
            </a:xfrm>
            <a:custGeom>
              <a:avLst/>
              <a:gdLst>
                <a:gd name="T0" fmla="*/ 6 w 9"/>
                <a:gd name="T1" fmla="*/ 16 h 16"/>
                <a:gd name="T2" fmla="*/ 8 w 9"/>
                <a:gd name="T3" fmla="*/ 4 h 16"/>
                <a:gd name="T4" fmla="*/ 3 w 9"/>
                <a:gd name="T5" fmla="*/ 1 h 16"/>
                <a:gd name="T6" fmla="*/ 0 w 9"/>
                <a:gd name="T7" fmla="*/ 12 h 16"/>
                <a:gd name="T8" fmla="*/ 6 w 9"/>
                <a:gd name="T9" fmla="*/ 16 h 16"/>
              </a:gdLst>
              <a:ahLst/>
              <a:cxnLst>
                <a:cxn ang="0">
                  <a:pos x="T0" y="T1"/>
                </a:cxn>
                <a:cxn ang="0">
                  <a:pos x="T2" y="T3"/>
                </a:cxn>
                <a:cxn ang="0">
                  <a:pos x="T4" y="T5"/>
                </a:cxn>
                <a:cxn ang="0">
                  <a:pos x="T6" y="T7"/>
                </a:cxn>
                <a:cxn ang="0">
                  <a:pos x="T8" y="T9"/>
                </a:cxn>
              </a:cxnLst>
              <a:rect l="0" t="0" r="r" b="b"/>
              <a:pathLst>
                <a:path w="9" h="16">
                  <a:moveTo>
                    <a:pt x="6" y="16"/>
                  </a:moveTo>
                  <a:cubicBezTo>
                    <a:pt x="8" y="15"/>
                    <a:pt x="9" y="7"/>
                    <a:pt x="8" y="4"/>
                  </a:cubicBezTo>
                  <a:cubicBezTo>
                    <a:pt x="7" y="2"/>
                    <a:pt x="4" y="0"/>
                    <a:pt x="3" y="1"/>
                  </a:cubicBezTo>
                  <a:cubicBezTo>
                    <a:pt x="1" y="2"/>
                    <a:pt x="1" y="7"/>
                    <a:pt x="0" y="12"/>
                  </a:cubicBezTo>
                  <a:cubicBezTo>
                    <a:pt x="2" y="14"/>
                    <a:pt x="4" y="16"/>
                    <a:pt x="6"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28" name="Freeform 2835"/>
            <p:cNvSpPr/>
            <p:nvPr/>
          </p:nvSpPr>
          <p:spPr bwMode="auto">
            <a:xfrm>
              <a:off x="10119029" y="8419878"/>
              <a:ext cx="25400" cy="41275"/>
            </a:xfrm>
            <a:custGeom>
              <a:avLst/>
              <a:gdLst>
                <a:gd name="T0" fmla="*/ 3 w 9"/>
                <a:gd name="T1" fmla="*/ 15 h 15"/>
                <a:gd name="T2" fmla="*/ 7 w 9"/>
                <a:gd name="T3" fmla="*/ 8 h 15"/>
                <a:gd name="T4" fmla="*/ 2 w 9"/>
                <a:gd name="T5" fmla="*/ 0 h 15"/>
                <a:gd name="T6" fmla="*/ 0 w 9"/>
                <a:gd name="T7" fmla="*/ 11 h 15"/>
                <a:gd name="T8" fmla="*/ 3 w 9"/>
                <a:gd name="T9" fmla="*/ 15 h 15"/>
              </a:gdLst>
              <a:ahLst/>
              <a:cxnLst>
                <a:cxn ang="0">
                  <a:pos x="T0" y="T1"/>
                </a:cxn>
                <a:cxn ang="0">
                  <a:pos x="T2" y="T3"/>
                </a:cxn>
                <a:cxn ang="0">
                  <a:pos x="T4" y="T5"/>
                </a:cxn>
                <a:cxn ang="0">
                  <a:pos x="T6" y="T7"/>
                </a:cxn>
                <a:cxn ang="0">
                  <a:pos x="T8" y="T9"/>
                </a:cxn>
              </a:cxnLst>
              <a:rect l="0" t="0" r="r" b="b"/>
              <a:pathLst>
                <a:path w="9" h="15">
                  <a:moveTo>
                    <a:pt x="3" y="15"/>
                  </a:moveTo>
                  <a:cubicBezTo>
                    <a:pt x="5" y="14"/>
                    <a:pt x="9" y="12"/>
                    <a:pt x="7" y="8"/>
                  </a:cubicBezTo>
                  <a:cubicBezTo>
                    <a:pt x="7" y="6"/>
                    <a:pt x="5" y="4"/>
                    <a:pt x="2" y="0"/>
                  </a:cubicBezTo>
                  <a:cubicBezTo>
                    <a:pt x="1" y="5"/>
                    <a:pt x="0" y="9"/>
                    <a:pt x="0" y="11"/>
                  </a:cubicBezTo>
                  <a:cubicBezTo>
                    <a:pt x="0" y="14"/>
                    <a:pt x="2" y="15"/>
                    <a:pt x="3"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29" name="Freeform 2836"/>
            <p:cNvSpPr/>
            <p:nvPr/>
          </p:nvSpPr>
          <p:spPr bwMode="auto">
            <a:xfrm>
              <a:off x="9907891" y="8556403"/>
              <a:ext cx="26988" cy="12700"/>
            </a:xfrm>
            <a:custGeom>
              <a:avLst/>
              <a:gdLst>
                <a:gd name="T0" fmla="*/ 5 w 10"/>
                <a:gd name="T1" fmla="*/ 3 h 5"/>
                <a:gd name="T2" fmla="*/ 10 w 10"/>
                <a:gd name="T3" fmla="*/ 0 h 5"/>
                <a:gd name="T4" fmla="*/ 4 w 10"/>
                <a:gd name="T5" fmla="*/ 2 h 5"/>
                <a:gd name="T6" fmla="*/ 1 w 10"/>
                <a:gd name="T7" fmla="*/ 4 h 5"/>
                <a:gd name="T8" fmla="*/ 5 w 10"/>
                <a:gd name="T9" fmla="*/ 3 h 5"/>
              </a:gdLst>
              <a:ahLst/>
              <a:cxnLst>
                <a:cxn ang="0">
                  <a:pos x="T0" y="T1"/>
                </a:cxn>
                <a:cxn ang="0">
                  <a:pos x="T2" y="T3"/>
                </a:cxn>
                <a:cxn ang="0">
                  <a:pos x="T4" y="T5"/>
                </a:cxn>
                <a:cxn ang="0">
                  <a:pos x="T6" y="T7"/>
                </a:cxn>
                <a:cxn ang="0">
                  <a:pos x="T8" y="T9"/>
                </a:cxn>
              </a:cxnLst>
              <a:rect l="0" t="0" r="r" b="b"/>
              <a:pathLst>
                <a:path w="10" h="5">
                  <a:moveTo>
                    <a:pt x="5" y="3"/>
                  </a:moveTo>
                  <a:cubicBezTo>
                    <a:pt x="7" y="2"/>
                    <a:pt x="8" y="1"/>
                    <a:pt x="10" y="0"/>
                  </a:cubicBezTo>
                  <a:cubicBezTo>
                    <a:pt x="7" y="1"/>
                    <a:pt x="6" y="1"/>
                    <a:pt x="4" y="2"/>
                  </a:cubicBezTo>
                  <a:cubicBezTo>
                    <a:pt x="3" y="2"/>
                    <a:pt x="1" y="4"/>
                    <a:pt x="1" y="4"/>
                  </a:cubicBezTo>
                  <a:cubicBezTo>
                    <a:pt x="0" y="5"/>
                    <a:pt x="3" y="5"/>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30" name="Freeform 2837"/>
            <p:cNvSpPr/>
            <p:nvPr/>
          </p:nvSpPr>
          <p:spPr bwMode="auto">
            <a:xfrm>
              <a:off x="9698341" y="8661178"/>
              <a:ext cx="22225" cy="14288"/>
            </a:xfrm>
            <a:custGeom>
              <a:avLst/>
              <a:gdLst>
                <a:gd name="T0" fmla="*/ 4 w 8"/>
                <a:gd name="T1" fmla="*/ 4 h 5"/>
                <a:gd name="T2" fmla="*/ 8 w 8"/>
                <a:gd name="T3" fmla="*/ 1 h 5"/>
                <a:gd name="T4" fmla="*/ 3 w 8"/>
                <a:gd name="T5" fmla="*/ 2 h 5"/>
                <a:gd name="T6" fmla="*/ 0 w 8"/>
                <a:gd name="T7" fmla="*/ 4 h 5"/>
                <a:gd name="T8" fmla="*/ 4 w 8"/>
                <a:gd name="T9" fmla="*/ 4 h 5"/>
              </a:gdLst>
              <a:ahLst/>
              <a:cxnLst>
                <a:cxn ang="0">
                  <a:pos x="T0" y="T1"/>
                </a:cxn>
                <a:cxn ang="0">
                  <a:pos x="T2" y="T3"/>
                </a:cxn>
                <a:cxn ang="0">
                  <a:pos x="T4" y="T5"/>
                </a:cxn>
                <a:cxn ang="0">
                  <a:pos x="T6" y="T7"/>
                </a:cxn>
                <a:cxn ang="0">
                  <a:pos x="T8" y="T9"/>
                </a:cxn>
              </a:cxnLst>
              <a:rect l="0" t="0" r="r" b="b"/>
              <a:pathLst>
                <a:path w="8" h="5">
                  <a:moveTo>
                    <a:pt x="4" y="4"/>
                  </a:moveTo>
                  <a:cubicBezTo>
                    <a:pt x="6" y="3"/>
                    <a:pt x="7" y="1"/>
                    <a:pt x="8" y="1"/>
                  </a:cubicBezTo>
                  <a:cubicBezTo>
                    <a:pt x="8" y="0"/>
                    <a:pt x="6" y="0"/>
                    <a:pt x="3" y="2"/>
                  </a:cubicBezTo>
                  <a:cubicBezTo>
                    <a:pt x="2" y="2"/>
                    <a:pt x="0" y="4"/>
                    <a:pt x="0" y="4"/>
                  </a:cubicBezTo>
                  <a:cubicBezTo>
                    <a:pt x="0" y="5"/>
                    <a:pt x="2" y="4"/>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31" name="Freeform 2838"/>
            <p:cNvSpPr/>
            <p:nvPr/>
          </p:nvSpPr>
          <p:spPr bwMode="auto">
            <a:xfrm>
              <a:off x="9487204" y="8764365"/>
              <a:ext cx="26988" cy="14288"/>
            </a:xfrm>
            <a:custGeom>
              <a:avLst/>
              <a:gdLst>
                <a:gd name="T0" fmla="*/ 5 w 10"/>
                <a:gd name="T1" fmla="*/ 4 h 5"/>
                <a:gd name="T2" fmla="*/ 10 w 10"/>
                <a:gd name="T3" fmla="*/ 0 h 5"/>
                <a:gd name="T4" fmla="*/ 4 w 10"/>
                <a:gd name="T5" fmla="*/ 1 h 5"/>
                <a:gd name="T6" fmla="*/ 1 w 10"/>
                <a:gd name="T7" fmla="*/ 4 h 5"/>
                <a:gd name="T8" fmla="*/ 5 w 10"/>
                <a:gd name="T9" fmla="*/ 4 h 5"/>
              </a:gdLst>
              <a:ahLst/>
              <a:cxnLst>
                <a:cxn ang="0">
                  <a:pos x="T0" y="T1"/>
                </a:cxn>
                <a:cxn ang="0">
                  <a:pos x="T2" y="T3"/>
                </a:cxn>
                <a:cxn ang="0">
                  <a:pos x="T4" y="T5"/>
                </a:cxn>
                <a:cxn ang="0">
                  <a:pos x="T6" y="T7"/>
                </a:cxn>
                <a:cxn ang="0">
                  <a:pos x="T8" y="T9"/>
                </a:cxn>
              </a:cxnLst>
              <a:rect l="0" t="0" r="r" b="b"/>
              <a:pathLst>
                <a:path w="10" h="5">
                  <a:moveTo>
                    <a:pt x="5" y="4"/>
                  </a:moveTo>
                  <a:cubicBezTo>
                    <a:pt x="7" y="3"/>
                    <a:pt x="8" y="1"/>
                    <a:pt x="10" y="0"/>
                  </a:cubicBezTo>
                  <a:cubicBezTo>
                    <a:pt x="7" y="0"/>
                    <a:pt x="6" y="0"/>
                    <a:pt x="4" y="1"/>
                  </a:cubicBezTo>
                  <a:cubicBezTo>
                    <a:pt x="3" y="2"/>
                    <a:pt x="1" y="3"/>
                    <a:pt x="1" y="4"/>
                  </a:cubicBezTo>
                  <a:cubicBezTo>
                    <a:pt x="0" y="5"/>
                    <a:pt x="3" y="5"/>
                    <a:pt x="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32" name="Freeform 2839"/>
            <p:cNvSpPr/>
            <p:nvPr/>
          </p:nvSpPr>
          <p:spPr bwMode="auto">
            <a:xfrm>
              <a:off x="9276066" y="8862790"/>
              <a:ext cx="26988" cy="15875"/>
            </a:xfrm>
            <a:custGeom>
              <a:avLst/>
              <a:gdLst>
                <a:gd name="T0" fmla="*/ 1 w 10"/>
                <a:gd name="T1" fmla="*/ 5 h 6"/>
                <a:gd name="T2" fmla="*/ 6 w 10"/>
                <a:gd name="T3" fmla="*/ 4 h 6"/>
                <a:gd name="T4" fmla="*/ 10 w 10"/>
                <a:gd name="T5" fmla="*/ 0 h 6"/>
                <a:gd name="T6" fmla="*/ 4 w 10"/>
                <a:gd name="T7" fmla="*/ 2 h 6"/>
                <a:gd name="T8" fmla="*/ 1 w 10"/>
                <a:gd name="T9" fmla="*/ 5 h 6"/>
              </a:gdLst>
              <a:ahLst/>
              <a:cxnLst>
                <a:cxn ang="0">
                  <a:pos x="T0" y="T1"/>
                </a:cxn>
                <a:cxn ang="0">
                  <a:pos x="T2" y="T3"/>
                </a:cxn>
                <a:cxn ang="0">
                  <a:pos x="T4" y="T5"/>
                </a:cxn>
                <a:cxn ang="0">
                  <a:pos x="T6" y="T7"/>
                </a:cxn>
                <a:cxn ang="0">
                  <a:pos x="T8" y="T9"/>
                </a:cxn>
              </a:cxnLst>
              <a:rect l="0" t="0" r="r" b="b"/>
              <a:pathLst>
                <a:path w="10" h="6">
                  <a:moveTo>
                    <a:pt x="1" y="5"/>
                  </a:moveTo>
                  <a:cubicBezTo>
                    <a:pt x="2" y="6"/>
                    <a:pt x="4" y="6"/>
                    <a:pt x="6" y="4"/>
                  </a:cubicBezTo>
                  <a:cubicBezTo>
                    <a:pt x="7" y="3"/>
                    <a:pt x="8" y="2"/>
                    <a:pt x="10" y="0"/>
                  </a:cubicBezTo>
                  <a:cubicBezTo>
                    <a:pt x="7" y="1"/>
                    <a:pt x="6" y="1"/>
                    <a:pt x="4" y="2"/>
                  </a:cubicBezTo>
                  <a:cubicBezTo>
                    <a:pt x="1" y="3"/>
                    <a:pt x="0" y="5"/>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33" name="Freeform 2840"/>
            <p:cNvSpPr/>
            <p:nvPr/>
          </p:nvSpPr>
          <p:spPr bwMode="auto">
            <a:xfrm>
              <a:off x="9066516" y="8958040"/>
              <a:ext cx="23813" cy="12700"/>
            </a:xfrm>
            <a:custGeom>
              <a:avLst/>
              <a:gdLst>
                <a:gd name="T0" fmla="*/ 4 w 9"/>
                <a:gd name="T1" fmla="*/ 4 h 5"/>
                <a:gd name="T2" fmla="*/ 9 w 9"/>
                <a:gd name="T3" fmla="*/ 1 h 5"/>
                <a:gd name="T4" fmla="*/ 4 w 9"/>
                <a:gd name="T5" fmla="*/ 1 h 5"/>
                <a:gd name="T6" fmla="*/ 0 w 9"/>
                <a:gd name="T7" fmla="*/ 4 h 5"/>
                <a:gd name="T8" fmla="*/ 4 w 9"/>
                <a:gd name="T9" fmla="*/ 4 h 5"/>
              </a:gdLst>
              <a:ahLst/>
              <a:cxnLst>
                <a:cxn ang="0">
                  <a:pos x="T0" y="T1"/>
                </a:cxn>
                <a:cxn ang="0">
                  <a:pos x="T2" y="T3"/>
                </a:cxn>
                <a:cxn ang="0">
                  <a:pos x="T4" y="T5"/>
                </a:cxn>
                <a:cxn ang="0">
                  <a:pos x="T6" y="T7"/>
                </a:cxn>
                <a:cxn ang="0">
                  <a:pos x="T8" y="T9"/>
                </a:cxn>
              </a:cxnLst>
              <a:rect l="0" t="0" r="r" b="b"/>
              <a:pathLst>
                <a:path w="9" h="5">
                  <a:moveTo>
                    <a:pt x="4" y="4"/>
                  </a:moveTo>
                  <a:cubicBezTo>
                    <a:pt x="6" y="3"/>
                    <a:pt x="7" y="2"/>
                    <a:pt x="9" y="1"/>
                  </a:cubicBezTo>
                  <a:cubicBezTo>
                    <a:pt x="7" y="1"/>
                    <a:pt x="6" y="0"/>
                    <a:pt x="4" y="1"/>
                  </a:cubicBezTo>
                  <a:cubicBezTo>
                    <a:pt x="2" y="1"/>
                    <a:pt x="0" y="3"/>
                    <a:pt x="0" y="4"/>
                  </a:cubicBezTo>
                  <a:cubicBezTo>
                    <a:pt x="0" y="5"/>
                    <a:pt x="2" y="5"/>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34" name="Freeform 2841"/>
            <p:cNvSpPr/>
            <p:nvPr/>
          </p:nvSpPr>
          <p:spPr bwMode="auto">
            <a:xfrm>
              <a:off x="8855379" y="9045353"/>
              <a:ext cx="20638" cy="9525"/>
            </a:xfrm>
            <a:custGeom>
              <a:avLst/>
              <a:gdLst>
                <a:gd name="T0" fmla="*/ 5 w 8"/>
                <a:gd name="T1" fmla="*/ 4 h 4"/>
                <a:gd name="T2" fmla="*/ 8 w 8"/>
                <a:gd name="T3" fmla="*/ 1 h 4"/>
                <a:gd name="T4" fmla="*/ 2 w 8"/>
                <a:gd name="T5" fmla="*/ 1 h 4"/>
                <a:gd name="T6" fmla="*/ 0 w 8"/>
                <a:gd name="T7" fmla="*/ 4 h 4"/>
                <a:gd name="T8" fmla="*/ 5 w 8"/>
                <a:gd name="T9" fmla="*/ 4 h 4"/>
              </a:gdLst>
              <a:ahLst/>
              <a:cxnLst>
                <a:cxn ang="0">
                  <a:pos x="T0" y="T1"/>
                </a:cxn>
                <a:cxn ang="0">
                  <a:pos x="T2" y="T3"/>
                </a:cxn>
                <a:cxn ang="0">
                  <a:pos x="T4" y="T5"/>
                </a:cxn>
                <a:cxn ang="0">
                  <a:pos x="T6" y="T7"/>
                </a:cxn>
                <a:cxn ang="0">
                  <a:pos x="T8" y="T9"/>
                </a:cxn>
              </a:cxnLst>
              <a:rect l="0" t="0" r="r" b="b"/>
              <a:pathLst>
                <a:path w="8" h="4">
                  <a:moveTo>
                    <a:pt x="5" y="4"/>
                  </a:moveTo>
                  <a:cubicBezTo>
                    <a:pt x="6" y="3"/>
                    <a:pt x="8" y="1"/>
                    <a:pt x="8" y="1"/>
                  </a:cubicBezTo>
                  <a:cubicBezTo>
                    <a:pt x="8" y="0"/>
                    <a:pt x="4" y="0"/>
                    <a:pt x="2" y="1"/>
                  </a:cubicBezTo>
                  <a:cubicBezTo>
                    <a:pt x="1" y="2"/>
                    <a:pt x="0" y="3"/>
                    <a:pt x="0" y="4"/>
                  </a:cubicBezTo>
                  <a:cubicBezTo>
                    <a:pt x="1" y="4"/>
                    <a:pt x="3" y="4"/>
                    <a:pt x="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35" name="Freeform 2842"/>
            <p:cNvSpPr/>
            <p:nvPr/>
          </p:nvSpPr>
          <p:spPr bwMode="auto">
            <a:xfrm>
              <a:off x="8642654" y="9119965"/>
              <a:ext cx="22225" cy="14288"/>
            </a:xfrm>
            <a:custGeom>
              <a:avLst/>
              <a:gdLst>
                <a:gd name="T0" fmla="*/ 8 w 8"/>
                <a:gd name="T1" fmla="*/ 1 h 5"/>
                <a:gd name="T2" fmla="*/ 2 w 8"/>
                <a:gd name="T3" fmla="*/ 1 h 5"/>
                <a:gd name="T4" fmla="*/ 0 w 8"/>
                <a:gd name="T5" fmla="*/ 4 h 5"/>
                <a:gd name="T6" fmla="*/ 5 w 8"/>
                <a:gd name="T7" fmla="*/ 5 h 5"/>
                <a:gd name="T8" fmla="*/ 8 w 8"/>
                <a:gd name="T9" fmla="*/ 1 h 5"/>
              </a:gdLst>
              <a:ahLst/>
              <a:cxnLst>
                <a:cxn ang="0">
                  <a:pos x="T0" y="T1"/>
                </a:cxn>
                <a:cxn ang="0">
                  <a:pos x="T2" y="T3"/>
                </a:cxn>
                <a:cxn ang="0">
                  <a:pos x="T4" y="T5"/>
                </a:cxn>
                <a:cxn ang="0">
                  <a:pos x="T6" y="T7"/>
                </a:cxn>
                <a:cxn ang="0">
                  <a:pos x="T8" y="T9"/>
                </a:cxn>
              </a:cxnLst>
              <a:rect l="0" t="0" r="r" b="b"/>
              <a:pathLst>
                <a:path w="8" h="5">
                  <a:moveTo>
                    <a:pt x="8" y="1"/>
                  </a:moveTo>
                  <a:cubicBezTo>
                    <a:pt x="8" y="0"/>
                    <a:pt x="4" y="0"/>
                    <a:pt x="2" y="1"/>
                  </a:cubicBezTo>
                  <a:cubicBezTo>
                    <a:pt x="1" y="2"/>
                    <a:pt x="0" y="3"/>
                    <a:pt x="0" y="4"/>
                  </a:cubicBezTo>
                  <a:cubicBezTo>
                    <a:pt x="1" y="4"/>
                    <a:pt x="3" y="4"/>
                    <a:pt x="5" y="5"/>
                  </a:cubicBezTo>
                  <a:cubicBezTo>
                    <a:pt x="6" y="3"/>
                    <a:pt x="7" y="2"/>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36" name="Freeform 2843"/>
            <p:cNvSpPr/>
            <p:nvPr/>
          </p:nvSpPr>
          <p:spPr bwMode="auto">
            <a:xfrm>
              <a:off x="8431516" y="9185053"/>
              <a:ext cx="22225" cy="14288"/>
            </a:xfrm>
            <a:custGeom>
              <a:avLst/>
              <a:gdLst>
                <a:gd name="T0" fmla="*/ 4 w 8"/>
                <a:gd name="T1" fmla="*/ 5 h 5"/>
                <a:gd name="T2" fmla="*/ 7 w 8"/>
                <a:gd name="T3" fmla="*/ 2 h 5"/>
                <a:gd name="T4" fmla="*/ 3 w 8"/>
                <a:gd name="T5" fmla="*/ 1 h 5"/>
                <a:gd name="T6" fmla="*/ 0 w 8"/>
                <a:gd name="T7" fmla="*/ 4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5" y="3"/>
                    <a:pt x="7" y="3"/>
                    <a:pt x="7" y="2"/>
                  </a:cubicBezTo>
                  <a:cubicBezTo>
                    <a:pt x="8" y="1"/>
                    <a:pt x="5" y="0"/>
                    <a:pt x="3" y="1"/>
                  </a:cubicBezTo>
                  <a:cubicBezTo>
                    <a:pt x="1" y="2"/>
                    <a:pt x="0" y="3"/>
                    <a:pt x="0" y="4"/>
                  </a:cubicBezTo>
                  <a:cubicBezTo>
                    <a:pt x="0" y="4"/>
                    <a:pt x="2" y="4"/>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37" name="Freeform 2844"/>
            <p:cNvSpPr/>
            <p:nvPr/>
          </p:nvSpPr>
          <p:spPr bwMode="auto">
            <a:xfrm>
              <a:off x="8217204" y="9240615"/>
              <a:ext cx="23813" cy="11113"/>
            </a:xfrm>
            <a:custGeom>
              <a:avLst/>
              <a:gdLst>
                <a:gd name="T0" fmla="*/ 4 w 9"/>
                <a:gd name="T1" fmla="*/ 4 h 4"/>
                <a:gd name="T2" fmla="*/ 8 w 9"/>
                <a:gd name="T3" fmla="*/ 2 h 4"/>
                <a:gd name="T4" fmla="*/ 3 w 9"/>
                <a:gd name="T5" fmla="*/ 1 h 4"/>
                <a:gd name="T6" fmla="*/ 0 w 9"/>
                <a:gd name="T7" fmla="*/ 3 h 4"/>
                <a:gd name="T8" fmla="*/ 4 w 9"/>
                <a:gd name="T9" fmla="*/ 4 h 4"/>
              </a:gdLst>
              <a:ahLst/>
              <a:cxnLst>
                <a:cxn ang="0">
                  <a:pos x="T0" y="T1"/>
                </a:cxn>
                <a:cxn ang="0">
                  <a:pos x="T2" y="T3"/>
                </a:cxn>
                <a:cxn ang="0">
                  <a:pos x="T4" y="T5"/>
                </a:cxn>
                <a:cxn ang="0">
                  <a:pos x="T6" y="T7"/>
                </a:cxn>
                <a:cxn ang="0">
                  <a:pos x="T8" y="T9"/>
                </a:cxn>
              </a:cxnLst>
              <a:rect l="0" t="0" r="r" b="b"/>
              <a:pathLst>
                <a:path w="9" h="4">
                  <a:moveTo>
                    <a:pt x="4" y="4"/>
                  </a:moveTo>
                  <a:cubicBezTo>
                    <a:pt x="6" y="3"/>
                    <a:pt x="8" y="2"/>
                    <a:pt x="8" y="2"/>
                  </a:cubicBezTo>
                  <a:cubicBezTo>
                    <a:pt x="9" y="1"/>
                    <a:pt x="6" y="0"/>
                    <a:pt x="3" y="1"/>
                  </a:cubicBezTo>
                  <a:cubicBezTo>
                    <a:pt x="2" y="1"/>
                    <a:pt x="0" y="2"/>
                    <a:pt x="0" y="3"/>
                  </a:cubicBezTo>
                  <a:cubicBezTo>
                    <a:pt x="0" y="4"/>
                    <a:pt x="2" y="4"/>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38" name="Freeform 2845"/>
            <p:cNvSpPr/>
            <p:nvPr/>
          </p:nvSpPr>
          <p:spPr bwMode="auto">
            <a:xfrm>
              <a:off x="8006066" y="9280303"/>
              <a:ext cx="20638" cy="7938"/>
            </a:xfrm>
            <a:custGeom>
              <a:avLst/>
              <a:gdLst>
                <a:gd name="T0" fmla="*/ 0 w 8"/>
                <a:gd name="T1" fmla="*/ 2 h 3"/>
                <a:gd name="T2" fmla="*/ 4 w 8"/>
                <a:gd name="T3" fmla="*/ 3 h 3"/>
                <a:gd name="T4" fmla="*/ 8 w 8"/>
                <a:gd name="T5" fmla="*/ 1 h 3"/>
                <a:gd name="T6" fmla="*/ 2 w 8"/>
                <a:gd name="T7" fmla="*/ 1 h 3"/>
                <a:gd name="T8" fmla="*/ 0 w 8"/>
                <a:gd name="T9" fmla="*/ 2 h 3"/>
              </a:gdLst>
              <a:ahLst/>
              <a:cxnLst>
                <a:cxn ang="0">
                  <a:pos x="T0" y="T1"/>
                </a:cxn>
                <a:cxn ang="0">
                  <a:pos x="T2" y="T3"/>
                </a:cxn>
                <a:cxn ang="0">
                  <a:pos x="T4" y="T5"/>
                </a:cxn>
                <a:cxn ang="0">
                  <a:pos x="T6" y="T7"/>
                </a:cxn>
                <a:cxn ang="0">
                  <a:pos x="T8" y="T9"/>
                </a:cxn>
              </a:cxnLst>
              <a:rect l="0" t="0" r="r" b="b"/>
              <a:pathLst>
                <a:path w="8" h="3">
                  <a:moveTo>
                    <a:pt x="0" y="2"/>
                  </a:moveTo>
                  <a:cubicBezTo>
                    <a:pt x="0" y="3"/>
                    <a:pt x="2" y="3"/>
                    <a:pt x="4" y="3"/>
                  </a:cubicBezTo>
                  <a:cubicBezTo>
                    <a:pt x="6" y="2"/>
                    <a:pt x="7" y="2"/>
                    <a:pt x="8" y="1"/>
                  </a:cubicBezTo>
                  <a:cubicBezTo>
                    <a:pt x="8" y="0"/>
                    <a:pt x="4" y="0"/>
                    <a:pt x="2" y="1"/>
                  </a:cubicBezTo>
                  <a:cubicBezTo>
                    <a:pt x="1" y="1"/>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39" name="Freeform 2846"/>
            <p:cNvSpPr/>
            <p:nvPr/>
          </p:nvSpPr>
          <p:spPr bwMode="auto">
            <a:xfrm>
              <a:off x="7791754" y="9305703"/>
              <a:ext cx="20638" cy="11113"/>
            </a:xfrm>
            <a:custGeom>
              <a:avLst/>
              <a:gdLst>
                <a:gd name="T0" fmla="*/ 8 w 8"/>
                <a:gd name="T1" fmla="*/ 1 h 4"/>
                <a:gd name="T2" fmla="*/ 3 w 8"/>
                <a:gd name="T3" fmla="*/ 0 h 4"/>
                <a:gd name="T4" fmla="*/ 0 w 8"/>
                <a:gd name="T5" fmla="*/ 2 h 4"/>
                <a:gd name="T6" fmla="*/ 4 w 8"/>
                <a:gd name="T7" fmla="*/ 4 h 4"/>
                <a:gd name="T8" fmla="*/ 8 w 8"/>
                <a:gd name="T9" fmla="*/ 1 h 4"/>
              </a:gdLst>
              <a:ahLst/>
              <a:cxnLst>
                <a:cxn ang="0">
                  <a:pos x="T0" y="T1"/>
                </a:cxn>
                <a:cxn ang="0">
                  <a:pos x="T2" y="T3"/>
                </a:cxn>
                <a:cxn ang="0">
                  <a:pos x="T4" y="T5"/>
                </a:cxn>
                <a:cxn ang="0">
                  <a:pos x="T6" y="T7"/>
                </a:cxn>
                <a:cxn ang="0">
                  <a:pos x="T8" y="T9"/>
                </a:cxn>
              </a:cxnLst>
              <a:rect l="0" t="0" r="r" b="b"/>
              <a:pathLst>
                <a:path w="8" h="4">
                  <a:moveTo>
                    <a:pt x="8" y="1"/>
                  </a:moveTo>
                  <a:cubicBezTo>
                    <a:pt x="8" y="1"/>
                    <a:pt x="5" y="0"/>
                    <a:pt x="3" y="0"/>
                  </a:cubicBezTo>
                  <a:cubicBezTo>
                    <a:pt x="2" y="1"/>
                    <a:pt x="0" y="2"/>
                    <a:pt x="0" y="2"/>
                  </a:cubicBezTo>
                  <a:cubicBezTo>
                    <a:pt x="0" y="3"/>
                    <a:pt x="2" y="3"/>
                    <a:pt x="4" y="4"/>
                  </a:cubicBezTo>
                  <a:cubicBezTo>
                    <a:pt x="6" y="3"/>
                    <a:pt x="7" y="2"/>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40" name="Freeform 2847"/>
            <p:cNvSpPr/>
            <p:nvPr/>
          </p:nvSpPr>
          <p:spPr bwMode="auto">
            <a:xfrm>
              <a:off x="7579029" y="9332690"/>
              <a:ext cx="22225" cy="11113"/>
            </a:xfrm>
            <a:custGeom>
              <a:avLst/>
              <a:gdLst>
                <a:gd name="T0" fmla="*/ 2 w 8"/>
                <a:gd name="T1" fmla="*/ 4 h 4"/>
                <a:gd name="T2" fmla="*/ 7 w 8"/>
                <a:gd name="T3" fmla="*/ 2 h 4"/>
                <a:gd name="T4" fmla="*/ 3 w 8"/>
                <a:gd name="T5" fmla="*/ 0 h 4"/>
                <a:gd name="T6" fmla="*/ 0 w 8"/>
                <a:gd name="T7" fmla="*/ 3 h 4"/>
                <a:gd name="T8" fmla="*/ 2 w 8"/>
                <a:gd name="T9" fmla="*/ 4 h 4"/>
              </a:gdLst>
              <a:ahLst/>
              <a:cxnLst>
                <a:cxn ang="0">
                  <a:pos x="T0" y="T1"/>
                </a:cxn>
                <a:cxn ang="0">
                  <a:pos x="T2" y="T3"/>
                </a:cxn>
                <a:cxn ang="0">
                  <a:pos x="T4" y="T5"/>
                </a:cxn>
                <a:cxn ang="0">
                  <a:pos x="T6" y="T7"/>
                </a:cxn>
                <a:cxn ang="0">
                  <a:pos x="T8" y="T9"/>
                </a:cxn>
              </a:cxnLst>
              <a:rect l="0" t="0" r="r" b="b"/>
              <a:pathLst>
                <a:path w="8" h="4">
                  <a:moveTo>
                    <a:pt x="2" y="4"/>
                  </a:moveTo>
                  <a:cubicBezTo>
                    <a:pt x="4" y="4"/>
                    <a:pt x="8" y="2"/>
                    <a:pt x="7" y="2"/>
                  </a:cubicBezTo>
                  <a:cubicBezTo>
                    <a:pt x="7" y="1"/>
                    <a:pt x="5" y="1"/>
                    <a:pt x="3" y="0"/>
                  </a:cubicBezTo>
                  <a:cubicBezTo>
                    <a:pt x="1" y="1"/>
                    <a:pt x="0" y="2"/>
                    <a:pt x="0" y="3"/>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41" name="Freeform 2848"/>
            <p:cNvSpPr/>
            <p:nvPr/>
          </p:nvSpPr>
          <p:spPr bwMode="auto">
            <a:xfrm>
              <a:off x="7364716" y="9375553"/>
              <a:ext cx="23813" cy="14288"/>
            </a:xfrm>
            <a:custGeom>
              <a:avLst/>
              <a:gdLst>
                <a:gd name="T0" fmla="*/ 0 w 9"/>
                <a:gd name="T1" fmla="*/ 3 h 5"/>
                <a:gd name="T2" fmla="*/ 4 w 9"/>
                <a:gd name="T3" fmla="*/ 4 h 5"/>
                <a:gd name="T4" fmla="*/ 9 w 9"/>
                <a:gd name="T5" fmla="*/ 1 h 5"/>
                <a:gd name="T6" fmla="*/ 4 w 9"/>
                <a:gd name="T7" fmla="*/ 0 h 5"/>
                <a:gd name="T8" fmla="*/ 0 w 9"/>
                <a:gd name="T9" fmla="*/ 3 h 5"/>
              </a:gdLst>
              <a:ahLst/>
              <a:cxnLst>
                <a:cxn ang="0">
                  <a:pos x="T0" y="T1"/>
                </a:cxn>
                <a:cxn ang="0">
                  <a:pos x="T2" y="T3"/>
                </a:cxn>
                <a:cxn ang="0">
                  <a:pos x="T4" y="T5"/>
                </a:cxn>
                <a:cxn ang="0">
                  <a:pos x="T6" y="T7"/>
                </a:cxn>
                <a:cxn ang="0">
                  <a:pos x="T8" y="T9"/>
                </a:cxn>
              </a:cxnLst>
              <a:rect l="0" t="0" r="r" b="b"/>
              <a:pathLst>
                <a:path w="9" h="5">
                  <a:moveTo>
                    <a:pt x="0" y="3"/>
                  </a:moveTo>
                  <a:cubicBezTo>
                    <a:pt x="0" y="4"/>
                    <a:pt x="2" y="5"/>
                    <a:pt x="4" y="4"/>
                  </a:cubicBezTo>
                  <a:cubicBezTo>
                    <a:pt x="6" y="4"/>
                    <a:pt x="7" y="3"/>
                    <a:pt x="9" y="1"/>
                  </a:cubicBezTo>
                  <a:cubicBezTo>
                    <a:pt x="7" y="1"/>
                    <a:pt x="6" y="0"/>
                    <a:pt x="4" y="0"/>
                  </a:cubicBezTo>
                  <a:cubicBezTo>
                    <a:pt x="2"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42" name="Freeform 2849"/>
            <p:cNvSpPr/>
            <p:nvPr/>
          </p:nvSpPr>
          <p:spPr bwMode="auto">
            <a:xfrm>
              <a:off x="7150404" y="9432703"/>
              <a:ext cx="26988" cy="15875"/>
            </a:xfrm>
            <a:custGeom>
              <a:avLst/>
              <a:gdLst>
                <a:gd name="T0" fmla="*/ 5 w 10"/>
                <a:gd name="T1" fmla="*/ 5 h 6"/>
                <a:gd name="T2" fmla="*/ 10 w 10"/>
                <a:gd name="T3" fmla="*/ 2 h 6"/>
                <a:gd name="T4" fmla="*/ 5 w 10"/>
                <a:gd name="T5" fmla="*/ 0 h 6"/>
                <a:gd name="T6" fmla="*/ 1 w 10"/>
                <a:gd name="T7" fmla="*/ 3 h 6"/>
                <a:gd name="T8" fmla="*/ 5 w 10"/>
                <a:gd name="T9" fmla="*/ 5 h 6"/>
              </a:gdLst>
              <a:ahLst/>
              <a:cxnLst>
                <a:cxn ang="0">
                  <a:pos x="T0" y="T1"/>
                </a:cxn>
                <a:cxn ang="0">
                  <a:pos x="T2" y="T3"/>
                </a:cxn>
                <a:cxn ang="0">
                  <a:pos x="T4" y="T5"/>
                </a:cxn>
                <a:cxn ang="0">
                  <a:pos x="T6" y="T7"/>
                </a:cxn>
                <a:cxn ang="0">
                  <a:pos x="T8" y="T9"/>
                </a:cxn>
              </a:cxnLst>
              <a:rect l="0" t="0" r="r" b="b"/>
              <a:pathLst>
                <a:path w="10" h="6">
                  <a:moveTo>
                    <a:pt x="5" y="5"/>
                  </a:moveTo>
                  <a:cubicBezTo>
                    <a:pt x="6" y="4"/>
                    <a:pt x="8" y="3"/>
                    <a:pt x="10" y="2"/>
                  </a:cubicBezTo>
                  <a:cubicBezTo>
                    <a:pt x="8" y="1"/>
                    <a:pt x="7" y="0"/>
                    <a:pt x="5" y="0"/>
                  </a:cubicBezTo>
                  <a:cubicBezTo>
                    <a:pt x="3" y="0"/>
                    <a:pt x="1" y="2"/>
                    <a:pt x="1" y="3"/>
                  </a:cubicBezTo>
                  <a:cubicBezTo>
                    <a:pt x="0" y="5"/>
                    <a:pt x="3" y="6"/>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43" name="Freeform 2850"/>
            <p:cNvSpPr/>
            <p:nvPr/>
          </p:nvSpPr>
          <p:spPr bwMode="auto">
            <a:xfrm>
              <a:off x="6940854" y="9500965"/>
              <a:ext cx="22225" cy="22225"/>
            </a:xfrm>
            <a:custGeom>
              <a:avLst/>
              <a:gdLst>
                <a:gd name="T0" fmla="*/ 4 w 8"/>
                <a:gd name="T1" fmla="*/ 8 h 8"/>
                <a:gd name="T2" fmla="*/ 7 w 8"/>
                <a:gd name="T3" fmla="*/ 3 h 8"/>
                <a:gd name="T4" fmla="*/ 3 w 8"/>
                <a:gd name="T5" fmla="*/ 1 h 8"/>
                <a:gd name="T6" fmla="*/ 0 w 8"/>
                <a:gd name="T7" fmla="*/ 5 h 8"/>
                <a:gd name="T8" fmla="*/ 4 w 8"/>
                <a:gd name="T9" fmla="*/ 8 h 8"/>
              </a:gdLst>
              <a:ahLst/>
              <a:cxnLst>
                <a:cxn ang="0">
                  <a:pos x="T0" y="T1"/>
                </a:cxn>
                <a:cxn ang="0">
                  <a:pos x="T2" y="T3"/>
                </a:cxn>
                <a:cxn ang="0">
                  <a:pos x="T4" y="T5"/>
                </a:cxn>
                <a:cxn ang="0">
                  <a:pos x="T6" y="T7"/>
                </a:cxn>
                <a:cxn ang="0">
                  <a:pos x="T8" y="T9"/>
                </a:cxn>
              </a:cxnLst>
              <a:rect l="0" t="0" r="r" b="b"/>
              <a:pathLst>
                <a:path w="8" h="8">
                  <a:moveTo>
                    <a:pt x="4" y="8"/>
                  </a:moveTo>
                  <a:cubicBezTo>
                    <a:pt x="6" y="5"/>
                    <a:pt x="7" y="4"/>
                    <a:pt x="7" y="3"/>
                  </a:cubicBezTo>
                  <a:cubicBezTo>
                    <a:pt x="8" y="1"/>
                    <a:pt x="5" y="0"/>
                    <a:pt x="3" y="1"/>
                  </a:cubicBezTo>
                  <a:cubicBezTo>
                    <a:pt x="1" y="2"/>
                    <a:pt x="0" y="4"/>
                    <a:pt x="0" y="5"/>
                  </a:cubicBezTo>
                  <a:cubicBezTo>
                    <a:pt x="0" y="6"/>
                    <a:pt x="2" y="7"/>
                    <a:pt x="4"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44" name="Freeform 2851"/>
            <p:cNvSpPr/>
            <p:nvPr/>
          </p:nvSpPr>
          <p:spPr bwMode="auto">
            <a:xfrm>
              <a:off x="6726541" y="9581928"/>
              <a:ext cx="26988" cy="22225"/>
            </a:xfrm>
            <a:custGeom>
              <a:avLst/>
              <a:gdLst>
                <a:gd name="T0" fmla="*/ 6 w 10"/>
                <a:gd name="T1" fmla="*/ 7 h 8"/>
                <a:gd name="T2" fmla="*/ 10 w 10"/>
                <a:gd name="T3" fmla="*/ 1 h 8"/>
                <a:gd name="T4" fmla="*/ 4 w 10"/>
                <a:gd name="T5" fmla="*/ 0 h 8"/>
                <a:gd name="T6" fmla="*/ 1 w 10"/>
                <a:gd name="T7" fmla="*/ 6 h 8"/>
                <a:gd name="T8" fmla="*/ 6 w 10"/>
                <a:gd name="T9" fmla="*/ 7 h 8"/>
              </a:gdLst>
              <a:ahLst/>
              <a:cxnLst>
                <a:cxn ang="0">
                  <a:pos x="T0" y="T1"/>
                </a:cxn>
                <a:cxn ang="0">
                  <a:pos x="T2" y="T3"/>
                </a:cxn>
                <a:cxn ang="0">
                  <a:pos x="T4" y="T5"/>
                </a:cxn>
                <a:cxn ang="0">
                  <a:pos x="T6" y="T7"/>
                </a:cxn>
                <a:cxn ang="0">
                  <a:pos x="T8" y="T9"/>
                </a:cxn>
              </a:cxnLst>
              <a:rect l="0" t="0" r="r" b="b"/>
              <a:pathLst>
                <a:path w="10" h="8">
                  <a:moveTo>
                    <a:pt x="6" y="7"/>
                  </a:moveTo>
                  <a:cubicBezTo>
                    <a:pt x="7" y="5"/>
                    <a:pt x="8" y="4"/>
                    <a:pt x="10" y="1"/>
                  </a:cubicBezTo>
                  <a:cubicBezTo>
                    <a:pt x="8" y="1"/>
                    <a:pt x="6" y="0"/>
                    <a:pt x="4" y="0"/>
                  </a:cubicBezTo>
                  <a:cubicBezTo>
                    <a:pt x="2" y="1"/>
                    <a:pt x="0" y="4"/>
                    <a:pt x="1" y="6"/>
                  </a:cubicBezTo>
                  <a:cubicBezTo>
                    <a:pt x="2" y="8"/>
                    <a:pt x="4" y="8"/>
                    <a:pt x="6"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45" name="Freeform 2852"/>
            <p:cNvSpPr/>
            <p:nvPr/>
          </p:nvSpPr>
          <p:spPr bwMode="auto">
            <a:xfrm>
              <a:off x="6518579" y="9666065"/>
              <a:ext cx="23813" cy="26988"/>
            </a:xfrm>
            <a:custGeom>
              <a:avLst/>
              <a:gdLst>
                <a:gd name="T0" fmla="*/ 4 w 9"/>
                <a:gd name="T1" fmla="*/ 10 h 10"/>
                <a:gd name="T2" fmla="*/ 8 w 9"/>
                <a:gd name="T3" fmla="*/ 3 h 10"/>
                <a:gd name="T4" fmla="*/ 3 w 9"/>
                <a:gd name="T5" fmla="*/ 0 h 10"/>
                <a:gd name="T6" fmla="*/ 0 w 9"/>
                <a:gd name="T7" fmla="*/ 7 h 10"/>
                <a:gd name="T8" fmla="*/ 4 w 9"/>
                <a:gd name="T9" fmla="*/ 10 h 10"/>
              </a:gdLst>
              <a:ahLst/>
              <a:cxnLst>
                <a:cxn ang="0">
                  <a:pos x="T0" y="T1"/>
                </a:cxn>
                <a:cxn ang="0">
                  <a:pos x="T2" y="T3"/>
                </a:cxn>
                <a:cxn ang="0">
                  <a:pos x="T4" y="T5"/>
                </a:cxn>
                <a:cxn ang="0">
                  <a:pos x="T6" y="T7"/>
                </a:cxn>
                <a:cxn ang="0">
                  <a:pos x="T8" y="T9"/>
                </a:cxn>
              </a:cxnLst>
              <a:rect l="0" t="0" r="r" b="b"/>
              <a:pathLst>
                <a:path w="9" h="10">
                  <a:moveTo>
                    <a:pt x="4" y="10"/>
                  </a:moveTo>
                  <a:cubicBezTo>
                    <a:pt x="7" y="9"/>
                    <a:pt x="9" y="5"/>
                    <a:pt x="8" y="3"/>
                  </a:cubicBezTo>
                  <a:cubicBezTo>
                    <a:pt x="7" y="2"/>
                    <a:pt x="5" y="2"/>
                    <a:pt x="3" y="0"/>
                  </a:cubicBezTo>
                  <a:cubicBezTo>
                    <a:pt x="2" y="3"/>
                    <a:pt x="0" y="6"/>
                    <a:pt x="0" y="7"/>
                  </a:cubicBezTo>
                  <a:cubicBezTo>
                    <a:pt x="1" y="9"/>
                    <a:pt x="3" y="10"/>
                    <a:pt x="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46" name="Freeform 2853"/>
            <p:cNvSpPr/>
            <p:nvPr/>
          </p:nvSpPr>
          <p:spPr bwMode="auto">
            <a:xfrm>
              <a:off x="6309029" y="9758140"/>
              <a:ext cx="22225" cy="33338"/>
            </a:xfrm>
            <a:custGeom>
              <a:avLst/>
              <a:gdLst>
                <a:gd name="T0" fmla="*/ 3 w 8"/>
                <a:gd name="T1" fmla="*/ 11 h 12"/>
                <a:gd name="T2" fmla="*/ 7 w 8"/>
                <a:gd name="T3" fmla="*/ 5 h 12"/>
                <a:gd name="T4" fmla="*/ 3 w 8"/>
                <a:gd name="T5" fmla="*/ 0 h 12"/>
                <a:gd name="T6" fmla="*/ 0 w 8"/>
                <a:gd name="T7" fmla="*/ 7 h 12"/>
                <a:gd name="T8" fmla="*/ 3 w 8"/>
                <a:gd name="T9" fmla="*/ 11 h 12"/>
              </a:gdLst>
              <a:ahLst/>
              <a:cxnLst>
                <a:cxn ang="0">
                  <a:pos x="T0" y="T1"/>
                </a:cxn>
                <a:cxn ang="0">
                  <a:pos x="T2" y="T3"/>
                </a:cxn>
                <a:cxn ang="0">
                  <a:pos x="T4" y="T5"/>
                </a:cxn>
                <a:cxn ang="0">
                  <a:pos x="T6" y="T7"/>
                </a:cxn>
                <a:cxn ang="0">
                  <a:pos x="T8" y="T9"/>
                </a:cxn>
              </a:cxnLst>
              <a:rect l="0" t="0" r="r" b="b"/>
              <a:pathLst>
                <a:path w="8" h="12">
                  <a:moveTo>
                    <a:pt x="3" y="11"/>
                  </a:moveTo>
                  <a:cubicBezTo>
                    <a:pt x="5" y="12"/>
                    <a:pt x="8" y="7"/>
                    <a:pt x="7" y="5"/>
                  </a:cubicBezTo>
                  <a:cubicBezTo>
                    <a:pt x="7" y="3"/>
                    <a:pt x="5" y="2"/>
                    <a:pt x="3" y="0"/>
                  </a:cubicBezTo>
                  <a:cubicBezTo>
                    <a:pt x="2" y="3"/>
                    <a:pt x="0" y="5"/>
                    <a:pt x="0" y="7"/>
                  </a:cubicBezTo>
                  <a:cubicBezTo>
                    <a:pt x="0" y="9"/>
                    <a:pt x="1" y="11"/>
                    <a:pt x="3"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47" name="Freeform 2854"/>
            <p:cNvSpPr/>
            <p:nvPr/>
          </p:nvSpPr>
          <p:spPr bwMode="auto">
            <a:xfrm>
              <a:off x="6094716" y="9859740"/>
              <a:ext cx="26988" cy="31750"/>
            </a:xfrm>
            <a:custGeom>
              <a:avLst/>
              <a:gdLst>
                <a:gd name="T0" fmla="*/ 6 w 10"/>
                <a:gd name="T1" fmla="*/ 10 h 12"/>
                <a:gd name="T2" fmla="*/ 10 w 10"/>
                <a:gd name="T3" fmla="*/ 2 h 12"/>
                <a:gd name="T4" fmla="*/ 4 w 10"/>
                <a:gd name="T5" fmla="*/ 0 h 12"/>
                <a:gd name="T6" fmla="*/ 1 w 10"/>
                <a:gd name="T7" fmla="*/ 8 h 12"/>
                <a:gd name="T8" fmla="*/ 6 w 10"/>
                <a:gd name="T9" fmla="*/ 10 h 12"/>
              </a:gdLst>
              <a:ahLst/>
              <a:cxnLst>
                <a:cxn ang="0">
                  <a:pos x="T0" y="T1"/>
                </a:cxn>
                <a:cxn ang="0">
                  <a:pos x="T2" y="T3"/>
                </a:cxn>
                <a:cxn ang="0">
                  <a:pos x="T4" y="T5"/>
                </a:cxn>
                <a:cxn ang="0">
                  <a:pos x="T6" y="T7"/>
                </a:cxn>
                <a:cxn ang="0">
                  <a:pos x="T8" y="T9"/>
                </a:cxn>
              </a:cxnLst>
              <a:rect l="0" t="0" r="r" b="b"/>
              <a:pathLst>
                <a:path w="10" h="12">
                  <a:moveTo>
                    <a:pt x="6" y="10"/>
                  </a:moveTo>
                  <a:cubicBezTo>
                    <a:pt x="8" y="8"/>
                    <a:pt x="8" y="5"/>
                    <a:pt x="10" y="2"/>
                  </a:cubicBezTo>
                  <a:cubicBezTo>
                    <a:pt x="8" y="1"/>
                    <a:pt x="6" y="0"/>
                    <a:pt x="4" y="0"/>
                  </a:cubicBezTo>
                  <a:cubicBezTo>
                    <a:pt x="2" y="0"/>
                    <a:pt x="0" y="5"/>
                    <a:pt x="1" y="8"/>
                  </a:cubicBezTo>
                  <a:cubicBezTo>
                    <a:pt x="2" y="11"/>
                    <a:pt x="4" y="12"/>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48" name="Freeform 2855"/>
            <p:cNvSpPr/>
            <p:nvPr/>
          </p:nvSpPr>
          <p:spPr bwMode="auto">
            <a:xfrm>
              <a:off x="5885166" y="9951815"/>
              <a:ext cx="25400" cy="34925"/>
            </a:xfrm>
            <a:custGeom>
              <a:avLst/>
              <a:gdLst>
                <a:gd name="T0" fmla="*/ 1 w 9"/>
                <a:gd name="T1" fmla="*/ 10 h 13"/>
                <a:gd name="T2" fmla="*/ 6 w 9"/>
                <a:gd name="T3" fmla="*/ 11 h 13"/>
                <a:gd name="T4" fmla="*/ 9 w 9"/>
                <a:gd name="T5" fmla="*/ 3 h 13"/>
                <a:gd name="T6" fmla="*/ 3 w 9"/>
                <a:gd name="T7" fmla="*/ 1 h 13"/>
                <a:gd name="T8" fmla="*/ 1 w 9"/>
                <a:gd name="T9" fmla="*/ 10 h 13"/>
              </a:gdLst>
              <a:ahLst/>
              <a:cxnLst>
                <a:cxn ang="0">
                  <a:pos x="T0" y="T1"/>
                </a:cxn>
                <a:cxn ang="0">
                  <a:pos x="T2" y="T3"/>
                </a:cxn>
                <a:cxn ang="0">
                  <a:pos x="T4" y="T5"/>
                </a:cxn>
                <a:cxn ang="0">
                  <a:pos x="T6" y="T7"/>
                </a:cxn>
                <a:cxn ang="0">
                  <a:pos x="T8" y="T9"/>
                </a:cxn>
              </a:cxnLst>
              <a:rect l="0" t="0" r="r" b="b"/>
              <a:pathLst>
                <a:path w="9" h="13">
                  <a:moveTo>
                    <a:pt x="1" y="10"/>
                  </a:moveTo>
                  <a:cubicBezTo>
                    <a:pt x="2" y="12"/>
                    <a:pt x="4" y="13"/>
                    <a:pt x="6" y="11"/>
                  </a:cubicBezTo>
                  <a:cubicBezTo>
                    <a:pt x="7" y="9"/>
                    <a:pt x="8" y="6"/>
                    <a:pt x="9" y="3"/>
                  </a:cubicBezTo>
                  <a:cubicBezTo>
                    <a:pt x="7" y="2"/>
                    <a:pt x="5" y="0"/>
                    <a:pt x="3" y="1"/>
                  </a:cubicBezTo>
                  <a:cubicBezTo>
                    <a:pt x="1" y="1"/>
                    <a:pt x="0" y="6"/>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49" name="Freeform 2856"/>
            <p:cNvSpPr/>
            <p:nvPr/>
          </p:nvSpPr>
          <p:spPr bwMode="auto">
            <a:xfrm>
              <a:off x="5674029" y="10035953"/>
              <a:ext cx="23813" cy="38100"/>
            </a:xfrm>
            <a:custGeom>
              <a:avLst/>
              <a:gdLst>
                <a:gd name="T0" fmla="*/ 4 w 9"/>
                <a:gd name="T1" fmla="*/ 14 h 14"/>
                <a:gd name="T2" fmla="*/ 8 w 9"/>
                <a:gd name="T3" fmla="*/ 6 h 14"/>
                <a:gd name="T4" fmla="*/ 3 w 9"/>
                <a:gd name="T5" fmla="*/ 0 h 14"/>
                <a:gd name="T6" fmla="*/ 1 w 9"/>
                <a:gd name="T7" fmla="*/ 9 h 14"/>
                <a:gd name="T8" fmla="*/ 4 w 9"/>
                <a:gd name="T9" fmla="*/ 14 h 14"/>
              </a:gdLst>
              <a:ahLst/>
              <a:cxnLst>
                <a:cxn ang="0">
                  <a:pos x="T0" y="T1"/>
                </a:cxn>
                <a:cxn ang="0">
                  <a:pos x="T2" y="T3"/>
                </a:cxn>
                <a:cxn ang="0">
                  <a:pos x="T4" y="T5"/>
                </a:cxn>
                <a:cxn ang="0">
                  <a:pos x="T6" y="T7"/>
                </a:cxn>
                <a:cxn ang="0">
                  <a:pos x="T8" y="T9"/>
                </a:cxn>
              </a:cxnLst>
              <a:rect l="0" t="0" r="r" b="b"/>
              <a:pathLst>
                <a:path w="9" h="14">
                  <a:moveTo>
                    <a:pt x="4" y="14"/>
                  </a:moveTo>
                  <a:cubicBezTo>
                    <a:pt x="7" y="14"/>
                    <a:pt x="9" y="9"/>
                    <a:pt x="8" y="6"/>
                  </a:cubicBezTo>
                  <a:cubicBezTo>
                    <a:pt x="7" y="4"/>
                    <a:pt x="6" y="3"/>
                    <a:pt x="3" y="0"/>
                  </a:cubicBezTo>
                  <a:cubicBezTo>
                    <a:pt x="2" y="4"/>
                    <a:pt x="0" y="7"/>
                    <a:pt x="1" y="9"/>
                  </a:cubicBezTo>
                  <a:cubicBezTo>
                    <a:pt x="1" y="11"/>
                    <a:pt x="3" y="14"/>
                    <a:pt x="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50" name="Freeform 2857"/>
            <p:cNvSpPr/>
            <p:nvPr/>
          </p:nvSpPr>
          <p:spPr bwMode="auto">
            <a:xfrm>
              <a:off x="5483529" y="10323290"/>
              <a:ext cx="30163" cy="15875"/>
            </a:xfrm>
            <a:custGeom>
              <a:avLst/>
              <a:gdLst>
                <a:gd name="T0" fmla="*/ 6 w 11"/>
                <a:gd name="T1" fmla="*/ 5 h 6"/>
                <a:gd name="T2" fmla="*/ 10 w 11"/>
                <a:gd name="T3" fmla="*/ 2 h 6"/>
                <a:gd name="T4" fmla="*/ 5 w 11"/>
                <a:gd name="T5" fmla="*/ 1 h 6"/>
                <a:gd name="T6" fmla="*/ 0 w 11"/>
                <a:gd name="T7" fmla="*/ 5 h 6"/>
                <a:gd name="T8" fmla="*/ 6 w 11"/>
                <a:gd name="T9" fmla="*/ 5 h 6"/>
              </a:gdLst>
              <a:ahLst/>
              <a:cxnLst>
                <a:cxn ang="0">
                  <a:pos x="T0" y="T1"/>
                </a:cxn>
                <a:cxn ang="0">
                  <a:pos x="T2" y="T3"/>
                </a:cxn>
                <a:cxn ang="0">
                  <a:pos x="T4" y="T5"/>
                </a:cxn>
                <a:cxn ang="0">
                  <a:pos x="T6" y="T7"/>
                </a:cxn>
                <a:cxn ang="0">
                  <a:pos x="T8" y="T9"/>
                </a:cxn>
              </a:cxnLst>
              <a:rect l="0" t="0" r="r" b="b"/>
              <a:pathLst>
                <a:path w="11" h="6">
                  <a:moveTo>
                    <a:pt x="6" y="5"/>
                  </a:moveTo>
                  <a:cubicBezTo>
                    <a:pt x="7" y="5"/>
                    <a:pt x="9" y="3"/>
                    <a:pt x="10" y="2"/>
                  </a:cubicBezTo>
                  <a:cubicBezTo>
                    <a:pt x="11" y="0"/>
                    <a:pt x="8" y="0"/>
                    <a:pt x="5" y="1"/>
                  </a:cubicBezTo>
                  <a:cubicBezTo>
                    <a:pt x="4" y="1"/>
                    <a:pt x="2" y="3"/>
                    <a:pt x="0" y="5"/>
                  </a:cubicBezTo>
                  <a:cubicBezTo>
                    <a:pt x="2" y="5"/>
                    <a:pt x="4" y="6"/>
                    <a:pt x="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51" name="Freeform 2858"/>
            <p:cNvSpPr/>
            <p:nvPr/>
          </p:nvSpPr>
          <p:spPr bwMode="auto">
            <a:xfrm>
              <a:off x="5697841" y="10242328"/>
              <a:ext cx="30163" cy="15875"/>
            </a:xfrm>
            <a:custGeom>
              <a:avLst/>
              <a:gdLst>
                <a:gd name="T0" fmla="*/ 1 w 11"/>
                <a:gd name="T1" fmla="*/ 5 h 6"/>
                <a:gd name="T2" fmla="*/ 4 w 11"/>
                <a:gd name="T3" fmla="*/ 5 h 6"/>
                <a:gd name="T4" fmla="*/ 11 w 11"/>
                <a:gd name="T5" fmla="*/ 0 h 6"/>
                <a:gd name="T6" fmla="*/ 4 w 11"/>
                <a:gd name="T7" fmla="*/ 1 h 6"/>
                <a:gd name="T8" fmla="*/ 1 w 11"/>
                <a:gd name="T9" fmla="*/ 5 h 6"/>
              </a:gdLst>
              <a:ahLst/>
              <a:cxnLst>
                <a:cxn ang="0">
                  <a:pos x="T0" y="T1"/>
                </a:cxn>
                <a:cxn ang="0">
                  <a:pos x="T2" y="T3"/>
                </a:cxn>
                <a:cxn ang="0">
                  <a:pos x="T4" y="T5"/>
                </a:cxn>
                <a:cxn ang="0">
                  <a:pos x="T6" y="T7"/>
                </a:cxn>
                <a:cxn ang="0">
                  <a:pos x="T8" y="T9"/>
                </a:cxn>
              </a:cxnLst>
              <a:rect l="0" t="0" r="r" b="b"/>
              <a:pathLst>
                <a:path w="11" h="6">
                  <a:moveTo>
                    <a:pt x="1" y="5"/>
                  </a:moveTo>
                  <a:cubicBezTo>
                    <a:pt x="1" y="5"/>
                    <a:pt x="3" y="6"/>
                    <a:pt x="4" y="5"/>
                  </a:cubicBezTo>
                  <a:cubicBezTo>
                    <a:pt x="6" y="4"/>
                    <a:pt x="8" y="3"/>
                    <a:pt x="11" y="0"/>
                  </a:cubicBezTo>
                  <a:cubicBezTo>
                    <a:pt x="8" y="1"/>
                    <a:pt x="6" y="1"/>
                    <a:pt x="4" y="1"/>
                  </a:cubicBezTo>
                  <a:cubicBezTo>
                    <a:pt x="2" y="2"/>
                    <a:pt x="0" y="4"/>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52" name="Freeform 2859"/>
            <p:cNvSpPr/>
            <p:nvPr/>
          </p:nvSpPr>
          <p:spPr bwMode="auto">
            <a:xfrm>
              <a:off x="5910566" y="10150253"/>
              <a:ext cx="23813" cy="15875"/>
            </a:xfrm>
            <a:custGeom>
              <a:avLst/>
              <a:gdLst>
                <a:gd name="T0" fmla="*/ 6 w 9"/>
                <a:gd name="T1" fmla="*/ 4 h 6"/>
                <a:gd name="T2" fmla="*/ 9 w 9"/>
                <a:gd name="T3" fmla="*/ 0 h 6"/>
                <a:gd name="T4" fmla="*/ 3 w 9"/>
                <a:gd name="T5" fmla="*/ 0 h 6"/>
                <a:gd name="T6" fmla="*/ 0 w 9"/>
                <a:gd name="T7" fmla="*/ 4 h 6"/>
                <a:gd name="T8" fmla="*/ 6 w 9"/>
                <a:gd name="T9" fmla="*/ 4 h 6"/>
              </a:gdLst>
              <a:ahLst/>
              <a:cxnLst>
                <a:cxn ang="0">
                  <a:pos x="T0" y="T1"/>
                </a:cxn>
                <a:cxn ang="0">
                  <a:pos x="T2" y="T3"/>
                </a:cxn>
                <a:cxn ang="0">
                  <a:pos x="T4" y="T5"/>
                </a:cxn>
                <a:cxn ang="0">
                  <a:pos x="T6" y="T7"/>
                </a:cxn>
                <a:cxn ang="0">
                  <a:pos x="T8" y="T9"/>
                </a:cxn>
              </a:cxnLst>
              <a:rect l="0" t="0" r="r" b="b"/>
              <a:pathLst>
                <a:path w="9" h="6">
                  <a:moveTo>
                    <a:pt x="6" y="4"/>
                  </a:moveTo>
                  <a:cubicBezTo>
                    <a:pt x="7" y="3"/>
                    <a:pt x="9" y="1"/>
                    <a:pt x="9" y="0"/>
                  </a:cubicBezTo>
                  <a:cubicBezTo>
                    <a:pt x="8" y="0"/>
                    <a:pt x="6" y="0"/>
                    <a:pt x="3" y="0"/>
                  </a:cubicBezTo>
                  <a:cubicBezTo>
                    <a:pt x="2" y="2"/>
                    <a:pt x="0" y="3"/>
                    <a:pt x="0" y="4"/>
                  </a:cubicBezTo>
                  <a:cubicBezTo>
                    <a:pt x="0" y="6"/>
                    <a:pt x="3" y="5"/>
                    <a:pt x="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53" name="Freeform 2860"/>
            <p:cNvSpPr/>
            <p:nvPr/>
          </p:nvSpPr>
          <p:spPr bwMode="auto">
            <a:xfrm>
              <a:off x="6121704" y="10043890"/>
              <a:ext cx="23813" cy="15875"/>
            </a:xfrm>
            <a:custGeom>
              <a:avLst/>
              <a:gdLst>
                <a:gd name="T0" fmla="*/ 4 w 9"/>
                <a:gd name="T1" fmla="*/ 5 h 6"/>
                <a:gd name="T2" fmla="*/ 9 w 9"/>
                <a:gd name="T3" fmla="*/ 1 h 6"/>
                <a:gd name="T4" fmla="*/ 2 w 9"/>
                <a:gd name="T5" fmla="*/ 2 h 6"/>
                <a:gd name="T6" fmla="*/ 0 w 9"/>
                <a:gd name="T7" fmla="*/ 6 h 6"/>
                <a:gd name="T8" fmla="*/ 4 w 9"/>
                <a:gd name="T9" fmla="*/ 5 h 6"/>
              </a:gdLst>
              <a:ahLst/>
              <a:cxnLst>
                <a:cxn ang="0">
                  <a:pos x="T0" y="T1"/>
                </a:cxn>
                <a:cxn ang="0">
                  <a:pos x="T2" y="T3"/>
                </a:cxn>
                <a:cxn ang="0">
                  <a:pos x="T4" y="T5"/>
                </a:cxn>
                <a:cxn ang="0">
                  <a:pos x="T6" y="T7"/>
                </a:cxn>
                <a:cxn ang="0">
                  <a:pos x="T8" y="T9"/>
                </a:cxn>
              </a:cxnLst>
              <a:rect l="0" t="0" r="r" b="b"/>
              <a:pathLst>
                <a:path w="9" h="6">
                  <a:moveTo>
                    <a:pt x="4" y="5"/>
                  </a:moveTo>
                  <a:cubicBezTo>
                    <a:pt x="6" y="4"/>
                    <a:pt x="8" y="2"/>
                    <a:pt x="9" y="1"/>
                  </a:cubicBezTo>
                  <a:cubicBezTo>
                    <a:pt x="8" y="0"/>
                    <a:pt x="4" y="1"/>
                    <a:pt x="2" y="2"/>
                  </a:cubicBezTo>
                  <a:cubicBezTo>
                    <a:pt x="1" y="3"/>
                    <a:pt x="0" y="5"/>
                    <a:pt x="0" y="6"/>
                  </a:cubicBezTo>
                  <a:cubicBezTo>
                    <a:pt x="1" y="6"/>
                    <a:pt x="4" y="6"/>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54" name="Freeform 2861"/>
            <p:cNvSpPr/>
            <p:nvPr/>
          </p:nvSpPr>
          <p:spPr bwMode="auto">
            <a:xfrm>
              <a:off x="6331254" y="9934353"/>
              <a:ext cx="23813" cy="17463"/>
            </a:xfrm>
            <a:custGeom>
              <a:avLst/>
              <a:gdLst>
                <a:gd name="T0" fmla="*/ 5 w 9"/>
                <a:gd name="T1" fmla="*/ 5 h 6"/>
                <a:gd name="T2" fmla="*/ 9 w 9"/>
                <a:gd name="T3" fmla="*/ 1 h 6"/>
                <a:gd name="T4" fmla="*/ 3 w 9"/>
                <a:gd name="T5" fmla="*/ 2 h 6"/>
                <a:gd name="T6" fmla="*/ 1 w 9"/>
                <a:gd name="T7" fmla="*/ 6 h 6"/>
                <a:gd name="T8" fmla="*/ 5 w 9"/>
                <a:gd name="T9" fmla="*/ 5 h 6"/>
              </a:gdLst>
              <a:ahLst/>
              <a:cxnLst>
                <a:cxn ang="0">
                  <a:pos x="T0" y="T1"/>
                </a:cxn>
                <a:cxn ang="0">
                  <a:pos x="T2" y="T3"/>
                </a:cxn>
                <a:cxn ang="0">
                  <a:pos x="T4" y="T5"/>
                </a:cxn>
                <a:cxn ang="0">
                  <a:pos x="T6" y="T7"/>
                </a:cxn>
                <a:cxn ang="0">
                  <a:pos x="T8" y="T9"/>
                </a:cxn>
              </a:cxnLst>
              <a:rect l="0" t="0" r="r" b="b"/>
              <a:pathLst>
                <a:path w="9" h="6">
                  <a:moveTo>
                    <a:pt x="5" y="5"/>
                  </a:moveTo>
                  <a:cubicBezTo>
                    <a:pt x="7" y="4"/>
                    <a:pt x="8" y="2"/>
                    <a:pt x="9" y="1"/>
                  </a:cubicBezTo>
                  <a:cubicBezTo>
                    <a:pt x="8" y="0"/>
                    <a:pt x="5" y="1"/>
                    <a:pt x="3" y="2"/>
                  </a:cubicBezTo>
                  <a:cubicBezTo>
                    <a:pt x="2" y="3"/>
                    <a:pt x="0" y="5"/>
                    <a:pt x="1" y="6"/>
                  </a:cubicBezTo>
                  <a:cubicBezTo>
                    <a:pt x="1" y="6"/>
                    <a:pt x="4" y="6"/>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55" name="Freeform 2862"/>
            <p:cNvSpPr/>
            <p:nvPr/>
          </p:nvSpPr>
          <p:spPr bwMode="auto">
            <a:xfrm>
              <a:off x="6542391" y="9826403"/>
              <a:ext cx="26988" cy="15875"/>
            </a:xfrm>
            <a:custGeom>
              <a:avLst/>
              <a:gdLst>
                <a:gd name="T0" fmla="*/ 4 w 10"/>
                <a:gd name="T1" fmla="*/ 5 h 6"/>
                <a:gd name="T2" fmla="*/ 10 w 10"/>
                <a:gd name="T3" fmla="*/ 0 h 6"/>
                <a:gd name="T4" fmla="*/ 3 w 10"/>
                <a:gd name="T5" fmla="*/ 1 h 6"/>
                <a:gd name="T6" fmla="*/ 0 w 10"/>
                <a:gd name="T7" fmla="*/ 5 h 6"/>
                <a:gd name="T8" fmla="*/ 4 w 10"/>
                <a:gd name="T9" fmla="*/ 5 h 6"/>
              </a:gdLst>
              <a:ahLst/>
              <a:cxnLst>
                <a:cxn ang="0">
                  <a:pos x="T0" y="T1"/>
                </a:cxn>
                <a:cxn ang="0">
                  <a:pos x="T2" y="T3"/>
                </a:cxn>
                <a:cxn ang="0">
                  <a:pos x="T4" y="T5"/>
                </a:cxn>
                <a:cxn ang="0">
                  <a:pos x="T6" y="T7"/>
                </a:cxn>
                <a:cxn ang="0">
                  <a:pos x="T8" y="T9"/>
                </a:cxn>
              </a:cxnLst>
              <a:rect l="0" t="0" r="r" b="b"/>
              <a:pathLst>
                <a:path w="10" h="6">
                  <a:moveTo>
                    <a:pt x="4" y="5"/>
                  </a:moveTo>
                  <a:cubicBezTo>
                    <a:pt x="6" y="4"/>
                    <a:pt x="7" y="2"/>
                    <a:pt x="10" y="0"/>
                  </a:cubicBezTo>
                  <a:cubicBezTo>
                    <a:pt x="7" y="0"/>
                    <a:pt x="5" y="0"/>
                    <a:pt x="3" y="1"/>
                  </a:cubicBezTo>
                  <a:cubicBezTo>
                    <a:pt x="2" y="2"/>
                    <a:pt x="0" y="4"/>
                    <a:pt x="0" y="5"/>
                  </a:cubicBezTo>
                  <a:cubicBezTo>
                    <a:pt x="0" y="6"/>
                    <a:pt x="3" y="6"/>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56" name="Freeform 2863"/>
            <p:cNvSpPr/>
            <p:nvPr/>
          </p:nvSpPr>
          <p:spPr bwMode="auto">
            <a:xfrm>
              <a:off x="6751941" y="9718453"/>
              <a:ext cx="23813" cy="15875"/>
            </a:xfrm>
            <a:custGeom>
              <a:avLst/>
              <a:gdLst>
                <a:gd name="T0" fmla="*/ 1 w 9"/>
                <a:gd name="T1" fmla="*/ 5 h 6"/>
                <a:gd name="T2" fmla="*/ 5 w 9"/>
                <a:gd name="T3" fmla="*/ 5 h 6"/>
                <a:gd name="T4" fmla="*/ 9 w 9"/>
                <a:gd name="T5" fmla="*/ 1 h 6"/>
                <a:gd name="T6" fmla="*/ 3 w 9"/>
                <a:gd name="T7" fmla="*/ 2 h 6"/>
                <a:gd name="T8" fmla="*/ 1 w 9"/>
                <a:gd name="T9" fmla="*/ 5 h 6"/>
              </a:gdLst>
              <a:ahLst/>
              <a:cxnLst>
                <a:cxn ang="0">
                  <a:pos x="T0" y="T1"/>
                </a:cxn>
                <a:cxn ang="0">
                  <a:pos x="T2" y="T3"/>
                </a:cxn>
                <a:cxn ang="0">
                  <a:pos x="T4" y="T5"/>
                </a:cxn>
                <a:cxn ang="0">
                  <a:pos x="T6" y="T7"/>
                </a:cxn>
                <a:cxn ang="0">
                  <a:pos x="T8" y="T9"/>
                </a:cxn>
              </a:cxnLst>
              <a:rect l="0" t="0" r="r" b="b"/>
              <a:pathLst>
                <a:path w="9" h="6">
                  <a:moveTo>
                    <a:pt x="1" y="5"/>
                  </a:moveTo>
                  <a:cubicBezTo>
                    <a:pt x="1" y="6"/>
                    <a:pt x="4" y="6"/>
                    <a:pt x="5" y="5"/>
                  </a:cubicBezTo>
                  <a:cubicBezTo>
                    <a:pt x="7" y="4"/>
                    <a:pt x="8" y="2"/>
                    <a:pt x="9" y="1"/>
                  </a:cubicBezTo>
                  <a:cubicBezTo>
                    <a:pt x="8" y="0"/>
                    <a:pt x="5" y="0"/>
                    <a:pt x="3" y="2"/>
                  </a:cubicBezTo>
                  <a:cubicBezTo>
                    <a:pt x="1" y="3"/>
                    <a:pt x="0" y="5"/>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57" name="Freeform 2864"/>
            <p:cNvSpPr/>
            <p:nvPr/>
          </p:nvSpPr>
          <p:spPr bwMode="auto">
            <a:xfrm>
              <a:off x="6963079" y="9616853"/>
              <a:ext cx="22225" cy="14288"/>
            </a:xfrm>
            <a:custGeom>
              <a:avLst/>
              <a:gdLst>
                <a:gd name="T0" fmla="*/ 4 w 8"/>
                <a:gd name="T1" fmla="*/ 5 h 5"/>
                <a:gd name="T2" fmla="*/ 8 w 8"/>
                <a:gd name="T3" fmla="*/ 1 h 5"/>
                <a:gd name="T4" fmla="*/ 2 w 8"/>
                <a:gd name="T5" fmla="*/ 3 h 5"/>
                <a:gd name="T6" fmla="*/ 0 w 8"/>
                <a:gd name="T7" fmla="*/ 5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6" y="4"/>
                    <a:pt x="7" y="2"/>
                    <a:pt x="8" y="1"/>
                  </a:cubicBezTo>
                  <a:cubicBezTo>
                    <a:pt x="7" y="0"/>
                    <a:pt x="4" y="1"/>
                    <a:pt x="2" y="3"/>
                  </a:cubicBezTo>
                  <a:cubicBezTo>
                    <a:pt x="1" y="3"/>
                    <a:pt x="0" y="5"/>
                    <a:pt x="0" y="5"/>
                  </a:cubicBezTo>
                  <a:cubicBezTo>
                    <a:pt x="1" y="5"/>
                    <a:pt x="3" y="5"/>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58" name="Freeform 2865"/>
            <p:cNvSpPr/>
            <p:nvPr/>
          </p:nvSpPr>
          <p:spPr bwMode="auto">
            <a:xfrm>
              <a:off x="7172629" y="9532715"/>
              <a:ext cx="23813" cy="11113"/>
            </a:xfrm>
            <a:custGeom>
              <a:avLst/>
              <a:gdLst>
                <a:gd name="T0" fmla="*/ 1 w 9"/>
                <a:gd name="T1" fmla="*/ 4 h 4"/>
                <a:gd name="T2" fmla="*/ 5 w 9"/>
                <a:gd name="T3" fmla="*/ 3 h 4"/>
                <a:gd name="T4" fmla="*/ 9 w 9"/>
                <a:gd name="T5" fmla="*/ 0 h 4"/>
                <a:gd name="T6" fmla="*/ 3 w 9"/>
                <a:gd name="T7" fmla="*/ 1 h 4"/>
                <a:gd name="T8" fmla="*/ 1 w 9"/>
                <a:gd name="T9" fmla="*/ 4 h 4"/>
              </a:gdLst>
              <a:ahLst/>
              <a:cxnLst>
                <a:cxn ang="0">
                  <a:pos x="T0" y="T1"/>
                </a:cxn>
                <a:cxn ang="0">
                  <a:pos x="T2" y="T3"/>
                </a:cxn>
                <a:cxn ang="0">
                  <a:pos x="T4" y="T5"/>
                </a:cxn>
                <a:cxn ang="0">
                  <a:pos x="T6" y="T7"/>
                </a:cxn>
                <a:cxn ang="0">
                  <a:pos x="T8" y="T9"/>
                </a:cxn>
              </a:cxnLst>
              <a:rect l="0" t="0" r="r" b="b"/>
              <a:pathLst>
                <a:path w="9" h="4">
                  <a:moveTo>
                    <a:pt x="1" y="4"/>
                  </a:moveTo>
                  <a:cubicBezTo>
                    <a:pt x="1" y="4"/>
                    <a:pt x="4" y="4"/>
                    <a:pt x="5" y="3"/>
                  </a:cubicBezTo>
                  <a:cubicBezTo>
                    <a:pt x="7" y="2"/>
                    <a:pt x="8" y="1"/>
                    <a:pt x="9" y="0"/>
                  </a:cubicBezTo>
                  <a:cubicBezTo>
                    <a:pt x="8" y="0"/>
                    <a:pt x="5" y="0"/>
                    <a:pt x="3" y="1"/>
                  </a:cubicBezTo>
                  <a:cubicBezTo>
                    <a:pt x="2" y="2"/>
                    <a:pt x="0"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59" name="Freeform 2866"/>
            <p:cNvSpPr/>
            <p:nvPr/>
          </p:nvSpPr>
          <p:spPr bwMode="auto">
            <a:xfrm>
              <a:off x="7380591" y="9459690"/>
              <a:ext cx="30163" cy="11113"/>
            </a:xfrm>
            <a:custGeom>
              <a:avLst/>
              <a:gdLst>
                <a:gd name="T0" fmla="*/ 6 w 11"/>
                <a:gd name="T1" fmla="*/ 4 h 4"/>
                <a:gd name="T2" fmla="*/ 10 w 11"/>
                <a:gd name="T3" fmla="*/ 1 h 4"/>
                <a:gd name="T4" fmla="*/ 5 w 11"/>
                <a:gd name="T5" fmla="*/ 1 h 4"/>
                <a:gd name="T6" fmla="*/ 0 w 11"/>
                <a:gd name="T7" fmla="*/ 4 h 4"/>
                <a:gd name="T8" fmla="*/ 6 w 11"/>
                <a:gd name="T9" fmla="*/ 4 h 4"/>
              </a:gdLst>
              <a:ahLst/>
              <a:cxnLst>
                <a:cxn ang="0">
                  <a:pos x="T0" y="T1"/>
                </a:cxn>
                <a:cxn ang="0">
                  <a:pos x="T2" y="T3"/>
                </a:cxn>
                <a:cxn ang="0">
                  <a:pos x="T4" y="T5"/>
                </a:cxn>
                <a:cxn ang="0">
                  <a:pos x="T6" y="T7"/>
                </a:cxn>
                <a:cxn ang="0">
                  <a:pos x="T8" y="T9"/>
                </a:cxn>
              </a:cxnLst>
              <a:rect l="0" t="0" r="r" b="b"/>
              <a:pathLst>
                <a:path w="11" h="4">
                  <a:moveTo>
                    <a:pt x="6" y="4"/>
                  </a:moveTo>
                  <a:cubicBezTo>
                    <a:pt x="7" y="3"/>
                    <a:pt x="9" y="2"/>
                    <a:pt x="10" y="1"/>
                  </a:cubicBezTo>
                  <a:cubicBezTo>
                    <a:pt x="11" y="0"/>
                    <a:pt x="8" y="0"/>
                    <a:pt x="5" y="1"/>
                  </a:cubicBezTo>
                  <a:cubicBezTo>
                    <a:pt x="4" y="2"/>
                    <a:pt x="2" y="3"/>
                    <a:pt x="0" y="4"/>
                  </a:cubicBezTo>
                  <a:cubicBezTo>
                    <a:pt x="2" y="4"/>
                    <a:pt x="4" y="4"/>
                    <a:pt x="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60" name="Freeform 2867"/>
            <p:cNvSpPr/>
            <p:nvPr/>
          </p:nvSpPr>
          <p:spPr bwMode="auto">
            <a:xfrm>
              <a:off x="7598079" y="9408890"/>
              <a:ext cx="22225" cy="7938"/>
            </a:xfrm>
            <a:custGeom>
              <a:avLst/>
              <a:gdLst>
                <a:gd name="T0" fmla="*/ 0 w 8"/>
                <a:gd name="T1" fmla="*/ 3 h 3"/>
                <a:gd name="T2" fmla="*/ 4 w 8"/>
                <a:gd name="T3" fmla="*/ 3 h 3"/>
                <a:gd name="T4" fmla="*/ 8 w 8"/>
                <a:gd name="T5" fmla="*/ 1 h 3"/>
                <a:gd name="T6" fmla="*/ 2 w 8"/>
                <a:gd name="T7" fmla="*/ 1 h 3"/>
                <a:gd name="T8" fmla="*/ 0 w 8"/>
                <a:gd name="T9" fmla="*/ 3 h 3"/>
              </a:gdLst>
              <a:ahLst/>
              <a:cxnLst>
                <a:cxn ang="0">
                  <a:pos x="T0" y="T1"/>
                </a:cxn>
                <a:cxn ang="0">
                  <a:pos x="T2" y="T3"/>
                </a:cxn>
                <a:cxn ang="0">
                  <a:pos x="T4" y="T5"/>
                </a:cxn>
                <a:cxn ang="0">
                  <a:pos x="T6" y="T7"/>
                </a:cxn>
                <a:cxn ang="0">
                  <a:pos x="T8" y="T9"/>
                </a:cxn>
              </a:cxnLst>
              <a:rect l="0" t="0" r="r" b="b"/>
              <a:pathLst>
                <a:path w="8" h="3">
                  <a:moveTo>
                    <a:pt x="0" y="3"/>
                  </a:moveTo>
                  <a:cubicBezTo>
                    <a:pt x="0" y="3"/>
                    <a:pt x="3" y="3"/>
                    <a:pt x="4" y="3"/>
                  </a:cubicBezTo>
                  <a:cubicBezTo>
                    <a:pt x="6" y="2"/>
                    <a:pt x="7" y="1"/>
                    <a:pt x="8" y="1"/>
                  </a:cubicBezTo>
                  <a:cubicBezTo>
                    <a:pt x="7" y="0"/>
                    <a:pt x="4" y="0"/>
                    <a:pt x="2" y="1"/>
                  </a:cubicBezTo>
                  <a:cubicBezTo>
                    <a:pt x="1"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61" name="Freeform 2868"/>
            <p:cNvSpPr/>
            <p:nvPr/>
          </p:nvSpPr>
          <p:spPr bwMode="auto">
            <a:xfrm>
              <a:off x="7809216" y="9375553"/>
              <a:ext cx="30163" cy="7938"/>
            </a:xfrm>
            <a:custGeom>
              <a:avLst/>
              <a:gdLst>
                <a:gd name="T0" fmla="*/ 0 w 11"/>
                <a:gd name="T1" fmla="*/ 2 h 3"/>
                <a:gd name="T2" fmla="*/ 4 w 11"/>
                <a:gd name="T3" fmla="*/ 3 h 3"/>
                <a:gd name="T4" fmla="*/ 11 w 11"/>
                <a:gd name="T5" fmla="*/ 1 h 3"/>
                <a:gd name="T6" fmla="*/ 3 w 11"/>
                <a:gd name="T7" fmla="*/ 0 h 3"/>
                <a:gd name="T8" fmla="*/ 0 w 11"/>
                <a:gd name="T9" fmla="*/ 2 h 3"/>
              </a:gdLst>
              <a:ahLst/>
              <a:cxnLst>
                <a:cxn ang="0">
                  <a:pos x="T0" y="T1"/>
                </a:cxn>
                <a:cxn ang="0">
                  <a:pos x="T2" y="T3"/>
                </a:cxn>
                <a:cxn ang="0">
                  <a:pos x="T4" y="T5"/>
                </a:cxn>
                <a:cxn ang="0">
                  <a:pos x="T6" y="T7"/>
                </a:cxn>
                <a:cxn ang="0">
                  <a:pos x="T8" y="T9"/>
                </a:cxn>
              </a:cxnLst>
              <a:rect l="0" t="0" r="r" b="b"/>
              <a:pathLst>
                <a:path w="11" h="3">
                  <a:moveTo>
                    <a:pt x="0" y="2"/>
                  </a:moveTo>
                  <a:cubicBezTo>
                    <a:pt x="0" y="2"/>
                    <a:pt x="3" y="3"/>
                    <a:pt x="4" y="3"/>
                  </a:cubicBezTo>
                  <a:cubicBezTo>
                    <a:pt x="6" y="3"/>
                    <a:pt x="8" y="2"/>
                    <a:pt x="11" y="1"/>
                  </a:cubicBezTo>
                  <a:cubicBezTo>
                    <a:pt x="7" y="1"/>
                    <a:pt x="5" y="0"/>
                    <a:pt x="3" y="0"/>
                  </a:cubicBezTo>
                  <a:cubicBezTo>
                    <a:pt x="2" y="0"/>
                    <a:pt x="0" y="1"/>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62" name="Freeform 2869"/>
            <p:cNvSpPr/>
            <p:nvPr/>
          </p:nvSpPr>
          <p:spPr bwMode="auto">
            <a:xfrm>
              <a:off x="8021941" y="9351740"/>
              <a:ext cx="23813" cy="11113"/>
            </a:xfrm>
            <a:custGeom>
              <a:avLst/>
              <a:gdLst>
                <a:gd name="T0" fmla="*/ 5 w 9"/>
                <a:gd name="T1" fmla="*/ 4 h 4"/>
                <a:gd name="T2" fmla="*/ 9 w 9"/>
                <a:gd name="T3" fmla="*/ 2 h 4"/>
                <a:gd name="T4" fmla="*/ 5 w 9"/>
                <a:gd name="T5" fmla="*/ 0 h 4"/>
                <a:gd name="T6" fmla="*/ 1 w 9"/>
                <a:gd name="T7" fmla="*/ 3 h 4"/>
                <a:gd name="T8" fmla="*/ 5 w 9"/>
                <a:gd name="T9" fmla="*/ 4 h 4"/>
              </a:gdLst>
              <a:ahLst/>
              <a:cxnLst>
                <a:cxn ang="0">
                  <a:pos x="T0" y="T1"/>
                </a:cxn>
                <a:cxn ang="0">
                  <a:pos x="T2" y="T3"/>
                </a:cxn>
                <a:cxn ang="0">
                  <a:pos x="T4" y="T5"/>
                </a:cxn>
                <a:cxn ang="0">
                  <a:pos x="T6" y="T7"/>
                </a:cxn>
                <a:cxn ang="0">
                  <a:pos x="T8" y="T9"/>
                </a:cxn>
              </a:cxnLst>
              <a:rect l="0" t="0" r="r" b="b"/>
              <a:pathLst>
                <a:path w="9" h="4">
                  <a:moveTo>
                    <a:pt x="5" y="4"/>
                  </a:moveTo>
                  <a:cubicBezTo>
                    <a:pt x="7" y="4"/>
                    <a:pt x="9" y="3"/>
                    <a:pt x="9" y="2"/>
                  </a:cubicBezTo>
                  <a:cubicBezTo>
                    <a:pt x="9" y="2"/>
                    <a:pt x="7" y="1"/>
                    <a:pt x="5" y="0"/>
                  </a:cubicBezTo>
                  <a:cubicBezTo>
                    <a:pt x="3" y="2"/>
                    <a:pt x="1" y="2"/>
                    <a:pt x="1" y="3"/>
                  </a:cubicBezTo>
                  <a:cubicBezTo>
                    <a:pt x="0" y="4"/>
                    <a:pt x="3" y="4"/>
                    <a:pt x="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63" name="Freeform 2870"/>
            <p:cNvSpPr/>
            <p:nvPr/>
          </p:nvSpPr>
          <p:spPr bwMode="auto">
            <a:xfrm>
              <a:off x="8236254" y="9318403"/>
              <a:ext cx="23813" cy="11113"/>
            </a:xfrm>
            <a:custGeom>
              <a:avLst/>
              <a:gdLst>
                <a:gd name="T0" fmla="*/ 0 w 9"/>
                <a:gd name="T1" fmla="*/ 3 h 4"/>
                <a:gd name="T2" fmla="*/ 6 w 9"/>
                <a:gd name="T3" fmla="*/ 3 h 4"/>
                <a:gd name="T4" fmla="*/ 9 w 9"/>
                <a:gd name="T5" fmla="*/ 1 h 4"/>
                <a:gd name="T6" fmla="*/ 3 w 9"/>
                <a:gd name="T7" fmla="*/ 0 h 4"/>
                <a:gd name="T8" fmla="*/ 0 w 9"/>
                <a:gd name="T9" fmla="*/ 3 h 4"/>
              </a:gdLst>
              <a:ahLst/>
              <a:cxnLst>
                <a:cxn ang="0">
                  <a:pos x="T0" y="T1"/>
                </a:cxn>
                <a:cxn ang="0">
                  <a:pos x="T2" y="T3"/>
                </a:cxn>
                <a:cxn ang="0">
                  <a:pos x="T4" y="T5"/>
                </a:cxn>
                <a:cxn ang="0">
                  <a:pos x="T6" y="T7"/>
                </a:cxn>
                <a:cxn ang="0">
                  <a:pos x="T8" y="T9"/>
                </a:cxn>
              </a:cxnLst>
              <a:rect l="0" t="0" r="r" b="b"/>
              <a:pathLst>
                <a:path w="9" h="4">
                  <a:moveTo>
                    <a:pt x="0" y="3"/>
                  </a:moveTo>
                  <a:cubicBezTo>
                    <a:pt x="0" y="4"/>
                    <a:pt x="4" y="4"/>
                    <a:pt x="6" y="3"/>
                  </a:cubicBezTo>
                  <a:cubicBezTo>
                    <a:pt x="7" y="3"/>
                    <a:pt x="9" y="1"/>
                    <a:pt x="9" y="1"/>
                  </a:cubicBezTo>
                  <a:cubicBezTo>
                    <a:pt x="8" y="1"/>
                    <a:pt x="6" y="0"/>
                    <a:pt x="3" y="0"/>
                  </a:cubicBezTo>
                  <a:cubicBezTo>
                    <a:pt x="2"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64" name="Freeform 2871"/>
            <p:cNvSpPr/>
            <p:nvPr/>
          </p:nvSpPr>
          <p:spPr bwMode="auto">
            <a:xfrm>
              <a:off x="8450566" y="9272365"/>
              <a:ext cx="26988" cy="11113"/>
            </a:xfrm>
            <a:custGeom>
              <a:avLst/>
              <a:gdLst>
                <a:gd name="T0" fmla="*/ 0 w 10"/>
                <a:gd name="T1" fmla="*/ 3 h 4"/>
                <a:gd name="T2" fmla="*/ 3 w 10"/>
                <a:gd name="T3" fmla="*/ 4 h 4"/>
                <a:gd name="T4" fmla="*/ 10 w 10"/>
                <a:gd name="T5" fmla="*/ 0 h 4"/>
                <a:gd name="T6" fmla="*/ 3 w 10"/>
                <a:gd name="T7" fmla="*/ 1 h 4"/>
                <a:gd name="T8" fmla="*/ 0 w 10"/>
                <a:gd name="T9" fmla="*/ 3 h 4"/>
              </a:gdLst>
              <a:ahLst/>
              <a:cxnLst>
                <a:cxn ang="0">
                  <a:pos x="T0" y="T1"/>
                </a:cxn>
                <a:cxn ang="0">
                  <a:pos x="T2" y="T3"/>
                </a:cxn>
                <a:cxn ang="0">
                  <a:pos x="T4" y="T5"/>
                </a:cxn>
                <a:cxn ang="0">
                  <a:pos x="T6" y="T7"/>
                </a:cxn>
                <a:cxn ang="0">
                  <a:pos x="T8" y="T9"/>
                </a:cxn>
              </a:cxnLst>
              <a:rect l="0" t="0" r="r" b="b"/>
              <a:pathLst>
                <a:path w="10" h="4">
                  <a:moveTo>
                    <a:pt x="0" y="3"/>
                  </a:moveTo>
                  <a:cubicBezTo>
                    <a:pt x="0" y="3"/>
                    <a:pt x="2" y="4"/>
                    <a:pt x="3" y="4"/>
                  </a:cubicBezTo>
                  <a:cubicBezTo>
                    <a:pt x="5" y="3"/>
                    <a:pt x="7" y="2"/>
                    <a:pt x="10" y="0"/>
                  </a:cubicBezTo>
                  <a:cubicBezTo>
                    <a:pt x="7" y="0"/>
                    <a:pt x="5" y="0"/>
                    <a:pt x="3" y="1"/>
                  </a:cubicBezTo>
                  <a:cubicBezTo>
                    <a:pt x="2"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65" name="Freeform 2872"/>
            <p:cNvSpPr/>
            <p:nvPr/>
          </p:nvSpPr>
          <p:spPr bwMode="auto">
            <a:xfrm>
              <a:off x="8660116" y="9215215"/>
              <a:ext cx="23813" cy="11113"/>
            </a:xfrm>
            <a:custGeom>
              <a:avLst/>
              <a:gdLst>
                <a:gd name="T0" fmla="*/ 1 w 9"/>
                <a:gd name="T1" fmla="*/ 2 h 4"/>
                <a:gd name="T2" fmla="*/ 6 w 9"/>
                <a:gd name="T3" fmla="*/ 3 h 4"/>
                <a:gd name="T4" fmla="*/ 9 w 9"/>
                <a:gd name="T5" fmla="*/ 0 h 4"/>
                <a:gd name="T6" fmla="*/ 5 w 9"/>
                <a:gd name="T7" fmla="*/ 0 h 4"/>
                <a:gd name="T8" fmla="*/ 1 w 9"/>
                <a:gd name="T9" fmla="*/ 2 h 4"/>
              </a:gdLst>
              <a:ahLst/>
              <a:cxnLst>
                <a:cxn ang="0">
                  <a:pos x="T0" y="T1"/>
                </a:cxn>
                <a:cxn ang="0">
                  <a:pos x="T2" y="T3"/>
                </a:cxn>
                <a:cxn ang="0">
                  <a:pos x="T4" y="T5"/>
                </a:cxn>
                <a:cxn ang="0">
                  <a:pos x="T6" y="T7"/>
                </a:cxn>
                <a:cxn ang="0">
                  <a:pos x="T8" y="T9"/>
                </a:cxn>
              </a:cxnLst>
              <a:rect l="0" t="0" r="r" b="b"/>
              <a:pathLst>
                <a:path w="9" h="4">
                  <a:moveTo>
                    <a:pt x="1" y="2"/>
                  </a:moveTo>
                  <a:cubicBezTo>
                    <a:pt x="0" y="4"/>
                    <a:pt x="2" y="4"/>
                    <a:pt x="6" y="3"/>
                  </a:cubicBezTo>
                  <a:cubicBezTo>
                    <a:pt x="7" y="3"/>
                    <a:pt x="9" y="1"/>
                    <a:pt x="9" y="0"/>
                  </a:cubicBezTo>
                  <a:cubicBezTo>
                    <a:pt x="9" y="0"/>
                    <a:pt x="7" y="0"/>
                    <a:pt x="5" y="0"/>
                  </a:cubicBezTo>
                  <a:cubicBezTo>
                    <a:pt x="3" y="0"/>
                    <a:pt x="1"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66" name="Freeform 2873"/>
            <p:cNvSpPr/>
            <p:nvPr/>
          </p:nvSpPr>
          <p:spPr bwMode="auto">
            <a:xfrm>
              <a:off x="8868079" y="9142190"/>
              <a:ext cx="30163" cy="15875"/>
            </a:xfrm>
            <a:custGeom>
              <a:avLst/>
              <a:gdLst>
                <a:gd name="T0" fmla="*/ 6 w 11"/>
                <a:gd name="T1" fmla="*/ 5 h 6"/>
                <a:gd name="T2" fmla="*/ 10 w 11"/>
                <a:gd name="T3" fmla="*/ 2 h 6"/>
                <a:gd name="T4" fmla="*/ 6 w 11"/>
                <a:gd name="T5" fmla="*/ 1 h 6"/>
                <a:gd name="T6" fmla="*/ 0 w 11"/>
                <a:gd name="T7" fmla="*/ 5 h 6"/>
                <a:gd name="T8" fmla="*/ 6 w 11"/>
                <a:gd name="T9" fmla="*/ 5 h 6"/>
              </a:gdLst>
              <a:ahLst/>
              <a:cxnLst>
                <a:cxn ang="0">
                  <a:pos x="T0" y="T1"/>
                </a:cxn>
                <a:cxn ang="0">
                  <a:pos x="T2" y="T3"/>
                </a:cxn>
                <a:cxn ang="0">
                  <a:pos x="T4" y="T5"/>
                </a:cxn>
                <a:cxn ang="0">
                  <a:pos x="T6" y="T7"/>
                </a:cxn>
                <a:cxn ang="0">
                  <a:pos x="T8" y="T9"/>
                </a:cxn>
              </a:cxnLst>
              <a:rect l="0" t="0" r="r" b="b"/>
              <a:pathLst>
                <a:path w="11" h="6">
                  <a:moveTo>
                    <a:pt x="6" y="5"/>
                  </a:moveTo>
                  <a:cubicBezTo>
                    <a:pt x="7" y="5"/>
                    <a:pt x="10" y="3"/>
                    <a:pt x="10" y="2"/>
                  </a:cubicBezTo>
                  <a:cubicBezTo>
                    <a:pt x="11" y="1"/>
                    <a:pt x="8" y="0"/>
                    <a:pt x="6" y="1"/>
                  </a:cubicBezTo>
                  <a:cubicBezTo>
                    <a:pt x="4" y="2"/>
                    <a:pt x="3" y="3"/>
                    <a:pt x="0" y="5"/>
                  </a:cubicBezTo>
                  <a:cubicBezTo>
                    <a:pt x="3" y="5"/>
                    <a:pt x="4" y="6"/>
                    <a:pt x="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67" name="Freeform 2874"/>
            <p:cNvSpPr/>
            <p:nvPr/>
          </p:nvSpPr>
          <p:spPr bwMode="auto">
            <a:xfrm>
              <a:off x="9085566" y="9065990"/>
              <a:ext cx="22225" cy="17463"/>
            </a:xfrm>
            <a:custGeom>
              <a:avLst/>
              <a:gdLst>
                <a:gd name="T0" fmla="*/ 0 w 8"/>
                <a:gd name="T1" fmla="*/ 5 h 6"/>
                <a:gd name="T2" fmla="*/ 4 w 8"/>
                <a:gd name="T3" fmla="*/ 5 h 6"/>
                <a:gd name="T4" fmla="*/ 8 w 8"/>
                <a:gd name="T5" fmla="*/ 1 h 6"/>
                <a:gd name="T6" fmla="*/ 2 w 8"/>
                <a:gd name="T7" fmla="*/ 1 h 6"/>
                <a:gd name="T8" fmla="*/ 0 w 8"/>
                <a:gd name="T9" fmla="*/ 5 h 6"/>
              </a:gdLst>
              <a:ahLst/>
              <a:cxnLst>
                <a:cxn ang="0">
                  <a:pos x="T0" y="T1"/>
                </a:cxn>
                <a:cxn ang="0">
                  <a:pos x="T2" y="T3"/>
                </a:cxn>
                <a:cxn ang="0">
                  <a:pos x="T4" y="T5"/>
                </a:cxn>
                <a:cxn ang="0">
                  <a:pos x="T6" y="T7"/>
                </a:cxn>
                <a:cxn ang="0">
                  <a:pos x="T8" y="T9"/>
                </a:cxn>
              </a:cxnLst>
              <a:rect l="0" t="0" r="r" b="b"/>
              <a:pathLst>
                <a:path w="8" h="6">
                  <a:moveTo>
                    <a:pt x="0" y="5"/>
                  </a:moveTo>
                  <a:cubicBezTo>
                    <a:pt x="0" y="5"/>
                    <a:pt x="3" y="6"/>
                    <a:pt x="4" y="5"/>
                  </a:cubicBezTo>
                  <a:cubicBezTo>
                    <a:pt x="6" y="4"/>
                    <a:pt x="7" y="2"/>
                    <a:pt x="8" y="1"/>
                  </a:cubicBezTo>
                  <a:cubicBezTo>
                    <a:pt x="7" y="0"/>
                    <a:pt x="4" y="0"/>
                    <a:pt x="2" y="1"/>
                  </a:cubicBezTo>
                  <a:cubicBezTo>
                    <a:pt x="1" y="2"/>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68" name="Freeform 2875"/>
            <p:cNvSpPr/>
            <p:nvPr/>
          </p:nvSpPr>
          <p:spPr bwMode="auto">
            <a:xfrm>
              <a:off x="9295116" y="8977090"/>
              <a:ext cx="23813" cy="19050"/>
            </a:xfrm>
            <a:custGeom>
              <a:avLst/>
              <a:gdLst>
                <a:gd name="T0" fmla="*/ 1 w 9"/>
                <a:gd name="T1" fmla="*/ 6 h 7"/>
                <a:gd name="T2" fmla="*/ 5 w 9"/>
                <a:gd name="T3" fmla="*/ 7 h 7"/>
                <a:gd name="T4" fmla="*/ 9 w 9"/>
                <a:gd name="T5" fmla="*/ 2 h 7"/>
                <a:gd name="T6" fmla="*/ 3 w 9"/>
                <a:gd name="T7" fmla="*/ 2 h 7"/>
                <a:gd name="T8" fmla="*/ 1 w 9"/>
                <a:gd name="T9" fmla="*/ 6 h 7"/>
              </a:gdLst>
              <a:ahLst/>
              <a:cxnLst>
                <a:cxn ang="0">
                  <a:pos x="T0" y="T1"/>
                </a:cxn>
                <a:cxn ang="0">
                  <a:pos x="T2" y="T3"/>
                </a:cxn>
                <a:cxn ang="0">
                  <a:pos x="T4" y="T5"/>
                </a:cxn>
                <a:cxn ang="0">
                  <a:pos x="T6" y="T7"/>
                </a:cxn>
                <a:cxn ang="0">
                  <a:pos x="T8" y="T9"/>
                </a:cxn>
              </a:cxnLst>
              <a:rect l="0" t="0" r="r" b="b"/>
              <a:pathLst>
                <a:path w="9" h="7">
                  <a:moveTo>
                    <a:pt x="1" y="6"/>
                  </a:moveTo>
                  <a:cubicBezTo>
                    <a:pt x="1" y="7"/>
                    <a:pt x="4" y="7"/>
                    <a:pt x="5" y="7"/>
                  </a:cubicBezTo>
                  <a:cubicBezTo>
                    <a:pt x="7" y="5"/>
                    <a:pt x="8" y="4"/>
                    <a:pt x="9" y="2"/>
                  </a:cubicBezTo>
                  <a:cubicBezTo>
                    <a:pt x="8" y="0"/>
                    <a:pt x="5" y="1"/>
                    <a:pt x="3" y="2"/>
                  </a:cubicBezTo>
                  <a:cubicBezTo>
                    <a:pt x="2" y="3"/>
                    <a:pt x="0" y="5"/>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69" name="Freeform 2876"/>
            <p:cNvSpPr/>
            <p:nvPr/>
          </p:nvSpPr>
          <p:spPr bwMode="auto">
            <a:xfrm>
              <a:off x="9506254" y="8885015"/>
              <a:ext cx="30163" cy="19050"/>
            </a:xfrm>
            <a:custGeom>
              <a:avLst/>
              <a:gdLst>
                <a:gd name="T0" fmla="*/ 0 w 11"/>
                <a:gd name="T1" fmla="*/ 5 h 7"/>
                <a:gd name="T2" fmla="*/ 4 w 11"/>
                <a:gd name="T3" fmla="*/ 7 h 7"/>
                <a:gd name="T4" fmla="*/ 11 w 11"/>
                <a:gd name="T5" fmla="*/ 1 h 7"/>
                <a:gd name="T6" fmla="*/ 3 w 11"/>
                <a:gd name="T7" fmla="*/ 1 h 7"/>
                <a:gd name="T8" fmla="*/ 0 w 11"/>
                <a:gd name="T9" fmla="*/ 5 h 7"/>
              </a:gdLst>
              <a:ahLst/>
              <a:cxnLst>
                <a:cxn ang="0">
                  <a:pos x="T0" y="T1"/>
                </a:cxn>
                <a:cxn ang="0">
                  <a:pos x="T2" y="T3"/>
                </a:cxn>
                <a:cxn ang="0">
                  <a:pos x="T4" y="T5"/>
                </a:cxn>
                <a:cxn ang="0">
                  <a:pos x="T6" y="T7"/>
                </a:cxn>
                <a:cxn ang="0">
                  <a:pos x="T8" y="T9"/>
                </a:cxn>
              </a:cxnLst>
              <a:rect l="0" t="0" r="r" b="b"/>
              <a:pathLst>
                <a:path w="11" h="7">
                  <a:moveTo>
                    <a:pt x="0" y="5"/>
                  </a:moveTo>
                  <a:cubicBezTo>
                    <a:pt x="0" y="6"/>
                    <a:pt x="3" y="7"/>
                    <a:pt x="4" y="7"/>
                  </a:cubicBezTo>
                  <a:cubicBezTo>
                    <a:pt x="6" y="5"/>
                    <a:pt x="7" y="3"/>
                    <a:pt x="11" y="1"/>
                  </a:cubicBezTo>
                  <a:cubicBezTo>
                    <a:pt x="7" y="1"/>
                    <a:pt x="5" y="0"/>
                    <a:pt x="3" y="1"/>
                  </a:cubicBezTo>
                  <a:cubicBezTo>
                    <a:pt x="2" y="2"/>
                    <a:pt x="0"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70" name="Freeform 2877"/>
            <p:cNvSpPr/>
            <p:nvPr/>
          </p:nvSpPr>
          <p:spPr bwMode="auto">
            <a:xfrm>
              <a:off x="9717391" y="8781828"/>
              <a:ext cx="22225" cy="20638"/>
            </a:xfrm>
            <a:custGeom>
              <a:avLst/>
              <a:gdLst>
                <a:gd name="T0" fmla="*/ 0 w 8"/>
                <a:gd name="T1" fmla="*/ 7 h 8"/>
                <a:gd name="T2" fmla="*/ 4 w 8"/>
                <a:gd name="T3" fmla="*/ 8 h 8"/>
                <a:gd name="T4" fmla="*/ 8 w 8"/>
                <a:gd name="T5" fmla="*/ 3 h 8"/>
                <a:gd name="T6" fmla="*/ 2 w 8"/>
                <a:gd name="T7" fmla="*/ 3 h 8"/>
                <a:gd name="T8" fmla="*/ 0 w 8"/>
                <a:gd name="T9" fmla="*/ 7 h 8"/>
              </a:gdLst>
              <a:ahLst/>
              <a:cxnLst>
                <a:cxn ang="0">
                  <a:pos x="T0" y="T1"/>
                </a:cxn>
                <a:cxn ang="0">
                  <a:pos x="T2" y="T3"/>
                </a:cxn>
                <a:cxn ang="0">
                  <a:pos x="T4" y="T5"/>
                </a:cxn>
                <a:cxn ang="0">
                  <a:pos x="T6" y="T7"/>
                </a:cxn>
                <a:cxn ang="0">
                  <a:pos x="T8" y="T9"/>
                </a:cxn>
              </a:cxnLst>
              <a:rect l="0" t="0" r="r" b="b"/>
              <a:pathLst>
                <a:path w="8" h="8">
                  <a:moveTo>
                    <a:pt x="0" y="7"/>
                  </a:moveTo>
                  <a:cubicBezTo>
                    <a:pt x="0" y="8"/>
                    <a:pt x="3" y="8"/>
                    <a:pt x="4" y="8"/>
                  </a:cubicBezTo>
                  <a:cubicBezTo>
                    <a:pt x="6" y="6"/>
                    <a:pt x="7" y="4"/>
                    <a:pt x="8" y="3"/>
                  </a:cubicBezTo>
                  <a:cubicBezTo>
                    <a:pt x="7" y="0"/>
                    <a:pt x="4" y="1"/>
                    <a:pt x="2" y="3"/>
                  </a:cubicBezTo>
                  <a:cubicBezTo>
                    <a:pt x="1" y="4"/>
                    <a:pt x="0" y="6"/>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71" name="Freeform 2878"/>
            <p:cNvSpPr/>
            <p:nvPr/>
          </p:nvSpPr>
          <p:spPr bwMode="auto">
            <a:xfrm>
              <a:off x="9926941" y="8678640"/>
              <a:ext cx="23813" cy="23813"/>
            </a:xfrm>
            <a:custGeom>
              <a:avLst/>
              <a:gdLst>
                <a:gd name="T0" fmla="*/ 0 w 9"/>
                <a:gd name="T1" fmla="*/ 5 h 9"/>
                <a:gd name="T2" fmla="*/ 5 w 9"/>
                <a:gd name="T3" fmla="*/ 7 h 9"/>
                <a:gd name="T4" fmla="*/ 9 w 9"/>
                <a:gd name="T5" fmla="*/ 2 h 9"/>
                <a:gd name="T6" fmla="*/ 5 w 9"/>
                <a:gd name="T7" fmla="*/ 1 h 9"/>
                <a:gd name="T8" fmla="*/ 0 w 9"/>
                <a:gd name="T9" fmla="*/ 5 h 9"/>
              </a:gdLst>
              <a:ahLst/>
              <a:cxnLst>
                <a:cxn ang="0">
                  <a:pos x="T0" y="T1"/>
                </a:cxn>
                <a:cxn ang="0">
                  <a:pos x="T2" y="T3"/>
                </a:cxn>
                <a:cxn ang="0">
                  <a:pos x="T4" y="T5"/>
                </a:cxn>
                <a:cxn ang="0">
                  <a:pos x="T6" y="T7"/>
                </a:cxn>
                <a:cxn ang="0">
                  <a:pos x="T8" y="T9"/>
                </a:cxn>
              </a:cxnLst>
              <a:rect l="0" t="0" r="r" b="b"/>
              <a:pathLst>
                <a:path w="9" h="9">
                  <a:moveTo>
                    <a:pt x="0" y="5"/>
                  </a:moveTo>
                  <a:cubicBezTo>
                    <a:pt x="0" y="7"/>
                    <a:pt x="1" y="9"/>
                    <a:pt x="5" y="7"/>
                  </a:cubicBezTo>
                  <a:cubicBezTo>
                    <a:pt x="6" y="6"/>
                    <a:pt x="8" y="4"/>
                    <a:pt x="9" y="2"/>
                  </a:cubicBezTo>
                  <a:cubicBezTo>
                    <a:pt x="9" y="1"/>
                    <a:pt x="6" y="0"/>
                    <a:pt x="5" y="1"/>
                  </a:cubicBezTo>
                  <a:cubicBezTo>
                    <a:pt x="3" y="1"/>
                    <a:pt x="1" y="3"/>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72" name="Freeform 2879"/>
            <p:cNvSpPr/>
            <p:nvPr/>
          </p:nvSpPr>
          <p:spPr bwMode="auto">
            <a:xfrm>
              <a:off x="10138079" y="8567515"/>
              <a:ext cx="22225" cy="26988"/>
            </a:xfrm>
            <a:custGeom>
              <a:avLst/>
              <a:gdLst>
                <a:gd name="T0" fmla="*/ 0 w 8"/>
                <a:gd name="T1" fmla="*/ 8 h 10"/>
                <a:gd name="T2" fmla="*/ 4 w 8"/>
                <a:gd name="T3" fmla="*/ 9 h 10"/>
                <a:gd name="T4" fmla="*/ 8 w 8"/>
                <a:gd name="T5" fmla="*/ 3 h 10"/>
                <a:gd name="T6" fmla="*/ 2 w 8"/>
                <a:gd name="T7" fmla="*/ 3 h 10"/>
                <a:gd name="T8" fmla="*/ 0 w 8"/>
                <a:gd name="T9" fmla="*/ 8 h 10"/>
              </a:gdLst>
              <a:ahLst/>
              <a:cxnLst>
                <a:cxn ang="0">
                  <a:pos x="T0" y="T1"/>
                </a:cxn>
                <a:cxn ang="0">
                  <a:pos x="T2" y="T3"/>
                </a:cxn>
                <a:cxn ang="0">
                  <a:pos x="T4" y="T5"/>
                </a:cxn>
                <a:cxn ang="0">
                  <a:pos x="T6" y="T7"/>
                </a:cxn>
                <a:cxn ang="0">
                  <a:pos x="T8" y="T9"/>
                </a:cxn>
              </a:cxnLst>
              <a:rect l="0" t="0" r="r" b="b"/>
              <a:pathLst>
                <a:path w="8" h="10">
                  <a:moveTo>
                    <a:pt x="0" y="8"/>
                  </a:moveTo>
                  <a:cubicBezTo>
                    <a:pt x="0" y="9"/>
                    <a:pt x="3" y="10"/>
                    <a:pt x="4" y="9"/>
                  </a:cubicBezTo>
                  <a:cubicBezTo>
                    <a:pt x="6" y="7"/>
                    <a:pt x="7" y="5"/>
                    <a:pt x="8" y="3"/>
                  </a:cubicBezTo>
                  <a:cubicBezTo>
                    <a:pt x="7" y="1"/>
                    <a:pt x="4" y="0"/>
                    <a:pt x="2" y="3"/>
                  </a:cubicBezTo>
                  <a:cubicBezTo>
                    <a:pt x="1" y="4"/>
                    <a:pt x="0" y="7"/>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73" name="Freeform 2880"/>
            <p:cNvSpPr/>
            <p:nvPr/>
          </p:nvSpPr>
          <p:spPr bwMode="auto">
            <a:xfrm>
              <a:off x="10347629" y="8457978"/>
              <a:ext cx="23813" cy="26988"/>
            </a:xfrm>
            <a:custGeom>
              <a:avLst/>
              <a:gdLst>
                <a:gd name="T0" fmla="*/ 5 w 9"/>
                <a:gd name="T1" fmla="*/ 8 h 10"/>
                <a:gd name="T2" fmla="*/ 9 w 9"/>
                <a:gd name="T3" fmla="*/ 3 h 10"/>
                <a:gd name="T4" fmla="*/ 3 w 9"/>
                <a:gd name="T5" fmla="*/ 0 h 10"/>
                <a:gd name="T6" fmla="*/ 0 w 9"/>
                <a:gd name="T7" fmla="*/ 7 h 10"/>
                <a:gd name="T8" fmla="*/ 5 w 9"/>
                <a:gd name="T9" fmla="*/ 8 h 10"/>
              </a:gdLst>
              <a:ahLst/>
              <a:cxnLst>
                <a:cxn ang="0">
                  <a:pos x="T0" y="T1"/>
                </a:cxn>
                <a:cxn ang="0">
                  <a:pos x="T2" y="T3"/>
                </a:cxn>
                <a:cxn ang="0">
                  <a:pos x="T4" y="T5"/>
                </a:cxn>
                <a:cxn ang="0">
                  <a:pos x="T6" y="T7"/>
                </a:cxn>
                <a:cxn ang="0">
                  <a:pos x="T8" y="T9"/>
                </a:cxn>
              </a:cxnLst>
              <a:rect l="0" t="0" r="r" b="b"/>
              <a:pathLst>
                <a:path w="9" h="10">
                  <a:moveTo>
                    <a:pt x="5" y="8"/>
                  </a:moveTo>
                  <a:cubicBezTo>
                    <a:pt x="7" y="7"/>
                    <a:pt x="9" y="3"/>
                    <a:pt x="9" y="3"/>
                  </a:cubicBezTo>
                  <a:cubicBezTo>
                    <a:pt x="8" y="1"/>
                    <a:pt x="6" y="1"/>
                    <a:pt x="3" y="0"/>
                  </a:cubicBezTo>
                  <a:cubicBezTo>
                    <a:pt x="2" y="3"/>
                    <a:pt x="0" y="5"/>
                    <a:pt x="0" y="7"/>
                  </a:cubicBezTo>
                  <a:cubicBezTo>
                    <a:pt x="0" y="10"/>
                    <a:pt x="3" y="10"/>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74" name="Freeform 2881"/>
            <p:cNvSpPr/>
            <p:nvPr/>
          </p:nvSpPr>
          <p:spPr bwMode="auto">
            <a:xfrm>
              <a:off x="11425541" y="7762653"/>
              <a:ext cx="26988" cy="41275"/>
            </a:xfrm>
            <a:custGeom>
              <a:avLst/>
              <a:gdLst>
                <a:gd name="T0" fmla="*/ 5 w 10"/>
                <a:gd name="T1" fmla="*/ 13 h 15"/>
                <a:gd name="T2" fmla="*/ 10 w 10"/>
                <a:gd name="T3" fmla="*/ 4 h 15"/>
                <a:gd name="T4" fmla="*/ 3 w 10"/>
                <a:gd name="T5" fmla="*/ 6 h 15"/>
                <a:gd name="T6" fmla="*/ 0 w 10"/>
                <a:gd name="T7" fmla="*/ 14 h 15"/>
                <a:gd name="T8" fmla="*/ 5 w 10"/>
                <a:gd name="T9" fmla="*/ 13 h 15"/>
              </a:gdLst>
              <a:ahLst/>
              <a:cxnLst>
                <a:cxn ang="0">
                  <a:pos x="T0" y="T1"/>
                </a:cxn>
                <a:cxn ang="0">
                  <a:pos x="T2" y="T3"/>
                </a:cxn>
                <a:cxn ang="0">
                  <a:pos x="T4" y="T5"/>
                </a:cxn>
                <a:cxn ang="0">
                  <a:pos x="T6" y="T7"/>
                </a:cxn>
                <a:cxn ang="0">
                  <a:pos x="T8" y="T9"/>
                </a:cxn>
              </a:cxnLst>
              <a:rect l="0" t="0" r="r" b="b"/>
              <a:pathLst>
                <a:path w="10" h="15">
                  <a:moveTo>
                    <a:pt x="5" y="13"/>
                  </a:moveTo>
                  <a:cubicBezTo>
                    <a:pt x="7" y="10"/>
                    <a:pt x="8" y="6"/>
                    <a:pt x="10" y="4"/>
                  </a:cubicBezTo>
                  <a:cubicBezTo>
                    <a:pt x="9" y="0"/>
                    <a:pt x="5" y="2"/>
                    <a:pt x="3" y="6"/>
                  </a:cubicBezTo>
                  <a:cubicBezTo>
                    <a:pt x="2" y="8"/>
                    <a:pt x="0" y="12"/>
                    <a:pt x="0" y="14"/>
                  </a:cubicBezTo>
                  <a:cubicBezTo>
                    <a:pt x="1" y="15"/>
                    <a:pt x="4" y="14"/>
                    <a:pt x="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75" name="Freeform 2882"/>
            <p:cNvSpPr/>
            <p:nvPr/>
          </p:nvSpPr>
          <p:spPr bwMode="auto">
            <a:xfrm>
              <a:off x="11193766" y="7991253"/>
              <a:ext cx="28575" cy="33338"/>
            </a:xfrm>
            <a:custGeom>
              <a:avLst/>
              <a:gdLst>
                <a:gd name="T0" fmla="*/ 5 w 10"/>
                <a:gd name="T1" fmla="*/ 11 h 12"/>
                <a:gd name="T2" fmla="*/ 10 w 10"/>
                <a:gd name="T3" fmla="*/ 3 h 12"/>
                <a:gd name="T4" fmla="*/ 3 w 10"/>
                <a:gd name="T5" fmla="*/ 4 h 12"/>
                <a:gd name="T6" fmla="*/ 1 w 10"/>
                <a:gd name="T7" fmla="*/ 11 h 12"/>
                <a:gd name="T8" fmla="*/ 5 w 10"/>
                <a:gd name="T9" fmla="*/ 11 h 12"/>
              </a:gdLst>
              <a:ahLst/>
              <a:cxnLst>
                <a:cxn ang="0">
                  <a:pos x="T0" y="T1"/>
                </a:cxn>
                <a:cxn ang="0">
                  <a:pos x="T2" y="T3"/>
                </a:cxn>
                <a:cxn ang="0">
                  <a:pos x="T4" y="T5"/>
                </a:cxn>
                <a:cxn ang="0">
                  <a:pos x="T6" y="T7"/>
                </a:cxn>
                <a:cxn ang="0">
                  <a:pos x="T8" y="T9"/>
                </a:cxn>
              </a:cxnLst>
              <a:rect l="0" t="0" r="r" b="b"/>
              <a:pathLst>
                <a:path w="10" h="12">
                  <a:moveTo>
                    <a:pt x="5" y="11"/>
                  </a:moveTo>
                  <a:cubicBezTo>
                    <a:pt x="7" y="8"/>
                    <a:pt x="8" y="5"/>
                    <a:pt x="10" y="3"/>
                  </a:cubicBezTo>
                  <a:cubicBezTo>
                    <a:pt x="9" y="0"/>
                    <a:pt x="5" y="1"/>
                    <a:pt x="3" y="4"/>
                  </a:cubicBezTo>
                  <a:cubicBezTo>
                    <a:pt x="2" y="6"/>
                    <a:pt x="0" y="10"/>
                    <a:pt x="1" y="11"/>
                  </a:cubicBezTo>
                  <a:cubicBezTo>
                    <a:pt x="1" y="12"/>
                    <a:pt x="4" y="12"/>
                    <a:pt x="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76" name="Freeform 2883"/>
            <p:cNvSpPr/>
            <p:nvPr/>
          </p:nvSpPr>
          <p:spPr bwMode="auto">
            <a:xfrm>
              <a:off x="10977866" y="8135715"/>
              <a:ext cx="23813" cy="28575"/>
            </a:xfrm>
            <a:custGeom>
              <a:avLst/>
              <a:gdLst>
                <a:gd name="T0" fmla="*/ 6 w 9"/>
                <a:gd name="T1" fmla="*/ 9 h 11"/>
                <a:gd name="T2" fmla="*/ 9 w 9"/>
                <a:gd name="T3" fmla="*/ 3 h 11"/>
                <a:gd name="T4" fmla="*/ 3 w 9"/>
                <a:gd name="T5" fmla="*/ 0 h 11"/>
                <a:gd name="T6" fmla="*/ 1 w 9"/>
                <a:gd name="T7" fmla="*/ 7 h 11"/>
                <a:gd name="T8" fmla="*/ 6 w 9"/>
                <a:gd name="T9" fmla="*/ 9 h 11"/>
              </a:gdLst>
              <a:ahLst/>
              <a:cxnLst>
                <a:cxn ang="0">
                  <a:pos x="T0" y="T1"/>
                </a:cxn>
                <a:cxn ang="0">
                  <a:pos x="T2" y="T3"/>
                </a:cxn>
                <a:cxn ang="0">
                  <a:pos x="T4" y="T5"/>
                </a:cxn>
                <a:cxn ang="0">
                  <a:pos x="T6" y="T7"/>
                </a:cxn>
                <a:cxn ang="0">
                  <a:pos x="T8" y="T9"/>
                </a:cxn>
              </a:cxnLst>
              <a:rect l="0" t="0" r="r" b="b"/>
              <a:pathLst>
                <a:path w="9" h="11">
                  <a:moveTo>
                    <a:pt x="6" y="9"/>
                  </a:moveTo>
                  <a:cubicBezTo>
                    <a:pt x="7" y="7"/>
                    <a:pt x="9" y="4"/>
                    <a:pt x="9" y="3"/>
                  </a:cubicBezTo>
                  <a:cubicBezTo>
                    <a:pt x="8" y="2"/>
                    <a:pt x="6" y="1"/>
                    <a:pt x="3" y="0"/>
                  </a:cubicBezTo>
                  <a:cubicBezTo>
                    <a:pt x="2" y="3"/>
                    <a:pt x="1" y="5"/>
                    <a:pt x="1" y="7"/>
                  </a:cubicBezTo>
                  <a:cubicBezTo>
                    <a:pt x="0" y="10"/>
                    <a:pt x="4" y="11"/>
                    <a:pt x="6"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77" name="Freeform 2884"/>
            <p:cNvSpPr/>
            <p:nvPr/>
          </p:nvSpPr>
          <p:spPr bwMode="auto">
            <a:xfrm>
              <a:off x="10557179" y="8350028"/>
              <a:ext cx="23813" cy="26988"/>
            </a:xfrm>
            <a:custGeom>
              <a:avLst/>
              <a:gdLst>
                <a:gd name="T0" fmla="*/ 5 w 9"/>
                <a:gd name="T1" fmla="*/ 10 h 10"/>
                <a:gd name="T2" fmla="*/ 9 w 9"/>
                <a:gd name="T3" fmla="*/ 2 h 10"/>
                <a:gd name="T4" fmla="*/ 4 w 9"/>
                <a:gd name="T5" fmla="*/ 1 h 10"/>
                <a:gd name="T6" fmla="*/ 1 w 9"/>
                <a:gd name="T7" fmla="*/ 7 h 10"/>
                <a:gd name="T8" fmla="*/ 5 w 9"/>
                <a:gd name="T9" fmla="*/ 10 h 10"/>
              </a:gdLst>
              <a:ahLst/>
              <a:cxnLst>
                <a:cxn ang="0">
                  <a:pos x="T0" y="T1"/>
                </a:cxn>
                <a:cxn ang="0">
                  <a:pos x="T2" y="T3"/>
                </a:cxn>
                <a:cxn ang="0">
                  <a:pos x="T4" y="T5"/>
                </a:cxn>
                <a:cxn ang="0">
                  <a:pos x="T6" y="T7"/>
                </a:cxn>
                <a:cxn ang="0">
                  <a:pos x="T8" y="T9"/>
                </a:cxn>
              </a:cxnLst>
              <a:rect l="0" t="0" r="r" b="b"/>
              <a:pathLst>
                <a:path w="9" h="10">
                  <a:moveTo>
                    <a:pt x="5" y="10"/>
                  </a:moveTo>
                  <a:cubicBezTo>
                    <a:pt x="7" y="6"/>
                    <a:pt x="9" y="4"/>
                    <a:pt x="9" y="2"/>
                  </a:cubicBezTo>
                  <a:cubicBezTo>
                    <a:pt x="9" y="1"/>
                    <a:pt x="6" y="0"/>
                    <a:pt x="4" y="1"/>
                  </a:cubicBezTo>
                  <a:cubicBezTo>
                    <a:pt x="2" y="1"/>
                    <a:pt x="0" y="5"/>
                    <a:pt x="1" y="7"/>
                  </a:cubicBezTo>
                  <a:cubicBezTo>
                    <a:pt x="2" y="8"/>
                    <a:pt x="3" y="9"/>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78" name="Freeform 2885"/>
            <p:cNvSpPr/>
            <p:nvPr/>
          </p:nvSpPr>
          <p:spPr bwMode="auto">
            <a:xfrm>
              <a:off x="10768316" y="8238903"/>
              <a:ext cx="22225" cy="31750"/>
            </a:xfrm>
            <a:custGeom>
              <a:avLst/>
              <a:gdLst>
                <a:gd name="T0" fmla="*/ 5 w 8"/>
                <a:gd name="T1" fmla="*/ 10 h 12"/>
                <a:gd name="T2" fmla="*/ 8 w 8"/>
                <a:gd name="T3" fmla="*/ 4 h 12"/>
                <a:gd name="T4" fmla="*/ 4 w 8"/>
                <a:gd name="T5" fmla="*/ 0 h 12"/>
                <a:gd name="T6" fmla="*/ 0 w 8"/>
                <a:gd name="T7" fmla="*/ 7 h 12"/>
                <a:gd name="T8" fmla="*/ 5 w 8"/>
                <a:gd name="T9" fmla="*/ 10 h 12"/>
              </a:gdLst>
              <a:ahLst/>
              <a:cxnLst>
                <a:cxn ang="0">
                  <a:pos x="T0" y="T1"/>
                </a:cxn>
                <a:cxn ang="0">
                  <a:pos x="T2" y="T3"/>
                </a:cxn>
                <a:cxn ang="0">
                  <a:pos x="T4" y="T5"/>
                </a:cxn>
                <a:cxn ang="0">
                  <a:pos x="T6" y="T7"/>
                </a:cxn>
                <a:cxn ang="0">
                  <a:pos x="T8" y="T9"/>
                </a:cxn>
              </a:cxnLst>
              <a:rect l="0" t="0" r="r" b="b"/>
              <a:pathLst>
                <a:path w="8" h="12">
                  <a:moveTo>
                    <a:pt x="5" y="10"/>
                  </a:moveTo>
                  <a:cubicBezTo>
                    <a:pt x="6" y="8"/>
                    <a:pt x="8" y="5"/>
                    <a:pt x="8" y="4"/>
                  </a:cubicBezTo>
                  <a:cubicBezTo>
                    <a:pt x="8" y="2"/>
                    <a:pt x="6" y="2"/>
                    <a:pt x="4" y="0"/>
                  </a:cubicBezTo>
                  <a:cubicBezTo>
                    <a:pt x="2" y="3"/>
                    <a:pt x="1" y="5"/>
                    <a:pt x="0" y="7"/>
                  </a:cubicBezTo>
                  <a:cubicBezTo>
                    <a:pt x="0" y="10"/>
                    <a:pt x="2" y="12"/>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79" name="Freeform 2886"/>
            <p:cNvSpPr/>
            <p:nvPr/>
          </p:nvSpPr>
          <p:spPr bwMode="auto">
            <a:xfrm>
              <a:off x="11157254" y="7711853"/>
              <a:ext cx="23813" cy="73025"/>
            </a:xfrm>
            <a:custGeom>
              <a:avLst/>
              <a:gdLst>
                <a:gd name="T0" fmla="*/ 0 w 9"/>
                <a:gd name="T1" fmla="*/ 17 h 27"/>
                <a:gd name="T2" fmla="*/ 5 w 9"/>
                <a:gd name="T3" fmla="*/ 27 h 27"/>
                <a:gd name="T4" fmla="*/ 9 w 9"/>
                <a:gd name="T5" fmla="*/ 11 h 27"/>
                <a:gd name="T6" fmla="*/ 3 w 9"/>
                <a:gd name="T7" fmla="*/ 5 h 27"/>
                <a:gd name="T8" fmla="*/ 0 w 9"/>
                <a:gd name="T9" fmla="*/ 17 h 27"/>
              </a:gdLst>
              <a:ahLst/>
              <a:cxnLst>
                <a:cxn ang="0">
                  <a:pos x="T0" y="T1"/>
                </a:cxn>
                <a:cxn ang="0">
                  <a:pos x="T2" y="T3"/>
                </a:cxn>
                <a:cxn ang="0">
                  <a:pos x="T4" y="T5"/>
                </a:cxn>
                <a:cxn ang="0">
                  <a:pos x="T6" y="T7"/>
                </a:cxn>
                <a:cxn ang="0">
                  <a:pos x="T8" y="T9"/>
                </a:cxn>
              </a:cxnLst>
              <a:rect l="0" t="0" r="r" b="b"/>
              <a:pathLst>
                <a:path w="9" h="27">
                  <a:moveTo>
                    <a:pt x="0" y="17"/>
                  </a:moveTo>
                  <a:cubicBezTo>
                    <a:pt x="1" y="21"/>
                    <a:pt x="3" y="23"/>
                    <a:pt x="5" y="27"/>
                  </a:cubicBezTo>
                  <a:cubicBezTo>
                    <a:pt x="7" y="20"/>
                    <a:pt x="8" y="16"/>
                    <a:pt x="9" y="11"/>
                  </a:cubicBezTo>
                  <a:cubicBezTo>
                    <a:pt x="9" y="5"/>
                    <a:pt x="6" y="0"/>
                    <a:pt x="3" y="5"/>
                  </a:cubicBezTo>
                  <a:cubicBezTo>
                    <a:pt x="2" y="7"/>
                    <a:pt x="0" y="14"/>
                    <a:pt x="0"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80" name="Freeform 2887"/>
            <p:cNvSpPr/>
            <p:nvPr/>
          </p:nvSpPr>
          <p:spPr bwMode="auto">
            <a:xfrm>
              <a:off x="11395379" y="7486428"/>
              <a:ext cx="30163" cy="53975"/>
            </a:xfrm>
            <a:custGeom>
              <a:avLst/>
              <a:gdLst>
                <a:gd name="T0" fmla="*/ 4 w 11"/>
                <a:gd name="T1" fmla="*/ 0 h 20"/>
                <a:gd name="T2" fmla="*/ 1 w 11"/>
                <a:gd name="T3" fmla="*/ 15 h 20"/>
                <a:gd name="T4" fmla="*/ 5 w 11"/>
                <a:gd name="T5" fmla="*/ 20 h 20"/>
                <a:gd name="T6" fmla="*/ 9 w 11"/>
                <a:gd name="T7" fmla="*/ 5 h 20"/>
                <a:gd name="T8" fmla="*/ 4 w 11"/>
                <a:gd name="T9" fmla="*/ 0 h 20"/>
              </a:gdLst>
              <a:ahLst/>
              <a:cxnLst>
                <a:cxn ang="0">
                  <a:pos x="T0" y="T1"/>
                </a:cxn>
                <a:cxn ang="0">
                  <a:pos x="T2" y="T3"/>
                </a:cxn>
                <a:cxn ang="0">
                  <a:pos x="T4" y="T5"/>
                </a:cxn>
                <a:cxn ang="0">
                  <a:pos x="T6" y="T7"/>
                </a:cxn>
                <a:cxn ang="0">
                  <a:pos x="T8" y="T9"/>
                </a:cxn>
              </a:cxnLst>
              <a:rect l="0" t="0" r="r" b="b"/>
              <a:pathLst>
                <a:path w="11" h="20">
                  <a:moveTo>
                    <a:pt x="4" y="0"/>
                  </a:moveTo>
                  <a:cubicBezTo>
                    <a:pt x="2" y="7"/>
                    <a:pt x="0" y="12"/>
                    <a:pt x="1" y="15"/>
                  </a:cubicBezTo>
                  <a:cubicBezTo>
                    <a:pt x="1" y="18"/>
                    <a:pt x="3" y="20"/>
                    <a:pt x="5" y="20"/>
                  </a:cubicBezTo>
                  <a:cubicBezTo>
                    <a:pt x="8" y="18"/>
                    <a:pt x="11" y="9"/>
                    <a:pt x="9" y="5"/>
                  </a:cubicBezTo>
                  <a:cubicBezTo>
                    <a:pt x="8" y="3"/>
                    <a:pt x="6" y="2"/>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81" name="Freeform 2888"/>
            <p:cNvSpPr/>
            <p:nvPr/>
          </p:nvSpPr>
          <p:spPr bwMode="auto">
            <a:xfrm>
              <a:off x="-253697" y="11217053"/>
              <a:ext cx="23813" cy="23813"/>
            </a:xfrm>
            <a:custGeom>
              <a:avLst/>
              <a:gdLst>
                <a:gd name="T0" fmla="*/ 0 w 9"/>
                <a:gd name="T1" fmla="*/ 9 h 9"/>
                <a:gd name="T2" fmla="*/ 5 w 9"/>
                <a:gd name="T3" fmla="*/ 8 h 9"/>
                <a:gd name="T4" fmla="*/ 9 w 9"/>
                <a:gd name="T5" fmla="*/ 2 h 9"/>
                <a:gd name="T6" fmla="*/ 2 w 9"/>
                <a:gd name="T7" fmla="*/ 4 h 9"/>
                <a:gd name="T8" fmla="*/ 0 w 9"/>
                <a:gd name="T9" fmla="*/ 9 h 9"/>
              </a:gdLst>
              <a:ahLst/>
              <a:cxnLst>
                <a:cxn ang="0">
                  <a:pos x="T0" y="T1"/>
                </a:cxn>
                <a:cxn ang="0">
                  <a:pos x="T2" y="T3"/>
                </a:cxn>
                <a:cxn ang="0">
                  <a:pos x="T4" y="T5"/>
                </a:cxn>
                <a:cxn ang="0">
                  <a:pos x="T6" y="T7"/>
                </a:cxn>
                <a:cxn ang="0">
                  <a:pos x="T8" y="T9"/>
                </a:cxn>
              </a:cxnLst>
              <a:rect l="0" t="0" r="r" b="b"/>
              <a:pathLst>
                <a:path w="9" h="9">
                  <a:moveTo>
                    <a:pt x="0" y="9"/>
                  </a:moveTo>
                  <a:cubicBezTo>
                    <a:pt x="1" y="9"/>
                    <a:pt x="4" y="9"/>
                    <a:pt x="5" y="8"/>
                  </a:cubicBezTo>
                  <a:cubicBezTo>
                    <a:pt x="6" y="7"/>
                    <a:pt x="8" y="4"/>
                    <a:pt x="9" y="2"/>
                  </a:cubicBezTo>
                  <a:cubicBezTo>
                    <a:pt x="8" y="0"/>
                    <a:pt x="4" y="1"/>
                    <a:pt x="2" y="4"/>
                  </a:cubicBezTo>
                  <a:cubicBezTo>
                    <a:pt x="1" y="5"/>
                    <a:pt x="0" y="8"/>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82" name="Freeform 2889"/>
            <p:cNvSpPr/>
            <p:nvPr/>
          </p:nvSpPr>
          <p:spPr bwMode="auto">
            <a:xfrm>
              <a:off x="-47322" y="11026553"/>
              <a:ext cx="23813" cy="30163"/>
            </a:xfrm>
            <a:custGeom>
              <a:avLst/>
              <a:gdLst>
                <a:gd name="T0" fmla="*/ 0 w 9"/>
                <a:gd name="T1" fmla="*/ 9 h 11"/>
                <a:gd name="T2" fmla="*/ 5 w 9"/>
                <a:gd name="T3" fmla="*/ 6 h 11"/>
                <a:gd name="T4" fmla="*/ 8 w 9"/>
                <a:gd name="T5" fmla="*/ 0 h 11"/>
                <a:gd name="T6" fmla="*/ 2 w 9"/>
                <a:gd name="T7" fmla="*/ 2 h 11"/>
                <a:gd name="T8" fmla="*/ 0 w 9"/>
                <a:gd name="T9" fmla="*/ 9 h 11"/>
              </a:gdLst>
              <a:ahLst/>
              <a:cxnLst>
                <a:cxn ang="0">
                  <a:pos x="T0" y="T1"/>
                </a:cxn>
                <a:cxn ang="0">
                  <a:pos x="T2" y="T3"/>
                </a:cxn>
                <a:cxn ang="0">
                  <a:pos x="T4" y="T5"/>
                </a:cxn>
                <a:cxn ang="0">
                  <a:pos x="T6" y="T7"/>
                </a:cxn>
                <a:cxn ang="0">
                  <a:pos x="T8" y="T9"/>
                </a:cxn>
              </a:cxnLst>
              <a:rect l="0" t="0" r="r" b="b"/>
              <a:pathLst>
                <a:path w="9" h="11">
                  <a:moveTo>
                    <a:pt x="0" y="9"/>
                  </a:moveTo>
                  <a:cubicBezTo>
                    <a:pt x="0" y="11"/>
                    <a:pt x="3" y="9"/>
                    <a:pt x="5" y="6"/>
                  </a:cubicBezTo>
                  <a:cubicBezTo>
                    <a:pt x="7" y="4"/>
                    <a:pt x="9" y="0"/>
                    <a:pt x="8" y="0"/>
                  </a:cubicBezTo>
                  <a:cubicBezTo>
                    <a:pt x="7" y="0"/>
                    <a:pt x="5" y="1"/>
                    <a:pt x="2" y="2"/>
                  </a:cubicBezTo>
                  <a:cubicBezTo>
                    <a:pt x="1" y="5"/>
                    <a:pt x="0" y="8"/>
                    <a:pt x="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83" name="Freeform 2890"/>
            <p:cNvSpPr/>
            <p:nvPr/>
          </p:nvSpPr>
          <p:spPr bwMode="auto">
            <a:xfrm>
              <a:off x="155879" y="10774140"/>
              <a:ext cx="22225" cy="34925"/>
            </a:xfrm>
            <a:custGeom>
              <a:avLst/>
              <a:gdLst>
                <a:gd name="T0" fmla="*/ 5 w 8"/>
                <a:gd name="T1" fmla="*/ 7 h 13"/>
                <a:gd name="T2" fmla="*/ 8 w 8"/>
                <a:gd name="T3" fmla="*/ 0 h 13"/>
                <a:gd name="T4" fmla="*/ 2 w 8"/>
                <a:gd name="T5" fmla="*/ 4 h 13"/>
                <a:gd name="T6" fmla="*/ 0 w 8"/>
                <a:gd name="T7" fmla="*/ 11 h 13"/>
                <a:gd name="T8" fmla="*/ 5 w 8"/>
                <a:gd name="T9" fmla="*/ 7 h 13"/>
              </a:gdLst>
              <a:ahLst/>
              <a:cxnLst>
                <a:cxn ang="0">
                  <a:pos x="T0" y="T1"/>
                </a:cxn>
                <a:cxn ang="0">
                  <a:pos x="T2" y="T3"/>
                </a:cxn>
                <a:cxn ang="0">
                  <a:pos x="T4" y="T5"/>
                </a:cxn>
                <a:cxn ang="0">
                  <a:pos x="T6" y="T7"/>
                </a:cxn>
                <a:cxn ang="0">
                  <a:pos x="T8" y="T9"/>
                </a:cxn>
              </a:cxnLst>
              <a:rect l="0" t="0" r="r" b="b"/>
              <a:pathLst>
                <a:path w="8" h="13">
                  <a:moveTo>
                    <a:pt x="5" y="7"/>
                  </a:moveTo>
                  <a:cubicBezTo>
                    <a:pt x="7" y="5"/>
                    <a:pt x="8" y="0"/>
                    <a:pt x="8" y="0"/>
                  </a:cubicBezTo>
                  <a:cubicBezTo>
                    <a:pt x="7" y="0"/>
                    <a:pt x="5" y="2"/>
                    <a:pt x="2" y="4"/>
                  </a:cubicBezTo>
                  <a:cubicBezTo>
                    <a:pt x="1" y="7"/>
                    <a:pt x="0" y="10"/>
                    <a:pt x="0" y="11"/>
                  </a:cubicBezTo>
                  <a:cubicBezTo>
                    <a:pt x="0" y="13"/>
                    <a:pt x="3" y="10"/>
                    <a:pt x="5"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84" name="Freeform 2891"/>
            <p:cNvSpPr/>
            <p:nvPr/>
          </p:nvSpPr>
          <p:spPr bwMode="auto">
            <a:xfrm>
              <a:off x="357491" y="10502678"/>
              <a:ext cx="23813" cy="31750"/>
            </a:xfrm>
            <a:custGeom>
              <a:avLst/>
              <a:gdLst>
                <a:gd name="T0" fmla="*/ 5 w 9"/>
                <a:gd name="T1" fmla="*/ 6 h 12"/>
                <a:gd name="T2" fmla="*/ 9 w 9"/>
                <a:gd name="T3" fmla="*/ 0 h 12"/>
                <a:gd name="T4" fmla="*/ 3 w 9"/>
                <a:gd name="T5" fmla="*/ 4 h 12"/>
                <a:gd name="T6" fmla="*/ 0 w 9"/>
                <a:gd name="T7" fmla="*/ 11 h 12"/>
                <a:gd name="T8" fmla="*/ 5 w 9"/>
                <a:gd name="T9" fmla="*/ 6 h 12"/>
              </a:gdLst>
              <a:ahLst/>
              <a:cxnLst>
                <a:cxn ang="0">
                  <a:pos x="T0" y="T1"/>
                </a:cxn>
                <a:cxn ang="0">
                  <a:pos x="T2" y="T3"/>
                </a:cxn>
                <a:cxn ang="0">
                  <a:pos x="T4" y="T5"/>
                </a:cxn>
                <a:cxn ang="0">
                  <a:pos x="T6" y="T7"/>
                </a:cxn>
                <a:cxn ang="0">
                  <a:pos x="T8" y="T9"/>
                </a:cxn>
              </a:cxnLst>
              <a:rect l="0" t="0" r="r" b="b"/>
              <a:pathLst>
                <a:path w="9" h="12">
                  <a:moveTo>
                    <a:pt x="5" y="6"/>
                  </a:moveTo>
                  <a:cubicBezTo>
                    <a:pt x="7" y="4"/>
                    <a:pt x="9" y="0"/>
                    <a:pt x="9" y="0"/>
                  </a:cubicBezTo>
                  <a:cubicBezTo>
                    <a:pt x="8" y="0"/>
                    <a:pt x="6" y="2"/>
                    <a:pt x="3" y="4"/>
                  </a:cubicBezTo>
                  <a:cubicBezTo>
                    <a:pt x="2" y="7"/>
                    <a:pt x="0" y="10"/>
                    <a:pt x="0" y="11"/>
                  </a:cubicBezTo>
                  <a:cubicBezTo>
                    <a:pt x="0" y="12"/>
                    <a:pt x="4" y="9"/>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85" name="Freeform 2892"/>
            <p:cNvSpPr/>
            <p:nvPr/>
          </p:nvSpPr>
          <p:spPr bwMode="auto">
            <a:xfrm>
              <a:off x="557516" y="10239153"/>
              <a:ext cx="25400" cy="30163"/>
            </a:xfrm>
            <a:custGeom>
              <a:avLst/>
              <a:gdLst>
                <a:gd name="T0" fmla="*/ 6 w 9"/>
                <a:gd name="T1" fmla="*/ 6 h 11"/>
                <a:gd name="T2" fmla="*/ 9 w 9"/>
                <a:gd name="T3" fmla="*/ 0 h 11"/>
                <a:gd name="T4" fmla="*/ 5 w 9"/>
                <a:gd name="T5" fmla="*/ 3 h 11"/>
                <a:gd name="T6" fmla="*/ 1 w 9"/>
                <a:gd name="T7" fmla="*/ 10 h 11"/>
                <a:gd name="T8" fmla="*/ 6 w 9"/>
                <a:gd name="T9" fmla="*/ 6 h 11"/>
              </a:gdLst>
              <a:ahLst/>
              <a:cxnLst>
                <a:cxn ang="0">
                  <a:pos x="T0" y="T1"/>
                </a:cxn>
                <a:cxn ang="0">
                  <a:pos x="T2" y="T3"/>
                </a:cxn>
                <a:cxn ang="0">
                  <a:pos x="T4" y="T5"/>
                </a:cxn>
                <a:cxn ang="0">
                  <a:pos x="T6" y="T7"/>
                </a:cxn>
                <a:cxn ang="0">
                  <a:pos x="T8" y="T9"/>
                </a:cxn>
              </a:cxnLst>
              <a:rect l="0" t="0" r="r" b="b"/>
              <a:pathLst>
                <a:path w="9" h="11">
                  <a:moveTo>
                    <a:pt x="6" y="6"/>
                  </a:moveTo>
                  <a:cubicBezTo>
                    <a:pt x="7" y="5"/>
                    <a:pt x="8" y="2"/>
                    <a:pt x="9" y="0"/>
                  </a:cubicBezTo>
                  <a:cubicBezTo>
                    <a:pt x="9" y="0"/>
                    <a:pt x="7" y="2"/>
                    <a:pt x="5" y="3"/>
                  </a:cubicBezTo>
                  <a:cubicBezTo>
                    <a:pt x="3" y="6"/>
                    <a:pt x="1" y="8"/>
                    <a:pt x="1" y="10"/>
                  </a:cubicBezTo>
                  <a:cubicBezTo>
                    <a:pt x="0" y="11"/>
                    <a:pt x="2" y="10"/>
                    <a:pt x="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86" name="Freeform 2893"/>
            <p:cNvSpPr/>
            <p:nvPr/>
          </p:nvSpPr>
          <p:spPr bwMode="auto">
            <a:xfrm>
              <a:off x="763891" y="10016903"/>
              <a:ext cx="26988" cy="26988"/>
            </a:xfrm>
            <a:custGeom>
              <a:avLst/>
              <a:gdLst>
                <a:gd name="T0" fmla="*/ 3 w 10"/>
                <a:gd name="T1" fmla="*/ 8 h 10"/>
                <a:gd name="T2" fmla="*/ 10 w 10"/>
                <a:gd name="T3" fmla="*/ 0 h 10"/>
                <a:gd name="T4" fmla="*/ 3 w 10"/>
                <a:gd name="T5" fmla="*/ 6 h 10"/>
                <a:gd name="T6" fmla="*/ 0 w 10"/>
                <a:gd name="T7" fmla="*/ 10 h 10"/>
                <a:gd name="T8" fmla="*/ 3 w 10"/>
                <a:gd name="T9" fmla="*/ 8 h 10"/>
              </a:gdLst>
              <a:ahLst/>
              <a:cxnLst>
                <a:cxn ang="0">
                  <a:pos x="T0" y="T1"/>
                </a:cxn>
                <a:cxn ang="0">
                  <a:pos x="T2" y="T3"/>
                </a:cxn>
                <a:cxn ang="0">
                  <a:pos x="T4" y="T5"/>
                </a:cxn>
                <a:cxn ang="0">
                  <a:pos x="T6" y="T7"/>
                </a:cxn>
                <a:cxn ang="0">
                  <a:pos x="T8" y="T9"/>
                </a:cxn>
              </a:cxnLst>
              <a:rect l="0" t="0" r="r" b="b"/>
              <a:pathLst>
                <a:path w="10" h="10">
                  <a:moveTo>
                    <a:pt x="3" y="8"/>
                  </a:moveTo>
                  <a:cubicBezTo>
                    <a:pt x="5" y="6"/>
                    <a:pt x="7" y="4"/>
                    <a:pt x="10" y="0"/>
                  </a:cubicBezTo>
                  <a:cubicBezTo>
                    <a:pt x="7" y="3"/>
                    <a:pt x="5" y="4"/>
                    <a:pt x="3" y="6"/>
                  </a:cubicBezTo>
                  <a:cubicBezTo>
                    <a:pt x="2" y="7"/>
                    <a:pt x="0" y="9"/>
                    <a:pt x="0" y="10"/>
                  </a:cubicBezTo>
                  <a:cubicBezTo>
                    <a:pt x="0" y="10"/>
                    <a:pt x="2" y="9"/>
                    <a:pt x="3"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87" name="Freeform 2894"/>
            <p:cNvSpPr/>
            <p:nvPr/>
          </p:nvSpPr>
          <p:spPr bwMode="auto">
            <a:xfrm>
              <a:off x="967091" y="9886728"/>
              <a:ext cx="25400" cy="12700"/>
            </a:xfrm>
            <a:custGeom>
              <a:avLst/>
              <a:gdLst>
                <a:gd name="T0" fmla="*/ 6 w 9"/>
                <a:gd name="T1" fmla="*/ 3 h 5"/>
                <a:gd name="T2" fmla="*/ 9 w 9"/>
                <a:gd name="T3" fmla="*/ 1 h 5"/>
                <a:gd name="T4" fmla="*/ 3 w 9"/>
                <a:gd name="T5" fmla="*/ 1 h 5"/>
                <a:gd name="T6" fmla="*/ 1 w 9"/>
                <a:gd name="T7" fmla="*/ 5 h 5"/>
                <a:gd name="T8" fmla="*/ 6 w 9"/>
                <a:gd name="T9" fmla="*/ 3 h 5"/>
              </a:gdLst>
              <a:ahLst/>
              <a:cxnLst>
                <a:cxn ang="0">
                  <a:pos x="T0" y="T1"/>
                </a:cxn>
                <a:cxn ang="0">
                  <a:pos x="T2" y="T3"/>
                </a:cxn>
                <a:cxn ang="0">
                  <a:pos x="T4" y="T5"/>
                </a:cxn>
                <a:cxn ang="0">
                  <a:pos x="T6" y="T7"/>
                </a:cxn>
                <a:cxn ang="0">
                  <a:pos x="T8" y="T9"/>
                </a:cxn>
              </a:cxnLst>
              <a:rect l="0" t="0" r="r" b="b"/>
              <a:pathLst>
                <a:path w="9" h="5">
                  <a:moveTo>
                    <a:pt x="6" y="3"/>
                  </a:moveTo>
                  <a:cubicBezTo>
                    <a:pt x="7" y="2"/>
                    <a:pt x="9" y="1"/>
                    <a:pt x="9" y="1"/>
                  </a:cubicBezTo>
                  <a:cubicBezTo>
                    <a:pt x="8" y="0"/>
                    <a:pt x="6" y="1"/>
                    <a:pt x="3" y="1"/>
                  </a:cubicBezTo>
                  <a:cubicBezTo>
                    <a:pt x="2" y="3"/>
                    <a:pt x="1" y="4"/>
                    <a:pt x="1" y="5"/>
                  </a:cubicBezTo>
                  <a:cubicBezTo>
                    <a:pt x="0" y="5"/>
                    <a:pt x="4" y="5"/>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88" name="Freeform 2895"/>
            <p:cNvSpPr/>
            <p:nvPr/>
          </p:nvSpPr>
          <p:spPr bwMode="auto">
            <a:xfrm>
              <a:off x="1176641" y="9813703"/>
              <a:ext cx="23813" cy="9525"/>
            </a:xfrm>
            <a:custGeom>
              <a:avLst/>
              <a:gdLst>
                <a:gd name="T0" fmla="*/ 5 w 9"/>
                <a:gd name="T1" fmla="*/ 4 h 4"/>
                <a:gd name="T2" fmla="*/ 9 w 9"/>
                <a:gd name="T3" fmla="*/ 2 h 4"/>
                <a:gd name="T4" fmla="*/ 4 w 9"/>
                <a:gd name="T5" fmla="*/ 0 h 4"/>
                <a:gd name="T6" fmla="*/ 1 w 9"/>
                <a:gd name="T7" fmla="*/ 3 h 4"/>
                <a:gd name="T8" fmla="*/ 5 w 9"/>
                <a:gd name="T9" fmla="*/ 4 h 4"/>
              </a:gdLst>
              <a:ahLst/>
              <a:cxnLst>
                <a:cxn ang="0">
                  <a:pos x="T0" y="T1"/>
                </a:cxn>
                <a:cxn ang="0">
                  <a:pos x="T2" y="T3"/>
                </a:cxn>
                <a:cxn ang="0">
                  <a:pos x="T4" y="T5"/>
                </a:cxn>
                <a:cxn ang="0">
                  <a:pos x="T6" y="T7"/>
                </a:cxn>
                <a:cxn ang="0">
                  <a:pos x="T8" y="T9"/>
                </a:cxn>
              </a:cxnLst>
              <a:rect l="0" t="0" r="r" b="b"/>
              <a:pathLst>
                <a:path w="9" h="4">
                  <a:moveTo>
                    <a:pt x="5" y="4"/>
                  </a:moveTo>
                  <a:cubicBezTo>
                    <a:pt x="7" y="3"/>
                    <a:pt x="9" y="2"/>
                    <a:pt x="9" y="2"/>
                  </a:cubicBezTo>
                  <a:cubicBezTo>
                    <a:pt x="8" y="1"/>
                    <a:pt x="6" y="1"/>
                    <a:pt x="4" y="0"/>
                  </a:cubicBezTo>
                  <a:cubicBezTo>
                    <a:pt x="3" y="2"/>
                    <a:pt x="1" y="2"/>
                    <a:pt x="1" y="3"/>
                  </a:cubicBezTo>
                  <a:cubicBezTo>
                    <a:pt x="0" y="4"/>
                    <a:pt x="3" y="4"/>
                    <a:pt x="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89" name="Freeform 2896"/>
            <p:cNvSpPr/>
            <p:nvPr/>
          </p:nvSpPr>
          <p:spPr bwMode="auto">
            <a:xfrm>
              <a:off x="1387779" y="9788303"/>
              <a:ext cx="25400" cy="11113"/>
            </a:xfrm>
            <a:custGeom>
              <a:avLst/>
              <a:gdLst>
                <a:gd name="T0" fmla="*/ 6 w 9"/>
                <a:gd name="T1" fmla="*/ 4 h 4"/>
                <a:gd name="T2" fmla="*/ 9 w 9"/>
                <a:gd name="T3" fmla="*/ 2 h 4"/>
                <a:gd name="T4" fmla="*/ 5 w 9"/>
                <a:gd name="T5" fmla="*/ 1 h 4"/>
                <a:gd name="T6" fmla="*/ 0 w 9"/>
                <a:gd name="T7" fmla="*/ 2 h 4"/>
                <a:gd name="T8" fmla="*/ 6 w 9"/>
                <a:gd name="T9" fmla="*/ 4 h 4"/>
              </a:gdLst>
              <a:ahLst/>
              <a:cxnLst>
                <a:cxn ang="0">
                  <a:pos x="T0" y="T1"/>
                </a:cxn>
                <a:cxn ang="0">
                  <a:pos x="T2" y="T3"/>
                </a:cxn>
                <a:cxn ang="0">
                  <a:pos x="T4" y="T5"/>
                </a:cxn>
                <a:cxn ang="0">
                  <a:pos x="T6" y="T7"/>
                </a:cxn>
                <a:cxn ang="0">
                  <a:pos x="T8" y="T9"/>
                </a:cxn>
              </a:cxnLst>
              <a:rect l="0" t="0" r="r" b="b"/>
              <a:pathLst>
                <a:path w="9" h="4">
                  <a:moveTo>
                    <a:pt x="6" y="4"/>
                  </a:moveTo>
                  <a:cubicBezTo>
                    <a:pt x="6" y="4"/>
                    <a:pt x="8" y="3"/>
                    <a:pt x="9" y="2"/>
                  </a:cubicBezTo>
                  <a:cubicBezTo>
                    <a:pt x="9" y="2"/>
                    <a:pt x="6" y="1"/>
                    <a:pt x="5" y="1"/>
                  </a:cubicBezTo>
                  <a:cubicBezTo>
                    <a:pt x="3" y="0"/>
                    <a:pt x="1" y="1"/>
                    <a:pt x="0" y="2"/>
                  </a:cubicBezTo>
                  <a:cubicBezTo>
                    <a:pt x="0" y="3"/>
                    <a:pt x="2" y="4"/>
                    <a:pt x="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90" name="Freeform 2897"/>
            <p:cNvSpPr/>
            <p:nvPr/>
          </p:nvSpPr>
          <p:spPr bwMode="auto">
            <a:xfrm>
              <a:off x="1602091" y="9804178"/>
              <a:ext cx="30163" cy="11113"/>
            </a:xfrm>
            <a:custGeom>
              <a:avLst/>
              <a:gdLst>
                <a:gd name="T0" fmla="*/ 4 w 11"/>
                <a:gd name="T1" fmla="*/ 4 h 4"/>
                <a:gd name="T2" fmla="*/ 11 w 11"/>
                <a:gd name="T3" fmla="*/ 3 h 4"/>
                <a:gd name="T4" fmla="*/ 3 w 11"/>
                <a:gd name="T5" fmla="*/ 0 h 4"/>
                <a:gd name="T6" fmla="*/ 0 w 11"/>
                <a:gd name="T7" fmla="*/ 1 h 4"/>
                <a:gd name="T8" fmla="*/ 4 w 11"/>
                <a:gd name="T9" fmla="*/ 4 h 4"/>
              </a:gdLst>
              <a:ahLst/>
              <a:cxnLst>
                <a:cxn ang="0">
                  <a:pos x="T0" y="T1"/>
                </a:cxn>
                <a:cxn ang="0">
                  <a:pos x="T2" y="T3"/>
                </a:cxn>
                <a:cxn ang="0">
                  <a:pos x="T4" y="T5"/>
                </a:cxn>
                <a:cxn ang="0">
                  <a:pos x="T6" y="T7"/>
                </a:cxn>
                <a:cxn ang="0">
                  <a:pos x="T8" y="T9"/>
                </a:cxn>
              </a:cxnLst>
              <a:rect l="0" t="0" r="r" b="b"/>
              <a:pathLst>
                <a:path w="11" h="4">
                  <a:moveTo>
                    <a:pt x="4" y="4"/>
                  </a:moveTo>
                  <a:cubicBezTo>
                    <a:pt x="6" y="4"/>
                    <a:pt x="7" y="4"/>
                    <a:pt x="11" y="3"/>
                  </a:cubicBezTo>
                  <a:cubicBezTo>
                    <a:pt x="7" y="1"/>
                    <a:pt x="5" y="0"/>
                    <a:pt x="3" y="0"/>
                  </a:cubicBezTo>
                  <a:cubicBezTo>
                    <a:pt x="2" y="0"/>
                    <a:pt x="0" y="1"/>
                    <a:pt x="0" y="1"/>
                  </a:cubicBezTo>
                  <a:cubicBezTo>
                    <a:pt x="0" y="2"/>
                    <a:pt x="3" y="4"/>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91" name="Freeform 2898"/>
            <p:cNvSpPr/>
            <p:nvPr/>
          </p:nvSpPr>
          <p:spPr bwMode="auto">
            <a:xfrm>
              <a:off x="1816404" y="9845453"/>
              <a:ext cx="25400" cy="19050"/>
            </a:xfrm>
            <a:custGeom>
              <a:avLst/>
              <a:gdLst>
                <a:gd name="T0" fmla="*/ 0 w 9"/>
                <a:gd name="T1" fmla="*/ 3 h 7"/>
                <a:gd name="T2" fmla="*/ 5 w 9"/>
                <a:gd name="T3" fmla="*/ 7 h 7"/>
                <a:gd name="T4" fmla="*/ 8 w 9"/>
                <a:gd name="T5" fmla="*/ 5 h 7"/>
                <a:gd name="T6" fmla="*/ 2 w 9"/>
                <a:gd name="T7" fmla="*/ 0 h 7"/>
                <a:gd name="T8" fmla="*/ 0 w 9"/>
                <a:gd name="T9" fmla="*/ 3 h 7"/>
              </a:gdLst>
              <a:ahLst/>
              <a:cxnLst>
                <a:cxn ang="0">
                  <a:pos x="T0" y="T1"/>
                </a:cxn>
                <a:cxn ang="0">
                  <a:pos x="T2" y="T3"/>
                </a:cxn>
                <a:cxn ang="0">
                  <a:pos x="T4" y="T5"/>
                </a:cxn>
                <a:cxn ang="0">
                  <a:pos x="T6" y="T7"/>
                </a:cxn>
                <a:cxn ang="0">
                  <a:pos x="T8" y="T9"/>
                </a:cxn>
              </a:cxnLst>
              <a:rect l="0" t="0" r="r" b="b"/>
              <a:pathLst>
                <a:path w="9" h="7">
                  <a:moveTo>
                    <a:pt x="0" y="3"/>
                  </a:moveTo>
                  <a:cubicBezTo>
                    <a:pt x="0" y="4"/>
                    <a:pt x="3" y="7"/>
                    <a:pt x="5" y="7"/>
                  </a:cubicBezTo>
                  <a:cubicBezTo>
                    <a:pt x="7" y="7"/>
                    <a:pt x="9" y="6"/>
                    <a:pt x="8" y="5"/>
                  </a:cubicBezTo>
                  <a:cubicBezTo>
                    <a:pt x="8" y="4"/>
                    <a:pt x="5" y="2"/>
                    <a:pt x="2" y="0"/>
                  </a:cubicBezTo>
                  <a:cubicBezTo>
                    <a:pt x="1"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92" name="Freeform 2899"/>
            <p:cNvSpPr/>
            <p:nvPr/>
          </p:nvSpPr>
          <p:spPr bwMode="auto">
            <a:xfrm>
              <a:off x="2032304" y="9913715"/>
              <a:ext cx="28575" cy="19050"/>
            </a:xfrm>
            <a:custGeom>
              <a:avLst/>
              <a:gdLst>
                <a:gd name="T0" fmla="*/ 4 w 11"/>
                <a:gd name="T1" fmla="*/ 6 h 7"/>
                <a:gd name="T2" fmla="*/ 11 w 11"/>
                <a:gd name="T3" fmla="*/ 6 h 7"/>
                <a:gd name="T4" fmla="*/ 3 w 11"/>
                <a:gd name="T5" fmla="*/ 0 h 7"/>
                <a:gd name="T6" fmla="*/ 0 w 11"/>
                <a:gd name="T7" fmla="*/ 2 h 7"/>
                <a:gd name="T8" fmla="*/ 4 w 11"/>
                <a:gd name="T9" fmla="*/ 6 h 7"/>
              </a:gdLst>
              <a:ahLst/>
              <a:cxnLst>
                <a:cxn ang="0">
                  <a:pos x="T0" y="T1"/>
                </a:cxn>
                <a:cxn ang="0">
                  <a:pos x="T2" y="T3"/>
                </a:cxn>
                <a:cxn ang="0">
                  <a:pos x="T4" y="T5"/>
                </a:cxn>
                <a:cxn ang="0">
                  <a:pos x="T6" y="T7"/>
                </a:cxn>
                <a:cxn ang="0">
                  <a:pos x="T8" y="T9"/>
                </a:cxn>
              </a:cxnLst>
              <a:rect l="0" t="0" r="r" b="b"/>
              <a:pathLst>
                <a:path w="11" h="7">
                  <a:moveTo>
                    <a:pt x="4" y="6"/>
                  </a:moveTo>
                  <a:cubicBezTo>
                    <a:pt x="6" y="7"/>
                    <a:pt x="8" y="6"/>
                    <a:pt x="11" y="6"/>
                  </a:cubicBezTo>
                  <a:cubicBezTo>
                    <a:pt x="7" y="3"/>
                    <a:pt x="5" y="1"/>
                    <a:pt x="3" y="0"/>
                  </a:cubicBezTo>
                  <a:cubicBezTo>
                    <a:pt x="2" y="0"/>
                    <a:pt x="0" y="1"/>
                    <a:pt x="0" y="2"/>
                  </a:cubicBezTo>
                  <a:cubicBezTo>
                    <a:pt x="0" y="3"/>
                    <a:pt x="3" y="6"/>
                    <a:pt x="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93" name="Freeform 2900"/>
            <p:cNvSpPr/>
            <p:nvPr/>
          </p:nvSpPr>
          <p:spPr bwMode="auto">
            <a:xfrm>
              <a:off x="5272391" y="10388378"/>
              <a:ext cx="23813" cy="15875"/>
            </a:xfrm>
            <a:custGeom>
              <a:avLst/>
              <a:gdLst>
                <a:gd name="T0" fmla="*/ 1 w 9"/>
                <a:gd name="T1" fmla="*/ 4 h 6"/>
                <a:gd name="T2" fmla="*/ 6 w 9"/>
                <a:gd name="T3" fmla="*/ 6 h 6"/>
                <a:gd name="T4" fmla="*/ 9 w 9"/>
                <a:gd name="T5" fmla="*/ 2 h 6"/>
                <a:gd name="T6" fmla="*/ 5 w 9"/>
                <a:gd name="T7" fmla="*/ 0 h 6"/>
                <a:gd name="T8" fmla="*/ 1 w 9"/>
                <a:gd name="T9" fmla="*/ 4 h 6"/>
              </a:gdLst>
              <a:ahLst/>
              <a:cxnLst>
                <a:cxn ang="0">
                  <a:pos x="T0" y="T1"/>
                </a:cxn>
                <a:cxn ang="0">
                  <a:pos x="T2" y="T3"/>
                </a:cxn>
                <a:cxn ang="0">
                  <a:pos x="T4" y="T5"/>
                </a:cxn>
                <a:cxn ang="0">
                  <a:pos x="T6" y="T7"/>
                </a:cxn>
                <a:cxn ang="0">
                  <a:pos x="T8" y="T9"/>
                </a:cxn>
              </a:cxnLst>
              <a:rect l="0" t="0" r="r" b="b"/>
              <a:pathLst>
                <a:path w="9" h="6">
                  <a:moveTo>
                    <a:pt x="1" y="4"/>
                  </a:moveTo>
                  <a:cubicBezTo>
                    <a:pt x="2" y="5"/>
                    <a:pt x="4" y="5"/>
                    <a:pt x="6" y="6"/>
                  </a:cubicBezTo>
                  <a:cubicBezTo>
                    <a:pt x="8" y="4"/>
                    <a:pt x="9" y="3"/>
                    <a:pt x="9" y="2"/>
                  </a:cubicBezTo>
                  <a:cubicBezTo>
                    <a:pt x="9" y="1"/>
                    <a:pt x="6" y="0"/>
                    <a:pt x="5" y="0"/>
                  </a:cubicBezTo>
                  <a:cubicBezTo>
                    <a:pt x="2" y="0"/>
                    <a:pt x="0"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94" name="Freeform 2901"/>
            <p:cNvSpPr/>
            <p:nvPr/>
          </p:nvSpPr>
          <p:spPr bwMode="auto">
            <a:xfrm>
              <a:off x="5054904" y="10412190"/>
              <a:ext cx="30163" cy="14288"/>
            </a:xfrm>
            <a:custGeom>
              <a:avLst/>
              <a:gdLst>
                <a:gd name="T0" fmla="*/ 6 w 11"/>
                <a:gd name="T1" fmla="*/ 5 h 5"/>
                <a:gd name="T2" fmla="*/ 10 w 11"/>
                <a:gd name="T3" fmla="*/ 3 h 5"/>
                <a:gd name="T4" fmla="*/ 6 w 11"/>
                <a:gd name="T5" fmla="*/ 0 h 5"/>
                <a:gd name="T6" fmla="*/ 0 w 11"/>
                <a:gd name="T7" fmla="*/ 2 h 5"/>
                <a:gd name="T8" fmla="*/ 6 w 11"/>
                <a:gd name="T9" fmla="*/ 5 h 5"/>
              </a:gdLst>
              <a:ahLst/>
              <a:cxnLst>
                <a:cxn ang="0">
                  <a:pos x="T0" y="T1"/>
                </a:cxn>
                <a:cxn ang="0">
                  <a:pos x="T2" y="T3"/>
                </a:cxn>
                <a:cxn ang="0">
                  <a:pos x="T4" y="T5"/>
                </a:cxn>
                <a:cxn ang="0">
                  <a:pos x="T6" y="T7"/>
                </a:cxn>
                <a:cxn ang="0">
                  <a:pos x="T8" y="T9"/>
                </a:cxn>
              </a:cxnLst>
              <a:rect l="0" t="0" r="r" b="b"/>
              <a:pathLst>
                <a:path w="11" h="5">
                  <a:moveTo>
                    <a:pt x="6" y="5"/>
                  </a:moveTo>
                  <a:cubicBezTo>
                    <a:pt x="7" y="5"/>
                    <a:pt x="10" y="4"/>
                    <a:pt x="10" y="3"/>
                  </a:cubicBezTo>
                  <a:cubicBezTo>
                    <a:pt x="11" y="2"/>
                    <a:pt x="8" y="0"/>
                    <a:pt x="6" y="0"/>
                  </a:cubicBezTo>
                  <a:cubicBezTo>
                    <a:pt x="4" y="0"/>
                    <a:pt x="3" y="1"/>
                    <a:pt x="0" y="2"/>
                  </a:cubicBezTo>
                  <a:cubicBezTo>
                    <a:pt x="3" y="4"/>
                    <a:pt x="4" y="5"/>
                    <a:pt x="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95" name="Freeform 2902"/>
            <p:cNvSpPr/>
            <p:nvPr/>
          </p:nvSpPr>
          <p:spPr bwMode="auto">
            <a:xfrm>
              <a:off x="4843766" y="10399490"/>
              <a:ext cx="23813" cy="22225"/>
            </a:xfrm>
            <a:custGeom>
              <a:avLst/>
              <a:gdLst>
                <a:gd name="T0" fmla="*/ 4 w 9"/>
                <a:gd name="T1" fmla="*/ 8 h 8"/>
                <a:gd name="T2" fmla="*/ 9 w 9"/>
                <a:gd name="T3" fmla="*/ 5 h 8"/>
                <a:gd name="T4" fmla="*/ 2 w 9"/>
                <a:gd name="T5" fmla="*/ 1 h 8"/>
                <a:gd name="T6" fmla="*/ 0 w 9"/>
                <a:gd name="T7" fmla="*/ 5 h 8"/>
                <a:gd name="T8" fmla="*/ 4 w 9"/>
                <a:gd name="T9" fmla="*/ 8 h 8"/>
              </a:gdLst>
              <a:ahLst/>
              <a:cxnLst>
                <a:cxn ang="0">
                  <a:pos x="T0" y="T1"/>
                </a:cxn>
                <a:cxn ang="0">
                  <a:pos x="T2" y="T3"/>
                </a:cxn>
                <a:cxn ang="0">
                  <a:pos x="T4" y="T5"/>
                </a:cxn>
                <a:cxn ang="0">
                  <a:pos x="T6" y="T7"/>
                </a:cxn>
                <a:cxn ang="0">
                  <a:pos x="T8" y="T9"/>
                </a:cxn>
              </a:cxnLst>
              <a:rect l="0" t="0" r="r" b="b"/>
              <a:pathLst>
                <a:path w="9" h="8">
                  <a:moveTo>
                    <a:pt x="4" y="8"/>
                  </a:moveTo>
                  <a:cubicBezTo>
                    <a:pt x="6" y="7"/>
                    <a:pt x="8" y="6"/>
                    <a:pt x="9" y="5"/>
                  </a:cubicBezTo>
                  <a:cubicBezTo>
                    <a:pt x="8" y="2"/>
                    <a:pt x="4" y="0"/>
                    <a:pt x="2" y="1"/>
                  </a:cubicBezTo>
                  <a:cubicBezTo>
                    <a:pt x="1" y="2"/>
                    <a:pt x="0" y="4"/>
                    <a:pt x="0" y="5"/>
                  </a:cubicBezTo>
                  <a:cubicBezTo>
                    <a:pt x="1" y="6"/>
                    <a:pt x="4" y="8"/>
                    <a:pt x="4"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96" name="Freeform 2903"/>
            <p:cNvSpPr/>
            <p:nvPr/>
          </p:nvSpPr>
          <p:spPr bwMode="auto">
            <a:xfrm>
              <a:off x="4626279" y="10372503"/>
              <a:ext cx="23813" cy="23813"/>
            </a:xfrm>
            <a:custGeom>
              <a:avLst/>
              <a:gdLst>
                <a:gd name="T0" fmla="*/ 4 w 9"/>
                <a:gd name="T1" fmla="*/ 9 h 9"/>
                <a:gd name="T2" fmla="*/ 9 w 9"/>
                <a:gd name="T3" fmla="*/ 6 h 9"/>
                <a:gd name="T4" fmla="*/ 2 w 9"/>
                <a:gd name="T5" fmla="*/ 1 h 9"/>
                <a:gd name="T6" fmla="*/ 0 w 9"/>
                <a:gd name="T7" fmla="*/ 5 h 9"/>
                <a:gd name="T8" fmla="*/ 4 w 9"/>
                <a:gd name="T9" fmla="*/ 9 h 9"/>
              </a:gdLst>
              <a:ahLst/>
              <a:cxnLst>
                <a:cxn ang="0">
                  <a:pos x="T0" y="T1"/>
                </a:cxn>
                <a:cxn ang="0">
                  <a:pos x="T2" y="T3"/>
                </a:cxn>
                <a:cxn ang="0">
                  <a:pos x="T4" y="T5"/>
                </a:cxn>
                <a:cxn ang="0">
                  <a:pos x="T6" y="T7"/>
                </a:cxn>
                <a:cxn ang="0">
                  <a:pos x="T8" y="T9"/>
                </a:cxn>
              </a:cxnLst>
              <a:rect l="0" t="0" r="r" b="b"/>
              <a:pathLst>
                <a:path w="9" h="9">
                  <a:moveTo>
                    <a:pt x="4" y="9"/>
                  </a:moveTo>
                  <a:cubicBezTo>
                    <a:pt x="6" y="8"/>
                    <a:pt x="7" y="7"/>
                    <a:pt x="9" y="6"/>
                  </a:cubicBezTo>
                  <a:cubicBezTo>
                    <a:pt x="7" y="2"/>
                    <a:pt x="4" y="0"/>
                    <a:pt x="2" y="1"/>
                  </a:cubicBezTo>
                  <a:cubicBezTo>
                    <a:pt x="1" y="1"/>
                    <a:pt x="0" y="3"/>
                    <a:pt x="0" y="5"/>
                  </a:cubicBezTo>
                  <a:cubicBezTo>
                    <a:pt x="0" y="6"/>
                    <a:pt x="3" y="9"/>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97" name="Freeform 2904"/>
            <p:cNvSpPr/>
            <p:nvPr/>
          </p:nvSpPr>
          <p:spPr bwMode="auto">
            <a:xfrm>
              <a:off x="4407204" y="10334403"/>
              <a:ext cx="23813" cy="30163"/>
            </a:xfrm>
            <a:custGeom>
              <a:avLst/>
              <a:gdLst>
                <a:gd name="T0" fmla="*/ 5 w 9"/>
                <a:gd name="T1" fmla="*/ 11 h 11"/>
                <a:gd name="T2" fmla="*/ 9 w 9"/>
                <a:gd name="T3" fmla="*/ 7 h 11"/>
                <a:gd name="T4" fmla="*/ 3 w 9"/>
                <a:gd name="T5" fmla="*/ 2 h 11"/>
                <a:gd name="T6" fmla="*/ 1 w 9"/>
                <a:gd name="T7" fmla="*/ 6 h 11"/>
                <a:gd name="T8" fmla="*/ 5 w 9"/>
                <a:gd name="T9" fmla="*/ 11 h 11"/>
              </a:gdLst>
              <a:ahLst/>
              <a:cxnLst>
                <a:cxn ang="0">
                  <a:pos x="T0" y="T1"/>
                </a:cxn>
                <a:cxn ang="0">
                  <a:pos x="T2" y="T3"/>
                </a:cxn>
                <a:cxn ang="0">
                  <a:pos x="T4" y="T5"/>
                </a:cxn>
                <a:cxn ang="0">
                  <a:pos x="T6" y="T7"/>
                </a:cxn>
                <a:cxn ang="0">
                  <a:pos x="T8" y="T9"/>
                </a:cxn>
              </a:cxnLst>
              <a:rect l="0" t="0" r="r" b="b"/>
              <a:pathLst>
                <a:path w="9" h="11">
                  <a:moveTo>
                    <a:pt x="5" y="11"/>
                  </a:moveTo>
                  <a:cubicBezTo>
                    <a:pt x="7" y="10"/>
                    <a:pt x="8" y="8"/>
                    <a:pt x="9" y="7"/>
                  </a:cubicBezTo>
                  <a:cubicBezTo>
                    <a:pt x="8" y="3"/>
                    <a:pt x="5" y="0"/>
                    <a:pt x="3" y="2"/>
                  </a:cubicBezTo>
                  <a:cubicBezTo>
                    <a:pt x="1" y="2"/>
                    <a:pt x="0" y="5"/>
                    <a:pt x="1" y="6"/>
                  </a:cubicBezTo>
                  <a:cubicBezTo>
                    <a:pt x="1" y="8"/>
                    <a:pt x="4" y="11"/>
                    <a:pt x="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98" name="Freeform 2905"/>
            <p:cNvSpPr/>
            <p:nvPr/>
          </p:nvSpPr>
          <p:spPr bwMode="auto">
            <a:xfrm>
              <a:off x="4186541" y="10301065"/>
              <a:ext cx="26988" cy="41275"/>
            </a:xfrm>
            <a:custGeom>
              <a:avLst/>
              <a:gdLst>
                <a:gd name="T0" fmla="*/ 6 w 10"/>
                <a:gd name="T1" fmla="*/ 15 h 15"/>
                <a:gd name="T2" fmla="*/ 10 w 10"/>
                <a:gd name="T3" fmla="*/ 7 h 15"/>
                <a:gd name="T4" fmla="*/ 5 w 10"/>
                <a:gd name="T5" fmla="*/ 2 h 15"/>
                <a:gd name="T6" fmla="*/ 1 w 10"/>
                <a:gd name="T7" fmla="*/ 7 h 15"/>
                <a:gd name="T8" fmla="*/ 6 w 10"/>
                <a:gd name="T9" fmla="*/ 15 h 15"/>
              </a:gdLst>
              <a:ahLst/>
              <a:cxnLst>
                <a:cxn ang="0">
                  <a:pos x="T0" y="T1"/>
                </a:cxn>
                <a:cxn ang="0">
                  <a:pos x="T2" y="T3"/>
                </a:cxn>
                <a:cxn ang="0">
                  <a:pos x="T4" y="T5"/>
                </a:cxn>
                <a:cxn ang="0">
                  <a:pos x="T6" y="T7"/>
                </a:cxn>
                <a:cxn ang="0">
                  <a:pos x="T8" y="T9"/>
                </a:cxn>
              </a:cxnLst>
              <a:rect l="0" t="0" r="r" b="b"/>
              <a:pathLst>
                <a:path w="10" h="15">
                  <a:moveTo>
                    <a:pt x="6" y="15"/>
                  </a:moveTo>
                  <a:cubicBezTo>
                    <a:pt x="8" y="11"/>
                    <a:pt x="10" y="9"/>
                    <a:pt x="10" y="7"/>
                  </a:cubicBezTo>
                  <a:cubicBezTo>
                    <a:pt x="9" y="5"/>
                    <a:pt x="7" y="2"/>
                    <a:pt x="5" y="2"/>
                  </a:cubicBezTo>
                  <a:cubicBezTo>
                    <a:pt x="2" y="0"/>
                    <a:pt x="0" y="4"/>
                    <a:pt x="1" y="7"/>
                  </a:cubicBezTo>
                  <a:cubicBezTo>
                    <a:pt x="2" y="9"/>
                    <a:pt x="4" y="11"/>
                    <a:pt x="6"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899" name="Freeform 2906"/>
            <p:cNvSpPr/>
            <p:nvPr/>
          </p:nvSpPr>
          <p:spPr bwMode="auto">
            <a:xfrm>
              <a:off x="3972229" y="10280428"/>
              <a:ext cx="23813" cy="42863"/>
            </a:xfrm>
            <a:custGeom>
              <a:avLst/>
              <a:gdLst>
                <a:gd name="T0" fmla="*/ 6 w 9"/>
                <a:gd name="T1" fmla="*/ 14 h 16"/>
                <a:gd name="T2" fmla="*/ 9 w 9"/>
                <a:gd name="T3" fmla="*/ 9 h 16"/>
                <a:gd name="T4" fmla="*/ 3 w 9"/>
                <a:gd name="T5" fmla="*/ 0 h 16"/>
                <a:gd name="T6" fmla="*/ 0 w 9"/>
                <a:gd name="T7" fmla="*/ 8 h 16"/>
                <a:gd name="T8" fmla="*/ 6 w 9"/>
                <a:gd name="T9" fmla="*/ 14 h 16"/>
              </a:gdLst>
              <a:ahLst/>
              <a:cxnLst>
                <a:cxn ang="0">
                  <a:pos x="T0" y="T1"/>
                </a:cxn>
                <a:cxn ang="0">
                  <a:pos x="T2" y="T3"/>
                </a:cxn>
                <a:cxn ang="0">
                  <a:pos x="T4" y="T5"/>
                </a:cxn>
                <a:cxn ang="0">
                  <a:pos x="T6" y="T7"/>
                </a:cxn>
                <a:cxn ang="0">
                  <a:pos x="T8" y="T9"/>
                </a:cxn>
              </a:cxnLst>
              <a:rect l="0" t="0" r="r" b="b"/>
              <a:pathLst>
                <a:path w="9" h="16">
                  <a:moveTo>
                    <a:pt x="6" y="14"/>
                  </a:moveTo>
                  <a:cubicBezTo>
                    <a:pt x="7" y="13"/>
                    <a:pt x="9" y="10"/>
                    <a:pt x="9" y="9"/>
                  </a:cubicBezTo>
                  <a:cubicBezTo>
                    <a:pt x="8" y="6"/>
                    <a:pt x="6" y="4"/>
                    <a:pt x="3" y="0"/>
                  </a:cubicBezTo>
                  <a:cubicBezTo>
                    <a:pt x="2" y="4"/>
                    <a:pt x="0" y="6"/>
                    <a:pt x="0" y="8"/>
                  </a:cubicBezTo>
                  <a:cubicBezTo>
                    <a:pt x="0" y="12"/>
                    <a:pt x="4" y="16"/>
                    <a:pt x="6"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00" name="Freeform 2907"/>
            <p:cNvSpPr/>
            <p:nvPr/>
          </p:nvSpPr>
          <p:spPr bwMode="auto">
            <a:xfrm>
              <a:off x="3757916" y="10288365"/>
              <a:ext cx="23813" cy="38100"/>
            </a:xfrm>
            <a:custGeom>
              <a:avLst/>
              <a:gdLst>
                <a:gd name="T0" fmla="*/ 5 w 9"/>
                <a:gd name="T1" fmla="*/ 14 h 14"/>
                <a:gd name="T2" fmla="*/ 9 w 9"/>
                <a:gd name="T3" fmla="*/ 7 h 14"/>
                <a:gd name="T4" fmla="*/ 4 w 9"/>
                <a:gd name="T5" fmla="*/ 1 h 14"/>
                <a:gd name="T6" fmla="*/ 0 w 9"/>
                <a:gd name="T7" fmla="*/ 5 h 14"/>
                <a:gd name="T8" fmla="*/ 5 w 9"/>
                <a:gd name="T9" fmla="*/ 14 h 14"/>
              </a:gdLst>
              <a:ahLst/>
              <a:cxnLst>
                <a:cxn ang="0">
                  <a:pos x="T0" y="T1"/>
                </a:cxn>
                <a:cxn ang="0">
                  <a:pos x="T2" y="T3"/>
                </a:cxn>
                <a:cxn ang="0">
                  <a:pos x="T4" y="T5"/>
                </a:cxn>
                <a:cxn ang="0">
                  <a:pos x="T6" y="T7"/>
                </a:cxn>
                <a:cxn ang="0">
                  <a:pos x="T8" y="T9"/>
                </a:cxn>
              </a:cxnLst>
              <a:rect l="0" t="0" r="r" b="b"/>
              <a:pathLst>
                <a:path w="9" h="14">
                  <a:moveTo>
                    <a:pt x="5" y="14"/>
                  </a:moveTo>
                  <a:cubicBezTo>
                    <a:pt x="6" y="12"/>
                    <a:pt x="8" y="10"/>
                    <a:pt x="9" y="7"/>
                  </a:cubicBezTo>
                  <a:cubicBezTo>
                    <a:pt x="9" y="5"/>
                    <a:pt x="6" y="2"/>
                    <a:pt x="4" y="1"/>
                  </a:cubicBezTo>
                  <a:cubicBezTo>
                    <a:pt x="2" y="0"/>
                    <a:pt x="1" y="2"/>
                    <a:pt x="0" y="5"/>
                  </a:cubicBezTo>
                  <a:cubicBezTo>
                    <a:pt x="0" y="9"/>
                    <a:pt x="2" y="13"/>
                    <a:pt x="5"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01" name="Freeform 2908"/>
            <p:cNvSpPr/>
            <p:nvPr/>
          </p:nvSpPr>
          <p:spPr bwMode="auto">
            <a:xfrm>
              <a:off x="3543604" y="10307415"/>
              <a:ext cx="23813" cy="46038"/>
            </a:xfrm>
            <a:custGeom>
              <a:avLst/>
              <a:gdLst>
                <a:gd name="T0" fmla="*/ 6 w 9"/>
                <a:gd name="T1" fmla="*/ 15 h 17"/>
                <a:gd name="T2" fmla="*/ 9 w 9"/>
                <a:gd name="T3" fmla="*/ 9 h 17"/>
                <a:gd name="T4" fmla="*/ 3 w 9"/>
                <a:gd name="T5" fmla="*/ 0 h 17"/>
                <a:gd name="T6" fmla="*/ 0 w 9"/>
                <a:gd name="T7" fmla="*/ 9 h 17"/>
                <a:gd name="T8" fmla="*/ 6 w 9"/>
                <a:gd name="T9" fmla="*/ 15 h 17"/>
              </a:gdLst>
              <a:ahLst/>
              <a:cxnLst>
                <a:cxn ang="0">
                  <a:pos x="T0" y="T1"/>
                </a:cxn>
                <a:cxn ang="0">
                  <a:pos x="T2" y="T3"/>
                </a:cxn>
                <a:cxn ang="0">
                  <a:pos x="T4" y="T5"/>
                </a:cxn>
                <a:cxn ang="0">
                  <a:pos x="T6" y="T7"/>
                </a:cxn>
                <a:cxn ang="0">
                  <a:pos x="T8" y="T9"/>
                </a:cxn>
              </a:cxnLst>
              <a:rect l="0" t="0" r="r" b="b"/>
              <a:pathLst>
                <a:path w="9" h="17">
                  <a:moveTo>
                    <a:pt x="6" y="15"/>
                  </a:moveTo>
                  <a:cubicBezTo>
                    <a:pt x="7" y="14"/>
                    <a:pt x="9" y="10"/>
                    <a:pt x="9" y="9"/>
                  </a:cubicBezTo>
                  <a:cubicBezTo>
                    <a:pt x="8" y="6"/>
                    <a:pt x="6" y="4"/>
                    <a:pt x="3" y="0"/>
                  </a:cubicBezTo>
                  <a:cubicBezTo>
                    <a:pt x="2" y="4"/>
                    <a:pt x="0" y="7"/>
                    <a:pt x="0" y="9"/>
                  </a:cubicBezTo>
                  <a:cubicBezTo>
                    <a:pt x="0" y="13"/>
                    <a:pt x="4" y="17"/>
                    <a:pt x="6"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02" name="Freeform 2909"/>
            <p:cNvSpPr/>
            <p:nvPr/>
          </p:nvSpPr>
          <p:spPr bwMode="auto">
            <a:xfrm>
              <a:off x="3329291" y="10304240"/>
              <a:ext cx="23813" cy="46038"/>
            </a:xfrm>
            <a:custGeom>
              <a:avLst/>
              <a:gdLst>
                <a:gd name="T0" fmla="*/ 6 w 9"/>
                <a:gd name="T1" fmla="*/ 15 h 17"/>
                <a:gd name="T2" fmla="*/ 9 w 9"/>
                <a:gd name="T3" fmla="*/ 10 h 17"/>
                <a:gd name="T4" fmla="*/ 3 w 9"/>
                <a:gd name="T5" fmla="*/ 0 h 17"/>
                <a:gd name="T6" fmla="*/ 0 w 9"/>
                <a:gd name="T7" fmla="*/ 9 h 17"/>
                <a:gd name="T8" fmla="*/ 6 w 9"/>
                <a:gd name="T9" fmla="*/ 15 h 17"/>
              </a:gdLst>
              <a:ahLst/>
              <a:cxnLst>
                <a:cxn ang="0">
                  <a:pos x="T0" y="T1"/>
                </a:cxn>
                <a:cxn ang="0">
                  <a:pos x="T2" y="T3"/>
                </a:cxn>
                <a:cxn ang="0">
                  <a:pos x="T4" y="T5"/>
                </a:cxn>
                <a:cxn ang="0">
                  <a:pos x="T6" y="T7"/>
                </a:cxn>
                <a:cxn ang="0">
                  <a:pos x="T8" y="T9"/>
                </a:cxn>
              </a:cxnLst>
              <a:rect l="0" t="0" r="r" b="b"/>
              <a:pathLst>
                <a:path w="9" h="17">
                  <a:moveTo>
                    <a:pt x="6" y="15"/>
                  </a:moveTo>
                  <a:cubicBezTo>
                    <a:pt x="7" y="14"/>
                    <a:pt x="9" y="11"/>
                    <a:pt x="9" y="10"/>
                  </a:cubicBezTo>
                  <a:cubicBezTo>
                    <a:pt x="8" y="7"/>
                    <a:pt x="6" y="4"/>
                    <a:pt x="3" y="0"/>
                  </a:cubicBezTo>
                  <a:cubicBezTo>
                    <a:pt x="2" y="4"/>
                    <a:pt x="0" y="6"/>
                    <a:pt x="0" y="9"/>
                  </a:cubicBezTo>
                  <a:cubicBezTo>
                    <a:pt x="0" y="12"/>
                    <a:pt x="4" y="17"/>
                    <a:pt x="6"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03" name="Freeform 2910"/>
            <p:cNvSpPr/>
            <p:nvPr/>
          </p:nvSpPr>
          <p:spPr bwMode="auto">
            <a:xfrm>
              <a:off x="3108629" y="10282015"/>
              <a:ext cx="30163" cy="33338"/>
            </a:xfrm>
            <a:custGeom>
              <a:avLst/>
              <a:gdLst>
                <a:gd name="T0" fmla="*/ 7 w 11"/>
                <a:gd name="T1" fmla="*/ 11 h 12"/>
                <a:gd name="T2" fmla="*/ 11 w 11"/>
                <a:gd name="T3" fmla="*/ 7 h 12"/>
                <a:gd name="T4" fmla="*/ 6 w 11"/>
                <a:gd name="T5" fmla="*/ 0 h 12"/>
                <a:gd name="T6" fmla="*/ 0 w 11"/>
                <a:gd name="T7" fmla="*/ 3 h 12"/>
                <a:gd name="T8" fmla="*/ 7 w 11"/>
                <a:gd name="T9" fmla="*/ 11 h 12"/>
              </a:gdLst>
              <a:ahLst/>
              <a:cxnLst>
                <a:cxn ang="0">
                  <a:pos x="T0" y="T1"/>
                </a:cxn>
                <a:cxn ang="0">
                  <a:pos x="T2" y="T3"/>
                </a:cxn>
                <a:cxn ang="0">
                  <a:pos x="T4" y="T5"/>
                </a:cxn>
                <a:cxn ang="0">
                  <a:pos x="T6" y="T7"/>
                </a:cxn>
                <a:cxn ang="0">
                  <a:pos x="T8" y="T9"/>
                </a:cxn>
              </a:cxnLst>
              <a:rect l="0" t="0" r="r" b="b"/>
              <a:pathLst>
                <a:path w="11" h="12">
                  <a:moveTo>
                    <a:pt x="7" y="11"/>
                  </a:moveTo>
                  <a:cubicBezTo>
                    <a:pt x="8" y="12"/>
                    <a:pt x="10" y="9"/>
                    <a:pt x="11" y="7"/>
                  </a:cubicBezTo>
                  <a:cubicBezTo>
                    <a:pt x="11" y="5"/>
                    <a:pt x="8" y="0"/>
                    <a:pt x="6" y="0"/>
                  </a:cubicBezTo>
                  <a:cubicBezTo>
                    <a:pt x="4" y="0"/>
                    <a:pt x="3" y="1"/>
                    <a:pt x="0" y="3"/>
                  </a:cubicBezTo>
                  <a:cubicBezTo>
                    <a:pt x="3" y="7"/>
                    <a:pt x="5" y="10"/>
                    <a:pt x="7"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04" name="Freeform 2911"/>
            <p:cNvSpPr/>
            <p:nvPr/>
          </p:nvSpPr>
          <p:spPr bwMode="auto">
            <a:xfrm>
              <a:off x="2897491" y="10224865"/>
              <a:ext cx="23813" cy="33338"/>
            </a:xfrm>
            <a:custGeom>
              <a:avLst/>
              <a:gdLst>
                <a:gd name="T0" fmla="*/ 5 w 9"/>
                <a:gd name="T1" fmla="*/ 12 h 12"/>
                <a:gd name="T2" fmla="*/ 9 w 9"/>
                <a:gd name="T3" fmla="*/ 8 h 12"/>
                <a:gd name="T4" fmla="*/ 3 w 9"/>
                <a:gd name="T5" fmla="*/ 1 h 12"/>
                <a:gd name="T6" fmla="*/ 1 w 9"/>
                <a:gd name="T7" fmla="*/ 6 h 12"/>
                <a:gd name="T8" fmla="*/ 5 w 9"/>
                <a:gd name="T9" fmla="*/ 12 h 12"/>
              </a:gdLst>
              <a:ahLst/>
              <a:cxnLst>
                <a:cxn ang="0">
                  <a:pos x="T0" y="T1"/>
                </a:cxn>
                <a:cxn ang="0">
                  <a:pos x="T2" y="T3"/>
                </a:cxn>
                <a:cxn ang="0">
                  <a:pos x="T4" y="T5"/>
                </a:cxn>
                <a:cxn ang="0">
                  <a:pos x="T6" y="T7"/>
                </a:cxn>
                <a:cxn ang="0">
                  <a:pos x="T8" y="T9"/>
                </a:cxn>
              </a:cxnLst>
              <a:rect l="0" t="0" r="r" b="b"/>
              <a:pathLst>
                <a:path w="9" h="12">
                  <a:moveTo>
                    <a:pt x="5" y="12"/>
                  </a:moveTo>
                  <a:cubicBezTo>
                    <a:pt x="7" y="12"/>
                    <a:pt x="8" y="9"/>
                    <a:pt x="9" y="8"/>
                  </a:cubicBezTo>
                  <a:cubicBezTo>
                    <a:pt x="8" y="3"/>
                    <a:pt x="5" y="0"/>
                    <a:pt x="3" y="1"/>
                  </a:cubicBezTo>
                  <a:cubicBezTo>
                    <a:pt x="1" y="1"/>
                    <a:pt x="0" y="4"/>
                    <a:pt x="1" y="6"/>
                  </a:cubicBezTo>
                  <a:cubicBezTo>
                    <a:pt x="1" y="8"/>
                    <a:pt x="4" y="12"/>
                    <a:pt x="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05" name="Freeform 2912"/>
            <p:cNvSpPr/>
            <p:nvPr/>
          </p:nvSpPr>
          <p:spPr bwMode="auto">
            <a:xfrm>
              <a:off x="2676829" y="10155015"/>
              <a:ext cx="30163" cy="30163"/>
            </a:xfrm>
            <a:custGeom>
              <a:avLst/>
              <a:gdLst>
                <a:gd name="T0" fmla="*/ 6 w 11"/>
                <a:gd name="T1" fmla="*/ 11 h 11"/>
                <a:gd name="T2" fmla="*/ 10 w 11"/>
                <a:gd name="T3" fmla="*/ 8 h 11"/>
                <a:gd name="T4" fmla="*/ 5 w 11"/>
                <a:gd name="T5" fmla="*/ 1 h 11"/>
                <a:gd name="T6" fmla="*/ 0 w 11"/>
                <a:gd name="T7" fmla="*/ 2 h 11"/>
                <a:gd name="T8" fmla="*/ 6 w 11"/>
                <a:gd name="T9" fmla="*/ 11 h 11"/>
              </a:gdLst>
              <a:ahLst/>
              <a:cxnLst>
                <a:cxn ang="0">
                  <a:pos x="T0" y="T1"/>
                </a:cxn>
                <a:cxn ang="0">
                  <a:pos x="T2" y="T3"/>
                </a:cxn>
                <a:cxn ang="0">
                  <a:pos x="T4" y="T5"/>
                </a:cxn>
                <a:cxn ang="0">
                  <a:pos x="T6" y="T7"/>
                </a:cxn>
                <a:cxn ang="0">
                  <a:pos x="T8" y="T9"/>
                </a:cxn>
              </a:cxnLst>
              <a:rect l="0" t="0" r="r" b="b"/>
              <a:pathLst>
                <a:path w="11" h="11">
                  <a:moveTo>
                    <a:pt x="6" y="11"/>
                  </a:moveTo>
                  <a:cubicBezTo>
                    <a:pt x="8" y="11"/>
                    <a:pt x="10" y="10"/>
                    <a:pt x="10" y="8"/>
                  </a:cubicBezTo>
                  <a:cubicBezTo>
                    <a:pt x="11" y="6"/>
                    <a:pt x="8" y="1"/>
                    <a:pt x="5" y="1"/>
                  </a:cubicBezTo>
                  <a:cubicBezTo>
                    <a:pt x="4" y="0"/>
                    <a:pt x="2" y="2"/>
                    <a:pt x="0" y="2"/>
                  </a:cubicBezTo>
                  <a:cubicBezTo>
                    <a:pt x="3" y="6"/>
                    <a:pt x="4" y="9"/>
                    <a:pt x="6"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06" name="Freeform 2913"/>
            <p:cNvSpPr/>
            <p:nvPr/>
          </p:nvSpPr>
          <p:spPr bwMode="auto">
            <a:xfrm>
              <a:off x="2465691" y="10074053"/>
              <a:ext cx="23813" cy="26988"/>
            </a:xfrm>
            <a:custGeom>
              <a:avLst/>
              <a:gdLst>
                <a:gd name="T0" fmla="*/ 2 w 9"/>
                <a:gd name="T1" fmla="*/ 1 h 10"/>
                <a:gd name="T2" fmla="*/ 0 w 9"/>
                <a:gd name="T3" fmla="*/ 5 h 10"/>
                <a:gd name="T4" fmla="*/ 4 w 9"/>
                <a:gd name="T5" fmla="*/ 10 h 10"/>
                <a:gd name="T6" fmla="*/ 9 w 9"/>
                <a:gd name="T7" fmla="*/ 8 h 10"/>
                <a:gd name="T8" fmla="*/ 2 w 9"/>
                <a:gd name="T9" fmla="*/ 1 h 10"/>
              </a:gdLst>
              <a:ahLst/>
              <a:cxnLst>
                <a:cxn ang="0">
                  <a:pos x="T0" y="T1"/>
                </a:cxn>
                <a:cxn ang="0">
                  <a:pos x="T2" y="T3"/>
                </a:cxn>
                <a:cxn ang="0">
                  <a:pos x="T4" y="T5"/>
                </a:cxn>
                <a:cxn ang="0">
                  <a:pos x="T6" y="T7"/>
                </a:cxn>
                <a:cxn ang="0">
                  <a:pos x="T8" y="T9"/>
                </a:cxn>
              </a:cxnLst>
              <a:rect l="0" t="0" r="r" b="b"/>
              <a:pathLst>
                <a:path w="9" h="10">
                  <a:moveTo>
                    <a:pt x="2" y="1"/>
                  </a:moveTo>
                  <a:cubicBezTo>
                    <a:pt x="1" y="1"/>
                    <a:pt x="0" y="3"/>
                    <a:pt x="0" y="5"/>
                  </a:cubicBezTo>
                  <a:cubicBezTo>
                    <a:pt x="1" y="6"/>
                    <a:pt x="4" y="10"/>
                    <a:pt x="4" y="10"/>
                  </a:cubicBezTo>
                  <a:cubicBezTo>
                    <a:pt x="6" y="10"/>
                    <a:pt x="8" y="8"/>
                    <a:pt x="9" y="8"/>
                  </a:cubicBezTo>
                  <a:cubicBezTo>
                    <a:pt x="8" y="4"/>
                    <a:pt x="4" y="0"/>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07" name="Freeform 2914"/>
            <p:cNvSpPr/>
            <p:nvPr/>
          </p:nvSpPr>
          <p:spPr bwMode="auto">
            <a:xfrm>
              <a:off x="2246616" y="9989915"/>
              <a:ext cx="26988" cy="23813"/>
            </a:xfrm>
            <a:custGeom>
              <a:avLst/>
              <a:gdLst>
                <a:gd name="T0" fmla="*/ 6 w 10"/>
                <a:gd name="T1" fmla="*/ 9 h 9"/>
                <a:gd name="T2" fmla="*/ 10 w 10"/>
                <a:gd name="T3" fmla="*/ 7 h 9"/>
                <a:gd name="T4" fmla="*/ 5 w 10"/>
                <a:gd name="T5" fmla="*/ 2 h 9"/>
                <a:gd name="T6" fmla="*/ 1 w 10"/>
                <a:gd name="T7" fmla="*/ 2 h 9"/>
                <a:gd name="T8" fmla="*/ 6 w 10"/>
                <a:gd name="T9" fmla="*/ 9 h 9"/>
              </a:gdLst>
              <a:ahLst/>
              <a:cxnLst>
                <a:cxn ang="0">
                  <a:pos x="T0" y="T1"/>
                </a:cxn>
                <a:cxn ang="0">
                  <a:pos x="T2" y="T3"/>
                </a:cxn>
                <a:cxn ang="0">
                  <a:pos x="T4" y="T5"/>
                </a:cxn>
                <a:cxn ang="0">
                  <a:pos x="T6" y="T7"/>
                </a:cxn>
                <a:cxn ang="0">
                  <a:pos x="T8" y="T9"/>
                </a:cxn>
              </a:cxnLst>
              <a:rect l="0" t="0" r="r" b="b"/>
              <a:pathLst>
                <a:path w="10" h="9">
                  <a:moveTo>
                    <a:pt x="6" y="9"/>
                  </a:moveTo>
                  <a:cubicBezTo>
                    <a:pt x="7" y="9"/>
                    <a:pt x="9" y="8"/>
                    <a:pt x="10" y="7"/>
                  </a:cubicBezTo>
                  <a:cubicBezTo>
                    <a:pt x="10" y="6"/>
                    <a:pt x="7" y="3"/>
                    <a:pt x="5" y="2"/>
                  </a:cubicBezTo>
                  <a:cubicBezTo>
                    <a:pt x="3" y="0"/>
                    <a:pt x="1" y="0"/>
                    <a:pt x="1" y="2"/>
                  </a:cubicBezTo>
                  <a:cubicBezTo>
                    <a:pt x="0" y="4"/>
                    <a:pt x="2" y="7"/>
                    <a:pt x="6"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08" name="Freeform 2915"/>
            <p:cNvSpPr/>
            <p:nvPr/>
          </p:nvSpPr>
          <p:spPr bwMode="auto">
            <a:xfrm>
              <a:off x="2537129" y="9802590"/>
              <a:ext cx="28575" cy="12700"/>
            </a:xfrm>
            <a:custGeom>
              <a:avLst/>
              <a:gdLst>
                <a:gd name="T0" fmla="*/ 5 w 11"/>
                <a:gd name="T1" fmla="*/ 5 h 5"/>
                <a:gd name="T2" fmla="*/ 11 w 11"/>
                <a:gd name="T3" fmla="*/ 4 h 5"/>
                <a:gd name="T4" fmla="*/ 2 w 11"/>
                <a:gd name="T5" fmla="*/ 0 h 5"/>
                <a:gd name="T6" fmla="*/ 0 w 11"/>
                <a:gd name="T7" fmla="*/ 2 h 5"/>
                <a:gd name="T8" fmla="*/ 5 w 11"/>
                <a:gd name="T9" fmla="*/ 5 h 5"/>
              </a:gdLst>
              <a:ahLst/>
              <a:cxnLst>
                <a:cxn ang="0">
                  <a:pos x="T0" y="T1"/>
                </a:cxn>
                <a:cxn ang="0">
                  <a:pos x="T2" y="T3"/>
                </a:cxn>
                <a:cxn ang="0">
                  <a:pos x="T4" y="T5"/>
                </a:cxn>
                <a:cxn ang="0">
                  <a:pos x="T6" y="T7"/>
                </a:cxn>
                <a:cxn ang="0">
                  <a:pos x="T8" y="T9"/>
                </a:cxn>
              </a:cxnLst>
              <a:rect l="0" t="0" r="r" b="b"/>
              <a:pathLst>
                <a:path w="11" h="5">
                  <a:moveTo>
                    <a:pt x="5" y="5"/>
                  </a:moveTo>
                  <a:cubicBezTo>
                    <a:pt x="6" y="5"/>
                    <a:pt x="7" y="5"/>
                    <a:pt x="11" y="4"/>
                  </a:cubicBezTo>
                  <a:cubicBezTo>
                    <a:pt x="5" y="2"/>
                    <a:pt x="4" y="1"/>
                    <a:pt x="2" y="0"/>
                  </a:cubicBezTo>
                  <a:cubicBezTo>
                    <a:pt x="1" y="0"/>
                    <a:pt x="0" y="1"/>
                    <a:pt x="0" y="2"/>
                  </a:cubicBezTo>
                  <a:cubicBezTo>
                    <a:pt x="0" y="4"/>
                    <a:pt x="2" y="5"/>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09" name="Freeform 2916"/>
            <p:cNvSpPr/>
            <p:nvPr/>
          </p:nvSpPr>
          <p:spPr bwMode="auto">
            <a:xfrm>
              <a:off x="2751441" y="9842278"/>
              <a:ext cx="19050" cy="19050"/>
            </a:xfrm>
            <a:custGeom>
              <a:avLst/>
              <a:gdLst>
                <a:gd name="T0" fmla="*/ 7 w 7"/>
                <a:gd name="T1" fmla="*/ 4 h 7"/>
                <a:gd name="T2" fmla="*/ 3 w 7"/>
                <a:gd name="T3" fmla="*/ 0 h 7"/>
                <a:gd name="T4" fmla="*/ 0 w 7"/>
                <a:gd name="T5" fmla="*/ 2 h 7"/>
                <a:gd name="T6" fmla="*/ 4 w 7"/>
                <a:gd name="T7" fmla="*/ 7 h 7"/>
                <a:gd name="T8" fmla="*/ 7 w 7"/>
                <a:gd name="T9" fmla="*/ 4 h 7"/>
              </a:gdLst>
              <a:ahLst/>
              <a:cxnLst>
                <a:cxn ang="0">
                  <a:pos x="T0" y="T1"/>
                </a:cxn>
                <a:cxn ang="0">
                  <a:pos x="T2" y="T3"/>
                </a:cxn>
                <a:cxn ang="0">
                  <a:pos x="T4" y="T5"/>
                </a:cxn>
                <a:cxn ang="0">
                  <a:pos x="T6" y="T7"/>
                </a:cxn>
                <a:cxn ang="0">
                  <a:pos x="T8" y="T9"/>
                </a:cxn>
              </a:cxnLst>
              <a:rect l="0" t="0" r="r" b="b"/>
              <a:pathLst>
                <a:path w="7" h="7">
                  <a:moveTo>
                    <a:pt x="7" y="4"/>
                  </a:moveTo>
                  <a:cubicBezTo>
                    <a:pt x="7" y="1"/>
                    <a:pt x="5" y="0"/>
                    <a:pt x="3" y="0"/>
                  </a:cubicBezTo>
                  <a:cubicBezTo>
                    <a:pt x="2" y="0"/>
                    <a:pt x="0" y="2"/>
                    <a:pt x="0" y="2"/>
                  </a:cubicBezTo>
                  <a:cubicBezTo>
                    <a:pt x="1" y="4"/>
                    <a:pt x="3" y="5"/>
                    <a:pt x="4" y="7"/>
                  </a:cubicBezTo>
                  <a:cubicBezTo>
                    <a:pt x="6" y="6"/>
                    <a:pt x="7" y="5"/>
                    <a:pt x="7"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10" name="Freeform 2917"/>
            <p:cNvSpPr/>
            <p:nvPr/>
          </p:nvSpPr>
          <p:spPr bwMode="auto">
            <a:xfrm>
              <a:off x="2965754" y="9869265"/>
              <a:ext cx="28575" cy="25400"/>
            </a:xfrm>
            <a:custGeom>
              <a:avLst/>
              <a:gdLst>
                <a:gd name="T0" fmla="*/ 5 w 11"/>
                <a:gd name="T1" fmla="*/ 8 h 9"/>
                <a:gd name="T2" fmla="*/ 11 w 11"/>
                <a:gd name="T3" fmla="*/ 5 h 9"/>
                <a:gd name="T4" fmla="*/ 3 w 11"/>
                <a:gd name="T5" fmla="*/ 0 h 9"/>
                <a:gd name="T6" fmla="*/ 1 w 11"/>
                <a:gd name="T7" fmla="*/ 4 h 9"/>
                <a:gd name="T8" fmla="*/ 5 w 11"/>
                <a:gd name="T9" fmla="*/ 8 h 9"/>
              </a:gdLst>
              <a:ahLst/>
              <a:cxnLst>
                <a:cxn ang="0">
                  <a:pos x="T0" y="T1"/>
                </a:cxn>
                <a:cxn ang="0">
                  <a:pos x="T2" y="T3"/>
                </a:cxn>
                <a:cxn ang="0">
                  <a:pos x="T4" y="T5"/>
                </a:cxn>
                <a:cxn ang="0">
                  <a:pos x="T6" y="T7"/>
                </a:cxn>
                <a:cxn ang="0">
                  <a:pos x="T8" y="T9"/>
                </a:cxn>
              </a:cxnLst>
              <a:rect l="0" t="0" r="r" b="b"/>
              <a:pathLst>
                <a:path w="11" h="9">
                  <a:moveTo>
                    <a:pt x="5" y="8"/>
                  </a:moveTo>
                  <a:cubicBezTo>
                    <a:pt x="7" y="8"/>
                    <a:pt x="8" y="7"/>
                    <a:pt x="11" y="5"/>
                  </a:cubicBezTo>
                  <a:cubicBezTo>
                    <a:pt x="6" y="2"/>
                    <a:pt x="4" y="0"/>
                    <a:pt x="3" y="0"/>
                  </a:cubicBezTo>
                  <a:cubicBezTo>
                    <a:pt x="2" y="0"/>
                    <a:pt x="0" y="3"/>
                    <a:pt x="1" y="4"/>
                  </a:cubicBezTo>
                  <a:cubicBezTo>
                    <a:pt x="1" y="7"/>
                    <a:pt x="3" y="9"/>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11" name="Freeform 2918"/>
            <p:cNvSpPr/>
            <p:nvPr/>
          </p:nvSpPr>
          <p:spPr bwMode="auto">
            <a:xfrm>
              <a:off x="3180066" y="9878790"/>
              <a:ext cx="20638" cy="31750"/>
            </a:xfrm>
            <a:custGeom>
              <a:avLst/>
              <a:gdLst>
                <a:gd name="T0" fmla="*/ 5 w 8"/>
                <a:gd name="T1" fmla="*/ 12 h 12"/>
                <a:gd name="T2" fmla="*/ 7 w 8"/>
                <a:gd name="T3" fmla="*/ 6 h 12"/>
                <a:gd name="T4" fmla="*/ 2 w 8"/>
                <a:gd name="T5" fmla="*/ 0 h 12"/>
                <a:gd name="T6" fmla="*/ 0 w 8"/>
                <a:gd name="T7" fmla="*/ 6 h 12"/>
                <a:gd name="T8" fmla="*/ 5 w 8"/>
                <a:gd name="T9" fmla="*/ 12 h 12"/>
              </a:gdLst>
              <a:ahLst/>
              <a:cxnLst>
                <a:cxn ang="0">
                  <a:pos x="T0" y="T1"/>
                </a:cxn>
                <a:cxn ang="0">
                  <a:pos x="T2" y="T3"/>
                </a:cxn>
                <a:cxn ang="0">
                  <a:pos x="T4" y="T5"/>
                </a:cxn>
                <a:cxn ang="0">
                  <a:pos x="T6" y="T7"/>
                </a:cxn>
                <a:cxn ang="0">
                  <a:pos x="T8" y="T9"/>
                </a:cxn>
              </a:cxnLst>
              <a:rect l="0" t="0" r="r" b="b"/>
              <a:pathLst>
                <a:path w="8" h="12">
                  <a:moveTo>
                    <a:pt x="5" y="12"/>
                  </a:moveTo>
                  <a:cubicBezTo>
                    <a:pt x="7" y="12"/>
                    <a:pt x="8" y="8"/>
                    <a:pt x="7" y="6"/>
                  </a:cubicBezTo>
                  <a:cubicBezTo>
                    <a:pt x="6" y="4"/>
                    <a:pt x="5" y="3"/>
                    <a:pt x="2" y="0"/>
                  </a:cubicBezTo>
                  <a:cubicBezTo>
                    <a:pt x="1" y="2"/>
                    <a:pt x="0" y="4"/>
                    <a:pt x="0" y="6"/>
                  </a:cubicBezTo>
                  <a:cubicBezTo>
                    <a:pt x="0" y="10"/>
                    <a:pt x="3" y="11"/>
                    <a:pt x="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12" name="Freeform 2919"/>
            <p:cNvSpPr/>
            <p:nvPr/>
          </p:nvSpPr>
          <p:spPr bwMode="auto">
            <a:xfrm>
              <a:off x="3394379" y="9872440"/>
              <a:ext cx="20638" cy="34925"/>
            </a:xfrm>
            <a:custGeom>
              <a:avLst/>
              <a:gdLst>
                <a:gd name="T0" fmla="*/ 5 w 8"/>
                <a:gd name="T1" fmla="*/ 13 h 13"/>
                <a:gd name="T2" fmla="*/ 7 w 8"/>
                <a:gd name="T3" fmla="*/ 6 h 13"/>
                <a:gd name="T4" fmla="*/ 1 w 8"/>
                <a:gd name="T5" fmla="*/ 0 h 13"/>
                <a:gd name="T6" fmla="*/ 0 w 8"/>
                <a:gd name="T7" fmla="*/ 7 h 13"/>
                <a:gd name="T8" fmla="*/ 5 w 8"/>
                <a:gd name="T9" fmla="*/ 13 h 13"/>
              </a:gdLst>
              <a:ahLst/>
              <a:cxnLst>
                <a:cxn ang="0">
                  <a:pos x="T0" y="T1"/>
                </a:cxn>
                <a:cxn ang="0">
                  <a:pos x="T2" y="T3"/>
                </a:cxn>
                <a:cxn ang="0">
                  <a:pos x="T4" y="T5"/>
                </a:cxn>
                <a:cxn ang="0">
                  <a:pos x="T6" y="T7"/>
                </a:cxn>
                <a:cxn ang="0">
                  <a:pos x="T8" y="T9"/>
                </a:cxn>
              </a:cxnLst>
              <a:rect l="0" t="0" r="r" b="b"/>
              <a:pathLst>
                <a:path w="8" h="13">
                  <a:moveTo>
                    <a:pt x="5" y="13"/>
                  </a:moveTo>
                  <a:cubicBezTo>
                    <a:pt x="7" y="13"/>
                    <a:pt x="8" y="8"/>
                    <a:pt x="7" y="6"/>
                  </a:cubicBezTo>
                  <a:cubicBezTo>
                    <a:pt x="6" y="4"/>
                    <a:pt x="4" y="3"/>
                    <a:pt x="1" y="0"/>
                  </a:cubicBezTo>
                  <a:cubicBezTo>
                    <a:pt x="1" y="2"/>
                    <a:pt x="0" y="5"/>
                    <a:pt x="0" y="7"/>
                  </a:cubicBezTo>
                  <a:cubicBezTo>
                    <a:pt x="0" y="12"/>
                    <a:pt x="2" y="13"/>
                    <a:pt x="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13" name="Freeform 2920"/>
            <p:cNvSpPr/>
            <p:nvPr/>
          </p:nvSpPr>
          <p:spPr bwMode="auto">
            <a:xfrm>
              <a:off x="3608691" y="9850215"/>
              <a:ext cx="23813" cy="36513"/>
            </a:xfrm>
            <a:custGeom>
              <a:avLst/>
              <a:gdLst>
                <a:gd name="T0" fmla="*/ 0 w 9"/>
                <a:gd name="T1" fmla="*/ 7 h 13"/>
                <a:gd name="T2" fmla="*/ 4 w 9"/>
                <a:gd name="T3" fmla="*/ 12 h 13"/>
                <a:gd name="T4" fmla="*/ 9 w 9"/>
                <a:gd name="T5" fmla="*/ 4 h 13"/>
                <a:gd name="T6" fmla="*/ 4 w 9"/>
                <a:gd name="T7" fmla="*/ 1 h 13"/>
                <a:gd name="T8" fmla="*/ 0 w 9"/>
                <a:gd name="T9" fmla="*/ 7 h 13"/>
              </a:gdLst>
              <a:ahLst/>
              <a:cxnLst>
                <a:cxn ang="0">
                  <a:pos x="T0" y="T1"/>
                </a:cxn>
                <a:cxn ang="0">
                  <a:pos x="T2" y="T3"/>
                </a:cxn>
                <a:cxn ang="0">
                  <a:pos x="T4" y="T5"/>
                </a:cxn>
                <a:cxn ang="0">
                  <a:pos x="T6" y="T7"/>
                </a:cxn>
                <a:cxn ang="0">
                  <a:pos x="T8" y="T9"/>
                </a:cxn>
              </a:cxnLst>
              <a:rect l="0" t="0" r="r" b="b"/>
              <a:pathLst>
                <a:path w="9" h="13">
                  <a:moveTo>
                    <a:pt x="0" y="7"/>
                  </a:moveTo>
                  <a:cubicBezTo>
                    <a:pt x="0" y="12"/>
                    <a:pt x="2" y="13"/>
                    <a:pt x="4" y="12"/>
                  </a:cubicBezTo>
                  <a:cubicBezTo>
                    <a:pt x="6" y="12"/>
                    <a:pt x="6" y="9"/>
                    <a:pt x="9" y="4"/>
                  </a:cubicBezTo>
                  <a:cubicBezTo>
                    <a:pt x="7" y="3"/>
                    <a:pt x="5" y="1"/>
                    <a:pt x="4" y="1"/>
                  </a:cubicBezTo>
                  <a:cubicBezTo>
                    <a:pt x="1" y="0"/>
                    <a:pt x="0" y="2"/>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14" name="Freeform 2921"/>
            <p:cNvSpPr/>
            <p:nvPr/>
          </p:nvSpPr>
          <p:spPr bwMode="auto">
            <a:xfrm>
              <a:off x="3819829" y="9826403"/>
              <a:ext cx="25400" cy="38100"/>
            </a:xfrm>
            <a:custGeom>
              <a:avLst/>
              <a:gdLst>
                <a:gd name="T0" fmla="*/ 6 w 9"/>
                <a:gd name="T1" fmla="*/ 12 h 14"/>
                <a:gd name="T2" fmla="*/ 9 w 9"/>
                <a:gd name="T3" fmla="*/ 4 h 14"/>
                <a:gd name="T4" fmla="*/ 2 w 9"/>
                <a:gd name="T5" fmla="*/ 1 h 14"/>
                <a:gd name="T6" fmla="*/ 1 w 9"/>
                <a:gd name="T7" fmla="*/ 7 h 14"/>
                <a:gd name="T8" fmla="*/ 6 w 9"/>
                <a:gd name="T9" fmla="*/ 12 h 14"/>
              </a:gdLst>
              <a:ahLst/>
              <a:cxnLst>
                <a:cxn ang="0">
                  <a:pos x="T0" y="T1"/>
                </a:cxn>
                <a:cxn ang="0">
                  <a:pos x="T2" y="T3"/>
                </a:cxn>
                <a:cxn ang="0">
                  <a:pos x="T4" y="T5"/>
                </a:cxn>
                <a:cxn ang="0">
                  <a:pos x="T6" y="T7"/>
                </a:cxn>
                <a:cxn ang="0">
                  <a:pos x="T8" y="T9"/>
                </a:cxn>
              </a:cxnLst>
              <a:rect l="0" t="0" r="r" b="b"/>
              <a:pathLst>
                <a:path w="9" h="14">
                  <a:moveTo>
                    <a:pt x="6" y="12"/>
                  </a:moveTo>
                  <a:cubicBezTo>
                    <a:pt x="7" y="11"/>
                    <a:pt x="7" y="8"/>
                    <a:pt x="9" y="4"/>
                  </a:cubicBezTo>
                  <a:cubicBezTo>
                    <a:pt x="6" y="2"/>
                    <a:pt x="4" y="0"/>
                    <a:pt x="2" y="1"/>
                  </a:cubicBezTo>
                  <a:cubicBezTo>
                    <a:pt x="1" y="1"/>
                    <a:pt x="0" y="5"/>
                    <a:pt x="1" y="7"/>
                  </a:cubicBezTo>
                  <a:cubicBezTo>
                    <a:pt x="1" y="12"/>
                    <a:pt x="4" y="14"/>
                    <a:pt x="6"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15" name="Freeform 2922"/>
            <p:cNvSpPr/>
            <p:nvPr/>
          </p:nvSpPr>
          <p:spPr bwMode="auto">
            <a:xfrm>
              <a:off x="4037316" y="9837515"/>
              <a:ext cx="22225" cy="38100"/>
            </a:xfrm>
            <a:custGeom>
              <a:avLst/>
              <a:gdLst>
                <a:gd name="T0" fmla="*/ 5 w 8"/>
                <a:gd name="T1" fmla="*/ 13 h 14"/>
                <a:gd name="T2" fmla="*/ 8 w 8"/>
                <a:gd name="T3" fmla="*/ 5 h 14"/>
                <a:gd name="T4" fmla="*/ 2 w 8"/>
                <a:gd name="T5" fmla="*/ 0 h 14"/>
                <a:gd name="T6" fmla="*/ 0 w 8"/>
                <a:gd name="T7" fmla="*/ 7 h 14"/>
                <a:gd name="T8" fmla="*/ 5 w 8"/>
                <a:gd name="T9" fmla="*/ 13 h 14"/>
              </a:gdLst>
              <a:ahLst/>
              <a:cxnLst>
                <a:cxn ang="0">
                  <a:pos x="T0" y="T1"/>
                </a:cxn>
                <a:cxn ang="0">
                  <a:pos x="T2" y="T3"/>
                </a:cxn>
                <a:cxn ang="0">
                  <a:pos x="T4" y="T5"/>
                </a:cxn>
                <a:cxn ang="0">
                  <a:pos x="T6" y="T7"/>
                </a:cxn>
                <a:cxn ang="0">
                  <a:pos x="T8" y="T9"/>
                </a:cxn>
              </a:cxnLst>
              <a:rect l="0" t="0" r="r" b="b"/>
              <a:pathLst>
                <a:path w="8" h="14">
                  <a:moveTo>
                    <a:pt x="5" y="13"/>
                  </a:moveTo>
                  <a:cubicBezTo>
                    <a:pt x="6" y="12"/>
                    <a:pt x="7" y="9"/>
                    <a:pt x="8" y="5"/>
                  </a:cubicBezTo>
                  <a:cubicBezTo>
                    <a:pt x="5" y="3"/>
                    <a:pt x="3" y="0"/>
                    <a:pt x="2" y="0"/>
                  </a:cubicBezTo>
                  <a:cubicBezTo>
                    <a:pt x="1" y="0"/>
                    <a:pt x="0" y="5"/>
                    <a:pt x="0" y="7"/>
                  </a:cubicBezTo>
                  <a:cubicBezTo>
                    <a:pt x="1" y="12"/>
                    <a:pt x="3" y="14"/>
                    <a:pt x="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16" name="Freeform 2923"/>
            <p:cNvSpPr/>
            <p:nvPr/>
          </p:nvSpPr>
          <p:spPr bwMode="auto">
            <a:xfrm>
              <a:off x="4254804" y="9864503"/>
              <a:ext cx="20638" cy="49213"/>
            </a:xfrm>
            <a:custGeom>
              <a:avLst/>
              <a:gdLst>
                <a:gd name="T0" fmla="*/ 4 w 8"/>
                <a:gd name="T1" fmla="*/ 16 h 18"/>
                <a:gd name="T2" fmla="*/ 7 w 8"/>
                <a:gd name="T3" fmla="*/ 10 h 18"/>
                <a:gd name="T4" fmla="*/ 3 w 8"/>
                <a:gd name="T5" fmla="*/ 0 h 18"/>
                <a:gd name="T6" fmla="*/ 0 w 8"/>
                <a:gd name="T7" fmla="*/ 10 h 18"/>
                <a:gd name="T8" fmla="*/ 4 w 8"/>
                <a:gd name="T9" fmla="*/ 16 h 18"/>
              </a:gdLst>
              <a:ahLst/>
              <a:cxnLst>
                <a:cxn ang="0">
                  <a:pos x="T0" y="T1"/>
                </a:cxn>
                <a:cxn ang="0">
                  <a:pos x="T2" y="T3"/>
                </a:cxn>
                <a:cxn ang="0">
                  <a:pos x="T4" y="T5"/>
                </a:cxn>
                <a:cxn ang="0">
                  <a:pos x="T6" y="T7"/>
                </a:cxn>
                <a:cxn ang="0">
                  <a:pos x="T8" y="T9"/>
                </a:cxn>
              </a:cxnLst>
              <a:rect l="0" t="0" r="r" b="b"/>
              <a:pathLst>
                <a:path w="8" h="18">
                  <a:moveTo>
                    <a:pt x="4" y="16"/>
                  </a:moveTo>
                  <a:cubicBezTo>
                    <a:pt x="6" y="18"/>
                    <a:pt x="8" y="16"/>
                    <a:pt x="7" y="10"/>
                  </a:cubicBezTo>
                  <a:cubicBezTo>
                    <a:pt x="7" y="7"/>
                    <a:pt x="5" y="5"/>
                    <a:pt x="3" y="0"/>
                  </a:cubicBezTo>
                  <a:cubicBezTo>
                    <a:pt x="2" y="4"/>
                    <a:pt x="1" y="6"/>
                    <a:pt x="0" y="10"/>
                  </a:cubicBezTo>
                  <a:cubicBezTo>
                    <a:pt x="0" y="11"/>
                    <a:pt x="3" y="15"/>
                    <a:pt x="4"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17" name="Freeform 2924"/>
            <p:cNvSpPr/>
            <p:nvPr/>
          </p:nvSpPr>
          <p:spPr bwMode="auto">
            <a:xfrm>
              <a:off x="4473879" y="9913715"/>
              <a:ext cx="19050" cy="46038"/>
            </a:xfrm>
            <a:custGeom>
              <a:avLst/>
              <a:gdLst>
                <a:gd name="T0" fmla="*/ 3 w 7"/>
                <a:gd name="T1" fmla="*/ 16 h 17"/>
                <a:gd name="T2" fmla="*/ 7 w 7"/>
                <a:gd name="T3" fmla="*/ 10 h 17"/>
                <a:gd name="T4" fmla="*/ 3 w 7"/>
                <a:gd name="T5" fmla="*/ 0 h 17"/>
                <a:gd name="T6" fmla="*/ 0 w 7"/>
                <a:gd name="T7" fmla="*/ 9 h 17"/>
                <a:gd name="T8" fmla="*/ 3 w 7"/>
                <a:gd name="T9" fmla="*/ 16 h 17"/>
              </a:gdLst>
              <a:ahLst/>
              <a:cxnLst>
                <a:cxn ang="0">
                  <a:pos x="T0" y="T1"/>
                </a:cxn>
                <a:cxn ang="0">
                  <a:pos x="T2" y="T3"/>
                </a:cxn>
                <a:cxn ang="0">
                  <a:pos x="T4" y="T5"/>
                </a:cxn>
                <a:cxn ang="0">
                  <a:pos x="T6" y="T7"/>
                </a:cxn>
                <a:cxn ang="0">
                  <a:pos x="T8" y="T9"/>
                </a:cxn>
              </a:cxnLst>
              <a:rect l="0" t="0" r="r" b="b"/>
              <a:pathLst>
                <a:path w="7" h="17">
                  <a:moveTo>
                    <a:pt x="3" y="16"/>
                  </a:moveTo>
                  <a:cubicBezTo>
                    <a:pt x="6" y="17"/>
                    <a:pt x="7" y="16"/>
                    <a:pt x="7" y="10"/>
                  </a:cubicBezTo>
                  <a:cubicBezTo>
                    <a:pt x="6" y="7"/>
                    <a:pt x="5" y="5"/>
                    <a:pt x="3" y="0"/>
                  </a:cubicBezTo>
                  <a:cubicBezTo>
                    <a:pt x="1" y="4"/>
                    <a:pt x="0" y="6"/>
                    <a:pt x="0" y="9"/>
                  </a:cubicBezTo>
                  <a:cubicBezTo>
                    <a:pt x="0" y="10"/>
                    <a:pt x="2" y="15"/>
                    <a:pt x="3"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18" name="Freeform 2925"/>
            <p:cNvSpPr/>
            <p:nvPr/>
          </p:nvSpPr>
          <p:spPr bwMode="auto">
            <a:xfrm>
              <a:off x="4691366" y="9967690"/>
              <a:ext cx="30163" cy="38100"/>
            </a:xfrm>
            <a:custGeom>
              <a:avLst/>
              <a:gdLst>
                <a:gd name="T0" fmla="*/ 5 w 11"/>
                <a:gd name="T1" fmla="*/ 13 h 14"/>
                <a:gd name="T2" fmla="*/ 11 w 11"/>
                <a:gd name="T3" fmla="*/ 8 h 14"/>
                <a:gd name="T4" fmla="*/ 2 w 11"/>
                <a:gd name="T5" fmla="*/ 0 h 14"/>
                <a:gd name="T6" fmla="*/ 0 w 11"/>
                <a:gd name="T7" fmla="*/ 6 h 14"/>
                <a:gd name="T8" fmla="*/ 5 w 11"/>
                <a:gd name="T9" fmla="*/ 13 h 14"/>
              </a:gdLst>
              <a:ahLst/>
              <a:cxnLst>
                <a:cxn ang="0">
                  <a:pos x="T0" y="T1"/>
                </a:cxn>
                <a:cxn ang="0">
                  <a:pos x="T2" y="T3"/>
                </a:cxn>
                <a:cxn ang="0">
                  <a:pos x="T4" y="T5"/>
                </a:cxn>
                <a:cxn ang="0">
                  <a:pos x="T6" y="T7"/>
                </a:cxn>
                <a:cxn ang="0">
                  <a:pos x="T8" y="T9"/>
                </a:cxn>
              </a:cxnLst>
              <a:rect l="0" t="0" r="r" b="b"/>
              <a:pathLst>
                <a:path w="11" h="14">
                  <a:moveTo>
                    <a:pt x="5" y="13"/>
                  </a:moveTo>
                  <a:cubicBezTo>
                    <a:pt x="7" y="13"/>
                    <a:pt x="8" y="11"/>
                    <a:pt x="11" y="8"/>
                  </a:cubicBezTo>
                  <a:cubicBezTo>
                    <a:pt x="6" y="3"/>
                    <a:pt x="4" y="0"/>
                    <a:pt x="2" y="0"/>
                  </a:cubicBezTo>
                  <a:cubicBezTo>
                    <a:pt x="1" y="0"/>
                    <a:pt x="0" y="4"/>
                    <a:pt x="0" y="6"/>
                  </a:cubicBezTo>
                  <a:cubicBezTo>
                    <a:pt x="1" y="12"/>
                    <a:pt x="3" y="14"/>
                    <a:pt x="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19" name="Freeform 2926"/>
            <p:cNvSpPr/>
            <p:nvPr/>
          </p:nvSpPr>
          <p:spPr bwMode="auto">
            <a:xfrm>
              <a:off x="4912029" y="10001028"/>
              <a:ext cx="28575" cy="36513"/>
            </a:xfrm>
            <a:custGeom>
              <a:avLst/>
              <a:gdLst>
                <a:gd name="T0" fmla="*/ 5 w 11"/>
                <a:gd name="T1" fmla="*/ 13 h 14"/>
                <a:gd name="T2" fmla="*/ 11 w 11"/>
                <a:gd name="T3" fmla="*/ 7 h 14"/>
                <a:gd name="T4" fmla="*/ 2 w 11"/>
                <a:gd name="T5" fmla="*/ 0 h 14"/>
                <a:gd name="T6" fmla="*/ 0 w 11"/>
                <a:gd name="T7" fmla="*/ 6 h 14"/>
                <a:gd name="T8" fmla="*/ 5 w 11"/>
                <a:gd name="T9" fmla="*/ 13 h 14"/>
              </a:gdLst>
              <a:ahLst/>
              <a:cxnLst>
                <a:cxn ang="0">
                  <a:pos x="T0" y="T1"/>
                </a:cxn>
                <a:cxn ang="0">
                  <a:pos x="T2" y="T3"/>
                </a:cxn>
                <a:cxn ang="0">
                  <a:pos x="T4" y="T5"/>
                </a:cxn>
                <a:cxn ang="0">
                  <a:pos x="T6" y="T7"/>
                </a:cxn>
                <a:cxn ang="0">
                  <a:pos x="T8" y="T9"/>
                </a:cxn>
              </a:cxnLst>
              <a:rect l="0" t="0" r="r" b="b"/>
              <a:pathLst>
                <a:path w="11" h="14">
                  <a:moveTo>
                    <a:pt x="5" y="13"/>
                  </a:moveTo>
                  <a:cubicBezTo>
                    <a:pt x="6" y="12"/>
                    <a:pt x="7" y="10"/>
                    <a:pt x="11" y="7"/>
                  </a:cubicBezTo>
                  <a:cubicBezTo>
                    <a:pt x="5" y="2"/>
                    <a:pt x="3" y="0"/>
                    <a:pt x="2" y="0"/>
                  </a:cubicBezTo>
                  <a:cubicBezTo>
                    <a:pt x="1" y="0"/>
                    <a:pt x="0" y="4"/>
                    <a:pt x="0" y="6"/>
                  </a:cubicBezTo>
                  <a:cubicBezTo>
                    <a:pt x="0" y="11"/>
                    <a:pt x="2" y="14"/>
                    <a:pt x="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20" name="Freeform 2927"/>
            <p:cNvSpPr/>
            <p:nvPr/>
          </p:nvSpPr>
          <p:spPr bwMode="auto">
            <a:xfrm>
              <a:off x="5126341" y="10002615"/>
              <a:ext cx="23813" cy="38100"/>
            </a:xfrm>
            <a:custGeom>
              <a:avLst/>
              <a:gdLst>
                <a:gd name="T0" fmla="*/ 6 w 9"/>
                <a:gd name="T1" fmla="*/ 12 h 14"/>
                <a:gd name="T2" fmla="*/ 9 w 9"/>
                <a:gd name="T3" fmla="*/ 3 h 14"/>
                <a:gd name="T4" fmla="*/ 2 w 9"/>
                <a:gd name="T5" fmla="*/ 0 h 14"/>
                <a:gd name="T6" fmla="*/ 1 w 9"/>
                <a:gd name="T7" fmla="*/ 7 h 14"/>
                <a:gd name="T8" fmla="*/ 6 w 9"/>
                <a:gd name="T9" fmla="*/ 12 h 14"/>
              </a:gdLst>
              <a:ahLst/>
              <a:cxnLst>
                <a:cxn ang="0">
                  <a:pos x="T0" y="T1"/>
                </a:cxn>
                <a:cxn ang="0">
                  <a:pos x="T2" y="T3"/>
                </a:cxn>
                <a:cxn ang="0">
                  <a:pos x="T4" y="T5"/>
                </a:cxn>
                <a:cxn ang="0">
                  <a:pos x="T6" y="T7"/>
                </a:cxn>
                <a:cxn ang="0">
                  <a:pos x="T8" y="T9"/>
                </a:cxn>
              </a:cxnLst>
              <a:rect l="0" t="0" r="r" b="b"/>
              <a:pathLst>
                <a:path w="9" h="14">
                  <a:moveTo>
                    <a:pt x="6" y="12"/>
                  </a:moveTo>
                  <a:cubicBezTo>
                    <a:pt x="7" y="11"/>
                    <a:pt x="7" y="8"/>
                    <a:pt x="9" y="3"/>
                  </a:cubicBezTo>
                  <a:cubicBezTo>
                    <a:pt x="6" y="2"/>
                    <a:pt x="4" y="0"/>
                    <a:pt x="2" y="0"/>
                  </a:cubicBezTo>
                  <a:cubicBezTo>
                    <a:pt x="1" y="0"/>
                    <a:pt x="0" y="5"/>
                    <a:pt x="1" y="7"/>
                  </a:cubicBezTo>
                  <a:cubicBezTo>
                    <a:pt x="1" y="11"/>
                    <a:pt x="3" y="14"/>
                    <a:pt x="6"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21" name="Freeform 2928"/>
            <p:cNvSpPr/>
            <p:nvPr/>
          </p:nvSpPr>
          <p:spPr bwMode="auto">
            <a:xfrm>
              <a:off x="5340654" y="9962928"/>
              <a:ext cx="20638" cy="28575"/>
            </a:xfrm>
            <a:custGeom>
              <a:avLst/>
              <a:gdLst>
                <a:gd name="T0" fmla="*/ 8 w 8"/>
                <a:gd name="T1" fmla="*/ 1 h 11"/>
                <a:gd name="T2" fmla="*/ 2 w 8"/>
                <a:gd name="T3" fmla="*/ 1 h 11"/>
                <a:gd name="T4" fmla="*/ 0 w 8"/>
                <a:gd name="T5" fmla="*/ 8 h 11"/>
                <a:gd name="T6" fmla="*/ 6 w 8"/>
                <a:gd name="T7" fmla="*/ 11 h 11"/>
                <a:gd name="T8" fmla="*/ 8 w 8"/>
                <a:gd name="T9" fmla="*/ 1 h 11"/>
              </a:gdLst>
              <a:ahLst/>
              <a:cxnLst>
                <a:cxn ang="0">
                  <a:pos x="T0" y="T1"/>
                </a:cxn>
                <a:cxn ang="0">
                  <a:pos x="T2" y="T3"/>
                </a:cxn>
                <a:cxn ang="0">
                  <a:pos x="T4" y="T5"/>
                </a:cxn>
                <a:cxn ang="0">
                  <a:pos x="T6" y="T7"/>
                </a:cxn>
                <a:cxn ang="0">
                  <a:pos x="T8" y="T9"/>
                </a:cxn>
              </a:cxnLst>
              <a:rect l="0" t="0" r="r" b="b"/>
              <a:pathLst>
                <a:path w="8" h="11">
                  <a:moveTo>
                    <a:pt x="8" y="1"/>
                  </a:moveTo>
                  <a:cubicBezTo>
                    <a:pt x="5" y="1"/>
                    <a:pt x="3" y="0"/>
                    <a:pt x="2" y="1"/>
                  </a:cubicBezTo>
                  <a:cubicBezTo>
                    <a:pt x="1" y="1"/>
                    <a:pt x="1" y="6"/>
                    <a:pt x="0" y="8"/>
                  </a:cubicBezTo>
                  <a:cubicBezTo>
                    <a:pt x="2" y="9"/>
                    <a:pt x="4" y="11"/>
                    <a:pt x="6" y="11"/>
                  </a:cubicBezTo>
                  <a:cubicBezTo>
                    <a:pt x="6" y="11"/>
                    <a:pt x="7" y="6"/>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22" name="Freeform 2929"/>
            <p:cNvSpPr/>
            <p:nvPr/>
          </p:nvSpPr>
          <p:spPr bwMode="auto">
            <a:xfrm>
              <a:off x="2319641" y="9758140"/>
              <a:ext cx="23813" cy="14288"/>
            </a:xfrm>
            <a:custGeom>
              <a:avLst/>
              <a:gdLst>
                <a:gd name="T0" fmla="*/ 5 w 9"/>
                <a:gd name="T1" fmla="*/ 5 h 5"/>
                <a:gd name="T2" fmla="*/ 9 w 9"/>
                <a:gd name="T3" fmla="*/ 3 h 5"/>
                <a:gd name="T4" fmla="*/ 3 w 9"/>
                <a:gd name="T5" fmla="*/ 0 h 5"/>
                <a:gd name="T6" fmla="*/ 1 w 9"/>
                <a:gd name="T7" fmla="*/ 2 h 5"/>
                <a:gd name="T8" fmla="*/ 5 w 9"/>
                <a:gd name="T9" fmla="*/ 5 h 5"/>
              </a:gdLst>
              <a:ahLst/>
              <a:cxnLst>
                <a:cxn ang="0">
                  <a:pos x="T0" y="T1"/>
                </a:cxn>
                <a:cxn ang="0">
                  <a:pos x="T2" y="T3"/>
                </a:cxn>
                <a:cxn ang="0">
                  <a:pos x="T4" y="T5"/>
                </a:cxn>
                <a:cxn ang="0">
                  <a:pos x="T6" y="T7"/>
                </a:cxn>
                <a:cxn ang="0">
                  <a:pos x="T8" y="T9"/>
                </a:cxn>
              </a:cxnLst>
              <a:rect l="0" t="0" r="r" b="b"/>
              <a:pathLst>
                <a:path w="9" h="5">
                  <a:moveTo>
                    <a:pt x="5" y="5"/>
                  </a:moveTo>
                  <a:cubicBezTo>
                    <a:pt x="7" y="5"/>
                    <a:pt x="7" y="4"/>
                    <a:pt x="9" y="3"/>
                  </a:cubicBezTo>
                  <a:cubicBezTo>
                    <a:pt x="6" y="2"/>
                    <a:pt x="4" y="0"/>
                    <a:pt x="3" y="0"/>
                  </a:cubicBezTo>
                  <a:cubicBezTo>
                    <a:pt x="2" y="0"/>
                    <a:pt x="0" y="1"/>
                    <a:pt x="1" y="2"/>
                  </a:cubicBezTo>
                  <a:cubicBezTo>
                    <a:pt x="1" y="4"/>
                    <a:pt x="3" y="5"/>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23" name="Freeform 2930"/>
            <p:cNvSpPr/>
            <p:nvPr/>
          </p:nvSpPr>
          <p:spPr bwMode="auto">
            <a:xfrm>
              <a:off x="2105329" y="9718453"/>
              <a:ext cx="23813" cy="12700"/>
            </a:xfrm>
            <a:custGeom>
              <a:avLst/>
              <a:gdLst>
                <a:gd name="T0" fmla="*/ 5 w 9"/>
                <a:gd name="T1" fmla="*/ 4 h 5"/>
                <a:gd name="T2" fmla="*/ 9 w 9"/>
                <a:gd name="T3" fmla="*/ 3 h 5"/>
                <a:gd name="T4" fmla="*/ 2 w 9"/>
                <a:gd name="T5" fmla="*/ 0 h 5"/>
                <a:gd name="T6" fmla="*/ 1 w 9"/>
                <a:gd name="T7" fmla="*/ 2 h 5"/>
                <a:gd name="T8" fmla="*/ 5 w 9"/>
                <a:gd name="T9" fmla="*/ 4 h 5"/>
              </a:gdLst>
              <a:ahLst/>
              <a:cxnLst>
                <a:cxn ang="0">
                  <a:pos x="T0" y="T1"/>
                </a:cxn>
                <a:cxn ang="0">
                  <a:pos x="T2" y="T3"/>
                </a:cxn>
                <a:cxn ang="0">
                  <a:pos x="T4" y="T5"/>
                </a:cxn>
                <a:cxn ang="0">
                  <a:pos x="T6" y="T7"/>
                </a:cxn>
                <a:cxn ang="0">
                  <a:pos x="T8" y="T9"/>
                </a:cxn>
              </a:cxnLst>
              <a:rect l="0" t="0" r="r" b="b"/>
              <a:pathLst>
                <a:path w="9" h="5">
                  <a:moveTo>
                    <a:pt x="5" y="4"/>
                  </a:moveTo>
                  <a:cubicBezTo>
                    <a:pt x="6" y="4"/>
                    <a:pt x="7" y="3"/>
                    <a:pt x="9" y="3"/>
                  </a:cubicBezTo>
                  <a:cubicBezTo>
                    <a:pt x="6" y="2"/>
                    <a:pt x="4" y="1"/>
                    <a:pt x="2" y="0"/>
                  </a:cubicBezTo>
                  <a:cubicBezTo>
                    <a:pt x="2" y="0"/>
                    <a:pt x="0" y="1"/>
                    <a:pt x="1" y="2"/>
                  </a:cubicBezTo>
                  <a:cubicBezTo>
                    <a:pt x="1" y="3"/>
                    <a:pt x="3" y="5"/>
                    <a:pt x="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24" name="Freeform 2931"/>
            <p:cNvSpPr/>
            <p:nvPr/>
          </p:nvSpPr>
          <p:spPr bwMode="auto">
            <a:xfrm>
              <a:off x="1891016" y="9685115"/>
              <a:ext cx="20638" cy="11113"/>
            </a:xfrm>
            <a:custGeom>
              <a:avLst/>
              <a:gdLst>
                <a:gd name="T0" fmla="*/ 4 w 8"/>
                <a:gd name="T1" fmla="*/ 4 h 4"/>
                <a:gd name="T2" fmla="*/ 7 w 8"/>
                <a:gd name="T3" fmla="*/ 2 h 4"/>
                <a:gd name="T4" fmla="*/ 2 w 8"/>
                <a:gd name="T5" fmla="*/ 0 h 4"/>
                <a:gd name="T6" fmla="*/ 0 w 8"/>
                <a:gd name="T7" fmla="*/ 2 h 4"/>
                <a:gd name="T8" fmla="*/ 4 w 8"/>
                <a:gd name="T9" fmla="*/ 4 h 4"/>
              </a:gdLst>
              <a:ahLst/>
              <a:cxnLst>
                <a:cxn ang="0">
                  <a:pos x="T0" y="T1"/>
                </a:cxn>
                <a:cxn ang="0">
                  <a:pos x="T2" y="T3"/>
                </a:cxn>
                <a:cxn ang="0">
                  <a:pos x="T4" y="T5"/>
                </a:cxn>
                <a:cxn ang="0">
                  <a:pos x="T6" y="T7"/>
                </a:cxn>
                <a:cxn ang="0">
                  <a:pos x="T8" y="T9"/>
                </a:cxn>
              </a:cxnLst>
              <a:rect l="0" t="0" r="r" b="b"/>
              <a:pathLst>
                <a:path w="8" h="4">
                  <a:moveTo>
                    <a:pt x="4" y="4"/>
                  </a:moveTo>
                  <a:cubicBezTo>
                    <a:pt x="6" y="4"/>
                    <a:pt x="8" y="3"/>
                    <a:pt x="7" y="2"/>
                  </a:cubicBezTo>
                  <a:cubicBezTo>
                    <a:pt x="6" y="2"/>
                    <a:pt x="5" y="1"/>
                    <a:pt x="2" y="0"/>
                  </a:cubicBezTo>
                  <a:cubicBezTo>
                    <a:pt x="1" y="1"/>
                    <a:pt x="0" y="1"/>
                    <a:pt x="0" y="2"/>
                  </a:cubicBezTo>
                  <a:cubicBezTo>
                    <a:pt x="0" y="3"/>
                    <a:pt x="2" y="4"/>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25" name="Freeform 2932"/>
            <p:cNvSpPr/>
            <p:nvPr/>
          </p:nvSpPr>
          <p:spPr bwMode="auto">
            <a:xfrm>
              <a:off x="1678291" y="9672415"/>
              <a:ext cx="22225" cy="7938"/>
            </a:xfrm>
            <a:custGeom>
              <a:avLst/>
              <a:gdLst>
                <a:gd name="T0" fmla="*/ 8 w 8"/>
                <a:gd name="T1" fmla="*/ 2 h 3"/>
                <a:gd name="T2" fmla="*/ 4 w 8"/>
                <a:gd name="T3" fmla="*/ 0 h 3"/>
                <a:gd name="T4" fmla="*/ 0 w 8"/>
                <a:gd name="T5" fmla="*/ 1 h 3"/>
                <a:gd name="T6" fmla="*/ 2 w 8"/>
                <a:gd name="T7" fmla="*/ 2 h 3"/>
                <a:gd name="T8" fmla="*/ 8 w 8"/>
                <a:gd name="T9" fmla="*/ 2 h 3"/>
              </a:gdLst>
              <a:ahLst/>
              <a:cxnLst>
                <a:cxn ang="0">
                  <a:pos x="T0" y="T1"/>
                </a:cxn>
                <a:cxn ang="0">
                  <a:pos x="T2" y="T3"/>
                </a:cxn>
                <a:cxn ang="0">
                  <a:pos x="T4" y="T5"/>
                </a:cxn>
                <a:cxn ang="0">
                  <a:pos x="T6" y="T7"/>
                </a:cxn>
                <a:cxn ang="0">
                  <a:pos x="T8" y="T9"/>
                </a:cxn>
              </a:cxnLst>
              <a:rect l="0" t="0" r="r" b="b"/>
              <a:pathLst>
                <a:path w="8" h="3">
                  <a:moveTo>
                    <a:pt x="8" y="2"/>
                  </a:moveTo>
                  <a:cubicBezTo>
                    <a:pt x="6" y="1"/>
                    <a:pt x="5" y="0"/>
                    <a:pt x="4" y="0"/>
                  </a:cubicBezTo>
                  <a:cubicBezTo>
                    <a:pt x="3" y="0"/>
                    <a:pt x="1" y="1"/>
                    <a:pt x="0" y="1"/>
                  </a:cubicBezTo>
                  <a:cubicBezTo>
                    <a:pt x="1" y="2"/>
                    <a:pt x="1" y="2"/>
                    <a:pt x="2" y="2"/>
                  </a:cubicBezTo>
                  <a:cubicBezTo>
                    <a:pt x="4" y="3"/>
                    <a:pt x="6" y="2"/>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26" name="Freeform 2933"/>
            <p:cNvSpPr/>
            <p:nvPr/>
          </p:nvSpPr>
          <p:spPr bwMode="auto">
            <a:xfrm>
              <a:off x="1467154" y="9680353"/>
              <a:ext cx="19050" cy="1588"/>
            </a:xfrm>
            <a:custGeom>
              <a:avLst/>
              <a:gdLst>
                <a:gd name="T0" fmla="*/ 7 w 7"/>
                <a:gd name="T1" fmla="*/ 0 h 1"/>
                <a:gd name="T2" fmla="*/ 1 w 7"/>
                <a:gd name="T3" fmla="*/ 0 h 1"/>
                <a:gd name="T4" fmla="*/ 0 w 7"/>
                <a:gd name="T5" fmla="*/ 1 h 1"/>
                <a:gd name="T6" fmla="*/ 5 w 7"/>
                <a:gd name="T7" fmla="*/ 1 h 1"/>
                <a:gd name="T8" fmla="*/ 7 w 7"/>
                <a:gd name="T9" fmla="*/ 0 h 1"/>
              </a:gdLst>
              <a:ahLst/>
              <a:cxnLst>
                <a:cxn ang="0">
                  <a:pos x="T0" y="T1"/>
                </a:cxn>
                <a:cxn ang="0">
                  <a:pos x="T2" y="T3"/>
                </a:cxn>
                <a:cxn ang="0">
                  <a:pos x="T4" y="T5"/>
                </a:cxn>
                <a:cxn ang="0">
                  <a:pos x="T6" y="T7"/>
                </a:cxn>
                <a:cxn ang="0">
                  <a:pos x="T8" y="T9"/>
                </a:cxn>
              </a:cxnLst>
              <a:rect l="0" t="0" r="r" b="b"/>
              <a:pathLst>
                <a:path w="7" h="1">
                  <a:moveTo>
                    <a:pt x="7" y="0"/>
                  </a:moveTo>
                  <a:cubicBezTo>
                    <a:pt x="5" y="0"/>
                    <a:pt x="3" y="0"/>
                    <a:pt x="1" y="0"/>
                  </a:cubicBezTo>
                  <a:cubicBezTo>
                    <a:pt x="0" y="0"/>
                    <a:pt x="0" y="0"/>
                    <a:pt x="0" y="1"/>
                  </a:cubicBezTo>
                  <a:cubicBezTo>
                    <a:pt x="1" y="1"/>
                    <a:pt x="3" y="1"/>
                    <a:pt x="5" y="1"/>
                  </a:cubicBezTo>
                  <a:cubicBezTo>
                    <a:pt x="5" y="1"/>
                    <a:pt x="6"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27" name="Freeform 2934"/>
            <p:cNvSpPr/>
            <p:nvPr/>
          </p:nvSpPr>
          <p:spPr bwMode="auto">
            <a:xfrm>
              <a:off x="1256016" y="9712103"/>
              <a:ext cx="20638" cy="6350"/>
            </a:xfrm>
            <a:custGeom>
              <a:avLst/>
              <a:gdLst>
                <a:gd name="T0" fmla="*/ 4 w 8"/>
                <a:gd name="T1" fmla="*/ 2 h 2"/>
                <a:gd name="T2" fmla="*/ 6 w 8"/>
                <a:gd name="T3" fmla="*/ 0 h 2"/>
                <a:gd name="T4" fmla="*/ 1 w 8"/>
                <a:gd name="T5" fmla="*/ 1 h 2"/>
                <a:gd name="T6" fmla="*/ 0 w 8"/>
                <a:gd name="T7" fmla="*/ 2 h 2"/>
                <a:gd name="T8" fmla="*/ 4 w 8"/>
                <a:gd name="T9" fmla="*/ 2 h 2"/>
              </a:gdLst>
              <a:ahLst/>
              <a:cxnLst>
                <a:cxn ang="0">
                  <a:pos x="T0" y="T1"/>
                </a:cxn>
                <a:cxn ang="0">
                  <a:pos x="T2" y="T3"/>
                </a:cxn>
                <a:cxn ang="0">
                  <a:pos x="T4" y="T5"/>
                </a:cxn>
                <a:cxn ang="0">
                  <a:pos x="T6" y="T7"/>
                </a:cxn>
                <a:cxn ang="0">
                  <a:pos x="T8" y="T9"/>
                </a:cxn>
              </a:cxnLst>
              <a:rect l="0" t="0" r="r" b="b"/>
              <a:pathLst>
                <a:path w="8" h="2">
                  <a:moveTo>
                    <a:pt x="4" y="2"/>
                  </a:moveTo>
                  <a:cubicBezTo>
                    <a:pt x="6" y="1"/>
                    <a:pt x="8" y="0"/>
                    <a:pt x="6" y="0"/>
                  </a:cubicBezTo>
                  <a:cubicBezTo>
                    <a:pt x="6" y="0"/>
                    <a:pt x="4" y="0"/>
                    <a:pt x="1" y="1"/>
                  </a:cubicBezTo>
                  <a:cubicBezTo>
                    <a:pt x="1" y="1"/>
                    <a:pt x="0" y="1"/>
                    <a:pt x="0" y="2"/>
                  </a:cubicBezTo>
                  <a:cubicBezTo>
                    <a:pt x="0" y="2"/>
                    <a:pt x="2" y="2"/>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28" name="Freeform 2935"/>
            <p:cNvSpPr/>
            <p:nvPr/>
          </p:nvSpPr>
          <p:spPr bwMode="auto">
            <a:xfrm>
              <a:off x="1046466" y="9777190"/>
              <a:ext cx="26988" cy="14288"/>
            </a:xfrm>
            <a:custGeom>
              <a:avLst/>
              <a:gdLst>
                <a:gd name="T0" fmla="*/ 4 w 10"/>
                <a:gd name="T1" fmla="*/ 3 h 5"/>
                <a:gd name="T2" fmla="*/ 10 w 10"/>
                <a:gd name="T3" fmla="*/ 0 h 5"/>
                <a:gd name="T4" fmla="*/ 2 w 10"/>
                <a:gd name="T5" fmla="*/ 3 h 5"/>
                <a:gd name="T6" fmla="*/ 0 w 10"/>
                <a:gd name="T7" fmla="*/ 5 h 5"/>
                <a:gd name="T8" fmla="*/ 4 w 10"/>
                <a:gd name="T9" fmla="*/ 3 h 5"/>
              </a:gdLst>
              <a:ahLst/>
              <a:cxnLst>
                <a:cxn ang="0">
                  <a:pos x="T0" y="T1"/>
                </a:cxn>
                <a:cxn ang="0">
                  <a:pos x="T2" y="T3"/>
                </a:cxn>
                <a:cxn ang="0">
                  <a:pos x="T4" y="T5"/>
                </a:cxn>
                <a:cxn ang="0">
                  <a:pos x="T6" y="T7"/>
                </a:cxn>
                <a:cxn ang="0">
                  <a:pos x="T8" y="T9"/>
                </a:cxn>
              </a:cxnLst>
              <a:rect l="0" t="0" r="r" b="b"/>
              <a:pathLst>
                <a:path w="10" h="5">
                  <a:moveTo>
                    <a:pt x="4" y="3"/>
                  </a:moveTo>
                  <a:cubicBezTo>
                    <a:pt x="5" y="3"/>
                    <a:pt x="7" y="2"/>
                    <a:pt x="10" y="0"/>
                  </a:cubicBezTo>
                  <a:cubicBezTo>
                    <a:pt x="5" y="2"/>
                    <a:pt x="3" y="3"/>
                    <a:pt x="2" y="3"/>
                  </a:cubicBezTo>
                  <a:cubicBezTo>
                    <a:pt x="1" y="4"/>
                    <a:pt x="0" y="5"/>
                    <a:pt x="0" y="5"/>
                  </a:cubicBezTo>
                  <a:cubicBezTo>
                    <a:pt x="0" y="5"/>
                    <a:pt x="2" y="4"/>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29" name="Freeform 2936"/>
            <p:cNvSpPr/>
            <p:nvPr/>
          </p:nvSpPr>
          <p:spPr bwMode="auto">
            <a:xfrm>
              <a:off x="836916" y="9891490"/>
              <a:ext cx="22225" cy="15875"/>
            </a:xfrm>
            <a:custGeom>
              <a:avLst/>
              <a:gdLst>
                <a:gd name="T0" fmla="*/ 8 w 8"/>
                <a:gd name="T1" fmla="*/ 0 h 6"/>
                <a:gd name="T2" fmla="*/ 2 w 8"/>
                <a:gd name="T3" fmla="*/ 4 h 6"/>
                <a:gd name="T4" fmla="*/ 0 w 8"/>
                <a:gd name="T5" fmla="*/ 6 h 6"/>
                <a:gd name="T6" fmla="*/ 5 w 8"/>
                <a:gd name="T7" fmla="*/ 3 h 6"/>
                <a:gd name="T8" fmla="*/ 8 w 8"/>
                <a:gd name="T9" fmla="*/ 0 h 6"/>
              </a:gdLst>
              <a:ahLst/>
              <a:cxnLst>
                <a:cxn ang="0">
                  <a:pos x="T0" y="T1"/>
                </a:cxn>
                <a:cxn ang="0">
                  <a:pos x="T2" y="T3"/>
                </a:cxn>
                <a:cxn ang="0">
                  <a:pos x="T4" y="T5"/>
                </a:cxn>
                <a:cxn ang="0">
                  <a:pos x="T6" y="T7"/>
                </a:cxn>
                <a:cxn ang="0">
                  <a:pos x="T8" y="T9"/>
                </a:cxn>
              </a:cxnLst>
              <a:rect l="0" t="0" r="r" b="b"/>
              <a:pathLst>
                <a:path w="8" h="6">
                  <a:moveTo>
                    <a:pt x="8" y="0"/>
                  </a:moveTo>
                  <a:cubicBezTo>
                    <a:pt x="5" y="2"/>
                    <a:pt x="4" y="3"/>
                    <a:pt x="2" y="4"/>
                  </a:cubicBezTo>
                  <a:cubicBezTo>
                    <a:pt x="1" y="5"/>
                    <a:pt x="0" y="6"/>
                    <a:pt x="0" y="6"/>
                  </a:cubicBezTo>
                  <a:cubicBezTo>
                    <a:pt x="1" y="6"/>
                    <a:pt x="3" y="5"/>
                    <a:pt x="5" y="3"/>
                  </a:cubicBezTo>
                  <a:cubicBezTo>
                    <a:pt x="6" y="2"/>
                    <a:pt x="7" y="2"/>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30" name="Freeform 2937"/>
            <p:cNvSpPr/>
            <p:nvPr/>
          </p:nvSpPr>
          <p:spPr bwMode="auto">
            <a:xfrm>
              <a:off x="630541" y="10066115"/>
              <a:ext cx="22225" cy="20638"/>
            </a:xfrm>
            <a:custGeom>
              <a:avLst/>
              <a:gdLst>
                <a:gd name="T0" fmla="*/ 5 w 8"/>
                <a:gd name="T1" fmla="*/ 4 h 8"/>
                <a:gd name="T2" fmla="*/ 7 w 8"/>
                <a:gd name="T3" fmla="*/ 1 h 8"/>
                <a:gd name="T4" fmla="*/ 2 w 8"/>
                <a:gd name="T5" fmla="*/ 5 h 8"/>
                <a:gd name="T6" fmla="*/ 1 w 8"/>
                <a:gd name="T7" fmla="*/ 7 h 8"/>
                <a:gd name="T8" fmla="*/ 5 w 8"/>
                <a:gd name="T9" fmla="*/ 4 h 8"/>
              </a:gdLst>
              <a:ahLst/>
              <a:cxnLst>
                <a:cxn ang="0">
                  <a:pos x="T0" y="T1"/>
                </a:cxn>
                <a:cxn ang="0">
                  <a:pos x="T2" y="T3"/>
                </a:cxn>
                <a:cxn ang="0">
                  <a:pos x="T4" y="T5"/>
                </a:cxn>
                <a:cxn ang="0">
                  <a:pos x="T6" y="T7"/>
                </a:cxn>
                <a:cxn ang="0">
                  <a:pos x="T8" y="T9"/>
                </a:cxn>
              </a:cxnLst>
              <a:rect l="0" t="0" r="r" b="b"/>
              <a:pathLst>
                <a:path w="8" h="8">
                  <a:moveTo>
                    <a:pt x="5" y="4"/>
                  </a:moveTo>
                  <a:cubicBezTo>
                    <a:pt x="6" y="2"/>
                    <a:pt x="8" y="0"/>
                    <a:pt x="7" y="1"/>
                  </a:cubicBezTo>
                  <a:cubicBezTo>
                    <a:pt x="6" y="1"/>
                    <a:pt x="5" y="3"/>
                    <a:pt x="2" y="5"/>
                  </a:cubicBezTo>
                  <a:cubicBezTo>
                    <a:pt x="2" y="6"/>
                    <a:pt x="1" y="7"/>
                    <a:pt x="1" y="7"/>
                  </a:cubicBezTo>
                  <a:cubicBezTo>
                    <a:pt x="0" y="8"/>
                    <a:pt x="2" y="6"/>
                    <a:pt x="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31" name="Freeform 2938"/>
            <p:cNvSpPr/>
            <p:nvPr/>
          </p:nvSpPr>
          <p:spPr bwMode="auto">
            <a:xfrm>
              <a:off x="427341" y="10280428"/>
              <a:ext cx="22225" cy="20638"/>
            </a:xfrm>
            <a:custGeom>
              <a:avLst/>
              <a:gdLst>
                <a:gd name="T0" fmla="*/ 7 w 8"/>
                <a:gd name="T1" fmla="*/ 2 h 8"/>
                <a:gd name="T2" fmla="*/ 4 w 8"/>
                <a:gd name="T3" fmla="*/ 4 h 8"/>
                <a:gd name="T4" fmla="*/ 1 w 8"/>
                <a:gd name="T5" fmla="*/ 8 h 8"/>
                <a:gd name="T6" fmla="*/ 3 w 8"/>
                <a:gd name="T7" fmla="*/ 7 h 8"/>
                <a:gd name="T8" fmla="*/ 7 w 8"/>
                <a:gd name="T9" fmla="*/ 2 h 8"/>
              </a:gdLst>
              <a:ahLst/>
              <a:cxnLst>
                <a:cxn ang="0">
                  <a:pos x="T0" y="T1"/>
                </a:cxn>
                <a:cxn ang="0">
                  <a:pos x="T2" y="T3"/>
                </a:cxn>
                <a:cxn ang="0">
                  <a:pos x="T4" y="T5"/>
                </a:cxn>
                <a:cxn ang="0">
                  <a:pos x="T6" y="T7"/>
                </a:cxn>
                <a:cxn ang="0">
                  <a:pos x="T8" y="T9"/>
                </a:cxn>
              </a:cxnLst>
              <a:rect l="0" t="0" r="r" b="b"/>
              <a:pathLst>
                <a:path w="8" h="8">
                  <a:moveTo>
                    <a:pt x="7" y="2"/>
                  </a:moveTo>
                  <a:cubicBezTo>
                    <a:pt x="8" y="0"/>
                    <a:pt x="6" y="2"/>
                    <a:pt x="4" y="4"/>
                  </a:cubicBezTo>
                  <a:cubicBezTo>
                    <a:pt x="3" y="5"/>
                    <a:pt x="0" y="8"/>
                    <a:pt x="1" y="8"/>
                  </a:cubicBezTo>
                  <a:cubicBezTo>
                    <a:pt x="1" y="8"/>
                    <a:pt x="2" y="8"/>
                    <a:pt x="3" y="7"/>
                  </a:cubicBezTo>
                  <a:cubicBezTo>
                    <a:pt x="5" y="4"/>
                    <a:pt x="7" y="3"/>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32" name="Freeform 2939"/>
            <p:cNvSpPr/>
            <p:nvPr/>
          </p:nvSpPr>
          <p:spPr bwMode="auto">
            <a:xfrm>
              <a:off x="224141" y="10513790"/>
              <a:ext cx="19050" cy="20638"/>
            </a:xfrm>
            <a:custGeom>
              <a:avLst/>
              <a:gdLst>
                <a:gd name="T0" fmla="*/ 5 w 7"/>
                <a:gd name="T1" fmla="*/ 6 h 8"/>
                <a:gd name="T2" fmla="*/ 7 w 7"/>
                <a:gd name="T3" fmla="*/ 1 h 8"/>
                <a:gd name="T4" fmla="*/ 3 w 7"/>
                <a:gd name="T5" fmla="*/ 4 h 8"/>
                <a:gd name="T6" fmla="*/ 1 w 7"/>
                <a:gd name="T7" fmla="*/ 8 h 8"/>
                <a:gd name="T8" fmla="*/ 5 w 7"/>
                <a:gd name="T9" fmla="*/ 6 h 8"/>
              </a:gdLst>
              <a:ahLst/>
              <a:cxnLst>
                <a:cxn ang="0">
                  <a:pos x="T0" y="T1"/>
                </a:cxn>
                <a:cxn ang="0">
                  <a:pos x="T2" y="T3"/>
                </a:cxn>
                <a:cxn ang="0">
                  <a:pos x="T4" y="T5"/>
                </a:cxn>
                <a:cxn ang="0">
                  <a:pos x="T6" y="T7"/>
                </a:cxn>
                <a:cxn ang="0">
                  <a:pos x="T8" y="T9"/>
                </a:cxn>
              </a:cxnLst>
              <a:rect l="0" t="0" r="r" b="b"/>
              <a:pathLst>
                <a:path w="7" h="8">
                  <a:moveTo>
                    <a:pt x="5" y="6"/>
                  </a:moveTo>
                  <a:cubicBezTo>
                    <a:pt x="6" y="4"/>
                    <a:pt x="7" y="2"/>
                    <a:pt x="7" y="1"/>
                  </a:cubicBezTo>
                  <a:cubicBezTo>
                    <a:pt x="7" y="0"/>
                    <a:pt x="5" y="2"/>
                    <a:pt x="3" y="4"/>
                  </a:cubicBezTo>
                  <a:cubicBezTo>
                    <a:pt x="2" y="6"/>
                    <a:pt x="0" y="8"/>
                    <a:pt x="1" y="8"/>
                  </a:cubicBezTo>
                  <a:cubicBezTo>
                    <a:pt x="1" y="8"/>
                    <a:pt x="3" y="7"/>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33" name="Freeform 2940"/>
            <p:cNvSpPr/>
            <p:nvPr/>
          </p:nvSpPr>
          <p:spPr bwMode="auto">
            <a:xfrm>
              <a:off x="20941" y="10739215"/>
              <a:ext cx="20638" cy="19050"/>
            </a:xfrm>
            <a:custGeom>
              <a:avLst/>
              <a:gdLst>
                <a:gd name="T0" fmla="*/ 7 w 8"/>
                <a:gd name="T1" fmla="*/ 0 h 7"/>
                <a:gd name="T2" fmla="*/ 3 w 8"/>
                <a:gd name="T3" fmla="*/ 2 h 7"/>
                <a:gd name="T4" fmla="*/ 0 w 8"/>
                <a:gd name="T5" fmla="*/ 7 h 7"/>
                <a:gd name="T6" fmla="*/ 4 w 8"/>
                <a:gd name="T7" fmla="*/ 6 h 7"/>
                <a:gd name="T8" fmla="*/ 7 w 8"/>
                <a:gd name="T9" fmla="*/ 0 h 7"/>
              </a:gdLst>
              <a:ahLst/>
              <a:cxnLst>
                <a:cxn ang="0">
                  <a:pos x="T0" y="T1"/>
                </a:cxn>
                <a:cxn ang="0">
                  <a:pos x="T2" y="T3"/>
                </a:cxn>
                <a:cxn ang="0">
                  <a:pos x="T4" y="T5"/>
                </a:cxn>
                <a:cxn ang="0">
                  <a:pos x="T6" y="T7"/>
                </a:cxn>
                <a:cxn ang="0">
                  <a:pos x="T8" y="T9"/>
                </a:cxn>
              </a:cxnLst>
              <a:rect l="0" t="0" r="r" b="b"/>
              <a:pathLst>
                <a:path w="8" h="7">
                  <a:moveTo>
                    <a:pt x="7" y="0"/>
                  </a:moveTo>
                  <a:cubicBezTo>
                    <a:pt x="6" y="0"/>
                    <a:pt x="5" y="1"/>
                    <a:pt x="3" y="2"/>
                  </a:cubicBezTo>
                  <a:cubicBezTo>
                    <a:pt x="2" y="4"/>
                    <a:pt x="1" y="6"/>
                    <a:pt x="0" y="7"/>
                  </a:cubicBezTo>
                  <a:cubicBezTo>
                    <a:pt x="1" y="7"/>
                    <a:pt x="3" y="7"/>
                    <a:pt x="4" y="6"/>
                  </a:cubicBezTo>
                  <a:cubicBezTo>
                    <a:pt x="6" y="4"/>
                    <a:pt x="8"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34" name="Freeform 2941"/>
            <p:cNvSpPr/>
            <p:nvPr/>
          </p:nvSpPr>
          <p:spPr bwMode="auto">
            <a:xfrm>
              <a:off x="-185434" y="10926540"/>
              <a:ext cx="20638" cy="20638"/>
            </a:xfrm>
            <a:custGeom>
              <a:avLst/>
              <a:gdLst>
                <a:gd name="T0" fmla="*/ 4 w 8"/>
                <a:gd name="T1" fmla="*/ 6 h 8"/>
                <a:gd name="T2" fmla="*/ 7 w 8"/>
                <a:gd name="T3" fmla="*/ 0 h 8"/>
                <a:gd name="T4" fmla="*/ 2 w 8"/>
                <a:gd name="T5" fmla="*/ 2 h 8"/>
                <a:gd name="T6" fmla="*/ 0 w 8"/>
                <a:gd name="T7" fmla="*/ 6 h 8"/>
                <a:gd name="T8" fmla="*/ 4 w 8"/>
                <a:gd name="T9" fmla="*/ 6 h 8"/>
              </a:gdLst>
              <a:ahLst/>
              <a:cxnLst>
                <a:cxn ang="0">
                  <a:pos x="T0" y="T1"/>
                </a:cxn>
                <a:cxn ang="0">
                  <a:pos x="T2" y="T3"/>
                </a:cxn>
                <a:cxn ang="0">
                  <a:pos x="T4" y="T5"/>
                </a:cxn>
                <a:cxn ang="0">
                  <a:pos x="T6" y="T7"/>
                </a:cxn>
                <a:cxn ang="0">
                  <a:pos x="T8" y="T9"/>
                </a:cxn>
              </a:cxnLst>
              <a:rect l="0" t="0" r="r" b="b"/>
              <a:pathLst>
                <a:path w="8" h="8">
                  <a:moveTo>
                    <a:pt x="4" y="6"/>
                  </a:moveTo>
                  <a:cubicBezTo>
                    <a:pt x="6" y="4"/>
                    <a:pt x="8" y="1"/>
                    <a:pt x="7" y="0"/>
                  </a:cubicBezTo>
                  <a:cubicBezTo>
                    <a:pt x="6" y="0"/>
                    <a:pt x="5" y="1"/>
                    <a:pt x="2" y="2"/>
                  </a:cubicBezTo>
                  <a:cubicBezTo>
                    <a:pt x="1" y="3"/>
                    <a:pt x="0" y="5"/>
                    <a:pt x="0" y="6"/>
                  </a:cubicBezTo>
                  <a:cubicBezTo>
                    <a:pt x="0" y="8"/>
                    <a:pt x="2" y="7"/>
                    <a:pt x="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35" name="Freeform 2942"/>
            <p:cNvSpPr/>
            <p:nvPr/>
          </p:nvSpPr>
          <p:spPr bwMode="auto">
            <a:xfrm>
              <a:off x="-394984" y="11048778"/>
              <a:ext cx="23813" cy="15875"/>
            </a:xfrm>
            <a:custGeom>
              <a:avLst/>
              <a:gdLst>
                <a:gd name="T0" fmla="*/ 4 w 9"/>
                <a:gd name="T1" fmla="*/ 0 h 6"/>
                <a:gd name="T2" fmla="*/ 0 w 9"/>
                <a:gd name="T3" fmla="*/ 4 h 6"/>
                <a:gd name="T4" fmla="*/ 3 w 9"/>
                <a:gd name="T5" fmla="*/ 5 h 6"/>
                <a:gd name="T6" fmla="*/ 9 w 9"/>
                <a:gd name="T7" fmla="*/ 2 h 6"/>
                <a:gd name="T8" fmla="*/ 4 w 9"/>
                <a:gd name="T9" fmla="*/ 0 h 6"/>
              </a:gdLst>
              <a:ahLst/>
              <a:cxnLst>
                <a:cxn ang="0">
                  <a:pos x="T0" y="T1"/>
                </a:cxn>
                <a:cxn ang="0">
                  <a:pos x="T2" y="T3"/>
                </a:cxn>
                <a:cxn ang="0">
                  <a:pos x="T4" y="T5"/>
                </a:cxn>
                <a:cxn ang="0">
                  <a:pos x="T6" y="T7"/>
                </a:cxn>
                <a:cxn ang="0">
                  <a:pos x="T8" y="T9"/>
                </a:cxn>
              </a:cxnLst>
              <a:rect l="0" t="0" r="r" b="b"/>
              <a:pathLst>
                <a:path w="9" h="6">
                  <a:moveTo>
                    <a:pt x="4" y="0"/>
                  </a:moveTo>
                  <a:cubicBezTo>
                    <a:pt x="3" y="1"/>
                    <a:pt x="2" y="2"/>
                    <a:pt x="0" y="4"/>
                  </a:cubicBezTo>
                  <a:cubicBezTo>
                    <a:pt x="1" y="4"/>
                    <a:pt x="2" y="6"/>
                    <a:pt x="3" y="5"/>
                  </a:cubicBezTo>
                  <a:cubicBezTo>
                    <a:pt x="4" y="5"/>
                    <a:pt x="6" y="4"/>
                    <a:pt x="9" y="2"/>
                  </a:cubicBezTo>
                  <a:cubicBezTo>
                    <a:pt x="6" y="1"/>
                    <a:pt x="5"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36" name="Freeform 2943"/>
            <p:cNvSpPr/>
            <p:nvPr/>
          </p:nvSpPr>
          <p:spPr bwMode="auto">
            <a:xfrm>
              <a:off x="11522379" y="7153053"/>
              <a:ext cx="33338" cy="46038"/>
            </a:xfrm>
            <a:custGeom>
              <a:avLst/>
              <a:gdLst>
                <a:gd name="T0" fmla="*/ 5 w 12"/>
                <a:gd name="T1" fmla="*/ 14 h 17"/>
                <a:gd name="T2" fmla="*/ 12 w 12"/>
                <a:gd name="T3" fmla="*/ 0 h 17"/>
                <a:gd name="T4" fmla="*/ 6 w 12"/>
                <a:gd name="T5" fmla="*/ 1 h 17"/>
                <a:gd name="T6" fmla="*/ 0 w 12"/>
                <a:gd name="T7" fmla="*/ 11 h 17"/>
                <a:gd name="T8" fmla="*/ 5 w 12"/>
                <a:gd name="T9" fmla="*/ 14 h 17"/>
              </a:gdLst>
              <a:ahLst/>
              <a:cxnLst>
                <a:cxn ang="0">
                  <a:pos x="T0" y="T1"/>
                </a:cxn>
                <a:cxn ang="0">
                  <a:pos x="T2" y="T3"/>
                </a:cxn>
                <a:cxn ang="0">
                  <a:pos x="T4" y="T5"/>
                </a:cxn>
                <a:cxn ang="0">
                  <a:pos x="T6" y="T7"/>
                </a:cxn>
                <a:cxn ang="0">
                  <a:pos x="T8" y="T9"/>
                </a:cxn>
              </a:cxnLst>
              <a:rect l="0" t="0" r="r" b="b"/>
              <a:pathLst>
                <a:path w="12" h="17">
                  <a:moveTo>
                    <a:pt x="5" y="14"/>
                  </a:moveTo>
                  <a:cubicBezTo>
                    <a:pt x="6" y="12"/>
                    <a:pt x="8" y="8"/>
                    <a:pt x="12" y="0"/>
                  </a:cubicBezTo>
                  <a:cubicBezTo>
                    <a:pt x="9" y="0"/>
                    <a:pt x="7" y="0"/>
                    <a:pt x="6" y="1"/>
                  </a:cubicBezTo>
                  <a:cubicBezTo>
                    <a:pt x="3" y="2"/>
                    <a:pt x="0" y="5"/>
                    <a:pt x="0" y="11"/>
                  </a:cubicBezTo>
                  <a:cubicBezTo>
                    <a:pt x="0" y="16"/>
                    <a:pt x="2" y="17"/>
                    <a:pt x="5"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37" name="Freeform 2944"/>
            <p:cNvSpPr/>
            <p:nvPr/>
          </p:nvSpPr>
          <p:spPr bwMode="auto">
            <a:xfrm>
              <a:off x="11265204" y="7361015"/>
              <a:ext cx="23813" cy="41275"/>
            </a:xfrm>
            <a:custGeom>
              <a:avLst/>
              <a:gdLst>
                <a:gd name="T0" fmla="*/ 0 w 9"/>
                <a:gd name="T1" fmla="*/ 13 h 15"/>
                <a:gd name="T2" fmla="*/ 6 w 9"/>
                <a:gd name="T3" fmla="*/ 14 h 15"/>
                <a:gd name="T4" fmla="*/ 9 w 9"/>
                <a:gd name="T5" fmla="*/ 0 h 15"/>
                <a:gd name="T6" fmla="*/ 2 w 9"/>
                <a:gd name="T7" fmla="*/ 3 h 15"/>
                <a:gd name="T8" fmla="*/ 0 w 9"/>
                <a:gd name="T9" fmla="*/ 13 h 15"/>
              </a:gdLst>
              <a:ahLst/>
              <a:cxnLst>
                <a:cxn ang="0">
                  <a:pos x="T0" y="T1"/>
                </a:cxn>
                <a:cxn ang="0">
                  <a:pos x="T2" y="T3"/>
                </a:cxn>
                <a:cxn ang="0">
                  <a:pos x="T4" y="T5"/>
                </a:cxn>
                <a:cxn ang="0">
                  <a:pos x="T6" y="T7"/>
                </a:cxn>
                <a:cxn ang="0">
                  <a:pos x="T8" y="T9"/>
                </a:cxn>
              </a:cxnLst>
              <a:rect l="0" t="0" r="r" b="b"/>
              <a:pathLst>
                <a:path w="9" h="15">
                  <a:moveTo>
                    <a:pt x="0" y="13"/>
                  </a:moveTo>
                  <a:cubicBezTo>
                    <a:pt x="2" y="14"/>
                    <a:pt x="4" y="15"/>
                    <a:pt x="6" y="14"/>
                  </a:cubicBezTo>
                  <a:cubicBezTo>
                    <a:pt x="6" y="13"/>
                    <a:pt x="7" y="7"/>
                    <a:pt x="9" y="0"/>
                  </a:cubicBezTo>
                  <a:cubicBezTo>
                    <a:pt x="6" y="1"/>
                    <a:pt x="4" y="1"/>
                    <a:pt x="2" y="3"/>
                  </a:cubicBezTo>
                  <a:cubicBezTo>
                    <a:pt x="1" y="4"/>
                    <a:pt x="0" y="10"/>
                    <a:pt x="0"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38" name="Freeform 2945"/>
            <p:cNvSpPr/>
            <p:nvPr/>
          </p:nvSpPr>
          <p:spPr bwMode="auto">
            <a:xfrm>
              <a:off x="11028666" y="7532465"/>
              <a:ext cx="22225" cy="60325"/>
            </a:xfrm>
            <a:custGeom>
              <a:avLst/>
              <a:gdLst>
                <a:gd name="T0" fmla="*/ 3 w 8"/>
                <a:gd name="T1" fmla="*/ 22 h 22"/>
                <a:gd name="T2" fmla="*/ 7 w 8"/>
                <a:gd name="T3" fmla="*/ 11 h 22"/>
                <a:gd name="T4" fmla="*/ 3 w 8"/>
                <a:gd name="T5" fmla="*/ 2 h 22"/>
                <a:gd name="T6" fmla="*/ 0 w 8"/>
                <a:gd name="T7" fmla="*/ 9 h 22"/>
                <a:gd name="T8" fmla="*/ 3 w 8"/>
                <a:gd name="T9" fmla="*/ 22 h 22"/>
              </a:gdLst>
              <a:ahLst/>
              <a:cxnLst>
                <a:cxn ang="0">
                  <a:pos x="T0" y="T1"/>
                </a:cxn>
                <a:cxn ang="0">
                  <a:pos x="T2" y="T3"/>
                </a:cxn>
                <a:cxn ang="0">
                  <a:pos x="T4" y="T5"/>
                </a:cxn>
                <a:cxn ang="0">
                  <a:pos x="T6" y="T7"/>
                </a:cxn>
                <a:cxn ang="0">
                  <a:pos x="T8" y="T9"/>
                </a:cxn>
              </a:cxnLst>
              <a:rect l="0" t="0" r="r" b="b"/>
              <a:pathLst>
                <a:path w="8" h="22">
                  <a:moveTo>
                    <a:pt x="3" y="22"/>
                  </a:moveTo>
                  <a:cubicBezTo>
                    <a:pt x="5" y="17"/>
                    <a:pt x="6" y="14"/>
                    <a:pt x="7" y="11"/>
                  </a:cubicBezTo>
                  <a:cubicBezTo>
                    <a:pt x="8" y="6"/>
                    <a:pt x="5" y="0"/>
                    <a:pt x="3" y="2"/>
                  </a:cubicBezTo>
                  <a:cubicBezTo>
                    <a:pt x="2" y="3"/>
                    <a:pt x="0" y="8"/>
                    <a:pt x="0" y="9"/>
                  </a:cubicBezTo>
                  <a:cubicBezTo>
                    <a:pt x="0" y="14"/>
                    <a:pt x="1" y="17"/>
                    <a:pt x="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39" name="Freeform 2946"/>
            <p:cNvSpPr/>
            <p:nvPr/>
          </p:nvSpPr>
          <p:spPr bwMode="auto">
            <a:xfrm>
              <a:off x="10820704" y="7676928"/>
              <a:ext cx="23813" cy="50800"/>
            </a:xfrm>
            <a:custGeom>
              <a:avLst/>
              <a:gdLst>
                <a:gd name="T0" fmla="*/ 4 w 9"/>
                <a:gd name="T1" fmla="*/ 16 h 19"/>
                <a:gd name="T2" fmla="*/ 9 w 9"/>
                <a:gd name="T3" fmla="*/ 2 h 19"/>
                <a:gd name="T4" fmla="*/ 4 w 9"/>
                <a:gd name="T5" fmla="*/ 0 h 19"/>
                <a:gd name="T6" fmla="*/ 0 w 9"/>
                <a:gd name="T7" fmla="*/ 10 h 19"/>
                <a:gd name="T8" fmla="*/ 4 w 9"/>
                <a:gd name="T9" fmla="*/ 16 h 19"/>
              </a:gdLst>
              <a:ahLst/>
              <a:cxnLst>
                <a:cxn ang="0">
                  <a:pos x="T0" y="T1"/>
                </a:cxn>
                <a:cxn ang="0">
                  <a:pos x="T2" y="T3"/>
                </a:cxn>
                <a:cxn ang="0">
                  <a:pos x="T4" y="T5"/>
                </a:cxn>
                <a:cxn ang="0">
                  <a:pos x="T6" y="T7"/>
                </a:cxn>
                <a:cxn ang="0">
                  <a:pos x="T8" y="T9"/>
                </a:cxn>
              </a:cxnLst>
              <a:rect l="0" t="0" r="r" b="b"/>
              <a:pathLst>
                <a:path w="9" h="19">
                  <a:moveTo>
                    <a:pt x="4" y="16"/>
                  </a:moveTo>
                  <a:cubicBezTo>
                    <a:pt x="5" y="15"/>
                    <a:pt x="6" y="11"/>
                    <a:pt x="9" y="2"/>
                  </a:cubicBezTo>
                  <a:cubicBezTo>
                    <a:pt x="6" y="1"/>
                    <a:pt x="5" y="0"/>
                    <a:pt x="4" y="0"/>
                  </a:cubicBezTo>
                  <a:cubicBezTo>
                    <a:pt x="1" y="0"/>
                    <a:pt x="0" y="4"/>
                    <a:pt x="0" y="10"/>
                  </a:cubicBezTo>
                  <a:cubicBezTo>
                    <a:pt x="0" y="17"/>
                    <a:pt x="2" y="19"/>
                    <a:pt x="4"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40" name="Freeform 2947"/>
            <p:cNvSpPr/>
            <p:nvPr/>
          </p:nvSpPr>
          <p:spPr bwMode="auto">
            <a:xfrm>
              <a:off x="10611154" y="7830915"/>
              <a:ext cx="22225" cy="49213"/>
            </a:xfrm>
            <a:custGeom>
              <a:avLst/>
              <a:gdLst>
                <a:gd name="T0" fmla="*/ 0 w 8"/>
                <a:gd name="T1" fmla="*/ 11 h 18"/>
                <a:gd name="T2" fmla="*/ 5 w 8"/>
                <a:gd name="T3" fmla="*/ 14 h 18"/>
                <a:gd name="T4" fmla="*/ 8 w 8"/>
                <a:gd name="T5" fmla="*/ 1 h 18"/>
                <a:gd name="T6" fmla="*/ 2 w 8"/>
                <a:gd name="T7" fmla="*/ 1 h 18"/>
                <a:gd name="T8" fmla="*/ 0 w 8"/>
                <a:gd name="T9" fmla="*/ 11 h 18"/>
              </a:gdLst>
              <a:ahLst/>
              <a:cxnLst>
                <a:cxn ang="0">
                  <a:pos x="T0" y="T1"/>
                </a:cxn>
                <a:cxn ang="0">
                  <a:pos x="T2" y="T3"/>
                </a:cxn>
                <a:cxn ang="0">
                  <a:pos x="T4" y="T5"/>
                </a:cxn>
                <a:cxn ang="0">
                  <a:pos x="T6" y="T7"/>
                </a:cxn>
                <a:cxn ang="0">
                  <a:pos x="T8" y="T9"/>
                </a:cxn>
              </a:cxnLst>
              <a:rect l="0" t="0" r="r" b="b"/>
              <a:pathLst>
                <a:path w="8" h="18">
                  <a:moveTo>
                    <a:pt x="0" y="11"/>
                  </a:moveTo>
                  <a:cubicBezTo>
                    <a:pt x="1" y="16"/>
                    <a:pt x="3" y="18"/>
                    <a:pt x="5" y="14"/>
                  </a:cubicBezTo>
                  <a:cubicBezTo>
                    <a:pt x="6" y="12"/>
                    <a:pt x="7" y="8"/>
                    <a:pt x="8" y="1"/>
                  </a:cubicBezTo>
                  <a:cubicBezTo>
                    <a:pt x="5" y="1"/>
                    <a:pt x="4" y="0"/>
                    <a:pt x="2" y="1"/>
                  </a:cubicBezTo>
                  <a:cubicBezTo>
                    <a:pt x="1" y="2"/>
                    <a:pt x="0" y="8"/>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41" name="Freeform 2948"/>
            <p:cNvSpPr/>
            <p:nvPr/>
          </p:nvSpPr>
          <p:spPr bwMode="auto">
            <a:xfrm>
              <a:off x="10404779" y="7983315"/>
              <a:ext cx="19050" cy="50800"/>
            </a:xfrm>
            <a:custGeom>
              <a:avLst/>
              <a:gdLst>
                <a:gd name="T0" fmla="*/ 0 w 7"/>
                <a:gd name="T1" fmla="*/ 11 h 19"/>
                <a:gd name="T2" fmla="*/ 4 w 7"/>
                <a:gd name="T3" fmla="*/ 19 h 19"/>
                <a:gd name="T4" fmla="*/ 7 w 7"/>
                <a:gd name="T5" fmla="*/ 7 h 19"/>
                <a:gd name="T6" fmla="*/ 2 w 7"/>
                <a:gd name="T7" fmla="*/ 2 h 19"/>
                <a:gd name="T8" fmla="*/ 0 w 7"/>
                <a:gd name="T9" fmla="*/ 11 h 19"/>
              </a:gdLst>
              <a:ahLst/>
              <a:cxnLst>
                <a:cxn ang="0">
                  <a:pos x="T0" y="T1"/>
                </a:cxn>
                <a:cxn ang="0">
                  <a:pos x="T2" y="T3"/>
                </a:cxn>
                <a:cxn ang="0">
                  <a:pos x="T4" y="T5"/>
                </a:cxn>
                <a:cxn ang="0">
                  <a:pos x="T6" y="T7"/>
                </a:cxn>
                <a:cxn ang="0">
                  <a:pos x="T8" y="T9"/>
                </a:cxn>
              </a:cxnLst>
              <a:rect l="0" t="0" r="r" b="b"/>
              <a:pathLst>
                <a:path w="7" h="19">
                  <a:moveTo>
                    <a:pt x="0" y="11"/>
                  </a:moveTo>
                  <a:cubicBezTo>
                    <a:pt x="1" y="14"/>
                    <a:pt x="2" y="16"/>
                    <a:pt x="4" y="19"/>
                  </a:cubicBezTo>
                  <a:cubicBezTo>
                    <a:pt x="5" y="13"/>
                    <a:pt x="7" y="10"/>
                    <a:pt x="7" y="7"/>
                  </a:cubicBezTo>
                  <a:cubicBezTo>
                    <a:pt x="6" y="1"/>
                    <a:pt x="4" y="0"/>
                    <a:pt x="2" y="2"/>
                  </a:cubicBezTo>
                  <a:cubicBezTo>
                    <a:pt x="1" y="4"/>
                    <a:pt x="0" y="10"/>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42" name="Freeform 2949"/>
            <p:cNvSpPr/>
            <p:nvPr/>
          </p:nvSpPr>
          <p:spPr bwMode="auto">
            <a:xfrm>
              <a:off x="10195229" y="8146828"/>
              <a:ext cx="25400" cy="42863"/>
            </a:xfrm>
            <a:custGeom>
              <a:avLst/>
              <a:gdLst>
                <a:gd name="T0" fmla="*/ 5 w 9"/>
                <a:gd name="T1" fmla="*/ 13 h 16"/>
                <a:gd name="T2" fmla="*/ 9 w 9"/>
                <a:gd name="T3" fmla="*/ 1 h 16"/>
                <a:gd name="T4" fmla="*/ 4 w 9"/>
                <a:gd name="T5" fmla="*/ 0 h 16"/>
                <a:gd name="T6" fmla="*/ 1 w 9"/>
                <a:gd name="T7" fmla="*/ 9 h 16"/>
                <a:gd name="T8" fmla="*/ 5 w 9"/>
                <a:gd name="T9" fmla="*/ 13 h 16"/>
              </a:gdLst>
              <a:ahLst/>
              <a:cxnLst>
                <a:cxn ang="0">
                  <a:pos x="T0" y="T1"/>
                </a:cxn>
                <a:cxn ang="0">
                  <a:pos x="T2" y="T3"/>
                </a:cxn>
                <a:cxn ang="0">
                  <a:pos x="T4" y="T5"/>
                </a:cxn>
                <a:cxn ang="0">
                  <a:pos x="T6" y="T7"/>
                </a:cxn>
                <a:cxn ang="0">
                  <a:pos x="T8" y="T9"/>
                </a:cxn>
              </a:cxnLst>
              <a:rect l="0" t="0" r="r" b="b"/>
              <a:pathLst>
                <a:path w="9" h="16">
                  <a:moveTo>
                    <a:pt x="5" y="13"/>
                  </a:moveTo>
                  <a:cubicBezTo>
                    <a:pt x="6" y="12"/>
                    <a:pt x="7" y="8"/>
                    <a:pt x="9" y="1"/>
                  </a:cubicBezTo>
                  <a:cubicBezTo>
                    <a:pt x="7" y="0"/>
                    <a:pt x="6" y="0"/>
                    <a:pt x="4" y="0"/>
                  </a:cubicBezTo>
                  <a:cubicBezTo>
                    <a:pt x="2" y="1"/>
                    <a:pt x="0" y="4"/>
                    <a:pt x="1" y="9"/>
                  </a:cubicBezTo>
                  <a:cubicBezTo>
                    <a:pt x="1" y="15"/>
                    <a:pt x="3" y="16"/>
                    <a:pt x="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43" name="Freeform 2950"/>
            <p:cNvSpPr/>
            <p:nvPr/>
          </p:nvSpPr>
          <p:spPr bwMode="auto">
            <a:xfrm>
              <a:off x="9988854" y="8300815"/>
              <a:ext cx="25400" cy="38100"/>
            </a:xfrm>
            <a:custGeom>
              <a:avLst/>
              <a:gdLst>
                <a:gd name="T0" fmla="*/ 3 w 9"/>
                <a:gd name="T1" fmla="*/ 14 h 14"/>
                <a:gd name="T2" fmla="*/ 9 w 9"/>
                <a:gd name="T3" fmla="*/ 6 h 14"/>
                <a:gd name="T4" fmla="*/ 4 w 9"/>
                <a:gd name="T5" fmla="*/ 1 h 14"/>
                <a:gd name="T6" fmla="*/ 0 w 9"/>
                <a:gd name="T7" fmla="*/ 9 h 14"/>
                <a:gd name="T8" fmla="*/ 3 w 9"/>
                <a:gd name="T9" fmla="*/ 14 h 14"/>
              </a:gdLst>
              <a:ahLst/>
              <a:cxnLst>
                <a:cxn ang="0">
                  <a:pos x="T0" y="T1"/>
                </a:cxn>
                <a:cxn ang="0">
                  <a:pos x="T2" y="T3"/>
                </a:cxn>
                <a:cxn ang="0">
                  <a:pos x="T4" y="T5"/>
                </a:cxn>
                <a:cxn ang="0">
                  <a:pos x="T6" y="T7"/>
                </a:cxn>
                <a:cxn ang="0">
                  <a:pos x="T8" y="T9"/>
                </a:cxn>
              </a:cxnLst>
              <a:rect l="0" t="0" r="r" b="b"/>
              <a:pathLst>
                <a:path w="9" h="14">
                  <a:moveTo>
                    <a:pt x="3" y="14"/>
                  </a:moveTo>
                  <a:cubicBezTo>
                    <a:pt x="5" y="13"/>
                    <a:pt x="6" y="10"/>
                    <a:pt x="9" y="6"/>
                  </a:cubicBezTo>
                  <a:cubicBezTo>
                    <a:pt x="6" y="3"/>
                    <a:pt x="5" y="0"/>
                    <a:pt x="4" y="1"/>
                  </a:cubicBezTo>
                  <a:cubicBezTo>
                    <a:pt x="3" y="3"/>
                    <a:pt x="2" y="6"/>
                    <a:pt x="0" y="9"/>
                  </a:cubicBezTo>
                  <a:cubicBezTo>
                    <a:pt x="1" y="11"/>
                    <a:pt x="2" y="14"/>
                    <a:pt x="3"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44" name="Freeform 2951"/>
            <p:cNvSpPr/>
            <p:nvPr/>
          </p:nvSpPr>
          <p:spPr bwMode="auto">
            <a:xfrm>
              <a:off x="9782479" y="8454803"/>
              <a:ext cx="22225" cy="36513"/>
            </a:xfrm>
            <a:custGeom>
              <a:avLst/>
              <a:gdLst>
                <a:gd name="T0" fmla="*/ 5 w 8"/>
                <a:gd name="T1" fmla="*/ 10 h 13"/>
                <a:gd name="T2" fmla="*/ 8 w 8"/>
                <a:gd name="T3" fmla="*/ 0 h 13"/>
                <a:gd name="T4" fmla="*/ 2 w 8"/>
                <a:gd name="T5" fmla="*/ 1 h 13"/>
                <a:gd name="T6" fmla="*/ 0 w 8"/>
                <a:gd name="T7" fmla="*/ 8 h 13"/>
                <a:gd name="T8" fmla="*/ 5 w 8"/>
                <a:gd name="T9" fmla="*/ 10 h 13"/>
              </a:gdLst>
              <a:ahLst/>
              <a:cxnLst>
                <a:cxn ang="0">
                  <a:pos x="T0" y="T1"/>
                </a:cxn>
                <a:cxn ang="0">
                  <a:pos x="T2" y="T3"/>
                </a:cxn>
                <a:cxn ang="0">
                  <a:pos x="T4" y="T5"/>
                </a:cxn>
                <a:cxn ang="0">
                  <a:pos x="T6" y="T7"/>
                </a:cxn>
                <a:cxn ang="0">
                  <a:pos x="T8" y="T9"/>
                </a:cxn>
              </a:cxnLst>
              <a:rect l="0" t="0" r="r" b="b"/>
              <a:pathLst>
                <a:path w="8" h="13">
                  <a:moveTo>
                    <a:pt x="5" y="10"/>
                  </a:moveTo>
                  <a:cubicBezTo>
                    <a:pt x="6" y="8"/>
                    <a:pt x="6" y="5"/>
                    <a:pt x="8" y="0"/>
                  </a:cubicBezTo>
                  <a:cubicBezTo>
                    <a:pt x="5" y="1"/>
                    <a:pt x="3" y="0"/>
                    <a:pt x="2" y="1"/>
                  </a:cubicBezTo>
                  <a:cubicBezTo>
                    <a:pt x="1" y="2"/>
                    <a:pt x="0" y="7"/>
                    <a:pt x="0" y="8"/>
                  </a:cubicBezTo>
                  <a:cubicBezTo>
                    <a:pt x="1" y="12"/>
                    <a:pt x="3" y="13"/>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45" name="Freeform 2952"/>
            <p:cNvSpPr/>
            <p:nvPr/>
          </p:nvSpPr>
          <p:spPr bwMode="auto">
            <a:xfrm>
              <a:off x="9574516" y="8596090"/>
              <a:ext cx="23813" cy="30163"/>
            </a:xfrm>
            <a:custGeom>
              <a:avLst/>
              <a:gdLst>
                <a:gd name="T0" fmla="*/ 3 w 9"/>
                <a:gd name="T1" fmla="*/ 11 h 11"/>
                <a:gd name="T2" fmla="*/ 9 w 9"/>
                <a:gd name="T3" fmla="*/ 4 h 11"/>
                <a:gd name="T4" fmla="*/ 4 w 9"/>
                <a:gd name="T5" fmla="*/ 1 h 11"/>
                <a:gd name="T6" fmla="*/ 0 w 9"/>
                <a:gd name="T7" fmla="*/ 7 h 11"/>
                <a:gd name="T8" fmla="*/ 3 w 9"/>
                <a:gd name="T9" fmla="*/ 11 h 11"/>
              </a:gdLst>
              <a:ahLst/>
              <a:cxnLst>
                <a:cxn ang="0">
                  <a:pos x="T0" y="T1"/>
                </a:cxn>
                <a:cxn ang="0">
                  <a:pos x="T2" y="T3"/>
                </a:cxn>
                <a:cxn ang="0">
                  <a:pos x="T4" y="T5"/>
                </a:cxn>
                <a:cxn ang="0">
                  <a:pos x="T6" y="T7"/>
                </a:cxn>
                <a:cxn ang="0">
                  <a:pos x="T8" y="T9"/>
                </a:cxn>
              </a:cxnLst>
              <a:rect l="0" t="0" r="r" b="b"/>
              <a:pathLst>
                <a:path w="9" h="11">
                  <a:moveTo>
                    <a:pt x="3" y="11"/>
                  </a:moveTo>
                  <a:cubicBezTo>
                    <a:pt x="5" y="10"/>
                    <a:pt x="6" y="7"/>
                    <a:pt x="9" y="4"/>
                  </a:cubicBezTo>
                  <a:cubicBezTo>
                    <a:pt x="7" y="2"/>
                    <a:pt x="5" y="0"/>
                    <a:pt x="4" y="1"/>
                  </a:cubicBezTo>
                  <a:cubicBezTo>
                    <a:pt x="3" y="2"/>
                    <a:pt x="2" y="5"/>
                    <a:pt x="0" y="7"/>
                  </a:cubicBezTo>
                  <a:cubicBezTo>
                    <a:pt x="1" y="8"/>
                    <a:pt x="2" y="11"/>
                    <a:pt x="3"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46" name="Freeform 2953"/>
            <p:cNvSpPr/>
            <p:nvPr/>
          </p:nvSpPr>
          <p:spPr bwMode="auto">
            <a:xfrm>
              <a:off x="9364966" y="8729440"/>
              <a:ext cx="26988" cy="26988"/>
            </a:xfrm>
            <a:custGeom>
              <a:avLst/>
              <a:gdLst>
                <a:gd name="T0" fmla="*/ 5 w 10"/>
                <a:gd name="T1" fmla="*/ 9 h 10"/>
                <a:gd name="T2" fmla="*/ 10 w 10"/>
                <a:gd name="T3" fmla="*/ 0 h 10"/>
                <a:gd name="T4" fmla="*/ 5 w 10"/>
                <a:gd name="T5" fmla="*/ 1 h 10"/>
                <a:gd name="T6" fmla="*/ 1 w 10"/>
                <a:gd name="T7" fmla="*/ 7 h 10"/>
                <a:gd name="T8" fmla="*/ 5 w 10"/>
                <a:gd name="T9" fmla="*/ 9 h 10"/>
              </a:gdLst>
              <a:ahLst/>
              <a:cxnLst>
                <a:cxn ang="0">
                  <a:pos x="T0" y="T1"/>
                </a:cxn>
                <a:cxn ang="0">
                  <a:pos x="T2" y="T3"/>
                </a:cxn>
                <a:cxn ang="0">
                  <a:pos x="T4" y="T5"/>
                </a:cxn>
                <a:cxn ang="0">
                  <a:pos x="T6" y="T7"/>
                </a:cxn>
                <a:cxn ang="0">
                  <a:pos x="T8" y="T9"/>
                </a:cxn>
              </a:cxnLst>
              <a:rect l="0" t="0" r="r" b="b"/>
              <a:pathLst>
                <a:path w="10" h="10">
                  <a:moveTo>
                    <a:pt x="5" y="9"/>
                  </a:moveTo>
                  <a:cubicBezTo>
                    <a:pt x="6" y="8"/>
                    <a:pt x="7" y="5"/>
                    <a:pt x="10" y="0"/>
                  </a:cubicBezTo>
                  <a:cubicBezTo>
                    <a:pt x="7" y="0"/>
                    <a:pt x="6" y="0"/>
                    <a:pt x="5" y="1"/>
                  </a:cubicBezTo>
                  <a:cubicBezTo>
                    <a:pt x="2" y="1"/>
                    <a:pt x="0" y="3"/>
                    <a:pt x="1" y="7"/>
                  </a:cubicBezTo>
                  <a:cubicBezTo>
                    <a:pt x="1" y="10"/>
                    <a:pt x="3" y="10"/>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47" name="Freeform 2954"/>
            <p:cNvSpPr/>
            <p:nvPr/>
          </p:nvSpPr>
          <p:spPr bwMode="auto">
            <a:xfrm>
              <a:off x="9158591" y="8851678"/>
              <a:ext cx="22225" cy="22225"/>
            </a:xfrm>
            <a:custGeom>
              <a:avLst/>
              <a:gdLst>
                <a:gd name="T0" fmla="*/ 5 w 8"/>
                <a:gd name="T1" fmla="*/ 6 h 8"/>
                <a:gd name="T2" fmla="*/ 8 w 8"/>
                <a:gd name="T3" fmla="*/ 0 h 8"/>
                <a:gd name="T4" fmla="*/ 2 w 8"/>
                <a:gd name="T5" fmla="*/ 1 h 8"/>
                <a:gd name="T6" fmla="*/ 0 w 8"/>
                <a:gd name="T7" fmla="*/ 6 h 8"/>
                <a:gd name="T8" fmla="*/ 5 w 8"/>
                <a:gd name="T9" fmla="*/ 6 h 8"/>
              </a:gdLst>
              <a:ahLst/>
              <a:cxnLst>
                <a:cxn ang="0">
                  <a:pos x="T0" y="T1"/>
                </a:cxn>
                <a:cxn ang="0">
                  <a:pos x="T2" y="T3"/>
                </a:cxn>
                <a:cxn ang="0">
                  <a:pos x="T4" y="T5"/>
                </a:cxn>
                <a:cxn ang="0">
                  <a:pos x="T6" y="T7"/>
                </a:cxn>
                <a:cxn ang="0">
                  <a:pos x="T8" y="T9"/>
                </a:cxn>
              </a:cxnLst>
              <a:rect l="0" t="0" r="r" b="b"/>
              <a:pathLst>
                <a:path w="8" h="8">
                  <a:moveTo>
                    <a:pt x="5" y="6"/>
                  </a:moveTo>
                  <a:cubicBezTo>
                    <a:pt x="6" y="5"/>
                    <a:pt x="6" y="3"/>
                    <a:pt x="8" y="0"/>
                  </a:cubicBezTo>
                  <a:cubicBezTo>
                    <a:pt x="5" y="0"/>
                    <a:pt x="3" y="0"/>
                    <a:pt x="2" y="1"/>
                  </a:cubicBezTo>
                  <a:cubicBezTo>
                    <a:pt x="1" y="2"/>
                    <a:pt x="0" y="5"/>
                    <a:pt x="0" y="6"/>
                  </a:cubicBezTo>
                  <a:cubicBezTo>
                    <a:pt x="1" y="8"/>
                    <a:pt x="3" y="8"/>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48" name="Freeform 2955"/>
            <p:cNvSpPr/>
            <p:nvPr/>
          </p:nvSpPr>
          <p:spPr bwMode="auto">
            <a:xfrm>
              <a:off x="8950629" y="8958040"/>
              <a:ext cx="20638" cy="15875"/>
            </a:xfrm>
            <a:custGeom>
              <a:avLst/>
              <a:gdLst>
                <a:gd name="T0" fmla="*/ 8 w 8"/>
                <a:gd name="T1" fmla="*/ 2 h 6"/>
                <a:gd name="T2" fmla="*/ 4 w 8"/>
                <a:gd name="T3" fmla="*/ 0 h 6"/>
                <a:gd name="T4" fmla="*/ 0 w 8"/>
                <a:gd name="T5" fmla="*/ 5 h 6"/>
                <a:gd name="T6" fmla="*/ 3 w 8"/>
                <a:gd name="T7" fmla="*/ 6 h 6"/>
                <a:gd name="T8" fmla="*/ 8 w 8"/>
                <a:gd name="T9" fmla="*/ 2 h 6"/>
              </a:gdLst>
              <a:ahLst/>
              <a:cxnLst>
                <a:cxn ang="0">
                  <a:pos x="T0" y="T1"/>
                </a:cxn>
                <a:cxn ang="0">
                  <a:pos x="T2" y="T3"/>
                </a:cxn>
                <a:cxn ang="0">
                  <a:pos x="T4" y="T5"/>
                </a:cxn>
                <a:cxn ang="0">
                  <a:pos x="T6" y="T7"/>
                </a:cxn>
                <a:cxn ang="0">
                  <a:pos x="T8" y="T9"/>
                </a:cxn>
              </a:cxnLst>
              <a:rect l="0" t="0" r="r" b="b"/>
              <a:pathLst>
                <a:path w="8" h="6">
                  <a:moveTo>
                    <a:pt x="8" y="2"/>
                  </a:moveTo>
                  <a:cubicBezTo>
                    <a:pt x="6" y="1"/>
                    <a:pt x="5" y="0"/>
                    <a:pt x="4" y="0"/>
                  </a:cubicBezTo>
                  <a:cubicBezTo>
                    <a:pt x="2" y="1"/>
                    <a:pt x="1" y="3"/>
                    <a:pt x="0" y="5"/>
                  </a:cubicBezTo>
                  <a:cubicBezTo>
                    <a:pt x="1" y="5"/>
                    <a:pt x="2" y="6"/>
                    <a:pt x="3" y="6"/>
                  </a:cubicBezTo>
                  <a:cubicBezTo>
                    <a:pt x="4" y="6"/>
                    <a:pt x="6" y="4"/>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49" name="Freeform 2956"/>
            <p:cNvSpPr/>
            <p:nvPr/>
          </p:nvSpPr>
          <p:spPr bwMode="auto">
            <a:xfrm>
              <a:off x="8737904" y="9050115"/>
              <a:ext cx="22225" cy="14288"/>
            </a:xfrm>
            <a:custGeom>
              <a:avLst/>
              <a:gdLst>
                <a:gd name="T0" fmla="*/ 5 w 8"/>
                <a:gd name="T1" fmla="*/ 4 h 5"/>
                <a:gd name="T2" fmla="*/ 7 w 8"/>
                <a:gd name="T3" fmla="*/ 1 h 5"/>
                <a:gd name="T4" fmla="*/ 2 w 8"/>
                <a:gd name="T5" fmla="*/ 0 h 5"/>
                <a:gd name="T6" fmla="*/ 0 w 8"/>
                <a:gd name="T7" fmla="*/ 4 h 5"/>
                <a:gd name="T8" fmla="*/ 5 w 8"/>
                <a:gd name="T9" fmla="*/ 4 h 5"/>
              </a:gdLst>
              <a:ahLst/>
              <a:cxnLst>
                <a:cxn ang="0">
                  <a:pos x="T0" y="T1"/>
                </a:cxn>
                <a:cxn ang="0">
                  <a:pos x="T2" y="T3"/>
                </a:cxn>
                <a:cxn ang="0">
                  <a:pos x="T4" y="T5"/>
                </a:cxn>
                <a:cxn ang="0">
                  <a:pos x="T6" y="T7"/>
                </a:cxn>
                <a:cxn ang="0">
                  <a:pos x="T8" y="T9"/>
                </a:cxn>
              </a:cxnLst>
              <a:rect l="0" t="0" r="r" b="b"/>
              <a:pathLst>
                <a:path w="8" h="5">
                  <a:moveTo>
                    <a:pt x="5" y="4"/>
                  </a:moveTo>
                  <a:cubicBezTo>
                    <a:pt x="7" y="3"/>
                    <a:pt x="8" y="1"/>
                    <a:pt x="7" y="1"/>
                  </a:cubicBezTo>
                  <a:cubicBezTo>
                    <a:pt x="6" y="0"/>
                    <a:pt x="5" y="0"/>
                    <a:pt x="2" y="0"/>
                  </a:cubicBezTo>
                  <a:cubicBezTo>
                    <a:pt x="1" y="1"/>
                    <a:pt x="0" y="3"/>
                    <a:pt x="0" y="4"/>
                  </a:cubicBezTo>
                  <a:cubicBezTo>
                    <a:pt x="1" y="5"/>
                    <a:pt x="3" y="5"/>
                    <a:pt x="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50" name="Freeform 2957"/>
            <p:cNvSpPr/>
            <p:nvPr/>
          </p:nvSpPr>
          <p:spPr bwMode="auto">
            <a:xfrm>
              <a:off x="5554966" y="9899428"/>
              <a:ext cx="26988" cy="33338"/>
            </a:xfrm>
            <a:custGeom>
              <a:avLst/>
              <a:gdLst>
                <a:gd name="T0" fmla="*/ 4 w 10"/>
                <a:gd name="T1" fmla="*/ 11 h 12"/>
                <a:gd name="T2" fmla="*/ 10 w 10"/>
                <a:gd name="T3" fmla="*/ 3 h 12"/>
                <a:gd name="T4" fmla="*/ 2 w 10"/>
                <a:gd name="T5" fmla="*/ 0 h 12"/>
                <a:gd name="T6" fmla="*/ 0 w 10"/>
                <a:gd name="T7" fmla="*/ 7 h 12"/>
                <a:gd name="T8" fmla="*/ 4 w 10"/>
                <a:gd name="T9" fmla="*/ 11 h 12"/>
              </a:gdLst>
              <a:ahLst/>
              <a:cxnLst>
                <a:cxn ang="0">
                  <a:pos x="T0" y="T1"/>
                </a:cxn>
                <a:cxn ang="0">
                  <a:pos x="T2" y="T3"/>
                </a:cxn>
                <a:cxn ang="0">
                  <a:pos x="T4" y="T5"/>
                </a:cxn>
                <a:cxn ang="0">
                  <a:pos x="T6" y="T7"/>
                </a:cxn>
                <a:cxn ang="0">
                  <a:pos x="T8" y="T9"/>
                </a:cxn>
              </a:cxnLst>
              <a:rect l="0" t="0" r="r" b="b"/>
              <a:pathLst>
                <a:path w="10" h="12">
                  <a:moveTo>
                    <a:pt x="4" y="11"/>
                  </a:moveTo>
                  <a:cubicBezTo>
                    <a:pt x="6" y="10"/>
                    <a:pt x="7" y="8"/>
                    <a:pt x="10" y="3"/>
                  </a:cubicBezTo>
                  <a:cubicBezTo>
                    <a:pt x="5" y="1"/>
                    <a:pt x="3" y="0"/>
                    <a:pt x="2" y="0"/>
                  </a:cubicBezTo>
                  <a:cubicBezTo>
                    <a:pt x="1" y="1"/>
                    <a:pt x="0" y="5"/>
                    <a:pt x="0" y="7"/>
                  </a:cubicBezTo>
                  <a:cubicBezTo>
                    <a:pt x="0" y="11"/>
                    <a:pt x="2" y="12"/>
                    <a:pt x="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51" name="Freeform 2958"/>
            <p:cNvSpPr/>
            <p:nvPr/>
          </p:nvSpPr>
          <p:spPr bwMode="auto">
            <a:xfrm>
              <a:off x="5766104" y="9821640"/>
              <a:ext cx="22225" cy="34925"/>
            </a:xfrm>
            <a:custGeom>
              <a:avLst/>
              <a:gdLst>
                <a:gd name="T0" fmla="*/ 4 w 8"/>
                <a:gd name="T1" fmla="*/ 13 h 13"/>
                <a:gd name="T2" fmla="*/ 6 w 8"/>
                <a:gd name="T3" fmla="*/ 5 h 13"/>
                <a:gd name="T4" fmla="*/ 1 w 8"/>
                <a:gd name="T5" fmla="*/ 0 h 13"/>
                <a:gd name="T6" fmla="*/ 0 w 8"/>
                <a:gd name="T7" fmla="*/ 8 h 13"/>
                <a:gd name="T8" fmla="*/ 4 w 8"/>
                <a:gd name="T9" fmla="*/ 13 h 13"/>
              </a:gdLst>
              <a:ahLst/>
              <a:cxnLst>
                <a:cxn ang="0">
                  <a:pos x="T0" y="T1"/>
                </a:cxn>
                <a:cxn ang="0">
                  <a:pos x="T2" y="T3"/>
                </a:cxn>
                <a:cxn ang="0">
                  <a:pos x="T4" y="T5"/>
                </a:cxn>
                <a:cxn ang="0">
                  <a:pos x="T6" y="T7"/>
                </a:cxn>
                <a:cxn ang="0">
                  <a:pos x="T8" y="T9"/>
                </a:cxn>
              </a:cxnLst>
              <a:rect l="0" t="0" r="r" b="b"/>
              <a:pathLst>
                <a:path w="8" h="13">
                  <a:moveTo>
                    <a:pt x="4" y="13"/>
                  </a:moveTo>
                  <a:cubicBezTo>
                    <a:pt x="6" y="13"/>
                    <a:pt x="8" y="7"/>
                    <a:pt x="6" y="5"/>
                  </a:cubicBezTo>
                  <a:cubicBezTo>
                    <a:pt x="5" y="3"/>
                    <a:pt x="4" y="2"/>
                    <a:pt x="1" y="0"/>
                  </a:cubicBezTo>
                  <a:cubicBezTo>
                    <a:pt x="1" y="3"/>
                    <a:pt x="0" y="5"/>
                    <a:pt x="0" y="8"/>
                  </a:cubicBezTo>
                  <a:cubicBezTo>
                    <a:pt x="0" y="13"/>
                    <a:pt x="2" y="13"/>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52" name="Freeform 2959"/>
            <p:cNvSpPr/>
            <p:nvPr/>
          </p:nvSpPr>
          <p:spPr bwMode="auto">
            <a:xfrm>
              <a:off x="5977241" y="9745440"/>
              <a:ext cx="22225" cy="31750"/>
            </a:xfrm>
            <a:custGeom>
              <a:avLst/>
              <a:gdLst>
                <a:gd name="T0" fmla="*/ 4 w 8"/>
                <a:gd name="T1" fmla="*/ 12 h 12"/>
                <a:gd name="T2" fmla="*/ 6 w 8"/>
                <a:gd name="T3" fmla="*/ 4 h 12"/>
                <a:gd name="T4" fmla="*/ 1 w 8"/>
                <a:gd name="T5" fmla="*/ 0 h 12"/>
                <a:gd name="T6" fmla="*/ 0 w 8"/>
                <a:gd name="T7" fmla="*/ 7 h 12"/>
                <a:gd name="T8" fmla="*/ 4 w 8"/>
                <a:gd name="T9" fmla="*/ 12 h 12"/>
              </a:gdLst>
              <a:ahLst/>
              <a:cxnLst>
                <a:cxn ang="0">
                  <a:pos x="T0" y="T1"/>
                </a:cxn>
                <a:cxn ang="0">
                  <a:pos x="T2" y="T3"/>
                </a:cxn>
                <a:cxn ang="0">
                  <a:pos x="T4" y="T5"/>
                </a:cxn>
                <a:cxn ang="0">
                  <a:pos x="T6" y="T7"/>
                </a:cxn>
                <a:cxn ang="0">
                  <a:pos x="T8" y="T9"/>
                </a:cxn>
              </a:cxnLst>
              <a:rect l="0" t="0" r="r" b="b"/>
              <a:pathLst>
                <a:path w="8" h="12">
                  <a:moveTo>
                    <a:pt x="4" y="12"/>
                  </a:moveTo>
                  <a:cubicBezTo>
                    <a:pt x="6" y="11"/>
                    <a:pt x="8" y="6"/>
                    <a:pt x="6" y="4"/>
                  </a:cubicBezTo>
                  <a:cubicBezTo>
                    <a:pt x="5" y="3"/>
                    <a:pt x="4" y="2"/>
                    <a:pt x="1" y="0"/>
                  </a:cubicBezTo>
                  <a:cubicBezTo>
                    <a:pt x="1" y="3"/>
                    <a:pt x="0" y="5"/>
                    <a:pt x="0" y="7"/>
                  </a:cubicBezTo>
                  <a:cubicBezTo>
                    <a:pt x="0" y="12"/>
                    <a:pt x="2" y="12"/>
                    <a:pt x="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53" name="Freeform 2960"/>
            <p:cNvSpPr/>
            <p:nvPr/>
          </p:nvSpPr>
          <p:spPr bwMode="auto">
            <a:xfrm>
              <a:off x="6189966" y="9669240"/>
              <a:ext cx="20638" cy="26988"/>
            </a:xfrm>
            <a:custGeom>
              <a:avLst/>
              <a:gdLst>
                <a:gd name="T0" fmla="*/ 4 w 8"/>
                <a:gd name="T1" fmla="*/ 10 h 10"/>
                <a:gd name="T2" fmla="*/ 6 w 8"/>
                <a:gd name="T3" fmla="*/ 3 h 10"/>
                <a:gd name="T4" fmla="*/ 1 w 8"/>
                <a:gd name="T5" fmla="*/ 0 h 10"/>
                <a:gd name="T6" fmla="*/ 0 w 8"/>
                <a:gd name="T7" fmla="*/ 6 h 10"/>
                <a:gd name="T8" fmla="*/ 4 w 8"/>
                <a:gd name="T9" fmla="*/ 10 h 10"/>
              </a:gdLst>
              <a:ahLst/>
              <a:cxnLst>
                <a:cxn ang="0">
                  <a:pos x="T0" y="T1"/>
                </a:cxn>
                <a:cxn ang="0">
                  <a:pos x="T2" y="T3"/>
                </a:cxn>
                <a:cxn ang="0">
                  <a:pos x="T4" y="T5"/>
                </a:cxn>
                <a:cxn ang="0">
                  <a:pos x="T6" y="T7"/>
                </a:cxn>
                <a:cxn ang="0">
                  <a:pos x="T8" y="T9"/>
                </a:cxn>
              </a:cxnLst>
              <a:rect l="0" t="0" r="r" b="b"/>
              <a:pathLst>
                <a:path w="8" h="10">
                  <a:moveTo>
                    <a:pt x="4" y="10"/>
                  </a:moveTo>
                  <a:cubicBezTo>
                    <a:pt x="6" y="9"/>
                    <a:pt x="8" y="5"/>
                    <a:pt x="6" y="3"/>
                  </a:cubicBezTo>
                  <a:cubicBezTo>
                    <a:pt x="5" y="2"/>
                    <a:pt x="4" y="1"/>
                    <a:pt x="1" y="0"/>
                  </a:cubicBezTo>
                  <a:cubicBezTo>
                    <a:pt x="1" y="2"/>
                    <a:pt x="0" y="4"/>
                    <a:pt x="0" y="6"/>
                  </a:cubicBezTo>
                  <a:cubicBezTo>
                    <a:pt x="0" y="10"/>
                    <a:pt x="2" y="10"/>
                    <a:pt x="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54" name="Freeform 2961"/>
            <p:cNvSpPr/>
            <p:nvPr/>
          </p:nvSpPr>
          <p:spPr bwMode="auto">
            <a:xfrm>
              <a:off x="6397929" y="9593040"/>
              <a:ext cx="19050" cy="26988"/>
            </a:xfrm>
            <a:custGeom>
              <a:avLst/>
              <a:gdLst>
                <a:gd name="T0" fmla="*/ 5 w 7"/>
                <a:gd name="T1" fmla="*/ 10 h 10"/>
                <a:gd name="T2" fmla="*/ 7 w 7"/>
                <a:gd name="T3" fmla="*/ 4 h 10"/>
                <a:gd name="T4" fmla="*/ 3 w 7"/>
                <a:gd name="T5" fmla="*/ 1 h 10"/>
                <a:gd name="T6" fmla="*/ 1 w 7"/>
                <a:gd name="T7" fmla="*/ 6 h 10"/>
                <a:gd name="T8" fmla="*/ 5 w 7"/>
                <a:gd name="T9" fmla="*/ 10 h 10"/>
              </a:gdLst>
              <a:ahLst/>
              <a:cxnLst>
                <a:cxn ang="0">
                  <a:pos x="T0" y="T1"/>
                </a:cxn>
                <a:cxn ang="0">
                  <a:pos x="T2" y="T3"/>
                </a:cxn>
                <a:cxn ang="0">
                  <a:pos x="T4" y="T5"/>
                </a:cxn>
                <a:cxn ang="0">
                  <a:pos x="T6" y="T7"/>
                </a:cxn>
                <a:cxn ang="0">
                  <a:pos x="T8" y="T9"/>
                </a:cxn>
              </a:cxnLst>
              <a:rect l="0" t="0" r="r" b="b"/>
              <a:pathLst>
                <a:path w="7" h="10">
                  <a:moveTo>
                    <a:pt x="5" y="10"/>
                  </a:moveTo>
                  <a:cubicBezTo>
                    <a:pt x="6" y="7"/>
                    <a:pt x="7" y="5"/>
                    <a:pt x="7" y="4"/>
                  </a:cubicBezTo>
                  <a:cubicBezTo>
                    <a:pt x="7" y="1"/>
                    <a:pt x="5" y="0"/>
                    <a:pt x="3" y="1"/>
                  </a:cubicBezTo>
                  <a:cubicBezTo>
                    <a:pt x="2" y="2"/>
                    <a:pt x="0" y="5"/>
                    <a:pt x="1" y="6"/>
                  </a:cubicBezTo>
                  <a:cubicBezTo>
                    <a:pt x="1" y="7"/>
                    <a:pt x="3" y="8"/>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55" name="Freeform 2962"/>
            <p:cNvSpPr/>
            <p:nvPr/>
          </p:nvSpPr>
          <p:spPr bwMode="auto">
            <a:xfrm>
              <a:off x="6613829" y="9523190"/>
              <a:ext cx="20638" cy="19050"/>
            </a:xfrm>
            <a:custGeom>
              <a:avLst/>
              <a:gdLst>
                <a:gd name="T0" fmla="*/ 2 w 8"/>
                <a:gd name="T1" fmla="*/ 7 h 7"/>
                <a:gd name="T2" fmla="*/ 8 w 8"/>
                <a:gd name="T3" fmla="*/ 3 h 7"/>
                <a:gd name="T4" fmla="*/ 4 w 8"/>
                <a:gd name="T5" fmla="*/ 0 h 7"/>
                <a:gd name="T6" fmla="*/ 0 w 8"/>
                <a:gd name="T7" fmla="*/ 4 h 7"/>
                <a:gd name="T8" fmla="*/ 2 w 8"/>
                <a:gd name="T9" fmla="*/ 7 h 7"/>
              </a:gdLst>
              <a:ahLst/>
              <a:cxnLst>
                <a:cxn ang="0">
                  <a:pos x="T0" y="T1"/>
                </a:cxn>
                <a:cxn ang="0">
                  <a:pos x="T2" y="T3"/>
                </a:cxn>
                <a:cxn ang="0">
                  <a:pos x="T4" y="T5"/>
                </a:cxn>
                <a:cxn ang="0">
                  <a:pos x="T6" y="T7"/>
                </a:cxn>
                <a:cxn ang="0">
                  <a:pos x="T8" y="T9"/>
                </a:cxn>
              </a:cxnLst>
              <a:rect l="0" t="0" r="r" b="b"/>
              <a:pathLst>
                <a:path w="8" h="7">
                  <a:moveTo>
                    <a:pt x="2" y="7"/>
                  </a:moveTo>
                  <a:cubicBezTo>
                    <a:pt x="4" y="6"/>
                    <a:pt x="5" y="5"/>
                    <a:pt x="8" y="3"/>
                  </a:cubicBezTo>
                  <a:cubicBezTo>
                    <a:pt x="6" y="2"/>
                    <a:pt x="5" y="0"/>
                    <a:pt x="4" y="0"/>
                  </a:cubicBezTo>
                  <a:cubicBezTo>
                    <a:pt x="2" y="0"/>
                    <a:pt x="0" y="2"/>
                    <a:pt x="0" y="4"/>
                  </a:cubicBezTo>
                  <a:cubicBezTo>
                    <a:pt x="0" y="5"/>
                    <a:pt x="1" y="7"/>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56" name="Freeform 2963"/>
            <p:cNvSpPr/>
            <p:nvPr/>
          </p:nvSpPr>
          <p:spPr bwMode="auto">
            <a:xfrm>
              <a:off x="6824966" y="9458103"/>
              <a:ext cx="26988" cy="15875"/>
            </a:xfrm>
            <a:custGeom>
              <a:avLst/>
              <a:gdLst>
                <a:gd name="T0" fmla="*/ 4 w 10"/>
                <a:gd name="T1" fmla="*/ 5 h 6"/>
                <a:gd name="T2" fmla="*/ 10 w 10"/>
                <a:gd name="T3" fmla="*/ 1 h 6"/>
                <a:gd name="T4" fmla="*/ 2 w 10"/>
                <a:gd name="T5" fmla="*/ 1 h 6"/>
                <a:gd name="T6" fmla="*/ 0 w 10"/>
                <a:gd name="T7" fmla="*/ 4 h 6"/>
                <a:gd name="T8" fmla="*/ 4 w 10"/>
                <a:gd name="T9" fmla="*/ 5 h 6"/>
              </a:gdLst>
              <a:ahLst/>
              <a:cxnLst>
                <a:cxn ang="0">
                  <a:pos x="T0" y="T1"/>
                </a:cxn>
                <a:cxn ang="0">
                  <a:pos x="T2" y="T3"/>
                </a:cxn>
                <a:cxn ang="0">
                  <a:pos x="T4" y="T5"/>
                </a:cxn>
                <a:cxn ang="0">
                  <a:pos x="T6" y="T7"/>
                </a:cxn>
                <a:cxn ang="0">
                  <a:pos x="T8" y="T9"/>
                </a:cxn>
              </a:cxnLst>
              <a:rect l="0" t="0" r="r" b="b"/>
              <a:pathLst>
                <a:path w="10" h="6">
                  <a:moveTo>
                    <a:pt x="4" y="5"/>
                  </a:moveTo>
                  <a:cubicBezTo>
                    <a:pt x="6" y="4"/>
                    <a:pt x="7" y="3"/>
                    <a:pt x="10" y="1"/>
                  </a:cubicBezTo>
                  <a:cubicBezTo>
                    <a:pt x="5" y="1"/>
                    <a:pt x="3" y="0"/>
                    <a:pt x="2" y="1"/>
                  </a:cubicBezTo>
                  <a:cubicBezTo>
                    <a:pt x="1" y="1"/>
                    <a:pt x="0" y="3"/>
                    <a:pt x="0" y="4"/>
                  </a:cubicBezTo>
                  <a:cubicBezTo>
                    <a:pt x="0" y="6"/>
                    <a:pt x="2" y="6"/>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57" name="Freeform 2964"/>
            <p:cNvSpPr/>
            <p:nvPr/>
          </p:nvSpPr>
          <p:spPr bwMode="auto">
            <a:xfrm>
              <a:off x="7036104" y="9397778"/>
              <a:ext cx="22225" cy="12700"/>
            </a:xfrm>
            <a:custGeom>
              <a:avLst/>
              <a:gdLst>
                <a:gd name="T0" fmla="*/ 4 w 8"/>
                <a:gd name="T1" fmla="*/ 5 h 5"/>
                <a:gd name="T2" fmla="*/ 7 w 8"/>
                <a:gd name="T3" fmla="*/ 1 h 5"/>
                <a:gd name="T4" fmla="*/ 1 w 8"/>
                <a:gd name="T5" fmla="*/ 0 h 5"/>
                <a:gd name="T6" fmla="*/ 0 w 8"/>
                <a:gd name="T7" fmla="*/ 3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6" y="4"/>
                    <a:pt x="8" y="2"/>
                    <a:pt x="7" y="1"/>
                  </a:cubicBezTo>
                  <a:cubicBezTo>
                    <a:pt x="6" y="1"/>
                    <a:pt x="4" y="1"/>
                    <a:pt x="1" y="0"/>
                  </a:cubicBezTo>
                  <a:cubicBezTo>
                    <a:pt x="1" y="1"/>
                    <a:pt x="0" y="2"/>
                    <a:pt x="0" y="3"/>
                  </a:cubicBezTo>
                  <a:cubicBezTo>
                    <a:pt x="0" y="5"/>
                    <a:pt x="2" y="5"/>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58" name="Freeform 2965"/>
            <p:cNvSpPr/>
            <p:nvPr/>
          </p:nvSpPr>
          <p:spPr bwMode="auto">
            <a:xfrm>
              <a:off x="7248829" y="9351740"/>
              <a:ext cx="23813" cy="7938"/>
            </a:xfrm>
            <a:custGeom>
              <a:avLst/>
              <a:gdLst>
                <a:gd name="T0" fmla="*/ 3 w 9"/>
                <a:gd name="T1" fmla="*/ 3 h 3"/>
                <a:gd name="T2" fmla="*/ 9 w 9"/>
                <a:gd name="T3" fmla="*/ 1 h 3"/>
                <a:gd name="T4" fmla="*/ 4 w 9"/>
                <a:gd name="T5" fmla="*/ 0 h 3"/>
                <a:gd name="T6" fmla="*/ 0 w 9"/>
                <a:gd name="T7" fmla="*/ 2 h 3"/>
                <a:gd name="T8" fmla="*/ 3 w 9"/>
                <a:gd name="T9" fmla="*/ 3 h 3"/>
              </a:gdLst>
              <a:ahLst/>
              <a:cxnLst>
                <a:cxn ang="0">
                  <a:pos x="T0" y="T1"/>
                </a:cxn>
                <a:cxn ang="0">
                  <a:pos x="T2" y="T3"/>
                </a:cxn>
                <a:cxn ang="0">
                  <a:pos x="T4" y="T5"/>
                </a:cxn>
                <a:cxn ang="0">
                  <a:pos x="T6" y="T7"/>
                </a:cxn>
                <a:cxn ang="0">
                  <a:pos x="T8" y="T9"/>
                </a:cxn>
              </a:cxnLst>
              <a:rect l="0" t="0" r="r" b="b"/>
              <a:pathLst>
                <a:path w="9" h="3">
                  <a:moveTo>
                    <a:pt x="3" y="3"/>
                  </a:moveTo>
                  <a:cubicBezTo>
                    <a:pt x="4" y="3"/>
                    <a:pt x="6" y="2"/>
                    <a:pt x="9" y="1"/>
                  </a:cubicBezTo>
                  <a:cubicBezTo>
                    <a:pt x="6" y="0"/>
                    <a:pt x="6" y="0"/>
                    <a:pt x="4" y="0"/>
                  </a:cubicBezTo>
                  <a:cubicBezTo>
                    <a:pt x="2" y="0"/>
                    <a:pt x="0" y="1"/>
                    <a:pt x="0" y="2"/>
                  </a:cubicBezTo>
                  <a:cubicBezTo>
                    <a:pt x="0" y="2"/>
                    <a:pt x="2" y="3"/>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59" name="Freeform 2966"/>
            <p:cNvSpPr/>
            <p:nvPr/>
          </p:nvSpPr>
          <p:spPr bwMode="auto">
            <a:xfrm>
              <a:off x="7463141" y="9310465"/>
              <a:ext cx="23813" cy="7938"/>
            </a:xfrm>
            <a:custGeom>
              <a:avLst/>
              <a:gdLst>
                <a:gd name="T0" fmla="*/ 4 w 9"/>
                <a:gd name="T1" fmla="*/ 3 h 3"/>
                <a:gd name="T2" fmla="*/ 9 w 9"/>
                <a:gd name="T3" fmla="*/ 0 h 3"/>
                <a:gd name="T4" fmla="*/ 4 w 9"/>
                <a:gd name="T5" fmla="*/ 0 h 3"/>
                <a:gd name="T6" fmla="*/ 0 w 9"/>
                <a:gd name="T7" fmla="*/ 2 h 3"/>
                <a:gd name="T8" fmla="*/ 4 w 9"/>
                <a:gd name="T9" fmla="*/ 3 h 3"/>
              </a:gdLst>
              <a:ahLst/>
              <a:cxnLst>
                <a:cxn ang="0">
                  <a:pos x="T0" y="T1"/>
                </a:cxn>
                <a:cxn ang="0">
                  <a:pos x="T2" y="T3"/>
                </a:cxn>
                <a:cxn ang="0">
                  <a:pos x="T4" y="T5"/>
                </a:cxn>
                <a:cxn ang="0">
                  <a:pos x="T6" y="T7"/>
                </a:cxn>
                <a:cxn ang="0">
                  <a:pos x="T8" y="T9"/>
                </a:cxn>
              </a:cxnLst>
              <a:rect l="0" t="0" r="r" b="b"/>
              <a:pathLst>
                <a:path w="9" h="3">
                  <a:moveTo>
                    <a:pt x="4" y="3"/>
                  </a:moveTo>
                  <a:cubicBezTo>
                    <a:pt x="5" y="3"/>
                    <a:pt x="6" y="2"/>
                    <a:pt x="9" y="0"/>
                  </a:cubicBezTo>
                  <a:cubicBezTo>
                    <a:pt x="7" y="0"/>
                    <a:pt x="5" y="0"/>
                    <a:pt x="4" y="0"/>
                  </a:cubicBezTo>
                  <a:cubicBezTo>
                    <a:pt x="1" y="1"/>
                    <a:pt x="0" y="1"/>
                    <a:pt x="0" y="2"/>
                  </a:cubicBezTo>
                  <a:cubicBezTo>
                    <a:pt x="0" y="3"/>
                    <a:pt x="2" y="3"/>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60" name="Freeform 2967"/>
            <p:cNvSpPr/>
            <p:nvPr/>
          </p:nvSpPr>
          <p:spPr bwMode="auto">
            <a:xfrm>
              <a:off x="7674279" y="9283478"/>
              <a:ext cx="22225" cy="7938"/>
            </a:xfrm>
            <a:custGeom>
              <a:avLst/>
              <a:gdLst>
                <a:gd name="T0" fmla="*/ 7 w 8"/>
                <a:gd name="T1" fmla="*/ 1 h 3"/>
                <a:gd name="T2" fmla="*/ 4 w 8"/>
                <a:gd name="T3" fmla="*/ 0 h 3"/>
                <a:gd name="T4" fmla="*/ 0 w 8"/>
                <a:gd name="T5" fmla="*/ 1 h 3"/>
                <a:gd name="T6" fmla="*/ 3 w 8"/>
                <a:gd name="T7" fmla="*/ 3 h 3"/>
                <a:gd name="T8" fmla="*/ 7 w 8"/>
                <a:gd name="T9" fmla="*/ 1 h 3"/>
              </a:gdLst>
              <a:ahLst/>
              <a:cxnLst>
                <a:cxn ang="0">
                  <a:pos x="T0" y="T1"/>
                </a:cxn>
                <a:cxn ang="0">
                  <a:pos x="T2" y="T3"/>
                </a:cxn>
                <a:cxn ang="0">
                  <a:pos x="T4" y="T5"/>
                </a:cxn>
                <a:cxn ang="0">
                  <a:pos x="T6" y="T7"/>
                </a:cxn>
                <a:cxn ang="0">
                  <a:pos x="T8" y="T9"/>
                </a:cxn>
              </a:cxnLst>
              <a:rect l="0" t="0" r="r" b="b"/>
              <a:pathLst>
                <a:path w="8" h="3">
                  <a:moveTo>
                    <a:pt x="7" y="1"/>
                  </a:moveTo>
                  <a:cubicBezTo>
                    <a:pt x="8" y="0"/>
                    <a:pt x="6" y="0"/>
                    <a:pt x="4" y="0"/>
                  </a:cubicBezTo>
                  <a:cubicBezTo>
                    <a:pt x="2" y="0"/>
                    <a:pt x="0" y="1"/>
                    <a:pt x="0" y="1"/>
                  </a:cubicBezTo>
                  <a:cubicBezTo>
                    <a:pt x="1" y="2"/>
                    <a:pt x="2" y="2"/>
                    <a:pt x="3" y="3"/>
                  </a:cubicBezTo>
                  <a:cubicBezTo>
                    <a:pt x="5" y="2"/>
                    <a:pt x="7" y="1"/>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61" name="Freeform 2968"/>
            <p:cNvSpPr/>
            <p:nvPr/>
          </p:nvSpPr>
          <p:spPr bwMode="auto">
            <a:xfrm>
              <a:off x="7888591" y="9261253"/>
              <a:ext cx="23813" cy="9525"/>
            </a:xfrm>
            <a:custGeom>
              <a:avLst/>
              <a:gdLst>
                <a:gd name="T0" fmla="*/ 4 w 9"/>
                <a:gd name="T1" fmla="*/ 2 h 3"/>
                <a:gd name="T2" fmla="*/ 9 w 9"/>
                <a:gd name="T3" fmla="*/ 0 h 3"/>
                <a:gd name="T4" fmla="*/ 4 w 9"/>
                <a:gd name="T5" fmla="*/ 0 h 3"/>
                <a:gd name="T6" fmla="*/ 0 w 9"/>
                <a:gd name="T7" fmla="*/ 2 h 3"/>
                <a:gd name="T8" fmla="*/ 4 w 9"/>
                <a:gd name="T9" fmla="*/ 2 h 3"/>
              </a:gdLst>
              <a:ahLst/>
              <a:cxnLst>
                <a:cxn ang="0">
                  <a:pos x="T0" y="T1"/>
                </a:cxn>
                <a:cxn ang="0">
                  <a:pos x="T2" y="T3"/>
                </a:cxn>
                <a:cxn ang="0">
                  <a:pos x="T4" y="T5"/>
                </a:cxn>
                <a:cxn ang="0">
                  <a:pos x="T6" y="T7"/>
                </a:cxn>
                <a:cxn ang="0">
                  <a:pos x="T8" y="T9"/>
                </a:cxn>
              </a:cxnLst>
              <a:rect l="0" t="0" r="r" b="b"/>
              <a:pathLst>
                <a:path w="9" h="3">
                  <a:moveTo>
                    <a:pt x="4" y="2"/>
                  </a:moveTo>
                  <a:cubicBezTo>
                    <a:pt x="5" y="2"/>
                    <a:pt x="6" y="2"/>
                    <a:pt x="9" y="0"/>
                  </a:cubicBezTo>
                  <a:cubicBezTo>
                    <a:pt x="7" y="0"/>
                    <a:pt x="6" y="0"/>
                    <a:pt x="4" y="0"/>
                  </a:cubicBezTo>
                  <a:cubicBezTo>
                    <a:pt x="2" y="0"/>
                    <a:pt x="0" y="1"/>
                    <a:pt x="0" y="2"/>
                  </a:cubicBezTo>
                  <a:cubicBezTo>
                    <a:pt x="0" y="2"/>
                    <a:pt x="2" y="3"/>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62" name="Freeform 2969"/>
            <p:cNvSpPr/>
            <p:nvPr/>
          </p:nvSpPr>
          <p:spPr bwMode="auto">
            <a:xfrm>
              <a:off x="8102904" y="9229503"/>
              <a:ext cx="22225" cy="7938"/>
            </a:xfrm>
            <a:custGeom>
              <a:avLst/>
              <a:gdLst>
                <a:gd name="T0" fmla="*/ 8 w 8"/>
                <a:gd name="T1" fmla="*/ 1 h 3"/>
                <a:gd name="T2" fmla="*/ 4 w 8"/>
                <a:gd name="T3" fmla="*/ 1 h 3"/>
                <a:gd name="T4" fmla="*/ 0 w 8"/>
                <a:gd name="T5" fmla="*/ 2 h 3"/>
                <a:gd name="T6" fmla="*/ 2 w 8"/>
                <a:gd name="T7" fmla="*/ 3 h 3"/>
                <a:gd name="T8" fmla="*/ 8 w 8"/>
                <a:gd name="T9" fmla="*/ 1 h 3"/>
              </a:gdLst>
              <a:ahLst/>
              <a:cxnLst>
                <a:cxn ang="0">
                  <a:pos x="T0" y="T1"/>
                </a:cxn>
                <a:cxn ang="0">
                  <a:pos x="T2" y="T3"/>
                </a:cxn>
                <a:cxn ang="0">
                  <a:pos x="T4" y="T5"/>
                </a:cxn>
                <a:cxn ang="0">
                  <a:pos x="T6" y="T7"/>
                </a:cxn>
                <a:cxn ang="0">
                  <a:pos x="T8" y="T9"/>
                </a:cxn>
              </a:cxnLst>
              <a:rect l="0" t="0" r="r" b="b"/>
              <a:pathLst>
                <a:path w="8" h="3">
                  <a:moveTo>
                    <a:pt x="8" y="1"/>
                  </a:moveTo>
                  <a:cubicBezTo>
                    <a:pt x="6" y="1"/>
                    <a:pt x="5" y="0"/>
                    <a:pt x="4" y="1"/>
                  </a:cubicBezTo>
                  <a:cubicBezTo>
                    <a:pt x="3" y="1"/>
                    <a:pt x="1" y="2"/>
                    <a:pt x="0" y="2"/>
                  </a:cubicBezTo>
                  <a:cubicBezTo>
                    <a:pt x="1" y="2"/>
                    <a:pt x="1" y="3"/>
                    <a:pt x="2" y="3"/>
                  </a:cubicBezTo>
                  <a:cubicBezTo>
                    <a:pt x="4" y="2"/>
                    <a:pt x="5" y="2"/>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63" name="Freeform 2970"/>
            <p:cNvSpPr/>
            <p:nvPr/>
          </p:nvSpPr>
          <p:spPr bwMode="auto">
            <a:xfrm>
              <a:off x="8314041" y="9183465"/>
              <a:ext cx="25400" cy="7938"/>
            </a:xfrm>
            <a:custGeom>
              <a:avLst/>
              <a:gdLst>
                <a:gd name="T0" fmla="*/ 4 w 9"/>
                <a:gd name="T1" fmla="*/ 2 h 3"/>
                <a:gd name="T2" fmla="*/ 9 w 9"/>
                <a:gd name="T3" fmla="*/ 0 h 3"/>
                <a:gd name="T4" fmla="*/ 4 w 9"/>
                <a:gd name="T5" fmla="*/ 1 h 3"/>
                <a:gd name="T6" fmla="*/ 0 w 9"/>
                <a:gd name="T7" fmla="*/ 2 h 3"/>
                <a:gd name="T8" fmla="*/ 4 w 9"/>
                <a:gd name="T9" fmla="*/ 2 h 3"/>
              </a:gdLst>
              <a:ahLst/>
              <a:cxnLst>
                <a:cxn ang="0">
                  <a:pos x="T0" y="T1"/>
                </a:cxn>
                <a:cxn ang="0">
                  <a:pos x="T2" y="T3"/>
                </a:cxn>
                <a:cxn ang="0">
                  <a:pos x="T4" y="T5"/>
                </a:cxn>
                <a:cxn ang="0">
                  <a:pos x="T6" y="T7"/>
                </a:cxn>
                <a:cxn ang="0">
                  <a:pos x="T8" y="T9"/>
                </a:cxn>
              </a:cxnLst>
              <a:rect l="0" t="0" r="r" b="b"/>
              <a:pathLst>
                <a:path w="9" h="3">
                  <a:moveTo>
                    <a:pt x="4" y="2"/>
                  </a:moveTo>
                  <a:cubicBezTo>
                    <a:pt x="6" y="2"/>
                    <a:pt x="6" y="1"/>
                    <a:pt x="9" y="0"/>
                  </a:cubicBezTo>
                  <a:cubicBezTo>
                    <a:pt x="7" y="0"/>
                    <a:pt x="6" y="0"/>
                    <a:pt x="4" y="1"/>
                  </a:cubicBezTo>
                  <a:cubicBezTo>
                    <a:pt x="2" y="1"/>
                    <a:pt x="0" y="2"/>
                    <a:pt x="0" y="2"/>
                  </a:cubicBezTo>
                  <a:cubicBezTo>
                    <a:pt x="0" y="3"/>
                    <a:pt x="2" y="3"/>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64" name="Freeform 2971"/>
            <p:cNvSpPr/>
            <p:nvPr/>
          </p:nvSpPr>
          <p:spPr bwMode="auto">
            <a:xfrm>
              <a:off x="8526766" y="9123140"/>
              <a:ext cx="26988" cy="11113"/>
            </a:xfrm>
            <a:custGeom>
              <a:avLst/>
              <a:gdLst>
                <a:gd name="T0" fmla="*/ 5 w 10"/>
                <a:gd name="T1" fmla="*/ 3 h 4"/>
                <a:gd name="T2" fmla="*/ 10 w 10"/>
                <a:gd name="T3" fmla="*/ 0 h 4"/>
                <a:gd name="T4" fmla="*/ 5 w 10"/>
                <a:gd name="T5" fmla="*/ 1 h 4"/>
                <a:gd name="T6" fmla="*/ 1 w 10"/>
                <a:gd name="T7" fmla="*/ 3 h 4"/>
                <a:gd name="T8" fmla="*/ 5 w 10"/>
                <a:gd name="T9" fmla="*/ 3 h 4"/>
              </a:gdLst>
              <a:ahLst/>
              <a:cxnLst>
                <a:cxn ang="0">
                  <a:pos x="T0" y="T1"/>
                </a:cxn>
                <a:cxn ang="0">
                  <a:pos x="T2" y="T3"/>
                </a:cxn>
                <a:cxn ang="0">
                  <a:pos x="T4" y="T5"/>
                </a:cxn>
                <a:cxn ang="0">
                  <a:pos x="T6" y="T7"/>
                </a:cxn>
                <a:cxn ang="0">
                  <a:pos x="T8" y="T9"/>
                </a:cxn>
              </a:cxnLst>
              <a:rect l="0" t="0" r="r" b="b"/>
              <a:pathLst>
                <a:path w="10" h="4">
                  <a:moveTo>
                    <a:pt x="5" y="3"/>
                  </a:moveTo>
                  <a:cubicBezTo>
                    <a:pt x="6" y="2"/>
                    <a:pt x="7" y="1"/>
                    <a:pt x="10" y="0"/>
                  </a:cubicBezTo>
                  <a:cubicBezTo>
                    <a:pt x="7" y="0"/>
                    <a:pt x="6" y="1"/>
                    <a:pt x="5" y="1"/>
                  </a:cubicBezTo>
                  <a:cubicBezTo>
                    <a:pt x="2" y="2"/>
                    <a:pt x="0" y="2"/>
                    <a:pt x="1" y="3"/>
                  </a:cubicBezTo>
                  <a:cubicBezTo>
                    <a:pt x="1" y="4"/>
                    <a:pt x="3" y="3"/>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65" name="Freeform 2972"/>
            <p:cNvSpPr/>
            <p:nvPr/>
          </p:nvSpPr>
          <p:spPr bwMode="auto">
            <a:xfrm>
              <a:off x="2629204" y="9680353"/>
              <a:ext cx="15875" cy="26988"/>
            </a:xfrm>
            <a:custGeom>
              <a:avLst/>
              <a:gdLst>
                <a:gd name="T0" fmla="*/ 4 w 6"/>
                <a:gd name="T1" fmla="*/ 10 h 10"/>
                <a:gd name="T2" fmla="*/ 6 w 6"/>
                <a:gd name="T3" fmla="*/ 6 h 10"/>
                <a:gd name="T4" fmla="*/ 3 w 6"/>
                <a:gd name="T5" fmla="*/ 0 h 10"/>
                <a:gd name="T6" fmla="*/ 0 w 6"/>
                <a:gd name="T7" fmla="*/ 6 h 10"/>
                <a:gd name="T8" fmla="*/ 4 w 6"/>
                <a:gd name="T9" fmla="*/ 10 h 10"/>
              </a:gdLst>
              <a:ahLst/>
              <a:cxnLst>
                <a:cxn ang="0">
                  <a:pos x="T0" y="T1"/>
                </a:cxn>
                <a:cxn ang="0">
                  <a:pos x="T2" y="T3"/>
                </a:cxn>
                <a:cxn ang="0">
                  <a:pos x="T4" y="T5"/>
                </a:cxn>
                <a:cxn ang="0">
                  <a:pos x="T6" y="T7"/>
                </a:cxn>
                <a:cxn ang="0">
                  <a:pos x="T8" y="T9"/>
                </a:cxn>
              </a:cxnLst>
              <a:rect l="0" t="0" r="r" b="b"/>
              <a:pathLst>
                <a:path w="6" h="10">
                  <a:moveTo>
                    <a:pt x="4" y="10"/>
                  </a:moveTo>
                  <a:cubicBezTo>
                    <a:pt x="5" y="10"/>
                    <a:pt x="6" y="7"/>
                    <a:pt x="6" y="6"/>
                  </a:cubicBezTo>
                  <a:cubicBezTo>
                    <a:pt x="6" y="4"/>
                    <a:pt x="4" y="2"/>
                    <a:pt x="3" y="0"/>
                  </a:cubicBezTo>
                  <a:cubicBezTo>
                    <a:pt x="1" y="2"/>
                    <a:pt x="0" y="4"/>
                    <a:pt x="0" y="6"/>
                  </a:cubicBezTo>
                  <a:cubicBezTo>
                    <a:pt x="1" y="7"/>
                    <a:pt x="3" y="10"/>
                    <a:pt x="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66" name="Freeform 2973"/>
            <p:cNvSpPr/>
            <p:nvPr/>
          </p:nvSpPr>
          <p:spPr bwMode="auto">
            <a:xfrm>
              <a:off x="2843516" y="9681940"/>
              <a:ext cx="15875" cy="33338"/>
            </a:xfrm>
            <a:custGeom>
              <a:avLst/>
              <a:gdLst>
                <a:gd name="T0" fmla="*/ 3 w 6"/>
                <a:gd name="T1" fmla="*/ 12 h 12"/>
                <a:gd name="T2" fmla="*/ 5 w 6"/>
                <a:gd name="T3" fmla="*/ 7 h 12"/>
                <a:gd name="T4" fmla="*/ 2 w 6"/>
                <a:gd name="T5" fmla="*/ 0 h 12"/>
                <a:gd name="T6" fmla="*/ 0 w 6"/>
                <a:gd name="T7" fmla="*/ 7 h 12"/>
                <a:gd name="T8" fmla="*/ 3 w 6"/>
                <a:gd name="T9" fmla="*/ 12 h 12"/>
              </a:gdLst>
              <a:ahLst/>
              <a:cxnLst>
                <a:cxn ang="0">
                  <a:pos x="T0" y="T1"/>
                </a:cxn>
                <a:cxn ang="0">
                  <a:pos x="T2" y="T3"/>
                </a:cxn>
                <a:cxn ang="0">
                  <a:pos x="T4" y="T5"/>
                </a:cxn>
                <a:cxn ang="0">
                  <a:pos x="T6" y="T7"/>
                </a:cxn>
                <a:cxn ang="0">
                  <a:pos x="T8" y="T9"/>
                </a:cxn>
              </a:cxnLst>
              <a:rect l="0" t="0" r="r" b="b"/>
              <a:pathLst>
                <a:path w="6" h="12">
                  <a:moveTo>
                    <a:pt x="3" y="12"/>
                  </a:moveTo>
                  <a:cubicBezTo>
                    <a:pt x="4" y="12"/>
                    <a:pt x="6" y="9"/>
                    <a:pt x="5" y="7"/>
                  </a:cubicBezTo>
                  <a:cubicBezTo>
                    <a:pt x="5" y="5"/>
                    <a:pt x="4" y="3"/>
                    <a:pt x="2" y="0"/>
                  </a:cubicBezTo>
                  <a:cubicBezTo>
                    <a:pt x="1" y="3"/>
                    <a:pt x="0" y="5"/>
                    <a:pt x="0" y="7"/>
                  </a:cubicBezTo>
                  <a:cubicBezTo>
                    <a:pt x="0" y="9"/>
                    <a:pt x="2" y="12"/>
                    <a:pt x="3"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67" name="Freeform 2974"/>
            <p:cNvSpPr/>
            <p:nvPr/>
          </p:nvSpPr>
          <p:spPr bwMode="auto">
            <a:xfrm>
              <a:off x="3054654" y="9680353"/>
              <a:ext cx="19050" cy="31750"/>
            </a:xfrm>
            <a:custGeom>
              <a:avLst/>
              <a:gdLst>
                <a:gd name="T0" fmla="*/ 7 w 7"/>
                <a:gd name="T1" fmla="*/ 10 h 12"/>
                <a:gd name="T2" fmla="*/ 4 w 7"/>
                <a:gd name="T3" fmla="*/ 1 h 12"/>
                <a:gd name="T4" fmla="*/ 1 w 7"/>
                <a:gd name="T5" fmla="*/ 4 h 12"/>
                <a:gd name="T6" fmla="*/ 2 w 7"/>
                <a:gd name="T7" fmla="*/ 11 h 12"/>
                <a:gd name="T8" fmla="*/ 7 w 7"/>
                <a:gd name="T9" fmla="*/ 10 h 12"/>
              </a:gdLst>
              <a:ahLst/>
              <a:cxnLst>
                <a:cxn ang="0">
                  <a:pos x="T0" y="T1"/>
                </a:cxn>
                <a:cxn ang="0">
                  <a:pos x="T2" y="T3"/>
                </a:cxn>
                <a:cxn ang="0">
                  <a:pos x="T4" y="T5"/>
                </a:cxn>
                <a:cxn ang="0">
                  <a:pos x="T6" y="T7"/>
                </a:cxn>
                <a:cxn ang="0">
                  <a:pos x="T8" y="T9"/>
                </a:cxn>
              </a:cxnLst>
              <a:rect l="0" t="0" r="r" b="b"/>
              <a:pathLst>
                <a:path w="7" h="12">
                  <a:moveTo>
                    <a:pt x="7" y="10"/>
                  </a:moveTo>
                  <a:cubicBezTo>
                    <a:pt x="6" y="6"/>
                    <a:pt x="5" y="2"/>
                    <a:pt x="4" y="1"/>
                  </a:cubicBezTo>
                  <a:cubicBezTo>
                    <a:pt x="3" y="0"/>
                    <a:pt x="1" y="2"/>
                    <a:pt x="1" y="4"/>
                  </a:cubicBezTo>
                  <a:cubicBezTo>
                    <a:pt x="0" y="5"/>
                    <a:pt x="1" y="10"/>
                    <a:pt x="2" y="11"/>
                  </a:cubicBezTo>
                  <a:cubicBezTo>
                    <a:pt x="3" y="12"/>
                    <a:pt x="5" y="11"/>
                    <a:pt x="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68" name="Freeform 2975"/>
            <p:cNvSpPr/>
            <p:nvPr/>
          </p:nvSpPr>
          <p:spPr bwMode="auto">
            <a:xfrm>
              <a:off x="3268966" y="9661303"/>
              <a:ext cx="15875" cy="38100"/>
            </a:xfrm>
            <a:custGeom>
              <a:avLst/>
              <a:gdLst>
                <a:gd name="T0" fmla="*/ 3 w 6"/>
                <a:gd name="T1" fmla="*/ 13 h 14"/>
                <a:gd name="T2" fmla="*/ 6 w 6"/>
                <a:gd name="T3" fmla="*/ 9 h 14"/>
                <a:gd name="T4" fmla="*/ 2 w 6"/>
                <a:gd name="T5" fmla="*/ 0 h 14"/>
                <a:gd name="T6" fmla="*/ 0 w 6"/>
                <a:gd name="T7" fmla="*/ 6 h 14"/>
                <a:gd name="T8" fmla="*/ 3 w 6"/>
                <a:gd name="T9" fmla="*/ 13 h 14"/>
              </a:gdLst>
              <a:ahLst/>
              <a:cxnLst>
                <a:cxn ang="0">
                  <a:pos x="T0" y="T1"/>
                </a:cxn>
                <a:cxn ang="0">
                  <a:pos x="T2" y="T3"/>
                </a:cxn>
                <a:cxn ang="0">
                  <a:pos x="T4" y="T5"/>
                </a:cxn>
                <a:cxn ang="0">
                  <a:pos x="T6" y="T7"/>
                </a:cxn>
                <a:cxn ang="0">
                  <a:pos x="T8" y="T9"/>
                </a:cxn>
              </a:cxnLst>
              <a:rect l="0" t="0" r="r" b="b"/>
              <a:pathLst>
                <a:path w="6" h="14">
                  <a:moveTo>
                    <a:pt x="3" y="13"/>
                  </a:moveTo>
                  <a:cubicBezTo>
                    <a:pt x="4" y="14"/>
                    <a:pt x="5" y="11"/>
                    <a:pt x="6" y="9"/>
                  </a:cubicBezTo>
                  <a:cubicBezTo>
                    <a:pt x="5" y="5"/>
                    <a:pt x="3" y="0"/>
                    <a:pt x="2" y="0"/>
                  </a:cubicBezTo>
                  <a:cubicBezTo>
                    <a:pt x="1" y="0"/>
                    <a:pt x="0" y="3"/>
                    <a:pt x="0" y="6"/>
                  </a:cubicBezTo>
                  <a:cubicBezTo>
                    <a:pt x="0" y="8"/>
                    <a:pt x="1" y="12"/>
                    <a:pt x="3"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69" name="Freeform 2976"/>
            <p:cNvSpPr/>
            <p:nvPr/>
          </p:nvSpPr>
          <p:spPr bwMode="auto">
            <a:xfrm>
              <a:off x="3481691" y="9627965"/>
              <a:ext cx="20638" cy="38100"/>
            </a:xfrm>
            <a:custGeom>
              <a:avLst/>
              <a:gdLst>
                <a:gd name="T0" fmla="*/ 4 w 8"/>
                <a:gd name="T1" fmla="*/ 14 h 14"/>
                <a:gd name="T2" fmla="*/ 8 w 8"/>
                <a:gd name="T3" fmla="*/ 8 h 14"/>
                <a:gd name="T4" fmla="*/ 2 w 8"/>
                <a:gd name="T5" fmla="*/ 0 h 14"/>
                <a:gd name="T6" fmla="*/ 0 w 8"/>
                <a:gd name="T7" fmla="*/ 8 h 14"/>
                <a:gd name="T8" fmla="*/ 4 w 8"/>
                <a:gd name="T9" fmla="*/ 14 h 14"/>
              </a:gdLst>
              <a:ahLst/>
              <a:cxnLst>
                <a:cxn ang="0">
                  <a:pos x="T0" y="T1"/>
                </a:cxn>
                <a:cxn ang="0">
                  <a:pos x="T2" y="T3"/>
                </a:cxn>
                <a:cxn ang="0">
                  <a:pos x="T4" y="T5"/>
                </a:cxn>
                <a:cxn ang="0">
                  <a:pos x="T6" y="T7"/>
                </a:cxn>
                <a:cxn ang="0">
                  <a:pos x="T8" y="T9"/>
                </a:cxn>
              </a:cxnLst>
              <a:rect l="0" t="0" r="r" b="b"/>
              <a:pathLst>
                <a:path w="8" h="14">
                  <a:moveTo>
                    <a:pt x="4" y="14"/>
                  </a:moveTo>
                  <a:cubicBezTo>
                    <a:pt x="5" y="14"/>
                    <a:pt x="6" y="11"/>
                    <a:pt x="8" y="8"/>
                  </a:cubicBezTo>
                  <a:cubicBezTo>
                    <a:pt x="4" y="3"/>
                    <a:pt x="3" y="0"/>
                    <a:pt x="2" y="0"/>
                  </a:cubicBezTo>
                  <a:cubicBezTo>
                    <a:pt x="1" y="1"/>
                    <a:pt x="0" y="6"/>
                    <a:pt x="0" y="8"/>
                  </a:cubicBezTo>
                  <a:cubicBezTo>
                    <a:pt x="1" y="10"/>
                    <a:pt x="3" y="14"/>
                    <a:pt x="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70" name="Freeform 2977"/>
            <p:cNvSpPr/>
            <p:nvPr/>
          </p:nvSpPr>
          <p:spPr bwMode="auto">
            <a:xfrm>
              <a:off x="3692829" y="9573990"/>
              <a:ext cx="15875" cy="49213"/>
            </a:xfrm>
            <a:custGeom>
              <a:avLst/>
              <a:gdLst>
                <a:gd name="T0" fmla="*/ 4 w 6"/>
                <a:gd name="T1" fmla="*/ 18 h 18"/>
                <a:gd name="T2" fmla="*/ 5 w 6"/>
                <a:gd name="T3" fmla="*/ 8 h 18"/>
                <a:gd name="T4" fmla="*/ 1 w 6"/>
                <a:gd name="T5" fmla="*/ 0 h 18"/>
                <a:gd name="T6" fmla="*/ 0 w 6"/>
                <a:gd name="T7" fmla="*/ 12 h 18"/>
                <a:gd name="T8" fmla="*/ 4 w 6"/>
                <a:gd name="T9" fmla="*/ 18 h 18"/>
              </a:gdLst>
              <a:ahLst/>
              <a:cxnLst>
                <a:cxn ang="0">
                  <a:pos x="T0" y="T1"/>
                </a:cxn>
                <a:cxn ang="0">
                  <a:pos x="T2" y="T3"/>
                </a:cxn>
                <a:cxn ang="0">
                  <a:pos x="T4" y="T5"/>
                </a:cxn>
                <a:cxn ang="0">
                  <a:pos x="T6" y="T7"/>
                </a:cxn>
                <a:cxn ang="0">
                  <a:pos x="T8" y="T9"/>
                </a:cxn>
              </a:cxnLst>
              <a:rect l="0" t="0" r="r" b="b"/>
              <a:pathLst>
                <a:path w="6" h="18">
                  <a:moveTo>
                    <a:pt x="4" y="18"/>
                  </a:moveTo>
                  <a:cubicBezTo>
                    <a:pt x="5" y="15"/>
                    <a:pt x="6" y="11"/>
                    <a:pt x="5" y="8"/>
                  </a:cubicBezTo>
                  <a:cubicBezTo>
                    <a:pt x="5" y="6"/>
                    <a:pt x="3" y="4"/>
                    <a:pt x="1" y="0"/>
                  </a:cubicBezTo>
                  <a:cubicBezTo>
                    <a:pt x="1" y="6"/>
                    <a:pt x="0" y="10"/>
                    <a:pt x="0" y="12"/>
                  </a:cubicBezTo>
                  <a:cubicBezTo>
                    <a:pt x="1" y="15"/>
                    <a:pt x="3" y="16"/>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71" name="Freeform 2978"/>
            <p:cNvSpPr/>
            <p:nvPr/>
          </p:nvSpPr>
          <p:spPr bwMode="auto">
            <a:xfrm>
              <a:off x="3907141" y="9566053"/>
              <a:ext cx="19050" cy="41275"/>
            </a:xfrm>
            <a:custGeom>
              <a:avLst/>
              <a:gdLst>
                <a:gd name="T0" fmla="*/ 7 w 7"/>
                <a:gd name="T1" fmla="*/ 10 h 15"/>
                <a:gd name="T2" fmla="*/ 3 w 7"/>
                <a:gd name="T3" fmla="*/ 0 h 15"/>
                <a:gd name="T4" fmla="*/ 0 w 7"/>
                <a:gd name="T5" fmla="*/ 6 h 15"/>
                <a:gd name="T6" fmla="*/ 3 w 7"/>
                <a:gd name="T7" fmla="*/ 14 h 15"/>
                <a:gd name="T8" fmla="*/ 7 w 7"/>
                <a:gd name="T9" fmla="*/ 10 h 15"/>
              </a:gdLst>
              <a:ahLst/>
              <a:cxnLst>
                <a:cxn ang="0">
                  <a:pos x="T0" y="T1"/>
                </a:cxn>
                <a:cxn ang="0">
                  <a:pos x="T2" y="T3"/>
                </a:cxn>
                <a:cxn ang="0">
                  <a:pos x="T4" y="T5"/>
                </a:cxn>
                <a:cxn ang="0">
                  <a:pos x="T6" y="T7"/>
                </a:cxn>
                <a:cxn ang="0">
                  <a:pos x="T8" y="T9"/>
                </a:cxn>
              </a:cxnLst>
              <a:rect l="0" t="0" r="r" b="b"/>
              <a:pathLst>
                <a:path w="7" h="15">
                  <a:moveTo>
                    <a:pt x="7" y="10"/>
                  </a:moveTo>
                  <a:cubicBezTo>
                    <a:pt x="5" y="5"/>
                    <a:pt x="4" y="0"/>
                    <a:pt x="3" y="0"/>
                  </a:cubicBezTo>
                  <a:cubicBezTo>
                    <a:pt x="2" y="0"/>
                    <a:pt x="0" y="3"/>
                    <a:pt x="0" y="6"/>
                  </a:cubicBezTo>
                  <a:cubicBezTo>
                    <a:pt x="0" y="8"/>
                    <a:pt x="2" y="14"/>
                    <a:pt x="3" y="14"/>
                  </a:cubicBezTo>
                  <a:cubicBezTo>
                    <a:pt x="4" y="15"/>
                    <a:pt x="5" y="12"/>
                    <a:pt x="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72" name="Freeform 2979"/>
            <p:cNvSpPr/>
            <p:nvPr/>
          </p:nvSpPr>
          <p:spPr bwMode="auto">
            <a:xfrm>
              <a:off x="4124629" y="9585103"/>
              <a:ext cx="20638" cy="42863"/>
            </a:xfrm>
            <a:custGeom>
              <a:avLst/>
              <a:gdLst>
                <a:gd name="T0" fmla="*/ 4 w 8"/>
                <a:gd name="T1" fmla="*/ 15 h 16"/>
                <a:gd name="T2" fmla="*/ 8 w 8"/>
                <a:gd name="T3" fmla="*/ 10 h 16"/>
                <a:gd name="T4" fmla="*/ 2 w 8"/>
                <a:gd name="T5" fmla="*/ 1 h 16"/>
                <a:gd name="T6" fmla="*/ 0 w 8"/>
                <a:gd name="T7" fmla="*/ 8 h 16"/>
                <a:gd name="T8" fmla="*/ 4 w 8"/>
                <a:gd name="T9" fmla="*/ 15 h 16"/>
              </a:gdLst>
              <a:ahLst/>
              <a:cxnLst>
                <a:cxn ang="0">
                  <a:pos x="T0" y="T1"/>
                </a:cxn>
                <a:cxn ang="0">
                  <a:pos x="T2" y="T3"/>
                </a:cxn>
                <a:cxn ang="0">
                  <a:pos x="T4" y="T5"/>
                </a:cxn>
                <a:cxn ang="0">
                  <a:pos x="T6" y="T7"/>
                </a:cxn>
                <a:cxn ang="0">
                  <a:pos x="T8" y="T9"/>
                </a:cxn>
              </a:cxnLst>
              <a:rect l="0" t="0" r="r" b="b"/>
              <a:pathLst>
                <a:path w="8" h="16">
                  <a:moveTo>
                    <a:pt x="4" y="15"/>
                  </a:moveTo>
                  <a:cubicBezTo>
                    <a:pt x="5" y="16"/>
                    <a:pt x="6" y="13"/>
                    <a:pt x="8" y="10"/>
                  </a:cubicBezTo>
                  <a:cubicBezTo>
                    <a:pt x="4" y="4"/>
                    <a:pt x="3" y="0"/>
                    <a:pt x="2" y="1"/>
                  </a:cubicBezTo>
                  <a:cubicBezTo>
                    <a:pt x="1" y="1"/>
                    <a:pt x="0" y="6"/>
                    <a:pt x="0" y="8"/>
                  </a:cubicBezTo>
                  <a:cubicBezTo>
                    <a:pt x="1" y="11"/>
                    <a:pt x="2" y="15"/>
                    <a:pt x="4"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73" name="Freeform 2980"/>
            <p:cNvSpPr/>
            <p:nvPr/>
          </p:nvSpPr>
          <p:spPr bwMode="auto">
            <a:xfrm>
              <a:off x="4340529" y="9627965"/>
              <a:ext cx="19050" cy="44450"/>
            </a:xfrm>
            <a:custGeom>
              <a:avLst/>
              <a:gdLst>
                <a:gd name="T0" fmla="*/ 7 w 7"/>
                <a:gd name="T1" fmla="*/ 11 h 16"/>
                <a:gd name="T2" fmla="*/ 3 w 7"/>
                <a:gd name="T3" fmla="*/ 1 h 16"/>
                <a:gd name="T4" fmla="*/ 0 w 7"/>
                <a:gd name="T5" fmla="*/ 6 h 16"/>
                <a:gd name="T6" fmla="*/ 3 w 7"/>
                <a:gd name="T7" fmla="*/ 15 h 16"/>
                <a:gd name="T8" fmla="*/ 7 w 7"/>
                <a:gd name="T9" fmla="*/ 11 h 16"/>
              </a:gdLst>
              <a:ahLst/>
              <a:cxnLst>
                <a:cxn ang="0">
                  <a:pos x="T0" y="T1"/>
                </a:cxn>
                <a:cxn ang="0">
                  <a:pos x="T2" y="T3"/>
                </a:cxn>
                <a:cxn ang="0">
                  <a:pos x="T4" y="T5"/>
                </a:cxn>
                <a:cxn ang="0">
                  <a:pos x="T6" y="T7"/>
                </a:cxn>
                <a:cxn ang="0">
                  <a:pos x="T8" y="T9"/>
                </a:cxn>
              </a:cxnLst>
              <a:rect l="0" t="0" r="r" b="b"/>
              <a:pathLst>
                <a:path w="7" h="16">
                  <a:moveTo>
                    <a:pt x="7" y="11"/>
                  </a:moveTo>
                  <a:cubicBezTo>
                    <a:pt x="5" y="6"/>
                    <a:pt x="4" y="1"/>
                    <a:pt x="3" y="1"/>
                  </a:cubicBezTo>
                  <a:cubicBezTo>
                    <a:pt x="2" y="0"/>
                    <a:pt x="0" y="3"/>
                    <a:pt x="0" y="6"/>
                  </a:cubicBezTo>
                  <a:cubicBezTo>
                    <a:pt x="0" y="8"/>
                    <a:pt x="2" y="14"/>
                    <a:pt x="3" y="15"/>
                  </a:cubicBezTo>
                  <a:cubicBezTo>
                    <a:pt x="4" y="16"/>
                    <a:pt x="5" y="13"/>
                    <a:pt x="7"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74" name="Freeform 2981"/>
            <p:cNvSpPr/>
            <p:nvPr/>
          </p:nvSpPr>
          <p:spPr bwMode="auto">
            <a:xfrm>
              <a:off x="4558016" y="9681940"/>
              <a:ext cx="19050" cy="41275"/>
            </a:xfrm>
            <a:custGeom>
              <a:avLst/>
              <a:gdLst>
                <a:gd name="T0" fmla="*/ 4 w 7"/>
                <a:gd name="T1" fmla="*/ 14 h 15"/>
                <a:gd name="T2" fmla="*/ 7 w 7"/>
                <a:gd name="T3" fmla="*/ 10 h 15"/>
                <a:gd name="T4" fmla="*/ 4 w 7"/>
                <a:gd name="T5" fmla="*/ 0 h 15"/>
                <a:gd name="T6" fmla="*/ 0 w 7"/>
                <a:gd name="T7" fmla="*/ 5 h 15"/>
                <a:gd name="T8" fmla="*/ 4 w 7"/>
                <a:gd name="T9" fmla="*/ 14 h 15"/>
              </a:gdLst>
              <a:ahLst/>
              <a:cxnLst>
                <a:cxn ang="0">
                  <a:pos x="T0" y="T1"/>
                </a:cxn>
                <a:cxn ang="0">
                  <a:pos x="T2" y="T3"/>
                </a:cxn>
                <a:cxn ang="0">
                  <a:pos x="T4" y="T5"/>
                </a:cxn>
                <a:cxn ang="0">
                  <a:pos x="T6" y="T7"/>
                </a:cxn>
                <a:cxn ang="0">
                  <a:pos x="T8" y="T9"/>
                </a:cxn>
              </a:cxnLst>
              <a:rect l="0" t="0" r="r" b="b"/>
              <a:pathLst>
                <a:path w="7" h="15">
                  <a:moveTo>
                    <a:pt x="4" y="14"/>
                  </a:moveTo>
                  <a:cubicBezTo>
                    <a:pt x="5" y="15"/>
                    <a:pt x="7" y="12"/>
                    <a:pt x="7" y="10"/>
                  </a:cubicBezTo>
                  <a:cubicBezTo>
                    <a:pt x="7" y="7"/>
                    <a:pt x="5" y="1"/>
                    <a:pt x="4" y="0"/>
                  </a:cubicBezTo>
                  <a:cubicBezTo>
                    <a:pt x="3" y="0"/>
                    <a:pt x="2" y="3"/>
                    <a:pt x="0" y="5"/>
                  </a:cubicBezTo>
                  <a:cubicBezTo>
                    <a:pt x="2" y="9"/>
                    <a:pt x="3" y="13"/>
                    <a:pt x="4"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75" name="Freeform 2982"/>
            <p:cNvSpPr/>
            <p:nvPr/>
          </p:nvSpPr>
          <p:spPr bwMode="auto">
            <a:xfrm>
              <a:off x="4780266" y="9731153"/>
              <a:ext cx="22225" cy="38100"/>
            </a:xfrm>
            <a:custGeom>
              <a:avLst/>
              <a:gdLst>
                <a:gd name="T0" fmla="*/ 3 w 8"/>
                <a:gd name="T1" fmla="*/ 14 h 14"/>
                <a:gd name="T2" fmla="*/ 8 w 8"/>
                <a:gd name="T3" fmla="*/ 7 h 14"/>
                <a:gd name="T4" fmla="*/ 3 w 8"/>
                <a:gd name="T5" fmla="*/ 0 h 14"/>
                <a:gd name="T6" fmla="*/ 0 w 8"/>
                <a:gd name="T7" fmla="*/ 6 h 14"/>
                <a:gd name="T8" fmla="*/ 3 w 8"/>
                <a:gd name="T9" fmla="*/ 14 h 14"/>
              </a:gdLst>
              <a:ahLst/>
              <a:cxnLst>
                <a:cxn ang="0">
                  <a:pos x="T0" y="T1"/>
                </a:cxn>
                <a:cxn ang="0">
                  <a:pos x="T2" y="T3"/>
                </a:cxn>
                <a:cxn ang="0">
                  <a:pos x="T4" y="T5"/>
                </a:cxn>
                <a:cxn ang="0">
                  <a:pos x="T6" y="T7"/>
                </a:cxn>
                <a:cxn ang="0">
                  <a:pos x="T8" y="T9"/>
                </a:cxn>
              </a:cxnLst>
              <a:rect l="0" t="0" r="r" b="b"/>
              <a:pathLst>
                <a:path w="8" h="14">
                  <a:moveTo>
                    <a:pt x="3" y="14"/>
                  </a:moveTo>
                  <a:cubicBezTo>
                    <a:pt x="4" y="14"/>
                    <a:pt x="5" y="11"/>
                    <a:pt x="8" y="7"/>
                  </a:cubicBezTo>
                  <a:cubicBezTo>
                    <a:pt x="6" y="4"/>
                    <a:pt x="4" y="0"/>
                    <a:pt x="3" y="0"/>
                  </a:cubicBezTo>
                  <a:cubicBezTo>
                    <a:pt x="2" y="0"/>
                    <a:pt x="1" y="4"/>
                    <a:pt x="0" y="6"/>
                  </a:cubicBezTo>
                  <a:cubicBezTo>
                    <a:pt x="1" y="9"/>
                    <a:pt x="2" y="13"/>
                    <a:pt x="3"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76" name="Freeform 2983"/>
            <p:cNvSpPr/>
            <p:nvPr/>
          </p:nvSpPr>
          <p:spPr bwMode="auto">
            <a:xfrm>
              <a:off x="4997754" y="9758140"/>
              <a:ext cx="19050" cy="38100"/>
            </a:xfrm>
            <a:custGeom>
              <a:avLst/>
              <a:gdLst>
                <a:gd name="T0" fmla="*/ 5 w 7"/>
                <a:gd name="T1" fmla="*/ 14 h 14"/>
                <a:gd name="T2" fmla="*/ 7 w 7"/>
                <a:gd name="T3" fmla="*/ 6 h 14"/>
                <a:gd name="T4" fmla="*/ 2 w 7"/>
                <a:gd name="T5" fmla="*/ 1 h 14"/>
                <a:gd name="T6" fmla="*/ 1 w 7"/>
                <a:gd name="T7" fmla="*/ 9 h 14"/>
                <a:gd name="T8" fmla="*/ 5 w 7"/>
                <a:gd name="T9" fmla="*/ 14 h 14"/>
              </a:gdLst>
              <a:ahLst/>
              <a:cxnLst>
                <a:cxn ang="0">
                  <a:pos x="T0" y="T1"/>
                </a:cxn>
                <a:cxn ang="0">
                  <a:pos x="T2" y="T3"/>
                </a:cxn>
                <a:cxn ang="0">
                  <a:pos x="T4" y="T5"/>
                </a:cxn>
                <a:cxn ang="0">
                  <a:pos x="T6" y="T7"/>
                </a:cxn>
                <a:cxn ang="0">
                  <a:pos x="T8" y="T9"/>
                </a:cxn>
              </a:cxnLst>
              <a:rect l="0" t="0" r="r" b="b"/>
              <a:pathLst>
                <a:path w="7" h="14">
                  <a:moveTo>
                    <a:pt x="5" y="14"/>
                  </a:moveTo>
                  <a:cubicBezTo>
                    <a:pt x="6" y="14"/>
                    <a:pt x="6" y="9"/>
                    <a:pt x="7" y="6"/>
                  </a:cubicBezTo>
                  <a:cubicBezTo>
                    <a:pt x="5" y="4"/>
                    <a:pt x="3" y="0"/>
                    <a:pt x="2" y="1"/>
                  </a:cubicBezTo>
                  <a:cubicBezTo>
                    <a:pt x="1" y="2"/>
                    <a:pt x="0" y="7"/>
                    <a:pt x="1" y="9"/>
                  </a:cubicBezTo>
                  <a:cubicBezTo>
                    <a:pt x="1" y="11"/>
                    <a:pt x="4" y="14"/>
                    <a:pt x="5"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77" name="Freeform 2984"/>
            <p:cNvSpPr/>
            <p:nvPr/>
          </p:nvSpPr>
          <p:spPr bwMode="auto">
            <a:xfrm>
              <a:off x="5215241" y="9756553"/>
              <a:ext cx="23813" cy="31750"/>
            </a:xfrm>
            <a:custGeom>
              <a:avLst/>
              <a:gdLst>
                <a:gd name="T0" fmla="*/ 4 w 9"/>
                <a:gd name="T1" fmla="*/ 12 h 12"/>
                <a:gd name="T2" fmla="*/ 9 w 9"/>
                <a:gd name="T3" fmla="*/ 7 h 12"/>
                <a:gd name="T4" fmla="*/ 2 w 9"/>
                <a:gd name="T5" fmla="*/ 0 h 12"/>
                <a:gd name="T6" fmla="*/ 0 w 9"/>
                <a:gd name="T7" fmla="*/ 7 h 12"/>
                <a:gd name="T8" fmla="*/ 4 w 9"/>
                <a:gd name="T9" fmla="*/ 12 h 12"/>
              </a:gdLst>
              <a:ahLst/>
              <a:cxnLst>
                <a:cxn ang="0">
                  <a:pos x="T0" y="T1"/>
                </a:cxn>
                <a:cxn ang="0">
                  <a:pos x="T2" y="T3"/>
                </a:cxn>
                <a:cxn ang="0">
                  <a:pos x="T4" y="T5"/>
                </a:cxn>
                <a:cxn ang="0">
                  <a:pos x="T6" y="T7"/>
                </a:cxn>
                <a:cxn ang="0">
                  <a:pos x="T8" y="T9"/>
                </a:cxn>
              </a:cxnLst>
              <a:rect l="0" t="0" r="r" b="b"/>
              <a:pathLst>
                <a:path w="9" h="12">
                  <a:moveTo>
                    <a:pt x="4" y="12"/>
                  </a:moveTo>
                  <a:cubicBezTo>
                    <a:pt x="5" y="12"/>
                    <a:pt x="6" y="10"/>
                    <a:pt x="9" y="7"/>
                  </a:cubicBezTo>
                  <a:cubicBezTo>
                    <a:pt x="5" y="3"/>
                    <a:pt x="3" y="0"/>
                    <a:pt x="2" y="0"/>
                  </a:cubicBezTo>
                  <a:cubicBezTo>
                    <a:pt x="1" y="1"/>
                    <a:pt x="1" y="5"/>
                    <a:pt x="0" y="7"/>
                  </a:cubicBezTo>
                  <a:cubicBezTo>
                    <a:pt x="1" y="9"/>
                    <a:pt x="3" y="12"/>
                    <a:pt x="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78" name="Freeform 2985"/>
            <p:cNvSpPr/>
            <p:nvPr/>
          </p:nvSpPr>
          <p:spPr bwMode="auto">
            <a:xfrm>
              <a:off x="5429554" y="9712103"/>
              <a:ext cx="15875" cy="33338"/>
            </a:xfrm>
            <a:custGeom>
              <a:avLst/>
              <a:gdLst>
                <a:gd name="T0" fmla="*/ 4 w 6"/>
                <a:gd name="T1" fmla="*/ 12 h 12"/>
                <a:gd name="T2" fmla="*/ 6 w 6"/>
                <a:gd name="T3" fmla="*/ 4 h 12"/>
                <a:gd name="T4" fmla="*/ 2 w 6"/>
                <a:gd name="T5" fmla="*/ 1 h 12"/>
                <a:gd name="T6" fmla="*/ 0 w 6"/>
                <a:gd name="T7" fmla="*/ 8 h 12"/>
                <a:gd name="T8" fmla="*/ 4 w 6"/>
                <a:gd name="T9" fmla="*/ 12 h 12"/>
              </a:gdLst>
              <a:ahLst/>
              <a:cxnLst>
                <a:cxn ang="0">
                  <a:pos x="T0" y="T1"/>
                </a:cxn>
                <a:cxn ang="0">
                  <a:pos x="T2" y="T3"/>
                </a:cxn>
                <a:cxn ang="0">
                  <a:pos x="T4" y="T5"/>
                </a:cxn>
                <a:cxn ang="0">
                  <a:pos x="T6" y="T7"/>
                </a:cxn>
                <a:cxn ang="0">
                  <a:pos x="T8" y="T9"/>
                </a:cxn>
              </a:cxnLst>
              <a:rect l="0" t="0" r="r" b="b"/>
              <a:pathLst>
                <a:path w="6" h="12">
                  <a:moveTo>
                    <a:pt x="4" y="12"/>
                  </a:moveTo>
                  <a:cubicBezTo>
                    <a:pt x="5" y="12"/>
                    <a:pt x="5" y="8"/>
                    <a:pt x="6" y="4"/>
                  </a:cubicBezTo>
                  <a:cubicBezTo>
                    <a:pt x="4" y="3"/>
                    <a:pt x="3" y="0"/>
                    <a:pt x="2" y="1"/>
                  </a:cubicBezTo>
                  <a:cubicBezTo>
                    <a:pt x="1" y="2"/>
                    <a:pt x="0" y="7"/>
                    <a:pt x="0" y="8"/>
                  </a:cubicBezTo>
                  <a:cubicBezTo>
                    <a:pt x="1" y="10"/>
                    <a:pt x="3" y="12"/>
                    <a:pt x="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79" name="Freeform 2986"/>
            <p:cNvSpPr/>
            <p:nvPr/>
          </p:nvSpPr>
          <p:spPr bwMode="auto">
            <a:xfrm>
              <a:off x="2414891" y="9669240"/>
              <a:ext cx="15875" cy="22225"/>
            </a:xfrm>
            <a:custGeom>
              <a:avLst/>
              <a:gdLst>
                <a:gd name="T0" fmla="*/ 4 w 6"/>
                <a:gd name="T1" fmla="*/ 8 h 8"/>
                <a:gd name="T2" fmla="*/ 6 w 6"/>
                <a:gd name="T3" fmla="*/ 5 h 8"/>
                <a:gd name="T4" fmla="*/ 3 w 6"/>
                <a:gd name="T5" fmla="*/ 0 h 8"/>
                <a:gd name="T6" fmla="*/ 1 w 6"/>
                <a:gd name="T7" fmla="*/ 5 h 8"/>
                <a:gd name="T8" fmla="*/ 4 w 6"/>
                <a:gd name="T9" fmla="*/ 8 h 8"/>
              </a:gdLst>
              <a:ahLst/>
              <a:cxnLst>
                <a:cxn ang="0">
                  <a:pos x="T0" y="T1"/>
                </a:cxn>
                <a:cxn ang="0">
                  <a:pos x="T2" y="T3"/>
                </a:cxn>
                <a:cxn ang="0">
                  <a:pos x="T4" y="T5"/>
                </a:cxn>
                <a:cxn ang="0">
                  <a:pos x="T6" y="T7"/>
                </a:cxn>
                <a:cxn ang="0">
                  <a:pos x="T8" y="T9"/>
                </a:cxn>
              </a:cxnLst>
              <a:rect l="0" t="0" r="r" b="b"/>
              <a:pathLst>
                <a:path w="6" h="8">
                  <a:moveTo>
                    <a:pt x="4" y="8"/>
                  </a:moveTo>
                  <a:cubicBezTo>
                    <a:pt x="5" y="8"/>
                    <a:pt x="6" y="6"/>
                    <a:pt x="6" y="5"/>
                  </a:cubicBezTo>
                  <a:cubicBezTo>
                    <a:pt x="6" y="4"/>
                    <a:pt x="4" y="2"/>
                    <a:pt x="3" y="0"/>
                  </a:cubicBezTo>
                  <a:cubicBezTo>
                    <a:pt x="2" y="2"/>
                    <a:pt x="0" y="3"/>
                    <a:pt x="1" y="5"/>
                  </a:cubicBezTo>
                  <a:cubicBezTo>
                    <a:pt x="1" y="6"/>
                    <a:pt x="3" y="8"/>
                    <a:pt x="4"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80" name="Freeform 2987"/>
            <p:cNvSpPr/>
            <p:nvPr/>
          </p:nvSpPr>
          <p:spPr bwMode="auto">
            <a:xfrm>
              <a:off x="2202166" y="9658128"/>
              <a:ext cx="17463" cy="15875"/>
            </a:xfrm>
            <a:custGeom>
              <a:avLst/>
              <a:gdLst>
                <a:gd name="T0" fmla="*/ 5 w 6"/>
                <a:gd name="T1" fmla="*/ 3 h 6"/>
                <a:gd name="T2" fmla="*/ 3 w 6"/>
                <a:gd name="T3" fmla="*/ 0 h 6"/>
                <a:gd name="T4" fmla="*/ 0 w 6"/>
                <a:gd name="T5" fmla="*/ 2 h 6"/>
                <a:gd name="T6" fmla="*/ 3 w 6"/>
                <a:gd name="T7" fmla="*/ 6 h 6"/>
                <a:gd name="T8" fmla="*/ 5 w 6"/>
                <a:gd name="T9" fmla="*/ 3 h 6"/>
              </a:gdLst>
              <a:ahLst/>
              <a:cxnLst>
                <a:cxn ang="0">
                  <a:pos x="T0" y="T1"/>
                </a:cxn>
                <a:cxn ang="0">
                  <a:pos x="T2" y="T3"/>
                </a:cxn>
                <a:cxn ang="0">
                  <a:pos x="T4" y="T5"/>
                </a:cxn>
                <a:cxn ang="0">
                  <a:pos x="T6" y="T7"/>
                </a:cxn>
                <a:cxn ang="0">
                  <a:pos x="T8" y="T9"/>
                </a:cxn>
              </a:cxnLst>
              <a:rect l="0" t="0" r="r" b="b"/>
              <a:pathLst>
                <a:path w="6" h="6">
                  <a:moveTo>
                    <a:pt x="5" y="3"/>
                  </a:moveTo>
                  <a:cubicBezTo>
                    <a:pt x="5" y="2"/>
                    <a:pt x="4" y="1"/>
                    <a:pt x="3" y="0"/>
                  </a:cubicBezTo>
                  <a:cubicBezTo>
                    <a:pt x="2" y="0"/>
                    <a:pt x="0" y="1"/>
                    <a:pt x="0" y="2"/>
                  </a:cubicBezTo>
                  <a:cubicBezTo>
                    <a:pt x="0" y="3"/>
                    <a:pt x="2" y="4"/>
                    <a:pt x="3" y="6"/>
                  </a:cubicBezTo>
                  <a:cubicBezTo>
                    <a:pt x="4" y="5"/>
                    <a:pt x="6" y="4"/>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81" name="Freeform 2988"/>
            <p:cNvSpPr/>
            <p:nvPr/>
          </p:nvSpPr>
          <p:spPr bwMode="auto">
            <a:xfrm>
              <a:off x="1987854" y="9645428"/>
              <a:ext cx="25400" cy="9525"/>
            </a:xfrm>
            <a:custGeom>
              <a:avLst/>
              <a:gdLst>
                <a:gd name="T0" fmla="*/ 9 w 9"/>
                <a:gd name="T1" fmla="*/ 2 h 4"/>
                <a:gd name="T2" fmla="*/ 3 w 9"/>
                <a:gd name="T3" fmla="*/ 0 h 4"/>
                <a:gd name="T4" fmla="*/ 0 w 9"/>
                <a:gd name="T5" fmla="*/ 2 h 4"/>
                <a:gd name="T6" fmla="*/ 4 w 9"/>
                <a:gd name="T7" fmla="*/ 3 h 4"/>
                <a:gd name="T8" fmla="*/ 9 w 9"/>
                <a:gd name="T9" fmla="*/ 2 h 4"/>
              </a:gdLst>
              <a:ahLst/>
              <a:cxnLst>
                <a:cxn ang="0">
                  <a:pos x="T0" y="T1"/>
                </a:cxn>
                <a:cxn ang="0">
                  <a:pos x="T2" y="T3"/>
                </a:cxn>
                <a:cxn ang="0">
                  <a:pos x="T4" y="T5"/>
                </a:cxn>
                <a:cxn ang="0">
                  <a:pos x="T6" y="T7"/>
                </a:cxn>
                <a:cxn ang="0">
                  <a:pos x="T8" y="T9"/>
                </a:cxn>
              </a:cxnLst>
              <a:rect l="0" t="0" r="r" b="b"/>
              <a:pathLst>
                <a:path w="9" h="4">
                  <a:moveTo>
                    <a:pt x="9" y="2"/>
                  </a:moveTo>
                  <a:cubicBezTo>
                    <a:pt x="5" y="1"/>
                    <a:pt x="3" y="0"/>
                    <a:pt x="3" y="0"/>
                  </a:cubicBezTo>
                  <a:cubicBezTo>
                    <a:pt x="1" y="0"/>
                    <a:pt x="1" y="1"/>
                    <a:pt x="0" y="2"/>
                  </a:cubicBezTo>
                  <a:cubicBezTo>
                    <a:pt x="1" y="2"/>
                    <a:pt x="3" y="3"/>
                    <a:pt x="4" y="3"/>
                  </a:cubicBezTo>
                  <a:cubicBezTo>
                    <a:pt x="5" y="4"/>
                    <a:pt x="6" y="3"/>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82" name="Freeform 2989"/>
            <p:cNvSpPr/>
            <p:nvPr/>
          </p:nvSpPr>
          <p:spPr bwMode="auto">
            <a:xfrm>
              <a:off x="1776716" y="9635903"/>
              <a:ext cx="12700" cy="9525"/>
            </a:xfrm>
            <a:custGeom>
              <a:avLst/>
              <a:gdLst>
                <a:gd name="T0" fmla="*/ 3 w 5"/>
                <a:gd name="T1" fmla="*/ 3 h 3"/>
                <a:gd name="T2" fmla="*/ 5 w 5"/>
                <a:gd name="T3" fmla="*/ 1 h 3"/>
                <a:gd name="T4" fmla="*/ 1 w 5"/>
                <a:gd name="T5" fmla="*/ 0 h 3"/>
                <a:gd name="T6" fmla="*/ 0 w 5"/>
                <a:gd name="T7" fmla="*/ 2 h 3"/>
                <a:gd name="T8" fmla="*/ 3 w 5"/>
                <a:gd name="T9" fmla="*/ 3 h 3"/>
              </a:gdLst>
              <a:ahLst/>
              <a:cxnLst>
                <a:cxn ang="0">
                  <a:pos x="T0" y="T1"/>
                </a:cxn>
                <a:cxn ang="0">
                  <a:pos x="T2" y="T3"/>
                </a:cxn>
                <a:cxn ang="0">
                  <a:pos x="T4" y="T5"/>
                </a:cxn>
                <a:cxn ang="0">
                  <a:pos x="T6" y="T7"/>
                </a:cxn>
                <a:cxn ang="0">
                  <a:pos x="T8" y="T9"/>
                </a:cxn>
              </a:cxnLst>
              <a:rect l="0" t="0" r="r" b="b"/>
              <a:pathLst>
                <a:path w="5" h="3">
                  <a:moveTo>
                    <a:pt x="3" y="3"/>
                  </a:moveTo>
                  <a:cubicBezTo>
                    <a:pt x="4" y="2"/>
                    <a:pt x="5" y="2"/>
                    <a:pt x="5" y="1"/>
                  </a:cubicBezTo>
                  <a:cubicBezTo>
                    <a:pt x="5" y="1"/>
                    <a:pt x="3" y="1"/>
                    <a:pt x="1" y="0"/>
                  </a:cubicBezTo>
                  <a:cubicBezTo>
                    <a:pt x="1" y="1"/>
                    <a:pt x="0" y="1"/>
                    <a:pt x="0" y="2"/>
                  </a:cubicBezTo>
                  <a:cubicBezTo>
                    <a:pt x="0" y="2"/>
                    <a:pt x="2" y="2"/>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83" name="Freeform 2990"/>
            <p:cNvSpPr/>
            <p:nvPr/>
          </p:nvSpPr>
          <p:spPr bwMode="auto">
            <a:xfrm>
              <a:off x="1562404" y="9645428"/>
              <a:ext cx="15875" cy="1588"/>
            </a:xfrm>
            <a:custGeom>
              <a:avLst/>
              <a:gdLst>
                <a:gd name="T0" fmla="*/ 4 w 6"/>
                <a:gd name="T1" fmla="*/ 1 h 1"/>
                <a:gd name="T2" fmla="*/ 6 w 6"/>
                <a:gd name="T3" fmla="*/ 0 h 1"/>
                <a:gd name="T4" fmla="*/ 3 w 6"/>
                <a:gd name="T5" fmla="*/ 0 h 1"/>
                <a:gd name="T6" fmla="*/ 0 w 6"/>
                <a:gd name="T7" fmla="*/ 1 h 1"/>
                <a:gd name="T8" fmla="*/ 4 w 6"/>
                <a:gd name="T9" fmla="*/ 1 h 1"/>
              </a:gdLst>
              <a:ahLst/>
              <a:cxnLst>
                <a:cxn ang="0">
                  <a:pos x="T0" y="T1"/>
                </a:cxn>
                <a:cxn ang="0">
                  <a:pos x="T2" y="T3"/>
                </a:cxn>
                <a:cxn ang="0">
                  <a:pos x="T4" y="T5"/>
                </a:cxn>
                <a:cxn ang="0">
                  <a:pos x="T6" y="T7"/>
                </a:cxn>
                <a:cxn ang="0">
                  <a:pos x="T8" y="T9"/>
                </a:cxn>
              </a:cxnLst>
              <a:rect l="0" t="0" r="r" b="b"/>
              <a:pathLst>
                <a:path w="6" h="1">
                  <a:moveTo>
                    <a:pt x="4" y="1"/>
                  </a:moveTo>
                  <a:cubicBezTo>
                    <a:pt x="4" y="1"/>
                    <a:pt x="6" y="1"/>
                    <a:pt x="6" y="0"/>
                  </a:cubicBezTo>
                  <a:cubicBezTo>
                    <a:pt x="6" y="0"/>
                    <a:pt x="4" y="0"/>
                    <a:pt x="3" y="0"/>
                  </a:cubicBezTo>
                  <a:cubicBezTo>
                    <a:pt x="2" y="0"/>
                    <a:pt x="0" y="1"/>
                    <a:pt x="0" y="1"/>
                  </a:cubicBezTo>
                  <a:cubicBezTo>
                    <a:pt x="1" y="1"/>
                    <a:pt x="2"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84" name="Freeform 2991"/>
            <p:cNvSpPr/>
            <p:nvPr/>
          </p:nvSpPr>
          <p:spPr bwMode="auto">
            <a:xfrm>
              <a:off x="1349679" y="9672415"/>
              <a:ext cx="25400" cy="1588"/>
            </a:xfrm>
            <a:custGeom>
              <a:avLst/>
              <a:gdLst>
                <a:gd name="T0" fmla="*/ 9 w 9"/>
                <a:gd name="T1" fmla="*/ 0 h 1"/>
                <a:gd name="T2" fmla="*/ 3 w 9"/>
                <a:gd name="T3" fmla="*/ 1 h 1"/>
                <a:gd name="T4" fmla="*/ 0 w 9"/>
                <a:gd name="T5" fmla="*/ 1 h 1"/>
                <a:gd name="T6" fmla="*/ 4 w 9"/>
                <a:gd name="T7" fmla="*/ 1 h 1"/>
                <a:gd name="T8" fmla="*/ 9 w 9"/>
                <a:gd name="T9" fmla="*/ 0 h 1"/>
              </a:gdLst>
              <a:ahLst/>
              <a:cxnLst>
                <a:cxn ang="0">
                  <a:pos x="T0" y="T1"/>
                </a:cxn>
                <a:cxn ang="0">
                  <a:pos x="T2" y="T3"/>
                </a:cxn>
                <a:cxn ang="0">
                  <a:pos x="T4" y="T5"/>
                </a:cxn>
                <a:cxn ang="0">
                  <a:pos x="T6" y="T7"/>
                </a:cxn>
                <a:cxn ang="0">
                  <a:pos x="T8" y="T9"/>
                </a:cxn>
              </a:cxnLst>
              <a:rect l="0" t="0" r="r" b="b"/>
              <a:pathLst>
                <a:path w="9" h="1">
                  <a:moveTo>
                    <a:pt x="9" y="0"/>
                  </a:moveTo>
                  <a:cubicBezTo>
                    <a:pt x="5" y="0"/>
                    <a:pt x="4" y="0"/>
                    <a:pt x="3" y="1"/>
                  </a:cubicBezTo>
                  <a:cubicBezTo>
                    <a:pt x="2" y="1"/>
                    <a:pt x="1" y="1"/>
                    <a:pt x="0" y="1"/>
                  </a:cubicBezTo>
                  <a:cubicBezTo>
                    <a:pt x="2" y="1"/>
                    <a:pt x="3" y="1"/>
                    <a:pt x="4" y="1"/>
                  </a:cubicBezTo>
                  <a:cubicBezTo>
                    <a:pt x="5" y="1"/>
                    <a:pt x="6"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85" name="Freeform 2992"/>
            <p:cNvSpPr/>
            <p:nvPr/>
          </p:nvSpPr>
          <p:spPr bwMode="auto">
            <a:xfrm>
              <a:off x="1141716" y="9729565"/>
              <a:ext cx="15875" cy="4763"/>
            </a:xfrm>
            <a:custGeom>
              <a:avLst/>
              <a:gdLst>
                <a:gd name="T0" fmla="*/ 6 w 6"/>
                <a:gd name="T1" fmla="*/ 0 h 2"/>
                <a:gd name="T2" fmla="*/ 2 w 6"/>
                <a:gd name="T3" fmla="*/ 1 h 2"/>
                <a:gd name="T4" fmla="*/ 0 w 6"/>
                <a:gd name="T5" fmla="*/ 2 h 2"/>
                <a:gd name="T6" fmla="*/ 4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4" y="1"/>
                    <a:pt x="3" y="1"/>
                    <a:pt x="2" y="1"/>
                  </a:cubicBezTo>
                  <a:cubicBezTo>
                    <a:pt x="1" y="2"/>
                    <a:pt x="0" y="2"/>
                    <a:pt x="0" y="2"/>
                  </a:cubicBezTo>
                  <a:cubicBezTo>
                    <a:pt x="1" y="2"/>
                    <a:pt x="3" y="2"/>
                    <a:pt x="4" y="1"/>
                  </a:cubicBezTo>
                  <a:cubicBezTo>
                    <a:pt x="5" y="1"/>
                    <a:pt x="5" y="1"/>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86" name="Freeform 2993"/>
            <p:cNvSpPr/>
            <p:nvPr/>
          </p:nvSpPr>
          <p:spPr bwMode="auto">
            <a:xfrm>
              <a:off x="932166" y="9826403"/>
              <a:ext cx="15875" cy="7938"/>
            </a:xfrm>
            <a:custGeom>
              <a:avLst/>
              <a:gdLst>
                <a:gd name="T0" fmla="*/ 6 w 6"/>
                <a:gd name="T1" fmla="*/ 0 h 3"/>
                <a:gd name="T2" fmla="*/ 2 w 6"/>
                <a:gd name="T3" fmla="*/ 1 h 3"/>
                <a:gd name="T4" fmla="*/ 0 w 6"/>
                <a:gd name="T5" fmla="*/ 3 h 3"/>
                <a:gd name="T6" fmla="*/ 4 w 6"/>
                <a:gd name="T7" fmla="*/ 1 h 3"/>
                <a:gd name="T8" fmla="*/ 6 w 6"/>
                <a:gd name="T9" fmla="*/ 0 h 3"/>
              </a:gdLst>
              <a:ahLst/>
              <a:cxnLst>
                <a:cxn ang="0">
                  <a:pos x="T0" y="T1"/>
                </a:cxn>
                <a:cxn ang="0">
                  <a:pos x="T2" y="T3"/>
                </a:cxn>
                <a:cxn ang="0">
                  <a:pos x="T4" y="T5"/>
                </a:cxn>
                <a:cxn ang="0">
                  <a:pos x="T6" y="T7"/>
                </a:cxn>
                <a:cxn ang="0">
                  <a:pos x="T8" y="T9"/>
                </a:cxn>
              </a:cxnLst>
              <a:rect l="0" t="0" r="r" b="b"/>
              <a:pathLst>
                <a:path w="6" h="3">
                  <a:moveTo>
                    <a:pt x="6" y="0"/>
                  </a:moveTo>
                  <a:cubicBezTo>
                    <a:pt x="5" y="0"/>
                    <a:pt x="4" y="0"/>
                    <a:pt x="2" y="1"/>
                  </a:cubicBezTo>
                  <a:cubicBezTo>
                    <a:pt x="1" y="2"/>
                    <a:pt x="0" y="3"/>
                    <a:pt x="0" y="3"/>
                  </a:cubicBezTo>
                  <a:cubicBezTo>
                    <a:pt x="1" y="3"/>
                    <a:pt x="2" y="2"/>
                    <a:pt x="4" y="1"/>
                  </a:cubicBezTo>
                  <a:cubicBezTo>
                    <a:pt x="4" y="1"/>
                    <a:pt x="6" y="0"/>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87" name="Freeform 2994"/>
            <p:cNvSpPr/>
            <p:nvPr/>
          </p:nvSpPr>
          <p:spPr bwMode="auto">
            <a:xfrm>
              <a:off x="725791" y="9962928"/>
              <a:ext cx="22225" cy="15875"/>
            </a:xfrm>
            <a:custGeom>
              <a:avLst/>
              <a:gdLst>
                <a:gd name="T0" fmla="*/ 8 w 8"/>
                <a:gd name="T1" fmla="*/ 0 h 6"/>
                <a:gd name="T2" fmla="*/ 2 w 8"/>
                <a:gd name="T3" fmla="*/ 4 h 6"/>
                <a:gd name="T4" fmla="*/ 0 w 8"/>
                <a:gd name="T5" fmla="*/ 6 h 6"/>
                <a:gd name="T6" fmla="*/ 4 w 8"/>
                <a:gd name="T7" fmla="*/ 4 h 6"/>
                <a:gd name="T8" fmla="*/ 8 w 8"/>
                <a:gd name="T9" fmla="*/ 0 h 6"/>
              </a:gdLst>
              <a:ahLst/>
              <a:cxnLst>
                <a:cxn ang="0">
                  <a:pos x="T0" y="T1"/>
                </a:cxn>
                <a:cxn ang="0">
                  <a:pos x="T2" y="T3"/>
                </a:cxn>
                <a:cxn ang="0">
                  <a:pos x="T4" y="T5"/>
                </a:cxn>
                <a:cxn ang="0">
                  <a:pos x="T6" y="T7"/>
                </a:cxn>
                <a:cxn ang="0">
                  <a:pos x="T8" y="T9"/>
                </a:cxn>
              </a:cxnLst>
              <a:rect l="0" t="0" r="r" b="b"/>
              <a:pathLst>
                <a:path w="8" h="6">
                  <a:moveTo>
                    <a:pt x="8" y="0"/>
                  </a:moveTo>
                  <a:cubicBezTo>
                    <a:pt x="5" y="2"/>
                    <a:pt x="3" y="3"/>
                    <a:pt x="2" y="4"/>
                  </a:cubicBezTo>
                  <a:cubicBezTo>
                    <a:pt x="1" y="5"/>
                    <a:pt x="1" y="5"/>
                    <a:pt x="0" y="6"/>
                  </a:cubicBezTo>
                  <a:cubicBezTo>
                    <a:pt x="1" y="5"/>
                    <a:pt x="2" y="5"/>
                    <a:pt x="4" y="4"/>
                  </a:cubicBezTo>
                  <a:cubicBezTo>
                    <a:pt x="5" y="3"/>
                    <a:pt x="6" y="2"/>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88" name="Freeform 2995"/>
            <p:cNvSpPr/>
            <p:nvPr/>
          </p:nvSpPr>
          <p:spPr bwMode="auto">
            <a:xfrm>
              <a:off x="522591" y="10151840"/>
              <a:ext cx="15875" cy="17463"/>
            </a:xfrm>
            <a:custGeom>
              <a:avLst/>
              <a:gdLst>
                <a:gd name="T0" fmla="*/ 3 w 6"/>
                <a:gd name="T1" fmla="*/ 4 h 6"/>
                <a:gd name="T2" fmla="*/ 6 w 6"/>
                <a:gd name="T3" fmla="*/ 0 h 6"/>
                <a:gd name="T4" fmla="*/ 2 w 6"/>
                <a:gd name="T5" fmla="*/ 4 h 6"/>
                <a:gd name="T6" fmla="*/ 0 w 6"/>
                <a:gd name="T7" fmla="*/ 6 h 6"/>
                <a:gd name="T8" fmla="*/ 3 w 6"/>
                <a:gd name="T9" fmla="*/ 4 h 6"/>
              </a:gdLst>
              <a:ahLst/>
              <a:cxnLst>
                <a:cxn ang="0">
                  <a:pos x="T0" y="T1"/>
                </a:cxn>
                <a:cxn ang="0">
                  <a:pos x="T2" y="T3"/>
                </a:cxn>
                <a:cxn ang="0">
                  <a:pos x="T4" y="T5"/>
                </a:cxn>
                <a:cxn ang="0">
                  <a:pos x="T6" y="T7"/>
                </a:cxn>
                <a:cxn ang="0">
                  <a:pos x="T8" y="T9"/>
                </a:cxn>
              </a:cxnLst>
              <a:rect l="0" t="0" r="r" b="b"/>
              <a:pathLst>
                <a:path w="6" h="6">
                  <a:moveTo>
                    <a:pt x="3" y="4"/>
                  </a:moveTo>
                  <a:cubicBezTo>
                    <a:pt x="4" y="3"/>
                    <a:pt x="5" y="2"/>
                    <a:pt x="6" y="0"/>
                  </a:cubicBezTo>
                  <a:cubicBezTo>
                    <a:pt x="4" y="2"/>
                    <a:pt x="3" y="3"/>
                    <a:pt x="2" y="4"/>
                  </a:cubicBezTo>
                  <a:cubicBezTo>
                    <a:pt x="1" y="5"/>
                    <a:pt x="0" y="6"/>
                    <a:pt x="0" y="6"/>
                  </a:cubicBezTo>
                  <a:cubicBezTo>
                    <a:pt x="0" y="6"/>
                    <a:pt x="2" y="5"/>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89" name="Freeform 2996"/>
            <p:cNvSpPr/>
            <p:nvPr/>
          </p:nvSpPr>
          <p:spPr bwMode="auto">
            <a:xfrm>
              <a:off x="319391" y="10366153"/>
              <a:ext cx="15875" cy="19050"/>
            </a:xfrm>
            <a:custGeom>
              <a:avLst/>
              <a:gdLst>
                <a:gd name="T0" fmla="*/ 3 w 6"/>
                <a:gd name="T1" fmla="*/ 4 h 7"/>
                <a:gd name="T2" fmla="*/ 6 w 6"/>
                <a:gd name="T3" fmla="*/ 0 h 7"/>
                <a:gd name="T4" fmla="*/ 2 w 6"/>
                <a:gd name="T5" fmla="*/ 4 h 7"/>
                <a:gd name="T6" fmla="*/ 0 w 6"/>
                <a:gd name="T7" fmla="*/ 7 h 7"/>
                <a:gd name="T8" fmla="*/ 3 w 6"/>
                <a:gd name="T9" fmla="*/ 4 h 7"/>
              </a:gdLst>
              <a:ahLst/>
              <a:cxnLst>
                <a:cxn ang="0">
                  <a:pos x="T0" y="T1"/>
                </a:cxn>
                <a:cxn ang="0">
                  <a:pos x="T2" y="T3"/>
                </a:cxn>
                <a:cxn ang="0">
                  <a:pos x="T4" y="T5"/>
                </a:cxn>
                <a:cxn ang="0">
                  <a:pos x="T6" y="T7"/>
                </a:cxn>
                <a:cxn ang="0">
                  <a:pos x="T8" y="T9"/>
                </a:cxn>
              </a:cxnLst>
              <a:rect l="0" t="0" r="r" b="b"/>
              <a:pathLst>
                <a:path w="6" h="7">
                  <a:moveTo>
                    <a:pt x="3" y="4"/>
                  </a:moveTo>
                  <a:cubicBezTo>
                    <a:pt x="4" y="3"/>
                    <a:pt x="5" y="2"/>
                    <a:pt x="6" y="0"/>
                  </a:cubicBezTo>
                  <a:cubicBezTo>
                    <a:pt x="4" y="1"/>
                    <a:pt x="2" y="3"/>
                    <a:pt x="2" y="4"/>
                  </a:cubicBezTo>
                  <a:cubicBezTo>
                    <a:pt x="1" y="5"/>
                    <a:pt x="0" y="7"/>
                    <a:pt x="0" y="7"/>
                  </a:cubicBezTo>
                  <a:cubicBezTo>
                    <a:pt x="0" y="7"/>
                    <a:pt x="2" y="5"/>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90" name="Freeform 2997"/>
            <p:cNvSpPr/>
            <p:nvPr/>
          </p:nvSpPr>
          <p:spPr bwMode="auto">
            <a:xfrm>
              <a:off x="113016" y="10583640"/>
              <a:ext cx="15875" cy="19050"/>
            </a:xfrm>
            <a:custGeom>
              <a:avLst/>
              <a:gdLst>
                <a:gd name="T0" fmla="*/ 6 w 6"/>
                <a:gd name="T1" fmla="*/ 1 h 7"/>
                <a:gd name="T2" fmla="*/ 2 w 6"/>
                <a:gd name="T3" fmla="*/ 2 h 7"/>
                <a:gd name="T4" fmla="*/ 0 w 6"/>
                <a:gd name="T5" fmla="*/ 6 h 7"/>
                <a:gd name="T6" fmla="*/ 4 w 6"/>
                <a:gd name="T7" fmla="*/ 4 h 7"/>
                <a:gd name="T8" fmla="*/ 6 w 6"/>
                <a:gd name="T9" fmla="*/ 1 h 7"/>
              </a:gdLst>
              <a:ahLst/>
              <a:cxnLst>
                <a:cxn ang="0">
                  <a:pos x="T0" y="T1"/>
                </a:cxn>
                <a:cxn ang="0">
                  <a:pos x="T2" y="T3"/>
                </a:cxn>
                <a:cxn ang="0">
                  <a:pos x="T4" y="T5"/>
                </a:cxn>
                <a:cxn ang="0">
                  <a:pos x="T6" y="T7"/>
                </a:cxn>
                <a:cxn ang="0">
                  <a:pos x="T8" y="T9"/>
                </a:cxn>
              </a:cxnLst>
              <a:rect l="0" t="0" r="r" b="b"/>
              <a:pathLst>
                <a:path w="6" h="7">
                  <a:moveTo>
                    <a:pt x="6" y="1"/>
                  </a:moveTo>
                  <a:cubicBezTo>
                    <a:pt x="5" y="0"/>
                    <a:pt x="4" y="1"/>
                    <a:pt x="2" y="2"/>
                  </a:cubicBezTo>
                  <a:cubicBezTo>
                    <a:pt x="1" y="4"/>
                    <a:pt x="0" y="6"/>
                    <a:pt x="0" y="6"/>
                  </a:cubicBezTo>
                  <a:cubicBezTo>
                    <a:pt x="1" y="7"/>
                    <a:pt x="3" y="5"/>
                    <a:pt x="4" y="4"/>
                  </a:cubicBezTo>
                  <a:cubicBezTo>
                    <a:pt x="4" y="3"/>
                    <a:pt x="6" y="1"/>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91" name="Freeform 2998"/>
            <p:cNvSpPr/>
            <p:nvPr/>
          </p:nvSpPr>
          <p:spPr bwMode="auto">
            <a:xfrm>
              <a:off x="-93359" y="10774140"/>
              <a:ext cx="22225" cy="19050"/>
            </a:xfrm>
            <a:custGeom>
              <a:avLst/>
              <a:gdLst>
                <a:gd name="T0" fmla="*/ 3 w 8"/>
                <a:gd name="T1" fmla="*/ 6 h 7"/>
                <a:gd name="T2" fmla="*/ 8 w 8"/>
                <a:gd name="T3" fmla="*/ 0 h 7"/>
                <a:gd name="T4" fmla="*/ 3 w 8"/>
                <a:gd name="T5" fmla="*/ 3 h 7"/>
                <a:gd name="T6" fmla="*/ 0 w 8"/>
                <a:gd name="T7" fmla="*/ 7 h 7"/>
                <a:gd name="T8" fmla="*/ 3 w 8"/>
                <a:gd name="T9" fmla="*/ 6 h 7"/>
              </a:gdLst>
              <a:ahLst/>
              <a:cxnLst>
                <a:cxn ang="0">
                  <a:pos x="T0" y="T1"/>
                </a:cxn>
                <a:cxn ang="0">
                  <a:pos x="T2" y="T3"/>
                </a:cxn>
                <a:cxn ang="0">
                  <a:pos x="T4" y="T5"/>
                </a:cxn>
                <a:cxn ang="0">
                  <a:pos x="T6" y="T7"/>
                </a:cxn>
                <a:cxn ang="0">
                  <a:pos x="T8" y="T9"/>
                </a:cxn>
              </a:cxnLst>
              <a:rect l="0" t="0" r="r" b="b"/>
              <a:pathLst>
                <a:path w="8" h="7">
                  <a:moveTo>
                    <a:pt x="3" y="6"/>
                  </a:moveTo>
                  <a:cubicBezTo>
                    <a:pt x="4" y="6"/>
                    <a:pt x="5" y="4"/>
                    <a:pt x="8" y="0"/>
                  </a:cubicBezTo>
                  <a:cubicBezTo>
                    <a:pt x="6" y="1"/>
                    <a:pt x="4" y="2"/>
                    <a:pt x="3" y="3"/>
                  </a:cubicBezTo>
                  <a:cubicBezTo>
                    <a:pt x="2" y="4"/>
                    <a:pt x="1" y="5"/>
                    <a:pt x="0" y="7"/>
                  </a:cubicBezTo>
                  <a:cubicBezTo>
                    <a:pt x="1" y="7"/>
                    <a:pt x="2" y="7"/>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92" name="Freeform 2999"/>
            <p:cNvSpPr/>
            <p:nvPr/>
          </p:nvSpPr>
          <p:spPr bwMode="auto">
            <a:xfrm>
              <a:off x="-299734" y="10920190"/>
              <a:ext cx="22225" cy="17463"/>
            </a:xfrm>
            <a:custGeom>
              <a:avLst/>
              <a:gdLst>
                <a:gd name="T0" fmla="*/ 3 w 8"/>
                <a:gd name="T1" fmla="*/ 5 h 6"/>
                <a:gd name="T2" fmla="*/ 8 w 8"/>
                <a:gd name="T3" fmla="*/ 0 h 6"/>
                <a:gd name="T4" fmla="*/ 3 w 8"/>
                <a:gd name="T5" fmla="*/ 1 h 6"/>
                <a:gd name="T6" fmla="*/ 0 w 8"/>
                <a:gd name="T7" fmla="*/ 4 h 6"/>
                <a:gd name="T8" fmla="*/ 3 w 8"/>
                <a:gd name="T9" fmla="*/ 5 h 6"/>
              </a:gdLst>
              <a:ahLst/>
              <a:cxnLst>
                <a:cxn ang="0">
                  <a:pos x="T0" y="T1"/>
                </a:cxn>
                <a:cxn ang="0">
                  <a:pos x="T2" y="T3"/>
                </a:cxn>
                <a:cxn ang="0">
                  <a:pos x="T4" y="T5"/>
                </a:cxn>
                <a:cxn ang="0">
                  <a:pos x="T6" y="T7"/>
                </a:cxn>
                <a:cxn ang="0">
                  <a:pos x="T8" y="T9"/>
                </a:cxn>
              </a:cxnLst>
              <a:rect l="0" t="0" r="r" b="b"/>
              <a:pathLst>
                <a:path w="8" h="6">
                  <a:moveTo>
                    <a:pt x="3" y="5"/>
                  </a:moveTo>
                  <a:cubicBezTo>
                    <a:pt x="4" y="5"/>
                    <a:pt x="5" y="3"/>
                    <a:pt x="8" y="0"/>
                  </a:cubicBezTo>
                  <a:cubicBezTo>
                    <a:pt x="5" y="1"/>
                    <a:pt x="4" y="0"/>
                    <a:pt x="3" y="1"/>
                  </a:cubicBezTo>
                  <a:cubicBezTo>
                    <a:pt x="1" y="2"/>
                    <a:pt x="1" y="3"/>
                    <a:pt x="0" y="4"/>
                  </a:cubicBezTo>
                  <a:cubicBezTo>
                    <a:pt x="1" y="5"/>
                    <a:pt x="2" y="6"/>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93" name="Freeform 3000"/>
            <p:cNvSpPr/>
            <p:nvPr/>
          </p:nvSpPr>
          <p:spPr bwMode="auto">
            <a:xfrm>
              <a:off x="11395379" y="7027640"/>
              <a:ext cx="26988" cy="31750"/>
            </a:xfrm>
            <a:custGeom>
              <a:avLst/>
              <a:gdLst>
                <a:gd name="T0" fmla="*/ 4 w 10"/>
                <a:gd name="T1" fmla="*/ 12 h 12"/>
                <a:gd name="T2" fmla="*/ 10 w 10"/>
                <a:gd name="T3" fmla="*/ 3 h 12"/>
                <a:gd name="T4" fmla="*/ 3 w 10"/>
                <a:gd name="T5" fmla="*/ 1 h 12"/>
                <a:gd name="T6" fmla="*/ 0 w 10"/>
                <a:gd name="T7" fmla="*/ 9 h 12"/>
                <a:gd name="T8" fmla="*/ 4 w 10"/>
                <a:gd name="T9" fmla="*/ 12 h 12"/>
              </a:gdLst>
              <a:ahLst/>
              <a:cxnLst>
                <a:cxn ang="0">
                  <a:pos x="T0" y="T1"/>
                </a:cxn>
                <a:cxn ang="0">
                  <a:pos x="T2" y="T3"/>
                </a:cxn>
                <a:cxn ang="0">
                  <a:pos x="T4" y="T5"/>
                </a:cxn>
                <a:cxn ang="0">
                  <a:pos x="T6" y="T7"/>
                </a:cxn>
                <a:cxn ang="0">
                  <a:pos x="T8" y="T9"/>
                </a:cxn>
              </a:cxnLst>
              <a:rect l="0" t="0" r="r" b="b"/>
              <a:pathLst>
                <a:path w="10" h="12">
                  <a:moveTo>
                    <a:pt x="4" y="12"/>
                  </a:moveTo>
                  <a:cubicBezTo>
                    <a:pt x="5" y="11"/>
                    <a:pt x="7" y="7"/>
                    <a:pt x="10" y="3"/>
                  </a:cubicBezTo>
                  <a:cubicBezTo>
                    <a:pt x="6" y="2"/>
                    <a:pt x="4" y="0"/>
                    <a:pt x="3" y="1"/>
                  </a:cubicBezTo>
                  <a:cubicBezTo>
                    <a:pt x="2" y="3"/>
                    <a:pt x="1" y="7"/>
                    <a:pt x="0" y="9"/>
                  </a:cubicBezTo>
                  <a:cubicBezTo>
                    <a:pt x="1" y="10"/>
                    <a:pt x="2" y="12"/>
                    <a:pt x="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94" name="Freeform 3001"/>
            <p:cNvSpPr/>
            <p:nvPr/>
          </p:nvSpPr>
          <p:spPr bwMode="auto">
            <a:xfrm>
              <a:off x="11138204" y="7199090"/>
              <a:ext cx="19050" cy="38100"/>
            </a:xfrm>
            <a:custGeom>
              <a:avLst/>
              <a:gdLst>
                <a:gd name="T0" fmla="*/ 4 w 7"/>
                <a:gd name="T1" fmla="*/ 13 h 14"/>
                <a:gd name="T2" fmla="*/ 7 w 7"/>
                <a:gd name="T3" fmla="*/ 2 h 14"/>
                <a:gd name="T4" fmla="*/ 3 w 7"/>
                <a:gd name="T5" fmla="*/ 1 h 14"/>
                <a:gd name="T6" fmla="*/ 0 w 7"/>
                <a:gd name="T7" fmla="*/ 10 h 14"/>
                <a:gd name="T8" fmla="*/ 4 w 7"/>
                <a:gd name="T9" fmla="*/ 13 h 14"/>
              </a:gdLst>
              <a:ahLst/>
              <a:cxnLst>
                <a:cxn ang="0">
                  <a:pos x="T0" y="T1"/>
                </a:cxn>
                <a:cxn ang="0">
                  <a:pos x="T2" y="T3"/>
                </a:cxn>
                <a:cxn ang="0">
                  <a:pos x="T4" y="T5"/>
                </a:cxn>
                <a:cxn ang="0">
                  <a:pos x="T6" y="T7"/>
                </a:cxn>
                <a:cxn ang="0">
                  <a:pos x="T8" y="T9"/>
                </a:cxn>
              </a:cxnLst>
              <a:rect l="0" t="0" r="r" b="b"/>
              <a:pathLst>
                <a:path w="7" h="14">
                  <a:moveTo>
                    <a:pt x="4" y="13"/>
                  </a:moveTo>
                  <a:cubicBezTo>
                    <a:pt x="5" y="12"/>
                    <a:pt x="6" y="7"/>
                    <a:pt x="7" y="2"/>
                  </a:cubicBezTo>
                  <a:cubicBezTo>
                    <a:pt x="5" y="2"/>
                    <a:pt x="4" y="0"/>
                    <a:pt x="3" y="1"/>
                  </a:cubicBezTo>
                  <a:cubicBezTo>
                    <a:pt x="1" y="3"/>
                    <a:pt x="0" y="8"/>
                    <a:pt x="0" y="10"/>
                  </a:cubicBezTo>
                  <a:cubicBezTo>
                    <a:pt x="1" y="12"/>
                    <a:pt x="3" y="14"/>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95" name="Freeform 3002"/>
            <p:cNvSpPr/>
            <p:nvPr/>
          </p:nvSpPr>
          <p:spPr bwMode="auto">
            <a:xfrm>
              <a:off x="10917541" y="7334028"/>
              <a:ext cx="15875" cy="38100"/>
            </a:xfrm>
            <a:custGeom>
              <a:avLst/>
              <a:gdLst>
                <a:gd name="T0" fmla="*/ 0 w 6"/>
                <a:gd name="T1" fmla="*/ 11 h 14"/>
                <a:gd name="T2" fmla="*/ 3 w 6"/>
                <a:gd name="T3" fmla="*/ 13 h 14"/>
                <a:gd name="T4" fmla="*/ 6 w 6"/>
                <a:gd name="T5" fmla="*/ 3 h 14"/>
                <a:gd name="T6" fmla="*/ 2 w 6"/>
                <a:gd name="T7" fmla="*/ 1 h 14"/>
                <a:gd name="T8" fmla="*/ 0 w 6"/>
                <a:gd name="T9" fmla="*/ 11 h 14"/>
              </a:gdLst>
              <a:ahLst/>
              <a:cxnLst>
                <a:cxn ang="0">
                  <a:pos x="T0" y="T1"/>
                </a:cxn>
                <a:cxn ang="0">
                  <a:pos x="T2" y="T3"/>
                </a:cxn>
                <a:cxn ang="0">
                  <a:pos x="T4" y="T5"/>
                </a:cxn>
                <a:cxn ang="0">
                  <a:pos x="T6" y="T7"/>
                </a:cxn>
                <a:cxn ang="0">
                  <a:pos x="T8" y="T9"/>
                </a:cxn>
              </a:cxnLst>
              <a:rect l="0" t="0" r="r" b="b"/>
              <a:pathLst>
                <a:path w="6" h="14">
                  <a:moveTo>
                    <a:pt x="0" y="11"/>
                  </a:moveTo>
                  <a:cubicBezTo>
                    <a:pt x="0" y="13"/>
                    <a:pt x="2" y="14"/>
                    <a:pt x="3" y="13"/>
                  </a:cubicBezTo>
                  <a:cubicBezTo>
                    <a:pt x="4" y="13"/>
                    <a:pt x="5" y="8"/>
                    <a:pt x="6" y="3"/>
                  </a:cubicBezTo>
                  <a:cubicBezTo>
                    <a:pt x="4" y="2"/>
                    <a:pt x="3" y="0"/>
                    <a:pt x="2" y="1"/>
                  </a:cubicBezTo>
                  <a:cubicBezTo>
                    <a:pt x="1" y="3"/>
                    <a:pt x="0" y="9"/>
                    <a:pt x="0"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96" name="Freeform 3003"/>
            <p:cNvSpPr/>
            <p:nvPr/>
          </p:nvSpPr>
          <p:spPr bwMode="auto">
            <a:xfrm>
              <a:off x="10706404" y="7483253"/>
              <a:ext cx="15875" cy="41275"/>
            </a:xfrm>
            <a:custGeom>
              <a:avLst/>
              <a:gdLst>
                <a:gd name="T0" fmla="*/ 1 w 6"/>
                <a:gd name="T1" fmla="*/ 12 h 15"/>
                <a:gd name="T2" fmla="*/ 4 w 6"/>
                <a:gd name="T3" fmla="*/ 15 h 15"/>
                <a:gd name="T4" fmla="*/ 6 w 6"/>
                <a:gd name="T5" fmla="*/ 5 h 15"/>
                <a:gd name="T6" fmla="*/ 2 w 6"/>
                <a:gd name="T7" fmla="*/ 0 h 15"/>
                <a:gd name="T8" fmla="*/ 1 w 6"/>
                <a:gd name="T9" fmla="*/ 12 h 15"/>
              </a:gdLst>
              <a:ahLst/>
              <a:cxnLst>
                <a:cxn ang="0">
                  <a:pos x="T0" y="T1"/>
                </a:cxn>
                <a:cxn ang="0">
                  <a:pos x="T2" y="T3"/>
                </a:cxn>
                <a:cxn ang="0">
                  <a:pos x="T4" y="T5"/>
                </a:cxn>
                <a:cxn ang="0">
                  <a:pos x="T6" y="T7"/>
                </a:cxn>
                <a:cxn ang="0">
                  <a:pos x="T8" y="T9"/>
                </a:cxn>
              </a:cxnLst>
              <a:rect l="0" t="0" r="r" b="b"/>
              <a:pathLst>
                <a:path w="6" h="15">
                  <a:moveTo>
                    <a:pt x="1" y="12"/>
                  </a:moveTo>
                  <a:cubicBezTo>
                    <a:pt x="1" y="14"/>
                    <a:pt x="3" y="14"/>
                    <a:pt x="4" y="15"/>
                  </a:cubicBezTo>
                  <a:cubicBezTo>
                    <a:pt x="5" y="12"/>
                    <a:pt x="6" y="8"/>
                    <a:pt x="6" y="5"/>
                  </a:cubicBezTo>
                  <a:cubicBezTo>
                    <a:pt x="6" y="3"/>
                    <a:pt x="4" y="2"/>
                    <a:pt x="2" y="0"/>
                  </a:cubicBezTo>
                  <a:cubicBezTo>
                    <a:pt x="2" y="5"/>
                    <a:pt x="0" y="10"/>
                    <a:pt x="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97" name="Freeform 3004"/>
            <p:cNvSpPr/>
            <p:nvPr/>
          </p:nvSpPr>
          <p:spPr bwMode="auto">
            <a:xfrm>
              <a:off x="10500029" y="7651528"/>
              <a:ext cx="15875" cy="38100"/>
            </a:xfrm>
            <a:custGeom>
              <a:avLst/>
              <a:gdLst>
                <a:gd name="T0" fmla="*/ 2 w 6"/>
                <a:gd name="T1" fmla="*/ 14 h 14"/>
                <a:gd name="T2" fmla="*/ 6 w 6"/>
                <a:gd name="T3" fmla="*/ 7 h 14"/>
                <a:gd name="T4" fmla="*/ 3 w 6"/>
                <a:gd name="T5" fmla="*/ 1 h 14"/>
                <a:gd name="T6" fmla="*/ 0 w 6"/>
                <a:gd name="T7" fmla="*/ 8 h 14"/>
                <a:gd name="T8" fmla="*/ 2 w 6"/>
                <a:gd name="T9" fmla="*/ 14 h 14"/>
              </a:gdLst>
              <a:ahLst/>
              <a:cxnLst>
                <a:cxn ang="0">
                  <a:pos x="T0" y="T1"/>
                </a:cxn>
                <a:cxn ang="0">
                  <a:pos x="T2" y="T3"/>
                </a:cxn>
                <a:cxn ang="0">
                  <a:pos x="T4" y="T5"/>
                </a:cxn>
                <a:cxn ang="0">
                  <a:pos x="T6" y="T7"/>
                </a:cxn>
                <a:cxn ang="0">
                  <a:pos x="T8" y="T9"/>
                </a:cxn>
              </a:cxnLst>
              <a:rect l="0" t="0" r="r" b="b"/>
              <a:pathLst>
                <a:path w="6" h="14">
                  <a:moveTo>
                    <a:pt x="2" y="14"/>
                  </a:moveTo>
                  <a:cubicBezTo>
                    <a:pt x="3" y="14"/>
                    <a:pt x="4" y="10"/>
                    <a:pt x="6" y="7"/>
                  </a:cubicBezTo>
                  <a:cubicBezTo>
                    <a:pt x="5" y="4"/>
                    <a:pt x="4" y="0"/>
                    <a:pt x="3" y="1"/>
                  </a:cubicBezTo>
                  <a:cubicBezTo>
                    <a:pt x="2" y="1"/>
                    <a:pt x="0" y="6"/>
                    <a:pt x="0" y="8"/>
                  </a:cubicBezTo>
                  <a:cubicBezTo>
                    <a:pt x="0" y="10"/>
                    <a:pt x="1" y="14"/>
                    <a:pt x="2"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98" name="Freeform 3005"/>
            <p:cNvSpPr/>
            <p:nvPr/>
          </p:nvSpPr>
          <p:spPr bwMode="auto">
            <a:xfrm>
              <a:off x="10290479" y="7822978"/>
              <a:ext cx="14288" cy="41275"/>
            </a:xfrm>
            <a:custGeom>
              <a:avLst/>
              <a:gdLst>
                <a:gd name="T0" fmla="*/ 3 w 5"/>
                <a:gd name="T1" fmla="*/ 14 h 15"/>
                <a:gd name="T2" fmla="*/ 5 w 5"/>
                <a:gd name="T3" fmla="*/ 6 h 15"/>
                <a:gd name="T4" fmla="*/ 2 w 5"/>
                <a:gd name="T5" fmla="*/ 0 h 15"/>
                <a:gd name="T6" fmla="*/ 0 w 5"/>
                <a:gd name="T7" fmla="*/ 10 h 15"/>
                <a:gd name="T8" fmla="*/ 3 w 5"/>
                <a:gd name="T9" fmla="*/ 14 h 15"/>
              </a:gdLst>
              <a:ahLst/>
              <a:cxnLst>
                <a:cxn ang="0">
                  <a:pos x="T0" y="T1"/>
                </a:cxn>
                <a:cxn ang="0">
                  <a:pos x="T2" y="T3"/>
                </a:cxn>
                <a:cxn ang="0">
                  <a:pos x="T4" y="T5"/>
                </a:cxn>
                <a:cxn ang="0">
                  <a:pos x="T6" y="T7"/>
                </a:cxn>
                <a:cxn ang="0">
                  <a:pos x="T8" y="T9"/>
                </a:cxn>
              </a:cxnLst>
              <a:rect l="0" t="0" r="r" b="b"/>
              <a:pathLst>
                <a:path w="5" h="15">
                  <a:moveTo>
                    <a:pt x="3" y="14"/>
                  </a:moveTo>
                  <a:cubicBezTo>
                    <a:pt x="4" y="13"/>
                    <a:pt x="5" y="8"/>
                    <a:pt x="5" y="6"/>
                  </a:cubicBezTo>
                  <a:cubicBezTo>
                    <a:pt x="5" y="3"/>
                    <a:pt x="4" y="2"/>
                    <a:pt x="2" y="0"/>
                  </a:cubicBezTo>
                  <a:cubicBezTo>
                    <a:pt x="1" y="4"/>
                    <a:pt x="0" y="8"/>
                    <a:pt x="0" y="10"/>
                  </a:cubicBezTo>
                  <a:cubicBezTo>
                    <a:pt x="0" y="13"/>
                    <a:pt x="2" y="15"/>
                    <a:pt x="3"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2999" name="Freeform 3006"/>
            <p:cNvSpPr/>
            <p:nvPr/>
          </p:nvSpPr>
          <p:spPr bwMode="auto">
            <a:xfrm>
              <a:off x="10080929" y="8002365"/>
              <a:ext cx="17463" cy="34925"/>
            </a:xfrm>
            <a:custGeom>
              <a:avLst/>
              <a:gdLst>
                <a:gd name="T0" fmla="*/ 2 w 6"/>
                <a:gd name="T1" fmla="*/ 12 h 13"/>
                <a:gd name="T2" fmla="*/ 6 w 6"/>
                <a:gd name="T3" fmla="*/ 5 h 13"/>
                <a:gd name="T4" fmla="*/ 3 w 6"/>
                <a:gd name="T5" fmla="*/ 0 h 13"/>
                <a:gd name="T6" fmla="*/ 0 w 6"/>
                <a:gd name="T7" fmla="*/ 8 h 13"/>
                <a:gd name="T8" fmla="*/ 2 w 6"/>
                <a:gd name="T9" fmla="*/ 12 h 13"/>
              </a:gdLst>
              <a:ahLst/>
              <a:cxnLst>
                <a:cxn ang="0">
                  <a:pos x="T0" y="T1"/>
                </a:cxn>
                <a:cxn ang="0">
                  <a:pos x="T2" y="T3"/>
                </a:cxn>
                <a:cxn ang="0">
                  <a:pos x="T4" y="T5"/>
                </a:cxn>
                <a:cxn ang="0">
                  <a:pos x="T6" y="T7"/>
                </a:cxn>
                <a:cxn ang="0">
                  <a:pos x="T8" y="T9"/>
                </a:cxn>
              </a:cxnLst>
              <a:rect l="0" t="0" r="r" b="b"/>
              <a:pathLst>
                <a:path w="6" h="13">
                  <a:moveTo>
                    <a:pt x="2" y="12"/>
                  </a:moveTo>
                  <a:cubicBezTo>
                    <a:pt x="3" y="12"/>
                    <a:pt x="5" y="9"/>
                    <a:pt x="6" y="5"/>
                  </a:cubicBezTo>
                  <a:cubicBezTo>
                    <a:pt x="5" y="3"/>
                    <a:pt x="4" y="0"/>
                    <a:pt x="3" y="0"/>
                  </a:cubicBezTo>
                  <a:cubicBezTo>
                    <a:pt x="2" y="1"/>
                    <a:pt x="0" y="5"/>
                    <a:pt x="0" y="8"/>
                  </a:cubicBezTo>
                  <a:cubicBezTo>
                    <a:pt x="0" y="10"/>
                    <a:pt x="1" y="13"/>
                    <a:pt x="2"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00" name="Freeform 3007"/>
            <p:cNvSpPr/>
            <p:nvPr/>
          </p:nvSpPr>
          <p:spPr bwMode="auto">
            <a:xfrm>
              <a:off x="9872966" y="8178578"/>
              <a:ext cx="15875" cy="30163"/>
            </a:xfrm>
            <a:custGeom>
              <a:avLst/>
              <a:gdLst>
                <a:gd name="T0" fmla="*/ 2 w 6"/>
                <a:gd name="T1" fmla="*/ 11 h 11"/>
                <a:gd name="T2" fmla="*/ 6 w 6"/>
                <a:gd name="T3" fmla="*/ 7 h 11"/>
                <a:gd name="T4" fmla="*/ 4 w 6"/>
                <a:gd name="T5" fmla="*/ 0 h 11"/>
                <a:gd name="T6" fmla="*/ 1 w 6"/>
                <a:gd name="T7" fmla="*/ 5 h 11"/>
                <a:gd name="T8" fmla="*/ 2 w 6"/>
                <a:gd name="T9" fmla="*/ 11 h 11"/>
              </a:gdLst>
              <a:ahLst/>
              <a:cxnLst>
                <a:cxn ang="0">
                  <a:pos x="T0" y="T1"/>
                </a:cxn>
                <a:cxn ang="0">
                  <a:pos x="T2" y="T3"/>
                </a:cxn>
                <a:cxn ang="0">
                  <a:pos x="T4" y="T5"/>
                </a:cxn>
                <a:cxn ang="0">
                  <a:pos x="T6" y="T7"/>
                </a:cxn>
                <a:cxn ang="0">
                  <a:pos x="T8" y="T9"/>
                </a:cxn>
              </a:cxnLst>
              <a:rect l="0" t="0" r="r" b="b"/>
              <a:pathLst>
                <a:path w="6" h="11">
                  <a:moveTo>
                    <a:pt x="2" y="11"/>
                  </a:moveTo>
                  <a:cubicBezTo>
                    <a:pt x="3" y="11"/>
                    <a:pt x="4" y="9"/>
                    <a:pt x="6" y="7"/>
                  </a:cubicBezTo>
                  <a:cubicBezTo>
                    <a:pt x="5" y="4"/>
                    <a:pt x="5" y="0"/>
                    <a:pt x="4" y="0"/>
                  </a:cubicBezTo>
                  <a:cubicBezTo>
                    <a:pt x="3" y="0"/>
                    <a:pt x="1" y="3"/>
                    <a:pt x="1" y="5"/>
                  </a:cubicBezTo>
                  <a:cubicBezTo>
                    <a:pt x="0" y="7"/>
                    <a:pt x="1" y="11"/>
                    <a:pt x="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01" name="Freeform 3008"/>
            <p:cNvSpPr/>
            <p:nvPr/>
          </p:nvSpPr>
          <p:spPr bwMode="auto">
            <a:xfrm>
              <a:off x="9663416" y="8350028"/>
              <a:ext cx="15875" cy="30163"/>
            </a:xfrm>
            <a:custGeom>
              <a:avLst/>
              <a:gdLst>
                <a:gd name="T0" fmla="*/ 6 w 6"/>
                <a:gd name="T1" fmla="*/ 3 h 11"/>
                <a:gd name="T2" fmla="*/ 3 w 6"/>
                <a:gd name="T3" fmla="*/ 0 h 11"/>
                <a:gd name="T4" fmla="*/ 1 w 6"/>
                <a:gd name="T5" fmla="*/ 7 h 11"/>
                <a:gd name="T6" fmla="*/ 4 w 6"/>
                <a:gd name="T7" fmla="*/ 11 h 11"/>
                <a:gd name="T8" fmla="*/ 6 w 6"/>
                <a:gd name="T9" fmla="*/ 3 h 11"/>
              </a:gdLst>
              <a:ahLst/>
              <a:cxnLst>
                <a:cxn ang="0">
                  <a:pos x="T0" y="T1"/>
                </a:cxn>
                <a:cxn ang="0">
                  <a:pos x="T2" y="T3"/>
                </a:cxn>
                <a:cxn ang="0">
                  <a:pos x="T4" y="T5"/>
                </a:cxn>
                <a:cxn ang="0">
                  <a:pos x="T6" y="T7"/>
                </a:cxn>
                <a:cxn ang="0">
                  <a:pos x="T8" y="T9"/>
                </a:cxn>
              </a:cxnLst>
              <a:rect l="0" t="0" r="r" b="b"/>
              <a:pathLst>
                <a:path w="6" h="11">
                  <a:moveTo>
                    <a:pt x="6" y="3"/>
                  </a:moveTo>
                  <a:cubicBezTo>
                    <a:pt x="6" y="1"/>
                    <a:pt x="4" y="1"/>
                    <a:pt x="3" y="0"/>
                  </a:cubicBezTo>
                  <a:cubicBezTo>
                    <a:pt x="2" y="2"/>
                    <a:pt x="1" y="5"/>
                    <a:pt x="1" y="7"/>
                  </a:cubicBezTo>
                  <a:cubicBezTo>
                    <a:pt x="0" y="8"/>
                    <a:pt x="2" y="9"/>
                    <a:pt x="4" y="11"/>
                  </a:cubicBezTo>
                  <a:cubicBezTo>
                    <a:pt x="5" y="8"/>
                    <a:pt x="6" y="5"/>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02" name="Freeform 3009"/>
            <p:cNvSpPr/>
            <p:nvPr/>
          </p:nvSpPr>
          <p:spPr bwMode="auto">
            <a:xfrm>
              <a:off x="9457041" y="8510365"/>
              <a:ext cx="22225" cy="23813"/>
            </a:xfrm>
            <a:custGeom>
              <a:avLst/>
              <a:gdLst>
                <a:gd name="T0" fmla="*/ 3 w 8"/>
                <a:gd name="T1" fmla="*/ 9 h 9"/>
                <a:gd name="T2" fmla="*/ 8 w 8"/>
                <a:gd name="T3" fmla="*/ 2 h 9"/>
                <a:gd name="T4" fmla="*/ 2 w 8"/>
                <a:gd name="T5" fmla="*/ 1 h 9"/>
                <a:gd name="T6" fmla="*/ 0 w 8"/>
                <a:gd name="T7" fmla="*/ 8 h 9"/>
                <a:gd name="T8" fmla="*/ 3 w 8"/>
                <a:gd name="T9" fmla="*/ 9 h 9"/>
              </a:gdLst>
              <a:ahLst/>
              <a:cxnLst>
                <a:cxn ang="0">
                  <a:pos x="T0" y="T1"/>
                </a:cxn>
                <a:cxn ang="0">
                  <a:pos x="T2" y="T3"/>
                </a:cxn>
                <a:cxn ang="0">
                  <a:pos x="T4" y="T5"/>
                </a:cxn>
                <a:cxn ang="0">
                  <a:pos x="T6" y="T7"/>
                </a:cxn>
                <a:cxn ang="0">
                  <a:pos x="T8" y="T9"/>
                </a:cxn>
              </a:cxnLst>
              <a:rect l="0" t="0" r="r" b="b"/>
              <a:pathLst>
                <a:path w="8" h="9">
                  <a:moveTo>
                    <a:pt x="3" y="9"/>
                  </a:moveTo>
                  <a:cubicBezTo>
                    <a:pt x="4" y="8"/>
                    <a:pt x="6" y="5"/>
                    <a:pt x="8" y="2"/>
                  </a:cubicBezTo>
                  <a:cubicBezTo>
                    <a:pt x="4" y="1"/>
                    <a:pt x="3" y="0"/>
                    <a:pt x="2" y="1"/>
                  </a:cubicBezTo>
                  <a:cubicBezTo>
                    <a:pt x="1" y="2"/>
                    <a:pt x="0" y="5"/>
                    <a:pt x="0" y="8"/>
                  </a:cubicBezTo>
                  <a:cubicBezTo>
                    <a:pt x="1" y="8"/>
                    <a:pt x="2" y="9"/>
                    <a:pt x="3"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03" name="Freeform 3010"/>
            <p:cNvSpPr/>
            <p:nvPr/>
          </p:nvSpPr>
          <p:spPr bwMode="auto">
            <a:xfrm>
              <a:off x="9249079" y="8659590"/>
              <a:ext cx="12700" cy="20638"/>
            </a:xfrm>
            <a:custGeom>
              <a:avLst/>
              <a:gdLst>
                <a:gd name="T0" fmla="*/ 3 w 5"/>
                <a:gd name="T1" fmla="*/ 8 h 8"/>
                <a:gd name="T2" fmla="*/ 5 w 5"/>
                <a:gd name="T3" fmla="*/ 3 h 8"/>
                <a:gd name="T4" fmla="*/ 2 w 5"/>
                <a:gd name="T5" fmla="*/ 0 h 8"/>
                <a:gd name="T6" fmla="*/ 0 w 5"/>
                <a:gd name="T7" fmla="*/ 7 h 8"/>
                <a:gd name="T8" fmla="*/ 3 w 5"/>
                <a:gd name="T9" fmla="*/ 8 h 8"/>
              </a:gdLst>
              <a:ahLst/>
              <a:cxnLst>
                <a:cxn ang="0">
                  <a:pos x="T0" y="T1"/>
                </a:cxn>
                <a:cxn ang="0">
                  <a:pos x="T2" y="T3"/>
                </a:cxn>
                <a:cxn ang="0">
                  <a:pos x="T4" y="T5"/>
                </a:cxn>
                <a:cxn ang="0">
                  <a:pos x="T6" y="T7"/>
                </a:cxn>
                <a:cxn ang="0">
                  <a:pos x="T8" y="T9"/>
                </a:cxn>
              </a:cxnLst>
              <a:rect l="0" t="0" r="r" b="b"/>
              <a:pathLst>
                <a:path w="5" h="8">
                  <a:moveTo>
                    <a:pt x="3" y="8"/>
                  </a:moveTo>
                  <a:cubicBezTo>
                    <a:pt x="4" y="6"/>
                    <a:pt x="5" y="4"/>
                    <a:pt x="5" y="3"/>
                  </a:cubicBezTo>
                  <a:cubicBezTo>
                    <a:pt x="5" y="1"/>
                    <a:pt x="3" y="1"/>
                    <a:pt x="2" y="0"/>
                  </a:cubicBezTo>
                  <a:cubicBezTo>
                    <a:pt x="1" y="3"/>
                    <a:pt x="0" y="6"/>
                    <a:pt x="0" y="7"/>
                  </a:cubicBezTo>
                  <a:cubicBezTo>
                    <a:pt x="0" y="8"/>
                    <a:pt x="2" y="8"/>
                    <a:pt x="3"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04" name="Freeform 3011"/>
            <p:cNvSpPr/>
            <p:nvPr/>
          </p:nvSpPr>
          <p:spPr bwMode="auto">
            <a:xfrm>
              <a:off x="9039529" y="8797703"/>
              <a:ext cx="15875" cy="19050"/>
            </a:xfrm>
            <a:custGeom>
              <a:avLst/>
              <a:gdLst>
                <a:gd name="T0" fmla="*/ 4 w 6"/>
                <a:gd name="T1" fmla="*/ 6 h 7"/>
                <a:gd name="T2" fmla="*/ 6 w 6"/>
                <a:gd name="T3" fmla="*/ 0 h 7"/>
                <a:gd name="T4" fmla="*/ 2 w 6"/>
                <a:gd name="T5" fmla="*/ 1 h 7"/>
                <a:gd name="T6" fmla="*/ 0 w 6"/>
                <a:gd name="T7" fmla="*/ 6 h 7"/>
                <a:gd name="T8" fmla="*/ 4 w 6"/>
                <a:gd name="T9" fmla="*/ 6 h 7"/>
              </a:gdLst>
              <a:ahLst/>
              <a:cxnLst>
                <a:cxn ang="0">
                  <a:pos x="T0" y="T1"/>
                </a:cxn>
                <a:cxn ang="0">
                  <a:pos x="T2" y="T3"/>
                </a:cxn>
                <a:cxn ang="0">
                  <a:pos x="T4" y="T5"/>
                </a:cxn>
                <a:cxn ang="0">
                  <a:pos x="T6" y="T7"/>
                </a:cxn>
                <a:cxn ang="0">
                  <a:pos x="T8" y="T9"/>
                </a:cxn>
              </a:cxnLst>
              <a:rect l="0" t="0" r="r" b="b"/>
              <a:pathLst>
                <a:path w="6" h="7">
                  <a:moveTo>
                    <a:pt x="4" y="6"/>
                  </a:moveTo>
                  <a:cubicBezTo>
                    <a:pt x="4" y="5"/>
                    <a:pt x="5" y="3"/>
                    <a:pt x="6" y="0"/>
                  </a:cubicBezTo>
                  <a:cubicBezTo>
                    <a:pt x="4" y="1"/>
                    <a:pt x="3" y="0"/>
                    <a:pt x="2" y="1"/>
                  </a:cubicBezTo>
                  <a:cubicBezTo>
                    <a:pt x="1" y="2"/>
                    <a:pt x="0" y="5"/>
                    <a:pt x="0" y="6"/>
                  </a:cubicBezTo>
                  <a:cubicBezTo>
                    <a:pt x="1" y="7"/>
                    <a:pt x="3" y="7"/>
                    <a:pt x="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05" name="Freeform 3012"/>
            <p:cNvSpPr/>
            <p:nvPr/>
          </p:nvSpPr>
          <p:spPr bwMode="auto">
            <a:xfrm>
              <a:off x="8829979" y="8919940"/>
              <a:ext cx="22225" cy="12700"/>
            </a:xfrm>
            <a:custGeom>
              <a:avLst/>
              <a:gdLst>
                <a:gd name="T0" fmla="*/ 3 w 8"/>
                <a:gd name="T1" fmla="*/ 5 h 5"/>
                <a:gd name="T2" fmla="*/ 8 w 8"/>
                <a:gd name="T3" fmla="*/ 0 h 5"/>
                <a:gd name="T4" fmla="*/ 2 w 8"/>
                <a:gd name="T5" fmla="*/ 0 h 5"/>
                <a:gd name="T6" fmla="*/ 0 w 8"/>
                <a:gd name="T7" fmla="*/ 4 h 5"/>
                <a:gd name="T8" fmla="*/ 3 w 8"/>
                <a:gd name="T9" fmla="*/ 5 h 5"/>
              </a:gdLst>
              <a:ahLst/>
              <a:cxnLst>
                <a:cxn ang="0">
                  <a:pos x="T0" y="T1"/>
                </a:cxn>
                <a:cxn ang="0">
                  <a:pos x="T2" y="T3"/>
                </a:cxn>
                <a:cxn ang="0">
                  <a:pos x="T4" y="T5"/>
                </a:cxn>
                <a:cxn ang="0">
                  <a:pos x="T6" y="T7"/>
                </a:cxn>
                <a:cxn ang="0">
                  <a:pos x="T8" y="T9"/>
                </a:cxn>
              </a:cxnLst>
              <a:rect l="0" t="0" r="r" b="b"/>
              <a:pathLst>
                <a:path w="8" h="5">
                  <a:moveTo>
                    <a:pt x="3" y="5"/>
                  </a:moveTo>
                  <a:cubicBezTo>
                    <a:pt x="4" y="4"/>
                    <a:pt x="6" y="2"/>
                    <a:pt x="8" y="0"/>
                  </a:cubicBezTo>
                  <a:cubicBezTo>
                    <a:pt x="4" y="0"/>
                    <a:pt x="3" y="0"/>
                    <a:pt x="2" y="0"/>
                  </a:cubicBezTo>
                  <a:cubicBezTo>
                    <a:pt x="1" y="1"/>
                    <a:pt x="0" y="3"/>
                    <a:pt x="0" y="4"/>
                  </a:cubicBezTo>
                  <a:cubicBezTo>
                    <a:pt x="1" y="4"/>
                    <a:pt x="2" y="5"/>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06" name="Freeform 3013"/>
            <p:cNvSpPr/>
            <p:nvPr/>
          </p:nvSpPr>
          <p:spPr bwMode="auto">
            <a:xfrm>
              <a:off x="8618841" y="9023128"/>
              <a:ext cx="19050" cy="11113"/>
            </a:xfrm>
            <a:custGeom>
              <a:avLst/>
              <a:gdLst>
                <a:gd name="T0" fmla="*/ 4 w 7"/>
                <a:gd name="T1" fmla="*/ 3 h 4"/>
                <a:gd name="T2" fmla="*/ 7 w 7"/>
                <a:gd name="T3" fmla="*/ 0 h 4"/>
                <a:gd name="T4" fmla="*/ 2 w 7"/>
                <a:gd name="T5" fmla="*/ 0 h 4"/>
                <a:gd name="T6" fmla="*/ 1 w 7"/>
                <a:gd name="T7" fmla="*/ 3 h 4"/>
                <a:gd name="T8" fmla="*/ 4 w 7"/>
                <a:gd name="T9" fmla="*/ 3 h 4"/>
              </a:gdLst>
              <a:ahLst/>
              <a:cxnLst>
                <a:cxn ang="0">
                  <a:pos x="T0" y="T1"/>
                </a:cxn>
                <a:cxn ang="0">
                  <a:pos x="T2" y="T3"/>
                </a:cxn>
                <a:cxn ang="0">
                  <a:pos x="T4" y="T5"/>
                </a:cxn>
                <a:cxn ang="0">
                  <a:pos x="T6" y="T7"/>
                </a:cxn>
                <a:cxn ang="0">
                  <a:pos x="T8" y="T9"/>
                </a:cxn>
              </a:cxnLst>
              <a:rect l="0" t="0" r="r" b="b"/>
              <a:pathLst>
                <a:path w="7" h="4">
                  <a:moveTo>
                    <a:pt x="4" y="3"/>
                  </a:moveTo>
                  <a:cubicBezTo>
                    <a:pt x="5" y="3"/>
                    <a:pt x="6" y="1"/>
                    <a:pt x="7" y="0"/>
                  </a:cubicBezTo>
                  <a:cubicBezTo>
                    <a:pt x="5" y="0"/>
                    <a:pt x="3" y="0"/>
                    <a:pt x="2" y="0"/>
                  </a:cubicBezTo>
                  <a:cubicBezTo>
                    <a:pt x="1" y="1"/>
                    <a:pt x="0" y="3"/>
                    <a:pt x="1" y="3"/>
                  </a:cubicBezTo>
                  <a:cubicBezTo>
                    <a:pt x="1" y="4"/>
                    <a:pt x="3" y="4"/>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07" name="Freeform 3014"/>
            <p:cNvSpPr/>
            <p:nvPr/>
          </p:nvSpPr>
          <p:spPr bwMode="auto">
            <a:xfrm>
              <a:off x="5640691" y="9662890"/>
              <a:ext cx="17463" cy="30163"/>
            </a:xfrm>
            <a:custGeom>
              <a:avLst/>
              <a:gdLst>
                <a:gd name="T0" fmla="*/ 3 w 6"/>
                <a:gd name="T1" fmla="*/ 11 h 11"/>
                <a:gd name="T2" fmla="*/ 6 w 6"/>
                <a:gd name="T3" fmla="*/ 6 h 11"/>
                <a:gd name="T4" fmla="*/ 3 w 6"/>
                <a:gd name="T5" fmla="*/ 0 h 11"/>
                <a:gd name="T6" fmla="*/ 0 w 6"/>
                <a:gd name="T7" fmla="*/ 5 h 11"/>
                <a:gd name="T8" fmla="*/ 3 w 6"/>
                <a:gd name="T9" fmla="*/ 11 h 11"/>
              </a:gdLst>
              <a:ahLst/>
              <a:cxnLst>
                <a:cxn ang="0">
                  <a:pos x="T0" y="T1"/>
                </a:cxn>
                <a:cxn ang="0">
                  <a:pos x="T2" y="T3"/>
                </a:cxn>
                <a:cxn ang="0">
                  <a:pos x="T4" y="T5"/>
                </a:cxn>
                <a:cxn ang="0">
                  <a:pos x="T6" y="T7"/>
                </a:cxn>
                <a:cxn ang="0">
                  <a:pos x="T8" y="T9"/>
                </a:cxn>
              </a:cxnLst>
              <a:rect l="0" t="0" r="r" b="b"/>
              <a:pathLst>
                <a:path w="6" h="11">
                  <a:moveTo>
                    <a:pt x="3" y="11"/>
                  </a:moveTo>
                  <a:cubicBezTo>
                    <a:pt x="4" y="11"/>
                    <a:pt x="6" y="8"/>
                    <a:pt x="6" y="6"/>
                  </a:cubicBezTo>
                  <a:cubicBezTo>
                    <a:pt x="6" y="4"/>
                    <a:pt x="4" y="1"/>
                    <a:pt x="3" y="0"/>
                  </a:cubicBezTo>
                  <a:cubicBezTo>
                    <a:pt x="2" y="0"/>
                    <a:pt x="1" y="3"/>
                    <a:pt x="0" y="5"/>
                  </a:cubicBezTo>
                  <a:cubicBezTo>
                    <a:pt x="1" y="8"/>
                    <a:pt x="2" y="11"/>
                    <a:pt x="3"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08" name="Freeform 3015"/>
            <p:cNvSpPr/>
            <p:nvPr/>
          </p:nvSpPr>
          <p:spPr bwMode="auto">
            <a:xfrm>
              <a:off x="5856591" y="9608915"/>
              <a:ext cx="15875" cy="26988"/>
            </a:xfrm>
            <a:custGeom>
              <a:avLst/>
              <a:gdLst>
                <a:gd name="T0" fmla="*/ 4 w 6"/>
                <a:gd name="T1" fmla="*/ 9 h 10"/>
                <a:gd name="T2" fmla="*/ 6 w 6"/>
                <a:gd name="T3" fmla="*/ 3 h 10"/>
                <a:gd name="T4" fmla="*/ 2 w 6"/>
                <a:gd name="T5" fmla="*/ 1 h 10"/>
                <a:gd name="T6" fmla="*/ 0 w 6"/>
                <a:gd name="T7" fmla="*/ 7 h 10"/>
                <a:gd name="T8" fmla="*/ 4 w 6"/>
                <a:gd name="T9" fmla="*/ 9 h 10"/>
              </a:gdLst>
              <a:ahLst/>
              <a:cxnLst>
                <a:cxn ang="0">
                  <a:pos x="T0" y="T1"/>
                </a:cxn>
                <a:cxn ang="0">
                  <a:pos x="T2" y="T3"/>
                </a:cxn>
                <a:cxn ang="0">
                  <a:pos x="T4" y="T5"/>
                </a:cxn>
                <a:cxn ang="0">
                  <a:pos x="T6" y="T7"/>
                </a:cxn>
                <a:cxn ang="0">
                  <a:pos x="T8" y="T9"/>
                </a:cxn>
              </a:cxnLst>
              <a:rect l="0" t="0" r="r" b="b"/>
              <a:pathLst>
                <a:path w="6" h="10">
                  <a:moveTo>
                    <a:pt x="4" y="9"/>
                  </a:moveTo>
                  <a:cubicBezTo>
                    <a:pt x="5" y="9"/>
                    <a:pt x="5" y="6"/>
                    <a:pt x="6" y="3"/>
                  </a:cubicBezTo>
                  <a:cubicBezTo>
                    <a:pt x="4" y="2"/>
                    <a:pt x="3" y="0"/>
                    <a:pt x="2" y="1"/>
                  </a:cubicBezTo>
                  <a:cubicBezTo>
                    <a:pt x="1" y="2"/>
                    <a:pt x="0" y="5"/>
                    <a:pt x="0" y="7"/>
                  </a:cubicBezTo>
                  <a:cubicBezTo>
                    <a:pt x="1" y="8"/>
                    <a:pt x="3" y="10"/>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09" name="Freeform 3016"/>
            <p:cNvSpPr/>
            <p:nvPr/>
          </p:nvSpPr>
          <p:spPr bwMode="auto">
            <a:xfrm>
              <a:off x="6067729" y="9554940"/>
              <a:ext cx="23813" cy="22225"/>
            </a:xfrm>
            <a:custGeom>
              <a:avLst/>
              <a:gdLst>
                <a:gd name="T0" fmla="*/ 9 w 9"/>
                <a:gd name="T1" fmla="*/ 3 h 8"/>
                <a:gd name="T2" fmla="*/ 2 w 9"/>
                <a:gd name="T3" fmla="*/ 0 h 8"/>
                <a:gd name="T4" fmla="*/ 0 w 9"/>
                <a:gd name="T5" fmla="*/ 5 h 8"/>
                <a:gd name="T6" fmla="*/ 4 w 9"/>
                <a:gd name="T7" fmla="*/ 8 h 8"/>
                <a:gd name="T8" fmla="*/ 9 w 9"/>
                <a:gd name="T9" fmla="*/ 3 h 8"/>
              </a:gdLst>
              <a:ahLst/>
              <a:cxnLst>
                <a:cxn ang="0">
                  <a:pos x="T0" y="T1"/>
                </a:cxn>
                <a:cxn ang="0">
                  <a:pos x="T2" y="T3"/>
                </a:cxn>
                <a:cxn ang="0">
                  <a:pos x="T4" y="T5"/>
                </a:cxn>
                <a:cxn ang="0">
                  <a:pos x="T6" y="T7"/>
                </a:cxn>
                <a:cxn ang="0">
                  <a:pos x="T8" y="T9"/>
                </a:cxn>
              </a:cxnLst>
              <a:rect l="0" t="0" r="r" b="b"/>
              <a:pathLst>
                <a:path w="9" h="8">
                  <a:moveTo>
                    <a:pt x="9" y="3"/>
                  </a:moveTo>
                  <a:cubicBezTo>
                    <a:pt x="5" y="1"/>
                    <a:pt x="3" y="0"/>
                    <a:pt x="2" y="0"/>
                  </a:cubicBezTo>
                  <a:cubicBezTo>
                    <a:pt x="1" y="1"/>
                    <a:pt x="1" y="3"/>
                    <a:pt x="0" y="5"/>
                  </a:cubicBezTo>
                  <a:cubicBezTo>
                    <a:pt x="1" y="6"/>
                    <a:pt x="3" y="8"/>
                    <a:pt x="4" y="8"/>
                  </a:cubicBezTo>
                  <a:cubicBezTo>
                    <a:pt x="5" y="8"/>
                    <a:pt x="6" y="6"/>
                    <a:pt x="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10" name="Freeform 3017"/>
            <p:cNvSpPr/>
            <p:nvPr/>
          </p:nvSpPr>
          <p:spPr bwMode="auto">
            <a:xfrm>
              <a:off x="6278866" y="9497790"/>
              <a:ext cx="15875" cy="19050"/>
            </a:xfrm>
            <a:custGeom>
              <a:avLst/>
              <a:gdLst>
                <a:gd name="T0" fmla="*/ 3 w 6"/>
                <a:gd name="T1" fmla="*/ 7 h 7"/>
                <a:gd name="T2" fmla="*/ 6 w 6"/>
                <a:gd name="T3" fmla="*/ 4 h 7"/>
                <a:gd name="T4" fmla="*/ 4 w 6"/>
                <a:gd name="T5" fmla="*/ 0 h 7"/>
                <a:gd name="T6" fmla="*/ 0 w 6"/>
                <a:gd name="T7" fmla="*/ 4 h 7"/>
                <a:gd name="T8" fmla="*/ 3 w 6"/>
                <a:gd name="T9" fmla="*/ 7 h 7"/>
              </a:gdLst>
              <a:ahLst/>
              <a:cxnLst>
                <a:cxn ang="0">
                  <a:pos x="T0" y="T1"/>
                </a:cxn>
                <a:cxn ang="0">
                  <a:pos x="T2" y="T3"/>
                </a:cxn>
                <a:cxn ang="0">
                  <a:pos x="T4" y="T5"/>
                </a:cxn>
                <a:cxn ang="0">
                  <a:pos x="T6" y="T7"/>
                </a:cxn>
                <a:cxn ang="0">
                  <a:pos x="T8" y="T9"/>
                </a:cxn>
              </a:cxnLst>
              <a:rect l="0" t="0" r="r" b="b"/>
              <a:pathLst>
                <a:path w="6" h="7">
                  <a:moveTo>
                    <a:pt x="3" y="7"/>
                  </a:moveTo>
                  <a:cubicBezTo>
                    <a:pt x="4" y="7"/>
                    <a:pt x="6" y="5"/>
                    <a:pt x="6" y="4"/>
                  </a:cubicBezTo>
                  <a:cubicBezTo>
                    <a:pt x="6" y="3"/>
                    <a:pt x="5" y="0"/>
                    <a:pt x="4" y="0"/>
                  </a:cubicBezTo>
                  <a:cubicBezTo>
                    <a:pt x="3" y="0"/>
                    <a:pt x="1" y="2"/>
                    <a:pt x="0" y="4"/>
                  </a:cubicBezTo>
                  <a:cubicBezTo>
                    <a:pt x="1" y="6"/>
                    <a:pt x="2" y="7"/>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11" name="Freeform 3018"/>
            <p:cNvSpPr/>
            <p:nvPr/>
          </p:nvSpPr>
          <p:spPr bwMode="auto">
            <a:xfrm>
              <a:off x="6493179" y="9443815"/>
              <a:ext cx="14288" cy="19050"/>
            </a:xfrm>
            <a:custGeom>
              <a:avLst/>
              <a:gdLst>
                <a:gd name="T0" fmla="*/ 4 w 5"/>
                <a:gd name="T1" fmla="*/ 7 h 7"/>
                <a:gd name="T2" fmla="*/ 5 w 5"/>
                <a:gd name="T3" fmla="*/ 3 h 7"/>
                <a:gd name="T4" fmla="*/ 2 w 5"/>
                <a:gd name="T5" fmla="*/ 0 h 7"/>
                <a:gd name="T6" fmla="*/ 0 w 5"/>
                <a:gd name="T7" fmla="*/ 5 h 7"/>
                <a:gd name="T8" fmla="*/ 4 w 5"/>
                <a:gd name="T9" fmla="*/ 7 h 7"/>
              </a:gdLst>
              <a:ahLst/>
              <a:cxnLst>
                <a:cxn ang="0">
                  <a:pos x="T0" y="T1"/>
                </a:cxn>
                <a:cxn ang="0">
                  <a:pos x="T2" y="T3"/>
                </a:cxn>
                <a:cxn ang="0">
                  <a:pos x="T4" y="T5"/>
                </a:cxn>
                <a:cxn ang="0">
                  <a:pos x="T6" y="T7"/>
                </a:cxn>
                <a:cxn ang="0">
                  <a:pos x="T8" y="T9"/>
                </a:cxn>
              </a:cxnLst>
              <a:rect l="0" t="0" r="r" b="b"/>
              <a:pathLst>
                <a:path w="5" h="7">
                  <a:moveTo>
                    <a:pt x="4" y="7"/>
                  </a:moveTo>
                  <a:cubicBezTo>
                    <a:pt x="4" y="5"/>
                    <a:pt x="5" y="4"/>
                    <a:pt x="5" y="3"/>
                  </a:cubicBezTo>
                  <a:cubicBezTo>
                    <a:pt x="5" y="2"/>
                    <a:pt x="3" y="1"/>
                    <a:pt x="2" y="0"/>
                  </a:cubicBezTo>
                  <a:cubicBezTo>
                    <a:pt x="1" y="2"/>
                    <a:pt x="0" y="4"/>
                    <a:pt x="0" y="5"/>
                  </a:cubicBezTo>
                  <a:cubicBezTo>
                    <a:pt x="1" y="6"/>
                    <a:pt x="2" y="6"/>
                    <a:pt x="4"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12" name="Freeform 3020"/>
            <p:cNvSpPr/>
            <p:nvPr/>
          </p:nvSpPr>
          <p:spPr bwMode="auto">
            <a:xfrm>
              <a:off x="6702729" y="9397778"/>
              <a:ext cx="19050" cy="12700"/>
            </a:xfrm>
            <a:custGeom>
              <a:avLst/>
              <a:gdLst>
                <a:gd name="T0" fmla="*/ 7 w 7"/>
                <a:gd name="T1" fmla="*/ 2 h 5"/>
                <a:gd name="T2" fmla="*/ 4 w 7"/>
                <a:gd name="T3" fmla="*/ 0 h 5"/>
                <a:gd name="T4" fmla="*/ 0 w 7"/>
                <a:gd name="T5" fmla="*/ 3 h 5"/>
                <a:gd name="T6" fmla="*/ 4 w 7"/>
                <a:gd name="T7" fmla="*/ 5 h 5"/>
                <a:gd name="T8" fmla="*/ 7 w 7"/>
                <a:gd name="T9" fmla="*/ 2 h 5"/>
              </a:gdLst>
              <a:ahLst/>
              <a:cxnLst>
                <a:cxn ang="0">
                  <a:pos x="T0" y="T1"/>
                </a:cxn>
                <a:cxn ang="0">
                  <a:pos x="T2" y="T3"/>
                </a:cxn>
                <a:cxn ang="0">
                  <a:pos x="T4" y="T5"/>
                </a:cxn>
                <a:cxn ang="0">
                  <a:pos x="T6" y="T7"/>
                </a:cxn>
                <a:cxn ang="0">
                  <a:pos x="T8" y="T9"/>
                </a:cxn>
              </a:cxnLst>
              <a:rect l="0" t="0" r="r" b="b"/>
              <a:pathLst>
                <a:path w="7" h="5">
                  <a:moveTo>
                    <a:pt x="7" y="2"/>
                  </a:moveTo>
                  <a:cubicBezTo>
                    <a:pt x="7" y="2"/>
                    <a:pt x="5" y="0"/>
                    <a:pt x="4" y="0"/>
                  </a:cubicBezTo>
                  <a:cubicBezTo>
                    <a:pt x="3" y="0"/>
                    <a:pt x="2" y="2"/>
                    <a:pt x="0" y="3"/>
                  </a:cubicBezTo>
                  <a:cubicBezTo>
                    <a:pt x="2" y="4"/>
                    <a:pt x="3" y="5"/>
                    <a:pt x="4" y="5"/>
                  </a:cubicBezTo>
                  <a:cubicBezTo>
                    <a:pt x="5" y="5"/>
                    <a:pt x="7" y="3"/>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13" name="Freeform 3021"/>
            <p:cNvSpPr/>
            <p:nvPr/>
          </p:nvSpPr>
          <p:spPr bwMode="auto">
            <a:xfrm>
              <a:off x="6920217" y="9354916"/>
              <a:ext cx="20638" cy="9525"/>
            </a:xfrm>
            <a:custGeom>
              <a:avLst/>
              <a:gdLst>
                <a:gd name="T0" fmla="*/ 8 w 8"/>
                <a:gd name="T1" fmla="*/ 1 h 4"/>
                <a:gd name="T2" fmla="*/ 3 w 8"/>
                <a:gd name="T3" fmla="*/ 0 h 4"/>
                <a:gd name="T4" fmla="*/ 0 w 8"/>
                <a:gd name="T5" fmla="*/ 3 h 4"/>
                <a:gd name="T6" fmla="*/ 3 w 8"/>
                <a:gd name="T7" fmla="*/ 4 h 4"/>
                <a:gd name="T8" fmla="*/ 8 w 8"/>
                <a:gd name="T9" fmla="*/ 1 h 4"/>
              </a:gdLst>
              <a:ahLst/>
              <a:cxnLst>
                <a:cxn ang="0">
                  <a:pos x="T0" y="T1"/>
                </a:cxn>
                <a:cxn ang="0">
                  <a:pos x="T2" y="T3"/>
                </a:cxn>
                <a:cxn ang="0">
                  <a:pos x="T4" y="T5"/>
                </a:cxn>
                <a:cxn ang="0">
                  <a:pos x="T6" y="T7"/>
                </a:cxn>
                <a:cxn ang="0">
                  <a:pos x="T8" y="T9"/>
                </a:cxn>
              </a:cxnLst>
              <a:rect l="0" t="0" r="r" b="b"/>
              <a:pathLst>
                <a:path w="8" h="4">
                  <a:moveTo>
                    <a:pt x="8" y="1"/>
                  </a:moveTo>
                  <a:cubicBezTo>
                    <a:pt x="5" y="1"/>
                    <a:pt x="4" y="0"/>
                    <a:pt x="3" y="0"/>
                  </a:cubicBezTo>
                  <a:cubicBezTo>
                    <a:pt x="1" y="1"/>
                    <a:pt x="1" y="2"/>
                    <a:pt x="0" y="3"/>
                  </a:cubicBezTo>
                  <a:cubicBezTo>
                    <a:pt x="1" y="3"/>
                    <a:pt x="2" y="4"/>
                    <a:pt x="3" y="4"/>
                  </a:cubicBezTo>
                  <a:cubicBezTo>
                    <a:pt x="4" y="4"/>
                    <a:pt x="5" y="3"/>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14" name="Freeform 3022"/>
            <p:cNvSpPr/>
            <p:nvPr/>
          </p:nvSpPr>
          <p:spPr bwMode="auto">
            <a:xfrm>
              <a:off x="7131354" y="9316816"/>
              <a:ext cx="19050" cy="7938"/>
            </a:xfrm>
            <a:custGeom>
              <a:avLst/>
              <a:gdLst>
                <a:gd name="T0" fmla="*/ 4 w 7"/>
                <a:gd name="T1" fmla="*/ 3 h 3"/>
                <a:gd name="T2" fmla="*/ 7 w 7"/>
                <a:gd name="T3" fmla="*/ 1 h 3"/>
                <a:gd name="T4" fmla="*/ 2 w 7"/>
                <a:gd name="T5" fmla="*/ 1 h 3"/>
                <a:gd name="T6" fmla="*/ 1 w 7"/>
                <a:gd name="T7" fmla="*/ 3 h 3"/>
                <a:gd name="T8" fmla="*/ 4 w 7"/>
                <a:gd name="T9" fmla="*/ 3 h 3"/>
              </a:gdLst>
              <a:ahLst/>
              <a:cxnLst>
                <a:cxn ang="0">
                  <a:pos x="T0" y="T1"/>
                </a:cxn>
                <a:cxn ang="0">
                  <a:pos x="T2" y="T3"/>
                </a:cxn>
                <a:cxn ang="0">
                  <a:pos x="T4" y="T5"/>
                </a:cxn>
                <a:cxn ang="0">
                  <a:pos x="T6" y="T7"/>
                </a:cxn>
                <a:cxn ang="0">
                  <a:pos x="T8" y="T9"/>
                </a:cxn>
              </a:cxnLst>
              <a:rect l="0" t="0" r="r" b="b"/>
              <a:pathLst>
                <a:path w="7" h="3">
                  <a:moveTo>
                    <a:pt x="4" y="3"/>
                  </a:moveTo>
                  <a:cubicBezTo>
                    <a:pt x="5" y="3"/>
                    <a:pt x="6" y="2"/>
                    <a:pt x="7" y="1"/>
                  </a:cubicBezTo>
                  <a:cubicBezTo>
                    <a:pt x="5" y="1"/>
                    <a:pt x="3" y="0"/>
                    <a:pt x="2" y="1"/>
                  </a:cubicBezTo>
                  <a:cubicBezTo>
                    <a:pt x="1" y="1"/>
                    <a:pt x="0" y="2"/>
                    <a:pt x="1" y="3"/>
                  </a:cubicBezTo>
                  <a:cubicBezTo>
                    <a:pt x="1" y="3"/>
                    <a:pt x="3" y="3"/>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15" name="Freeform 3023"/>
            <p:cNvSpPr/>
            <p:nvPr/>
          </p:nvSpPr>
          <p:spPr bwMode="auto">
            <a:xfrm>
              <a:off x="7345667" y="9286653"/>
              <a:ext cx="22225" cy="4763"/>
            </a:xfrm>
            <a:custGeom>
              <a:avLst/>
              <a:gdLst>
                <a:gd name="T0" fmla="*/ 8 w 8"/>
                <a:gd name="T1" fmla="*/ 0 h 2"/>
                <a:gd name="T2" fmla="*/ 3 w 8"/>
                <a:gd name="T3" fmla="*/ 0 h 2"/>
                <a:gd name="T4" fmla="*/ 0 w 8"/>
                <a:gd name="T5" fmla="*/ 1 h 2"/>
                <a:gd name="T6" fmla="*/ 3 w 8"/>
                <a:gd name="T7" fmla="*/ 2 h 2"/>
                <a:gd name="T8" fmla="*/ 8 w 8"/>
                <a:gd name="T9" fmla="*/ 0 h 2"/>
              </a:gdLst>
              <a:ahLst/>
              <a:cxnLst>
                <a:cxn ang="0">
                  <a:pos x="T0" y="T1"/>
                </a:cxn>
                <a:cxn ang="0">
                  <a:pos x="T2" y="T3"/>
                </a:cxn>
                <a:cxn ang="0">
                  <a:pos x="T4" y="T5"/>
                </a:cxn>
                <a:cxn ang="0">
                  <a:pos x="T6" y="T7"/>
                </a:cxn>
                <a:cxn ang="0">
                  <a:pos x="T8" y="T9"/>
                </a:cxn>
              </a:cxnLst>
              <a:rect l="0" t="0" r="r" b="b"/>
              <a:pathLst>
                <a:path w="8" h="2">
                  <a:moveTo>
                    <a:pt x="8" y="0"/>
                  </a:moveTo>
                  <a:cubicBezTo>
                    <a:pt x="5" y="0"/>
                    <a:pt x="4" y="0"/>
                    <a:pt x="3" y="0"/>
                  </a:cubicBezTo>
                  <a:cubicBezTo>
                    <a:pt x="2" y="0"/>
                    <a:pt x="1" y="1"/>
                    <a:pt x="0" y="1"/>
                  </a:cubicBezTo>
                  <a:cubicBezTo>
                    <a:pt x="1" y="2"/>
                    <a:pt x="2" y="2"/>
                    <a:pt x="3" y="2"/>
                  </a:cubicBezTo>
                  <a:cubicBezTo>
                    <a:pt x="4" y="2"/>
                    <a:pt x="5" y="1"/>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16" name="Freeform 3024"/>
            <p:cNvSpPr/>
            <p:nvPr/>
          </p:nvSpPr>
          <p:spPr bwMode="auto">
            <a:xfrm>
              <a:off x="7556804" y="9259666"/>
              <a:ext cx="17463" cy="4763"/>
            </a:xfrm>
            <a:custGeom>
              <a:avLst/>
              <a:gdLst>
                <a:gd name="T0" fmla="*/ 6 w 6"/>
                <a:gd name="T1" fmla="*/ 1 h 2"/>
                <a:gd name="T2" fmla="*/ 4 w 6"/>
                <a:gd name="T3" fmla="*/ 0 h 2"/>
                <a:gd name="T4" fmla="*/ 0 w 6"/>
                <a:gd name="T5" fmla="*/ 2 h 2"/>
                <a:gd name="T6" fmla="*/ 3 w 6"/>
                <a:gd name="T7" fmla="*/ 2 h 2"/>
                <a:gd name="T8" fmla="*/ 6 w 6"/>
                <a:gd name="T9" fmla="*/ 1 h 2"/>
              </a:gdLst>
              <a:ahLst/>
              <a:cxnLst>
                <a:cxn ang="0">
                  <a:pos x="T0" y="T1"/>
                </a:cxn>
                <a:cxn ang="0">
                  <a:pos x="T2" y="T3"/>
                </a:cxn>
                <a:cxn ang="0">
                  <a:pos x="T4" y="T5"/>
                </a:cxn>
                <a:cxn ang="0">
                  <a:pos x="T6" y="T7"/>
                </a:cxn>
                <a:cxn ang="0">
                  <a:pos x="T8" y="T9"/>
                </a:cxn>
              </a:cxnLst>
              <a:rect l="0" t="0" r="r" b="b"/>
              <a:pathLst>
                <a:path w="6" h="2">
                  <a:moveTo>
                    <a:pt x="6" y="1"/>
                  </a:moveTo>
                  <a:cubicBezTo>
                    <a:pt x="6" y="1"/>
                    <a:pt x="5" y="0"/>
                    <a:pt x="4" y="0"/>
                  </a:cubicBezTo>
                  <a:cubicBezTo>
                    <a:pt x="3" y="0"/>
                    <a:pt x="1" y="1"/>
                    <a:pt x="0" y="2"/>
                  </a:cubicBezTo>
                  <a:cubicBezTo>
                    <a:pt x="1" y="2"/>
                    <a:pt x="2" y="2"/>
                    <a:pt x="3" y="2"/>
                  </a:cubicBezTo>
                  <a:cubicBezTo>
                    <a:pt x="4" y="2"/>
                    <a:pt x="6" y="2"/>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17" name="Freeform 3025"/>
            <p:cNvSpPr/>
            <p:nvPr/>
          </p:nvSpPr>
          <p:spPr bwMode="auto">
            <a:xfrm>
              <a:off x="7772704" y="9240616"/>
              <a:ext cx="19050" cy="4763"/>
            </a:xfrm>
            <a:custGeom>
              <a:avLst/>
              <a:gdLst>
                <a:gd name="T0" fmla="*/ 3 w 7"/>
                <a:gd name="T1" fmla="*/ 2 h 2"/>
                <a:gd name="T2" fmla="*/ 7 w 7"/>
                <a:gd name="T3" fmla="*/ 1 h 2"/>
                <a:gd name="T4" fmla="*/ 4 w 7"/>
                <a:gd name="T5" fmla="*/ 0 h 2"/>
                <a:gd name="T6" fmla="*/ 1 w 7"/>
                <a:gd name="T7" fmla="*/ 1 h 2"/>
                <a:gd name="T8" fmla="*/ 3 w 7"/>
                <a:gd name="T9" fmla="*/ 2 h 2"/>
              </a:gdLst>
              <a:ahLst/>
              <a:cxnLst>
                <a:cxn ang="0">
                  <a:pos x="T0" y="T1"/>
                </a:cxn>
                <a:cxn ang="0">
                  <a:pos x="T2" y="T3"/>
                </a:cxn>
                <a:cxn ang="0">
                  <a:pos x="T4" y="T5"/>
                </a:cxn>
                <a:cxn ang="0">
                  <a:pos x="T6" y="T7"/>
                </a:cxn>
                <a:cxn ang="0">
                  <a:pos x="T8" y="T9"/>
                </a:cxn>
              </a:cxnLst>
              <a:rect l="0" t="0" r="r" b="b"/>
              <a:pathLst>
                <a:path w="7" h="2">
                  <a:moveTo>
                    <a:pt x="3" y="2"/>
                  </a:moveTo>
                  <a:cubicBezTo>
                    <a:pt x="4" y="2"/>
                    <a:pt x="5" y="1"/>
                    <a:pt x="7" y="1"/>
                  </a:cubicBezTo>
                  <a:cubicBezTo>
                    <a:pt x="5" y="0"/>
                    <a:pt x="5" y="0"/>
                    <a:pt x="4" y="0"/>
                  </a:cubicBezTo>
                  <a:cubicBezTo>
                    <a:pt x="3" y="0"/>
                    <a:pt x="1" y="0"/>
                    <a:pt x="1" y="1"/>
                  </a:cubicBezTo>
                  <a:cubicBezTo>
                    <a:pt x="0" y="1"/>
                    <a:pt x="2" y="2"/>
                    <a:pt x="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18" name="Freeform 3026"/>
            <p:cNvSpPr/>
            <p:nvPr/>
          </p:nvSpPr>
          <p:spPr bwMode="auto">
            <a:xfrm>
              <a:off x="7987017" y="9215216"/>
              <a:ext cx="20638" cy="6350"/>
            </a:xfrm>
            <a:custGeom>
              <a:avLst/>
              <a:gdLst>
                <a:gd name="T0" fmla="*/ 8 w 8"/>
                <a:gd name="T1" fmla="*/ 0 h 2"/>
                <a:gd name="T2" fmla="*/ 3 w 8"/>
                <a:gd name="T3" fmla="*/ 0 h 2"/>
                <a:gd name="T4" fmla="*/ 0 w 8"/>
                <a:gd name="T5" fmla="*/ 1 h 2"/>
                <a:gd name="T6" fmla="*/ 3 w 8"/>
                <a:gd name="T7" fmla="*/ 2 h 2"/>
                <a:gd name="T8" fmla="*/ 8 w 8"/>
                <a:gd name="T9" fmla="*/ 0 h 2"/>
              </a:gdLst>
              <a:ahLst/>
              <a:cxnLst>
                <a:cxn ang="0">
                  <a:pos x="T0" y="T1"/>
                </a:cxn>
                <a:cxn ang="0">
                  <a:pos x="T2" y="T3"/>
                </a:cxn>
                <a:cxn ang="0">
                  <a:pos x="T4" y="T5"/>
                </a:cxn>
                <a:cxn ang="0">
                  <a:pos x="T6" y="T7"/>
                </a:cxn>
                <a:cxn ang="0">
                  <a:pos x="T8" y="T9"/>
                </a:cxn>
              </a:cxnLst>
              <a:rect l="0" t="0" r="r" b="b"/>
              <a:pathLst>
                <a:path w="8" h="2">
                  <a:moveTo>
                    <a:pt x="8" y="0"/>
                  </a:moveTo>
                  <a:cubicBezTo>
                    <a:pt x="5" y="0"/>
                    <a:pt x="4" y="0"/>
                    <a:pt x="3" y="0"/>
                  </a:cubicBezTo>
                  <a:cubicBezTo>
                    <a:pt x="2" y="0"/>
                    <a:pt x="1" y="1"/>
                    <a:pt x="0" y="1"/>
                  </a:cubicBezTo>
                  <a:cubicBezTo>
                    <a:pt x="1" y="1"/>
                    <a:pt x="2" y="2"/>
                    <a:pt x="3" y="2"/>
                  </a:cubicBezTo>
                  <a:cubicBezTo>
                    <a:pt x="4" y="2"/>
                    <a:pt x="5" y="1"/>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19" name="Freeform 3027"/>
            <p:cNvSpPr/>
            <p:nvPr/>
          </p:nvSpPr>
          <p:spPr bwMode="auto">
            <a:xfrm>
              <a:off x="8198154" y="9169178"/>
              <a:ext cx="15875" cy="7938"/>
            </a:xfrm>
            <a:custGeom>
              <a:avLst/>
              <a:gdLst>
                <a:gd name="T0" fmla="*/ 3 w 6"/>
                <a:gd name="T1" fmla="*/ 3 h 3"/>
                <a:gd name="T2" fmla="*/ 6 w 6"/>
                <a:gd name="T3" fmla="*/ 1 h 3"/>
                <a:gd name="T4" fmla="*/ 2 w 6"/>
                <a:gd name="T5" fmla="*/ 0 h 3"/>
                <a:gd name="T6" fmla="*/ 0 w 6"/>
                <a:gd name="T7" fmla="*/ 2 h 3"/>
                <a:gd name="T8" fmla="*/ 3 w 6"/>
                <a:gd name="T9" fmla="*/ 3 h 3"/>
              </a:gdLst>
              <a:ahLst/>
              <a:cxnLst>
                <a:cxn ang="0">
                  <a:pos x="T0" y="T1"/>
                </a:cxn>
                <a:cxn ang="0">
                  <a:pos x="T2" y="T3"/>
                </a:cxn>
                <a:cxn ang="0">
                  <a:pos x="T4" y="T5"/>
                </a:cxn>
                <a:cxn ang="0">
                  <a:pos x="T6" y="T7"/>
                </a:cxn>
                <a:cxn ang="0">
                  <a:pos x="T8" y="T9"/>
                </a:cxn>
              </a:cxnLst>
              <a:rect l="0" t="0" r="r" b="b"/>
              <a:pathLst>
                <a:path w="6" h="3">
                  <a:moveTo>
                    <a:pt x="3" y="3"/>
                  </a:moveTo>
                  <a:cubicBezTo>
                    <a:pt x="4" y="3"/>
                    <a:pt x="6" y="1"/>
                    <a:pt x="6" y="1"/>
                  </a:cubicBezTo>
                  <a:cubicBezTo>
                    <a:pt x="6" y="1"/>
                    <a:pt x="4" y="0"/>
                    <a:pt x="2" y="0"/>
                  </a:cubicBezTo>
                  <a:cubicBezTo>
                    <a:pt x="1" y="1"/>
                    <a:pt x="0" y="2"/>
                    <a:pt x="0" y="2"/>
                  </a:cubicBezTo>
                  <a:cubicBezTo>
                    <a:pt x="0" y="3"/>
                    <a:pt x="2" y="3"/>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20" name="Freeform 3028"/>
            <p:cNvSpPr/>
            <p:nvPr/>
          </p:nvSpPr>
          <p:spPr bwMode="auto">
            <a:xfrm>
              <a:off x="8409292" y="9107266"/>
              <a:ext cx="14288" cy="7938"/>
            </a:xfrm>
            <a:custGeom>
              <a:avLst/>
              <a:gdLst>
                <a:gd name="T0" fmla="*/ 4 w 5"/>
                <a:gd name="T1" fmla="*/ 3 h 3"/>
                <a:gd name="T2" fmla="*/ 5 w 5"/>
                <a:gd name="T3" fmla="*/ 0 h 3"/>
                <a:gd name="T4" fmla="*/ 2 w 5"/>
                <a:gd name="T5" fmla="*/ 0 h 3"/>
                <a:gd name="T6" fmla="*/ 0 w 5"/>
                <a:gd name="T7" fmla="*/ 3 h 3"/>
                <a:gd name="T8" fmla="*/ 4 w 5"/>
                <a:gd name="T9" fmla="*/ 3 h 3"/>
              </a:gdLst>
              <a:ahLst/>
              <a:cxnLst>
                <a:cxn ang="0">
                  <a:pos x="T0" y="T1"/>
                </a:cxn>
                <a:cxn ang="0">
                  <a:pos x="T2" y="T3"/>
                </a:cxn>
                <a:cxn ang="0">
                  <a:pos x="T4" y="T5"/>
                </a:cxn>
                <a:cxn ang="0">
                  <a:pos x="T6" y="T7"/>
                </a:cxn>
                <a:cxn ang="0">
                  <a:pos x="T8" y="T9"/>
                </a:cxn>
              </a:cxnLst>
              <a:rect l="0" t="0" r="r" b="b"/>
              <a:pathLst>
                <a:path w="5" h="3">
                  <a:moveTo>
                    <a:pt x="4" y="3"/>
                  </a:moveTo>
                  <a:cubicBezTo>
                    <a:pt x="4" y="2"/>
                    <a:pt x="5" y="1"/>
                    <a:pt x="5" y="0"/>
                  </a:cubicBezTo>
                  <a:cubicBezTo>
                    <a:pt x="5" y="0"/>
                    <a:pt x="3" y="0"/>
                    <a:pt x="2" y="0"/>
                  </a:cubicBezTo>
                  <a:cubicBezTo>
                    <a:pt x="1" y="1"/>
                    <a:pt x="0" y="2"/>
                    <a:pt x="0" y="3"/>
                  </a:cubicBezTo>
                  <a:cubicBezTo>
                    <a:pt x="1" y="3"/>
                    <a:pt x="2" y="3"/>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21" name="Freeform 3029"/>
            <p:cNvSpPr/>
            <p:nvPr/>
          </p:nvSpPr>
          <p:spPr bwMode="auto">
            <a:xfrm>
              <a:off x="2503792" y="9504141"/>
              <a:ext cx="19050" cy="23813"/>
            </a:xfrm>
            <a:custGeom>
              <a:avLst/>
              <a:gdLst>
                <a:gd name="T0" fmla="*/ 4 w 7"/>
                <a:gd name="T1" fmla="*/ 9 h 9"/>
                <a:gd name="T2" fmla="*/ 7 w 7"/>
                <a:gd name="T3" fmla="*/ 4 h 9"/>
                <a:gd name="T4" fmla="*/ 2 w 7"/>
                <a:gd name="T5" fmla="*/ 1 h 9"/>
                <a:gd name="T6" fmla="*/ 0 w 7"/>
                <a:gd name="T7" fmla="*/ 6 h 9"/>
                <a:gd name="T8" fmla="*/ 4 w 7"/>
                <a:gd name="T9" fmla="*/ 9 h 9"/>
              </a:gdLst>
              <a:ahLst/>
              <a:cxnLst>
                <a:cxn ang="0">
                  <a:pos x="T0" y="T1"/>
                </a:cxn>
                <a:cxn ang="0">
                  <a:pos x="T2" y="T3"/>
                </a:cxn>
                <a:cxn ang="0">
                  <a:pos x="T4" y="T5"/>
                </a:cxn>
                <a:cxn ang="0">
                  <a:pos x="T6" y="T7"/>
                </a:cxn>
                <a:cxn ang="0">
                  <a:pos x="T8" y="T9"/>
                </a:cxn>
              </a:cxnLst>
              <a:rect l="0" t="0" r="r" b="b"/>
              <a:pathLst>
                <a:path w="7" h="9">
                  <a:moveTo>
                    <a:pt x="4" y="9"/>
                  </a:moveTo>
                  <a:cubicBezTo>
                    <a:pt x="5" y="9"/>
                    <a:pt x="5" y="6"/>
                    <a:pt x="7" y="4"/>
                  </a:cubicBezTo>
                  <a:cubicBezTo>
                    <a:pt x="5" y="2"/>
                    <a:pt x="3" y="0"/>
                    <a:pt x="2" y="1"/>
                  </a:cubicBezTo>
                  <a:cubicBezTo>
                    <a:pt x="1" y="1"/>
                    <a:pt x="1" y="4"/>
                    <a:pt x="0" y="6"/>
                  </a:cubicBezTo>
                  <a:cubicBezTo>
                    <a:pt x="2" y="7"/>
                    <a:pt x="3" y="9"/>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22" name="Freeform 3030"/>
            <p:cNvSpPr/>
            <p:nvPr/>
          </p:nvSpPr>
          <p:spPr bwMode="auto">
            <a:xfrm>
              <a:off x="2714929" y="9478741"/>
              <a:ext cx="17463" cy="30163"/>
            </a:xfrm>
            <a:custGeom>
              <a:avLst/>
              <a:gdLst>
                <a:gd name="T0" fmla="*/ 4 w 6"/>
                <a:gd name="T1" fmla="*/ 11 h 11"/>
                <a:gd name="T2" fmla="*/ 6 w 6"/>
                <a:gd name="T3" fmla="*/ 4 h 11"/>
                <a:gd name="T4" fmla="*/ 2 w 6"/>
                <a:gd name="T5" fmla="*/ 1 h 11"/>
                <a:gd name="T6" fmla="*/ 0 w 6"/>
                <a:gd name="T7" fmla="*/ 7 h 11"/>
                <a:gd name="T8" fmla="*/ 4 w 6"/>
                <a:gd name="T9" fmla="*/ 11 h 11"/>
              </a:gdLst>
              <a:ahLst/>
              <a:cxnLst>
                <a:cxn ang="0">
                  <a:pos x="T0" y="T1"/>
                </a:cxn>
                <a:cxn ang="0">
                  <a:pos x="T2" y="T3"/>
                </a:cxn>
                <a:cxn ang="0">
                  <a:pos x="T4" y="T5"/>
                </a:cxn>
                <a:cxn ang="0">
                  <a:pos x="T6" y="T7"/>
                </a:cxn>
                <a:cxn ang="0">
                  <a:pos x="T8" y="T9"/>
                </a:cxn>
              </a:cxnLst>
              <a:rect l="0" t="0" r="r" b="b"/>
              <a:pathLst>
                <a:path w="6" h="11">
                  <a:moveTo>
                    <a:pt x="4" y="11"/>
                  </a:moveTo>
                  <a:cubicBezTo>
                    <a:pt x="5" y="10"/>
                    <a:pt x="5" y="7"/>
                    <a:pt x="6" y="4"/>
                  </a:cubicBezTo>
                  <a:cubicBezTo>
                    <a:pt x="4" y="2"/>
                    <a:pt x="3" y="0"/>
                    <a:pt x="2" y="1"/>
                  </a:cubicBezTo>
                  <a:cubicBezTo>
                    <a:pt x="1" y="1"/>
                    <a:pt x="1" y="5"/>
                    <a:pt x="0" y="7"/>
                  </a:cubicBezTo>
                  <a:cubicBezTo>
                    <a:pt x="2" y="8"/>
                    <a:pt x="3" y="11"/>
                    <a:pt x="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23" name="Freeform 3031"/>
            <p:cNvSpPr/>
            <p:nvPr/>
          </p:nvSpPr>
          <p:spPr bwMode="auto">
            <a:xfrm>
              <a:off x="2927654" y="9448578"/>
              <a:ext cx="15875" cy="33338"/>
            </a:xfrm>
            <a:custGeom>
              <a:avLst/>
              <a:gdLst>
                <a:gd name="T0" fmla="*/ 4 w 6"/>
                <a:gd name="T1" fmla="*/ 12 h 12"/>
                <a:gd name="T2" fmla="*/ 6 w 6"/>
                <a:gd name="T3" fmla="*/ 4 h 12"/>
                <a:gd name="T4" fmla="*/ 2 w 6"/>
                <a:gd name="T5" fmla="*/ 0 h 12"/>
                <a:gd name="T6" fmla="*/ 0 w 6"/>
                <a:gd name="T7" fmla="*/ 7 h 12"/>
                <a:gd name="T8" fmla="*/ 4 w 6"/>
                <a:gd name="T9" fmla="*/ 12 h 12"/>
              </a:gdLst>
              <a:ahLst/>
              <a:cxnLst>
                <a:cxn ang="0">
                  <a:pos x="T0" y="T1"/>
                </a:cxn>
                <a:cxn ang="0">
                  <a:pos x="T2" y="T3"/>
                </a:cxn>
                <a:cxn ang="0">
                  <a:pos x="T4" y="T5"/>
                </a:cxn>
                <a:cxn ang="0">
                  <a:pos x="T6" y="T7"/>
                </a:cxn>
                <a:cxn ang="0">
                  <a:pos x="T8" y="T9"/>
                </a:cxn>
              </a:cxnLst>
              <a:rect l="0" t="0" r="r" b="b"/>
              <a:pathLst>
                <a:path w="6" h="12">
                  <a:moveTo>
                    <a:pt x="4" y="12"/>
                  </a:moveTo>
                  <a:cubicBezTo>
                    <a:pt x="5" y="11"/>
                    <a:pt x="5" y="8"/>
                    <a:pt x="6" y="4"/>
                  </a:cubicBezTo>
                  <a:cubicBezTo>
                    <a:pt x="4" y="2"/>
                    <a:pt x="3" y="0"/>
                    <a:pt x="2" y="0"/>
                  </a:cubicBezTo>
                  <a:cubicBezTo>
                    <a:pt x="1" y="1"/>
                    <a:pt x="1" y="5"/>
                    <a:pt x="0" y="7"/>
                  </a:cubicBezTo>
                  <a:cubicBezTo>
                    <a:pt x="1" y="9"/>
                    <a:pt x="3" y="12"/>
                    <a:pt x="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24" name="Freeform 3032"/>
            <p:cNvSpPr/>
            <p:nvPr/>
          </p:nvSpPr>
          <p:spPr bwMode="auto">
            <a:xfrm>
              <a:off x="3138792" y="9410478"/>
              <a:ext cx="14288" cy="41275"/>
            </a:xfrm>
            <a:custGeom>
              <a:avLst/>
              <a:gdLst>
                <a:gd name="T0" fmla="*/ 5 w 5"/>
                <a:gd name="T1" fmla="*/ 7 h 15"/>
                <a:gd name="T2" fmla="*/ 2 w 5"/>
                <a:gd name="T3" fmla="*/ 0 h 15"/>
                <a:gd name="T4" fmla="*/ 0 w 5"/>
                <a:gd name="T5" fmla="*/ 6 h 15"/>
                <a:gd name="T6" fmla="*/ 3 w 5"/>
                <a:gd name="T7" fmla="*/ 15 h 15"/>
                <a:gd name="T8" fmla="*/ 5 w 5"/>
                <a:gd name="T9" fmla="*/ 7 h 15"/>
              </a:gdLst>
              <a:ahLst/>
              <a:cxnLst>
                <a:cxn ang="0">
                  <a:pos x="T0" y="T1"/>
                </a:cxn>
                <a:cxn ang="0">
                  <a:pos x="T2" y="T3"/>
                </a:cxn>
                <a:cxn ang="0">
                  <a:pos x="T4" y="T5"/>
                </a:cxn>
                <a:cxn ang="0">
                  <a:pos x="T6" y="T7"/>
                </a:cxn>
                <a:cxn ang="0">
                  <a:pos x="T8" y="T9"/>
                </a:cxn>
              </a:cxnLst>
              <a:rect l="0" t="0" r="r" b="b"/>
              <a:pathLst>
                <a:path w="5" h="15">
                  <a:moveTo>
                    <a:pt x="5" y="7"/>
                  </a:moveTo>
                  <a:cubicBezTo>
                    <a:pt x="5" y="5"/>
                    <a:pt x="3" y="0"/>
                    <a:pt x="2" y="0"/>
                  </a:cubicBezTo>
                  <a:cubicBezTo>
                    <a:pt x="1" y="0"/>
                    <a:pt x="0" y="3"/>
                    <a:pt x="0" y="6"/>
                  </a:cubicBezTo>
                  <a:cubicBezTo>
                    <a:pt x="0" y="8"/>
                    <a:pt x="1" y="11"/>
                    <a:pt x="3" y="15"/>
                  </a:cubicBezTo>
                  <a:cubicBezTo>
                    <a:pt x="4" y="12"/>
                    <a:pt x="5" y="10"/>
                    <a:pt x="5"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25" name="Freeform 3033"/>
            <p:cNvSpPr/>
            <p:nvPr/>
          </p:nvSpPr>
          <p:spPr bwMode="auto">
            <a:xfrm>
              <a:off x="3349929" y="9356503"/>
              <a:ext cx="14288" cy="46038"/>
            </a:xfrm>
            <a:custGeom>
              <a:avLst/>
              <a:gdLst>
                <a:gd name="T0" fmla="*/ 3 w 5"/>
                <a:gd name="T1" fmla="*/ 17 h 17"/>
                <a:gd name="T2" fmla="*/ 5 w 5"/>
                <a:gd name="T3" fmla="*/ 10 h 17"/>
                <a:gd name="T4" fmla="*/ 2 w 5"/>
                <a:gd name="T5" fmla="*/ 0 h 17"/>
                <a:gd name="T6" fmla="*/ 0 w 5"/>
                <a:gd name="T7" fmla="*/ 9 h 17"/>
                <a:gd name="T8" fmla="*/ 3 w 5"/>
                <a:gd name="T9" fmla="*/ 17 h 17"/>
              </a:gdLst>
              <a:ahLst/>
              <a:cxnLst>
                <a:cxn ang="0">
                  <a:pos x="T0" y="T1"/>
                </a:cxn>
                <a:cxn ang="0">
                  <a:pos x="T2" y="T3"/>
                </a:cxn>
                <a:cxn ang="0">
                  <a:pos x="T4" y="T5"/>
                </a:cxn>
                <a:cxn ang="0">
                  <a:pos x="T6" y="T7"/>
                </a:cxn>
                <a:cxn ang="0">
                  <a:pos x="T8" y="T9"/>
                </a:cxn>
              </a:cxnLst>
              <a:rect l="0" t="0" r="r" b="b"/>
              <a:pathLst>
                <a:path w="5" h="17">
                  <a:moveTo>
                    <a:pt x="3" y="17"/>
                  </a:moveTo>
                  <a:cubicBezTo>
                    <a:pt x="4" y="17"/>
                    <a:pt x="5" y="13"/>
                    <a:pt x="5" y="10"/>
                  </a:cubicBezTo>
                  <a:cubicBezTo>
                    <a:pt x="5" y="8"/>
                    <a:pt x="3" y="5"/>
                    <a:pt x="2" y="0"/>
                  </a:cubicBezTo>
                  <a:cubicBezTo>
                    <a:pt x="1" y="4"/>
                    <a:pt x="0" y="7"/>
                    <a:pt x="0" y="9"/>
                  </a:cubicBezTo>
                  <a:cubicBezTo>
                    <a:pt x="0" y="12"/>
                    <a:pt x="2" y="17"/>
                    <a:pt x="3"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26" name="Freeform 3034"/>
            <p:cNvSpPr/>
            <p:nvPr/>
          </p:nvSpPr>
          <p:spPr bwMode="auto">
            <a:xfrm>
              <a:off x="3562654" y="9310466"/>
              <a:ext cx="15875" cy="41275"/>
            </a:xfrm>
            <a:custGeom>
              <a:avLst/>
              <a:gdLst>
                <a:gd name="T0" fmla="*/ 3 w 6"/>
                <a:gd name="T1" fmla="*/ 15 h 15"/>
                <a:gd name="T2" fmla="*/ 6 w 6"/>
                <a:gd name="T3" fmla="*/ 5 h 15"/>
                <a:gd name="T4" fmla="*/ 1 w 6"/>
                <a:gd name="T5" fmla="*/ 1 h 15"/>
                <a:gd name="T6" fmla="*/ 0 w 6"/>
                <a:gd name="T7" fmla="*/ 10 h 15"/>
                <a:gd name="T8" fmla="*/ 3 w 6"/>
                <a:gd name="T9" fmla="*/ 15 h 15"/>
              </a:gdLst>
              <a:ahLst/>
              <a:cxnLst>
                <a:cxn ang="0">
                  <a:pos x="T0" y="T1"/>
                </a:cxn>
                <a:cxn ang="0">
                  <a:pos x="T2" y="T3"/>
                </a:cxn>
                <a:cxn ang="0">
                  <a:pos x="T4" y="T5"/>
                </a:cxn>
                <a:cxn ang="0">
                  <a:pos x="T6" y="T7"/>
                </a:cxn>
                <a:cxn ang="0">
                  <a:pos x="T8" y="T9"/>
                </a:cxn>
              </a:cxnLst>
              <a:rect l="0" t="0" r="r" b="b"/>
              <a:pathLst>
                <a:path w="6" h="15">
                  <a:moveTo>
                    <a:pt x="3" y="15"/>
                  </a:moveTo>
                  <a:cubicBezTo>
                    <a:pt x="4" y="14"/>
                    <a:pt x="5" y="10"/>
                    <a:pt x="6" y="5"/>
                  </a:cubicBezTo>
                  <a:cubicBezTo>
                    <a:pt x="4" y="3"/>
                    <a:pt x="2" y="0"/>
                    <a:pt x="1" y="1"/>
                  </a:cubicBezTo>
                  <a:cubicBezTo>
                    <a:pt x="0" y="2"/>
                    <a:pt x="0" y="7"/>
                    <a:pt x="0" y="10"/>
                  </a:cubicBezTo>
                  <a:cubicBezTo>
                    <a:pt x="1" y="12"/>
                    <a:pt x="2" y="15"/>
                    <a:pt x="3"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27" name="Freeform 3035"/>
            <p:cNvSpPr/>
            <p:nvPr/>
          </p:nvSpPr>
          <p:spPr bwMode="auto">
            <a:xfrm>
              <a:off x="3773792" y="9270778"/>
              <a:ext cx="15875" cy="39688"/>
            </a:xfrm>
            <a:custGeom>
              <a:avLst/>
              <a:gdLst>
                <a:gd name="T0" fmla="*/ 4 w 6"/>
                <a:gd name="T1" fmla="*/ 15 h 15"/>
                <a:gd name="T2" fmla="*/ 6 w 6"/>
                <a:gd name="T3" fmla="*/ 6 h 15"/>
                <a:gd name="T4" fmla="*/ 2 w 6"/>
                <a:gd name="T5" fmla="*/ 1 h 15"/>
                <a:gd name="T6" fmla="*/ 0 w 6"/>
                <a:gd name="T7" fmla="*/ 9 h 15"/>
                <a:gd name="T8" fmla="*/ 4 w 6"/>
                <a:gd name="T9" fmla="*/ 15 h 15"/>
              </a:gdLst>
              <a:ahLst/>
              <a:cxnLst>
                <a:cxn ang="0">
                  <a:pos x="T0" y="T1"/>
                </a:cxn>
                <a:cxn ang="0">
                  <a:pos x="T2" y="T3"/>
                </a:cxn>
                <a:cxn ang="0">
                  <a:pos x="T4" y="T5"/>
                </a:cxn>
                <a:cxn ang="0">
                  <a:pos x="T6" y="T7"/>
                </a:cxn>
                <a:cxn ang="0">
                  <a:pos x="T8" y="T9"/>
                </a:cxn>
              </a:cxnLst>
              <a:rect l="0" t="0" r="r" b="b"/>
              <a:pathLst>
                <a:path w="6" h="15">
                  <a:moveTo>
                    <a:pt x="4" y="15"/>
                  </a:moveTo>
                  <a:cubicBezTo>
                    <a:pt x="4" y="14"/>
                    <a:pt x="5" y="10"/>
                    <a:pt x="6" y="6"/>
                  </a:cubicBezTo>
                  <a:cubicBezTo>
                    <a:pt x="4" y="3"/>
                    <a:pt x="2" y="0"/>
                    <a:pt x="2" y="1"/>
                  </a:cubicBezTo>
                  <a:cubicBezTo>
                    <a:pt x="1" y="1"/>
                    <a:pt x="0" y="6"/>
                    <a:pt x="0" y="9"/>
                  </a:cubicBezTo>
                  <a:cubicBezTo>
                    <a:pt x="1" y="11"/>
                    <a:pt x="3" y="15"/>
                    <a:pt x="4"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28" name="Freeform 3036"/>
            <p:cNvSpPr/>
            <p:nvPr/>
          </p:nvSpPr>
          <p:spPr bwMode="auto">
            <a:xfrm>
              <a:off x="3988104" y="9278716"/>
              <a:ext cx="19050" cy="38100"/>
            </a:xfrm>
            <a:custGeom>
              <a:avLst/>
              <a:gdLst>
                <a:gd name="T0" fmla="*/ 7 w 7"/>
                <a:gd name="T1" fmla="*/ 8 h 14"/>
                <a:gd name="T2" fmla="*/ 3 w 7"/>
                <a:gd name="T3" fmla="*/ 0 h 14"/>
                <a:gd name="T4" fmla="*/ 0 w 7"/>
                <a:gd name="T5" fmla="*/ 5 h 14"/>
                <a:gd name="T6" fmla="*/ 3 w 7"/>
                <a:gd name="T7" fmla="*/ 13 h 14"/>
                <a:gd name="T8" fmla="*/ 7 w 7"/>
                <a:gd name="T9" fmla="*/ 8 h 14"/>
              </a:gdLst>
              <a:ahLst/>
              <a:cxnLst>
                <a:cxn ang="0">
                  <a:pos x="T0" y="T1"/>
                </a:cxn>
                <a:cxn ang="0">
                  <a:pos x="T2" y="T3"/>
                </a:cxn>
                <a:cxn ang="0">
                  <a:pos x="T4" y="T5"/>
                </a:cxn>
                <a:cxn ang="0">
                  <a:pos x="T6" y="T7"/>
                </a:cxn>
                <a:cxn ang="0">
                  <a:pos x="T8" y="T9"/>
                </a:cxn>
              </a:cxnLst>
              <a:rect l="0" t="0" r="r" b="b"/>
              <a:pathLst>
                <a:path w="7" h="14">
                  <a:moveTo>
                    <a:pt x="7" y="8"/>
                  </a:moveTo>
                  <a:cubicBezTo>
                    <a:pt x="5" y="4"/>
                    <a:pt x="4" y="0"/>
                    <a:pt x="3" y="0"/>
                  </a:cubicBezTo>
                  <a:cubicBezTo>
                    <a:pt x="2" y="0"/>
                    <a:pt x="1" y="3"/>
                    <a:pt x="0" y="5"/>
                  </a:cubicBezTo>
                  <a:cubicBezTo>
                    <a:pt x="1" y="8"/>
                    <a:pt x="2" y="13"/>
                    <a:pt x="3" y="13"/>
                  </a:cubicBezTo>
                  <a:cubicBezTo>
                    <a:pt x="4" y="14"/>
                    <a:pt x="5" y="11"/>
                    <a:pt x="7"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29" name="Freeform 3037"/>
            <p:cNvSpPr/>
            <p:nvPr/>
          </p:nvSpPr>
          <p:spPr bwMode="auto">
            <a:xfrm>
              <a:off x="4208767" y="9316816"/>
              <a:ext cx="19050" cy="38100"/>
            </a:xfrm>
            <a:custGeom>
              <a:avLst/>
              <a:gdLst>
                <a:gd name="T0" fmla="*/ 7 w 7"/>
                <a:gd name="T1" fmla="*/ 9 h 14"/>
                <a:gd name="T2" fmla="*/ 3 w 7"/>
                <a:gd name="T3" fmla="*/ 1 h 14"/>
                <a:gd name="T4" fmla="*/ 0 w 7"/>
                <a:gd name="T5" fmla="*/ 5 h 14"/>
                <a:gd name="T6" fmla="*/ 3 w 7"/>
                <a:gd name="T7" fmla="*/ 14 h 14"/>
                <a:gd name="T8" fmla="*/ 7 w 7"/>
                <a:gd name="T9" fmla="*/ 9 h 14"/>
              </a:gdLst>
              <a:ahLst/>
              <a:cxnLst>
                <a:cxn ang="0">
                  <a:pos x="T0" y="T1"/>
                </a:cxn>
                <a:cxn ang="0">
                  <a:pos x="T2" y="T3"/>
                </a:cxn>
                <a:cxn ang="0">
                  <a:pos x="T4" y="T5"/>
                </a:cxn>
                <a:cxn ang="0">
                  <a:pos x="T6" y="T7"/>
                </a:cxn>
                <a:cxn ang="0">
                  <a:pos x="T8" y="T9"/>
                </a:cxn>
              </a:cxnLst>
              <a:rect l="0" t="0" r="r" b="b"/>
              <a:pathLst>
                <a:path w="7" h="14">
                  <a:moveTo>
                    <a:pt x="7" y="9"/>
                  </a:moveTo>
                  <a:cubicBezTo>
                    <a:pt x="5" y="5"/>
                    <a:pt x="4" y="1"/>
                    <a:pt x="3" y="1"/>
                  </a:cubicBezTo>
                  <a:cubicBezTo>
                    <a:pt x="2" y="0"/>
                    <a:pt x="1" y="4"/>
                    <a:pt x="0" y="5"/>
                  </a:cubicBezTo>
                  <a:cubicBezTo>
                    <a:pt x="1" y="8"/>
                    <a:pt x="2" y="13"/>
                    <a:pt x="3" y="14"/>
                  </a:cubicBezTo>
                  <a:cubicBezTo>
                    <a:pt x="4" y="14"/>
                    <a:pt x="5" y="11"/>
                    <a:pt x="7"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30" name="Freeform 3038"/>
            <p:cNvSpPr/>
            <p:nvPr/>
          </p:nvSpPr>
          <p:spPr bwMode="auto">
            <a:xfrm>
              <a:off x="4427842" y="9370791"/>
              <a:ext cx="15875" cy="42863"/>
            </a:xfrm>
            <a:custGeom>
              <a:avLst/>
              <a:gdLst>
                <a:gd name="T0" fmla="*/ 6 w 6"/>
                <a:gd name="T1" fmla="*/ 11 h 16"/>
                <a:gd name="T2" fmla="*/ 3 w 6"/>
                <a:gd name="T3" fmla="*/ 0 h 16"/>
                <a:gd name="T4" fmla="*/ 0 w 6"/>
                <a:gd name="T5" fmla="*/ 7 h 16"/>
                <a:gd name="T6" fmla="*/ 3 w 6"/>
                <a:gd name="T7" fmla="*/ 15 h 16"/>
                <a:gd name="T8" fmla="*/ 6 w 6"/>
                <a:gd name="T9" fmla="*/ 11 h 16"/>
              </a:gdLst>
              <a:ahLst/>
              <a:cxnLst>
                <a:cxn ang="0">
                  <a:pos x="T0" y="T1"/>
                </a:cxn>
                <a:cxn ang="0">
                  <a:pos x="T2" y="T3"/>
                </a:cxn>
                <a:cxn ang="0">
                  <a:pos x="T4" y="T5"/>
                </a:cxn>
                <a:cxn ang="0">
                  <a:pos x="T6" y="T7"/>
                </a:cxn>
                <a:cxn ang="0">
                  <a:pos x="T8" y="T9"/>
                </a:cxn>
              </a:cxnLst>
              <a:rect l="0" t="0" r="r" b="b"/>
              <a:pathLst>
                <a:path w="6" h="16">
                  <a:moveTo>
                    <a:pt x="6" y="11"/>
                  </a:moveTo>
                  <a:cubicBezTo>
                    <a:pt x="6" y="9"/>
                    <a:pt x="4" y="5"/>
                    <a:pt x="3" y="0"/>
                  </a:cubicBezTo>
                  <a:cubicBezTo>
                    <a:pt x="2" y="3"/>
                    <a:pt x="0" y="5"/>
                    <a:pt x="0" y="7"/>
                  </a:cubicBezTo>
                  <a:cubicBezTo>
                    <a:pt x="1" y="10"/>
                    <a:pt x="2" y="15"/>
                    <a:pt x="3" y="15"/>
                  </a:cubicBezTo>
                  <a:cubicBezTo>
                    <a:pt x="4" y="16"/>
                    <a:pt x="6" y="13"/>
                    <a:pt x="6"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31" name="Freeform 3039"/>
            <p:cNvSpPr/>
            <p:nvPr/>
          </p:nvSpPr>
          <p:spPr bwMode="auto">
            <a:xfrm>
              <a:off x="4650092" y="9443816"/>
              <a:ext cx="17463" cy="34925"/>
            </a:xfrm>
            <a:custGeom>
              <a:avLst/>
              <a:gdLst>
                <a:gd name="T0" fmla="*/ 6 w 6"/>
                <a:gd name="T1" fmla="*/ 8 h 13"/>
                <a:gd name="T2" fmla="*/ 2 w 6"/>
                <a:gd name="T3" fmla="*/ 0 h 13"/>
                <a:gd name="T4" fmla="*/ 0 w 6"/>
                <a:gd name="T5" fmla="*/ 4 h 13"/>
                <a:gd name="T6" fmla="*/ 3 w 6"/>
                <a:gd name="T7" fmla="*/ 12 h 13"/>
                <a:gd name="T8" fmla="*/ 6 w 6"/>
                <a:gd name="T9" fmla="*/ 8 h 13"/>
              </a:gdLst>
              <a:ahLst/>
              <a:cxnLst>
                <a:cxn ang="0">
                  <a:pos x="T0" y="T1"/>
                </a:cxn>
                <a:cxn ang="0">
                  <a:pos x="T2" y="T3"/>
                </a:cxn>
                <a:cxn ang="0">
                  <a:pos x="T4" y="T5"/>
                </a:cxn>
                <a:cxn ang="0">
                  <a:pos x="T6" y="T7"/>
                </a:cxn>
                <a:cxn ang="0">
                  <a:pos x="T8" y="T9"/>
                </a:cxn>
              </a:cxnLst>
              <a:rect l="0" t="0" r="r" b="b"/>
              <a:pathLst>
                <a:path w="6" h="13">
                  <a:moveTo>
                    <a:pt x="6" y="8"/>
                  </a:moveTo>
                  <a:cubicBezTo>
                    <a:pt x="5" y="4"/>
                    <a:pt x="3" y="1"/>
                    <a:pt x="2" y="0"/>
                  </a:cubicBezTo>
                  <a:cubicBezTo>
                    <a:pt x="1" y="0"/>
                    <a:pt x="1" y="3"/>
                    <a:pt x="0" y="4"/>
                  </a:cubicBezTo>
                  <a:cubicBezTo>
                    <a:pt x="1" y="7"/>
                    <a:pt x="2" y="11"/>
                    <a:pt x="3" y="12"/>
                  </a:cubicBezTo>
                  <a:cubicBezTo>
                    <a:pt x="4" y="13"/>
                    <a:pt x="5" y="10"/>
                    <a:pt x="6"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32" name="Freeform 3040"/>
            <p:cNvSpPr/>
            <p:nvPr/>
          </p:nvSpPr>
          <p:spPr bwMode="auto">
            <a:xfrm>
              <a:off x="4870754" y="9500966"/>
              <a:ext cx="15875" cy="30163"/>
            </a:xfrm>
            <a:custGeom>
              <a:avLst/>
              <a:gdLst>
                <a:gd name="T0" fmla="*/ 4 w 6"/>
                <a:gd name="T1" fmla="*/ 11 h 11"/>
                <a:gd name="T2" fmla="*/ 6 w 6"/>
                <a:gd name="T3" fmla="*/ 5 h 11"/>
                <a:gd name="T4" fmla="*/ 2 w 6"/>
                <a:gd name="T5" fmla="*/ 0 h 11"/>
                <a:gd name="T6" fmla="*/ 0 w 6"/>
                <a:gd name="T7" fmla="*/ 6 h 11"/>
                <a:gd name="T8" fmla="*/ 4 w 6"/>
                <a:gd name="T9" fmla="*/ 11 h 11"/>
              </a:gdLst>
              <a:ahLst/>
              <a:cxnLst>
                <a:cxn ang="0">
                  <a:pos x="T0" y="T1"/>
                </a:cxn>
                <a:cxn ang="0">
                  <a:pos x="T2" y="T3"/>
                </a:cxn>
                <a:cxn ang="0">
                  <a:pos x="T4" y="T5"/>
                </a:cxn>
                <a:cxn ang="0">
                  <a:pos x="T6" y="T7"/>
                </a:cxn>
                <a:cxn ang="0">
                  <a:pos x="T8" y="T9"/>
                </a:cxn>
              </a:cxnLst>
              <a:rect l="0" t="0" r="r" b="b"/>
              <a:pathLst>
                <a:path w="6" h="11">
                  <a:moveTo>
                    <a:pt x="4" y="11"/>
                  </a:moveTo>
                  <a:cubicBezTo>
                    <a:pt x="5" y="11"/>
                    <a:pt x="5" y="8"/>
                    <a:pt x="6" y="5"/>
                  </a:cubicBezTo>
                  <a:cubicBezTo>
                    <a:pt x="4" y="3"/>
                    <a:pt x="3" y="0"/>
                    <a:pt x="2" y="0"/>
                  </a:cubicBezTo>
                  <a:cubicBezTo>
                    <a:pt x="1" y="0"/>
                    <a:pt x="1" y="4"/>
                    <a:pt x="0" y="6"/>
                  </a:cubicBezTo>
                  <a:cubicBezTo>
                    <a:pt x="1" y="8"/>
                    <a:pt x="3" y="11"/>
                    <a:pt x="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33" name="Freeform 3041"/>
            <p:cNvSpPr/>
            <p:nvPr/>
          </p:nvSpPr>
          <p:spPr bwMode="auto">
            <a:xfrm>
              <a:off x="5089829" y="9527953"/>
              <a:ext cx="14288" cy="31750"/>
            </a:xfrm>
            <a:custGeom>
              <a:avLst/>
              <a:gdLst>
                <a:gd name="T0" fmla="*/ 2 w 5"/>
                <a:gd name="T1" fmla="*/ 12 h 12"/>
                <a:gd name="T2" fmla="*/ 5 w 5"/>
                <a:gd name="T3" fmla="*/ 8 h 12"/>
                <a:gd name="T4" fmla="*/ 2 w 5"/>
                <a:gd name="T5" fmla="*/ 0 h 12"/>
                <a:gd name="T6" fmla="*/ 0 w 5"/>
                <a:gd name="T7" fmla="*/ 6 h 12"/>
                <a:gd name="T8" fmla="*/ 2 w 5"/>
                <a:gd name="T9" fmla="*/ 12 h 12"/>
              </a:gdLst>
              <a:ahLst/>
              <a:cxnLst>
                <a:cxn ang="0">
                  <a:pos x="T0" y="T1"/>
                </a:cxn>
                <a:cxn ang="0">
                  <a:pos x="T2" y="T3"/>
                </a:cxn>
                <a:cxn ang="0">
                  <a:pos x="T4" y="T5"/>
                </a:cxn>
                <a:cxn ang="0">
                  <a:pos x="T6" y="T7"/>
                </a:cxn>
                <a:cxn ang="0">
                  <a:pos x="T8" y="T9"/>
                </a:cxn>
              </a:cxnLst>
              <a:rect l="0" t="0" r="r" b="b"/>
              <a:pathLst>
                <a:path w="5" h="12">
                  <a:moveTo>
                    <a:pt x="2" y="12"/>
                  </a:moveTo>
                  <a:cubicBezTo>
                    <a:pt x="3" y="12"/>
                    <a:pt x="5" y="10"/>
                    <a:pt x="5" y="8"/>
                  </a:cubicBezTo>
                  <a:cubicBezTo>
                    <a:pt x="5" y="6"/>
                    <a:pt x="3" y="3"/>
                    <a:pt x="2" y="0"/>
                  </a:cubicBezTo>
                  <a:cubicBezTo>
                    <a:pt x="1" y="2"/>
                    <a:pt x="0" y="4"/>
                    <a:pt x="0" y="6"/>
                  </a:cubicBezTo>
                  <a:cubicBezTo>
                    <a:pt x="0" y="8"/>
                    <a:pt x="1" y="12"/>
                    <a:pt x="2"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34" name="Freeform 3042"/>
            <p:cNvSpPr/>
            <p:nvPr/>
          </p:nvSpPr>
          <p:spPr bwMode="auto">
            <a:xfrm>
              <a:off x="5304142" y="9524778"/>
              <a:ext cx="17463" cy="25400"/>
            </a:xfrm>
            <a:custGeom>
              <a:avLst/>
              <a:gdLst>
                <a:gd name="T0" fmla="*/ 4 w 6"/>
                <a:gd name="T1" fmla="*/ 9 h 9"/>
                <a:gd name="T2" fmla="*/ 6 w 6"/>
                <a:gd name="T3" fmla="*/ 3 h 9"/>
                <a:gd name="T4" fmla="*/ 2 w 6"/>
                <a:gd name="T5" fmla="*/ 0 h 9"/>
                <a:gd name="T6" fmla="*/ 0 w 6"/>
                <a:gd name="T7" fmla="*/ 6 h 9"/>
                <a:gd name="T8" fmla="*/ 4 w 6"/>
                <a:gd name="T9" fmla="*/ 9 h 9"/>
              </a:gdLst>
              <a:ahLst/>
              <a:cxnLst>
                <a:cxn ang="0">
                  <a:pos x="T0" y="T1"/>
                </a:cxn>
                <a:cxn ang="0">
                  <a:pos x="T2" y="T3"/>
                </a:cxn>
                <a:cxn ang="0">
                  <a:pos x="T4" y="T5"/>
                </a:cxn>
                <a:cxn ang="0">
                  <a:pos x="T6" y="T7"/>
                </a:cxn>
                <a:cxn ang="0">
                  <a:pos x="T8" y="T9"/>
                </a:cxn>
              </a:cxnLst>
              <a:rect l="0" t="0" r="r" b="b"/>
              <a:pathLst>
                <a:path w="6" h="9">
                  <a:moveTo>
                    <a:pt x="4" y="9"/>
                  </a:moveTo>
                  <a:cubicBezTo>
                    <a:pt x="5" y="9"/>
                    <a:pt x="5" y="6"/>
                    <a:pt x="6" y="3"/>
                  </a:cubicBezTo>
                  <a:cubicBezTo>
                    <a:pt x="4" y="2"/>
                    <a:pt x="3" y="0"/>
                    <a:pt x="2" y="0"/>
                  </a:cubicBezTo>
                  <a:cubicBezTo>
                    <a:pt x="1" y="1"/>
                    <a:pt x="1" y="4"/>
                    <a:pt x="0" y="6"/>
                  </a:cubicBezTo>
                  <a:cubicBezTo>
                    <a:pt x="1" y="7"/>
                    <a:pt x="3" y="9"/>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35" name="Freeform 3043"/>
            <p:cNvSpPr/>
            <p:nvPr/>
          </p:nvSpPr>
          <p:spPr bwMode="auto">
            <a:xfrm>
              <a:off x="2292654" y="9520016"/>
              <a:ext cx="15875" cy="23813"/>
            </a:xfrm>
            <a:custGeom>
              <a:avLst/>
              <a:gdLst>
                <a:gd name="T0" fmla="*/ 3 w 6"/>
                <a:gd name="T1" fmla="*/ 9 h 9"/>
                <a:gd name="T2" fmla="*/ 6 w 6"/>
                <a:gd name="T3" fmla="*/ 6 h 9"/>
                <a:gd name="T4" fmla="*/ 3 w 6"/>
                <a:gd name="T5" fmla="*/ 0 h 9"/>
                <a:gd name="T6" fmla="*/ 1 w 6"/>
                <a:gd name="T7" fmla="*/ 5 h 9"/>
                <a:gd name="T8" fmla="*/ 3 w 6"/>
                <a:gd name="T9" fmla="*/ 9 h 9"/>
              </a:gdLst>
              <a:ahLst/>
              <a:cxnLst>
                <a:cxn ang="0">
                  <a:pos x="T0" y="T1"/>
                </a:cxn>
                <a:cxn ang="0">
                  <a:pos x="T2" y="T3"/>
                </a:cxn>
                <a:cxn ang="0">
                  <a:pos x="T4" y="T5"/>
                </a:cxn>
                <a:cxn ang="0">
                  <a:pos x="T6" y="T7"/>
                </a:cxn>
                <a:cxn ang="0">
                  <a:pos x="T8" y="T9"/>
                </a:cxn>
              </a:cxnLst>
              <a:rect l="0" t="0" r="r" b="b"/>
              <a:pathLst>
                <a:path w="6" h="9">
                  <a:moveTo>
                    <a:pt x="3" y="9"/>
                  </a:moveTo>
                  <a:cubicBezTo>
                    <a:pt x="4" y="9"/>
                    <a:pt x="6" y="7"/>
                    <a:pt x="6" y="6"/>
                  </a:cubicBezTo>
                  <a:cubicBezTo>
                    <a:pt x="6" y="5"/>
                    <a:pt x="4" y="3"/>
                    <a:pt x="3" y="0"/>
                  </a:cubicBezTo>
                  <a:cubicBezTo>
                    <a:pt x="2" y="2"/>
                    <a:pt x="0" y="4"/>
                    <a:pt x="1" y="5"/>
                  </a:cubicBezTo>
                  <a:cubicBezTo>
                    <a:pt x="1" y="6"/>
                    <a:pt x="2" y="9"/>
                    <a:pt x="3"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36" name="Freeform 3044"/>
            <p:cNvSpPr/>
            <p:nvPr/>
          </p:nvSpPr>
          <p:spPr bwMode="auto">
            <a:xfrm>
              <a:off x="2079929" y="9543828"/>
              <a:ext cx="19050" cy="14288"/>
            </a:xfrm>
            <a:custGeom>
              <a:avLst/>
              <a:gdLst>
                <a:gd name="T0" fmla="*/ 3 w 7"/>
                <a:gd name="T1" fmla="*/ 5 h 5"/>
                <a:gd name="T2" fmla="*/ 7 w 7"/>
                <a:gd name="T3" fmla="*/ 3 h 5"/>
                <a:gd name="T4" fmla="*/ 3 w 7"/>
                <a:gd name="T5" fmla="*/ 0 h 5"/>
                <a:gd name="T6" fmla="*/ 0 w 7"/>
                <a:gd name="T7" fmla="*/ 2 h 5"/>
                <a:gd name="T8" fmla="*/ 3 w 7"/>
                <a:gd name="T9" fmla="*/ 5 h 5"/>
              </a:gdLst>
              <a:ahLst/>
              <a:cxnLst>
                <a:cxn ang="0">
                  <a:pos x="T0" y="T1"/>
                </a:cxn>
                <a:cxn ang="0">
                  <a:pos x="T2" y="T3"/>
                </a:cxn>
                <a:cxn ang="0">
                  <a:pos x="T4" y="T5"/>
                </a:cxn>
                <a:cxn ang="0">
                  <a:pos x="T6" y="T7"/>
                </a:cxn>
                <a:cxn ang="0">
                  <a:pos x="T8" y="T9"/>
                </a:cxn>
              </a:cxnLst>
              <a:rect l="0" t="0" r="r" b="b"/>
              <a:pathLst>
                <a:path w="7" h="5">
                  <a:moveTo>
                    <a:pt x="3" y="5"/>
                  </a:moveTo>
                  <a:cubicBezTo>
                    <a:pt x="4" y="5"/>
                    <a:pt x="5" y="4"/>
                    <a:pt x="7" y="3"/>
                  </a:cubicBezTo>
                  <a:cubicBezTo>
                    <a:pt x="5" y="1"/>
                    <a:pt x="4" y="0"/>
                    <a:pt x="3" y="0"/>
                  </a:cubicBezTo>
                  <a:cubicBezTo>
                    <a:pt x="2" y="0"/>
                    <a:pt x="1" y="1"/>
                    <a:pt x="0" y="2"/>
                  </a:cubicBezTo>
                  <a:cubicBezTo>
                    <a:pt x="1" y="3"/>
                    <a:pt x="2" y="5"/>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37" name="Freeform 3045"/>
            <p:cNvSpPr/>
            <p:nvPr/>
          </p:nvSpPr>
          <p:spPr bwMode="auto">
            <a:xfrm>
              <a:off x="1871967" y="9559703"/>
              <a:ext cx="12700" cy="14288"/>
            </a:xfrm>
            <a:custGeom>
              <a:avLst/>
              <a:gdLst>
                <a:gd name="T0" fmla="*/ 2 w 5"/>
                <a:gd name="T1" fmla="*/ 5 h 5"/>
                <a:gd name="T2" fmla="*/ 5 w 5"/>
                <a:gd name="T3" fmla="*/ 3 h 5"/>
                <a:gd name="T4" fmla="*/ 2 w 5"/>
                <a:gd name="T5" fmla="*/ 0 h 5"/>
                <a:gd name="T6" fmla="*/ 0 w 5"/>
                <a:gd name="T7" fmla="*/ 3 h 5"/>
                <a:gd name="T8" fmla="*/ 2 w 5"/>
                <a:gd name="T9" fmla="*/ 5 h 5"/>
              </a:gdLst>
              <a:ahLst/>
              <a:cxnLst>
                <a:cxn ang="0">
                  <a:pos x="T0" y="T1"/>
                </a:cxn>
                <a:cxn ang="0">
                  <a:pos x="T2" y="T3"/>
                </a:cxn>
                <a:cxn ang="0">
                  <a:pos x="T4" y="T5"/>
                </a:cxn>
                <a:cxn ang="0">
                  <a:pos x="T6" y="T7"/>
                </a:cxn>
                <a:cxn ang="0">
                  <a:pos x="T8" y="T9"/>
                </a:cxn>
              </a:cxnLst>
              <a:rect l="0" t="0" r="r" b="b"/>
              <a:pathLst>
                <a:path w="5" h="5">
                  <a:moveTo>
                    <a:pt x="2" y="5"/>
                  </a:moveTo>
                  <a:cubicBezTo>
                    <a:pt x="3" y="5"/>
                    <a:pt x="5" y="4"/>
                    <a:pt x="5" y="3"/>
                  </a:cubicBezTo>
                  <a:cubicBezTo>
                    <a:pt x="5" y="3"/>
                    <a:pt x="3" y="2"/>
                    <a:pt x="2" y="0"/>
                  </a:cubicBezTo>
                  <a:cubicBezTo>
                    <a:pt x="1" y="2"/>
                    <a:pt x="0" y="2"/>
                    <a:pt x="0" y="3"/>
                  </a:cubicBezTo>
                  <a:cubicBezTo>
                    <a:pt x="0" y="4"/>
                    <a:pt x="1" y="5"/>
                    <a:pt x="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38" name="Freeform 3046"/>
            <p:cNvSpPr/>
            <p:nvPr/>
          </p:nvSpPr>
          <p:spPr bwMode="auto">
            <a:xfrm>
              <a:off x="1659242" y="9588278"/>
              <a:ext cx="14288" cy="9525"/>
            </a:xfrm>
            <a:custGeom>
              <a:avLst/>
              <a:gdLst>
                <a:gd name="T0" fmla="*/ 2 w 5"/>
                <a:gd name="T1" fmla="*/ 4 h 4"/>
                <a:gd name="T2" fmla="*/ 5 w 5"/>
                <a:gd name="T3" fmla="*/ 2 h 4"/>
                <a:gd name="T4" fmla="*/ 2 w 5"/>
                <a:gd name="T5" fmla="*/ 0 h 4"/>
                <a:gd name="T6" fmla="*/ 0 w 5"/>
                <a:gd name="T7" fmla="*/ 3 h 4"/>
                <a:gd name="T8" fmla="*/ 2 w 5"/>
                <a:gd name="T9" fmla="*/ 4 h 4"/>
              </a:gdLst>
              <a:ahLst/>
              <a:cxnLst>
                <a:cxn ang="0">
                  <a:pos x="T0" y="T1"/>
                </a:cxn>
                <a:cxn ang="0">
                  <a:pos x="T2" y="T3"/>
                </a:cxn>
                <a:cxn ang="0">
                  <a:pos x="T4" y="T5"/>
                </a:cxn>
                <a:cxn ang="0">
                  <a:pos x="T6" y="T7"/>
                </a:cxn>
                <a:cxn ang="0">
                  <a:pos x="T8" y="T9"/>
                </a:cxn>
              </a:cxnLst>
              <a:rect l="0" t="0" r="r" b="b"/>
              <a:pathLst>
                <a:path w="5" h="4">
                  <a:moveTo>
                    <a:pt x="2" y="4"/>
                  </a:moveTo>
                  <a:cubicBezTo>
                    <a:pt x="3" y="4"/>
                    <a:pt x="5" y="3"/>
                    <a:pt x="5" y="2"/>
                  </a:cubicBezTo>
                  <a:cubicBezTo>
                    <a:pt x="5" y="2"/>
                    <a:pt x="4" y="1"/>
                    <a:pt x="2" y="0"/>
                  </a:cubicBezTo>
                  <a:cubicBezTo>
                    <a:pt x="1" y="1"/>
                    <a:pt x="0" y="2"/>
                    <a:pt x="0" y="3"/>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39" name="Freeform 3047"/>
            <p:cNvSpPr/>
            <p:nvPr/>
          </p:nvSpPr>
          <p:spPr bwMode="auto">
            <a:xfrm>
              <a:off x="1448104" y="9627966"/>
              <a:ext cx="15875" cy="6350"/>
            </a:xfrm>
            <a:custGeom>
              <a:avLst/>
              <a:gdLst>
                <a:gd name="T0" fmla="*/ 3 w 6"/>
                <a:gd name="T1" fmla="*/ 2 h 2"/>
                <a:gd name="T2" fmla="*/ 6 w 6"/>
                <a:gd name="T3" fmla="*/ 0 h 2"/>
                <a:gd name="T4" fmla="*/ 2 w 6"/>
                <a:gd name="T5" fmla="*/ 1 h 2"/>
                <a:gd name="T6" fmla="*/ 0 w 6"/>
                <a:gd name="T7" fmla="*/ 2 h 2"/>
                <a:gd name="T8" fmla="*/ 3 w 6"/>
                <a:gd name="T9" fmla="*/ 2 h 2"/>
              </a:gdLst>
              <a:ahLst/>
              <a:cxnLst>
                <a:cxn ang="0">
                  <a:pos x="T0" y="T1"/>
                </a:cxn>
                <a:cxn ang="0">
                  <a:pos x="T2" y="T3"/>
                </a:cxn>
                <a:cxn ang="0">
                  <a:pos x="T4" y="T5"/>
                </a:cxn>
                <a:cxn ang="0">
                  <a:pos x="T6" y="T7"/>
                </a:cxn>
                <a:cxn ang="0">
                  <a:pos x="T8" y="T9"/>
                </a:cxn>
              </a:cxnLst>
              <a:rect l="0" t="0" r="r" b="b"/>
              <a:pathLst>
                <a:path w="6" h="2">
                  <a:moveTo>
                    <a:pt x="3" y="2"/>
                  </a:moveTo>
                  <a:cubicBezTo>
                    <a:pt x="4" y="2"/>
                    <a:pt x="5" y="1"/>
                    <a:pt x="6" y="0"/>
                  </a:cubicBezTo>
                  <a:cubicBezTo>
                    <a:pt x="4" y="0"/>
                    <a:pt x="3" y="0"/>
                    <a:pt x="2" y="1"/>
                  </a:cubicBezTo>
                  <a:cubicBezTo>
                    <a:pt x="1" y="1"/>
                    <a:pt x="1" y="2"/>
                    <a:pt x="0" y="2"/>
                  </a:cubicBezTo>
                  <a:cubicBezTo>
                    <a:pt x="1" y="2"/>
                    <a:pt x="2" y="2"/>
                    <a:pt x="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40" name="Freeform 3048"/>
            <p:cNvSpPr/>
            <p:nvPr/>
          </p:nvSpPr>
          <p:spPr bwMode="auto">
            <a:xfrm>
              <a:off x="1238554" y="9685116"/>
              <a:ext cx="17463" cy="6350"/>
            </a:xfrm>
            <a:custGeom>
              <a:avLst/>
              <a:gdLst>
                <a:gd name="T0" fmla="*/ 6 w 6"/>
                <a:gd name="T1" fmla="*/ 0 h 2"/>
                <a:gd name="T2" fmla="*/ 2 w 6"/>
                <a:gd name="T3" fmla="*/ 1 h 2"/>
                <a:gd name="T4" fmla="*/ 0 w 6"/>
                <a:gd name="T5" fmla="*/ 2 h 2"/>
                <a:gd name="T6" fmla="*/ 3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4" y="0"/>
                    <a:pt x="3" y="1"/>
                    <a:pt x="2" y="1"/>
                  </a:cubicBezTo>
                  <a:cubicBezTo>
                    <a:pt x="1" y="1"/>
                    <a:pt x="0" y="2"/>
                    <a:pt x="0" y="2"/>
                  </a:cubicBezTo>
                  <a:cubicBezTo>
                    <a:pt x="1" y="2"/>
                    <a:pt x="2" y="2"/>
                    <a:pt x="3" y="1"/>
                  </a:cubicBezTo>
                  <a:cubicBezTo>
                    <a:pt x="4" y="1"/>
                    <a:pt x="4" y="1"/>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41" name="Freeform 3049"/>
            <p:cNvSpPr/>
            <p:nvPr/>
          </p:nvSpPr>
          <p:spPr bwMode="auto">
            <a:xfrm>
              <a:off x="1030592" y="9766078"/>
              <a:ext cx="15875" cy="9525"/>
            </a:xfrm>
            <a:custGeom>
              <a:avLst/>
              <a:gdLst>
                <a:gd name="T0" fmla="*/ 6 w 6"/>
                <a:gd name="T1" fmla="*/ 0 h 3"/>
                <a:gd name="T2" fmla="*/ 2 w 6"/>
                <a:gd name="T3" fmla="*/ 1 h 3"/>
                <a:gd name="T4" fmla="*/ 0 w 6"/>
                <a:gd name="T5" fmla="*/ 3 h 3"/>
                <a:gd name="T6" fmla="*/ 2 w 6"/>
                <a:gd name="T7" fmla="*/ 2 h 3"/>
                <a:gd name="T8" fmla="*/ 6 w 6"/>
                <a:gd name="T9" fmla="*/ 0 h 3"/>
              </a:gdLst>
              <a:ahLst/>
              <a:cxnLst>
                <a:cxn ang="0">
                  <a:pos x="T0" y="T1"/>
                </a:cxn>
                <a:cxn ang="0">
                  <a:pos x="T2" y="T3"/>
                </a:cxn>
                <a:cxn ang="0">
                  <a:pos x="T4" y="T5"/>
                </a:cxn>
                <a:cxn ang="0">
                  <a:pos x="T6" y="T7"/>
                </a:cxn>
                <a:cxn ang="0">
                  <a:pos x="T8" y="T9"/>
                </a:cxn>
              </a:cxnLst>
              <a:rect l="0" t="0" r="r" b="b"/>
              <a:pathLst>
                <a:path w="6" h="3">
                  <a:moveTo>
                    <a:pt x="6" y="0"/>
                  </a:moveTo>
                  <a:cubicBezTo>
                    <a:pt x="4" y="1"/>
                    <a:pt x="3" y="1"/>
                    <a:pt x="2" y="1"/>
                  </a:cubicBezTo>
                  <a:cubicBezTo>
                    <a:pt x="1" y="2"/>
                    <a:pt x="0" y="2"/>
                    <a:pt x="0" y="3"/>
                  </a:cubicBezTo>
                  <a:cubicBezTo>
                    <a:pt x="0" y="3"/>
                    <a:pt x="1" y="2"/>
                    <a:pt x="2" y="2"/>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42" name="Freeform 3050"/>
            <p:cNvSpPr/>
            <p:nvPr/>
          </p:nvSpPr>
          <p:spPr bwMode="auto">
            <a:xfrm>
              <a:off x="821042" y="9883553"/>
              <a:ext cx="14288" cy="7938"/>
            </a:xfrm>
            <a:custGeom>
              <a:avLst/>
              <a:gdLst>
                <a:gd name="T0" fmla="*/ 5 w 5"/>
                <a:gd name="T1" fmla="*/ 0 h 3"/>
                <a:gd name="T2" fmla="*/ 2 w 5"/>
                <a:gd name="T3" fmla="*/ 2 h 3"/>
                <a:gd name="T4" fmla="*/ 0 w 5"/>
                <a:gd name="T5" fmla="*/ 3 h 3"/>
                <a:gd name="T6" fmla="*/ 3 w 5"/>
                <a:gd name="T7" fmla="*/ 2 h 3"/>
                <a:gd name="T8" fmla="*/ 5 w 5"/>
                <a:gd name="T9" fmla="*/ 0 h 3"/>
              </a:gdLst>
              <a:ahLst/>
              <a:cxnLst>
                <a:cxn ang="0">
                  <a:pos x="T0" y="T1"/>
                </a:cxn>
                <a:cxn ang="0">
                  <a:pos x="T2" y="T3"/>
                </a:cxn>
                <a:cxn ang="0">
                  <a:pos x="T4" y="T5"/>
                </a:cxn>
                <a:cxn ang="0">
                  <a:pos x="T6" y="T7"/>
                </a:cxn>
                <a:cxn ang="0">
                  <a:pos x="T8" y="T9"/>
                </a:cxn>
              </a:cxnLst>
              <a:rect l="0" t="0" r="r" b="b"/>
              <a:pathLst>
                <a:path w="5" h="3">
                  <a:moveTo>
                    <a:pt x="5" y="0"/>
                  </a:moveTo>
                  <a:cubicBezTo>
                    <a:pt x="5" y="0"/>
                    <a:pt x="3" y="1"/>
                    <a:pt x="2" y="2"/>
                  </a:cubicBezTo>
                  <a:cubicBezTo>
                    <a:pt x="1" y="2"/>
                    <a:pt x="0" y="3"/>
                    <a:pt x="0" y="3"/>
                  </a:cubicBezTo>
                  <a:cubicBezTo>
                    <a:pt x="0" y="3"/>
                    <a:pt x="2" y="3"/>
                    <a:pt x="3" y="2"/>
                  </a:cubicBezTo>
                  <a:cubicBezTo>
                    <a:pt x="4" y="1"/>
                    <a:pt x="5" y="0"/>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43" name="Freeform 3051"/>
            <p:cNvSpPr/>
            <p:nvPr/>
          </p:nvSpPr>
          <p:spPr bwMode="auto">
            <a:xfrm>
              <a:off x="614667" y="10043891"/>
              <a:ext cx="14288" cy="12700"/>
            </a:xfrm>
            <a:custGeom>
              <a:avLst/>
              <a:gdLst>
                <a:gd name="T0" fmla="*/ 5 w 5"/>
                <a:gd name="T1" fmla="*/ 0 h 5"/>
                <a:gd name="T2" fmla="*/ 3 w 5"/>
                <a:gd name="T3" fmla="*/ 2 h 5"/>
                <a:gd name="T4" fmla="*/ 0 w 5"/>
                <a:gd name="T5" fmla="*/ 5 h 5"/>
                <a:gd name="T6" fmla="*/ 3 w 5"/>
                <a:gd name="T7" fmla="*/ 3 h 5"/>
                <a:gd name="T8" fmla="*/ 5 w 5"/>
                <a:gd name="T9" fmla="*/ 0 h 5"/>
              </a:gdLst>
              <a:ahLst/>
              <a:cxnLst>
                <a:cxn ang="0">
                  <a:pos x="T0" y="T1"/>
                </a:cxn>
                <a:cxn ang="0">
                  <a:pos x="T2" y="T3"/>
                </a:cxn>
                <a:cxn ang="0">
                  <a:pos x="T4" y="T5"/>
                </a:cxn>
                <a:cxn ang="0">
                  <a:pos x="T6" y="T7"/>
                </a:cxn>
                <a:cxn ang="0">
                  <a:pos x="T8" y="T9"/>
                </a:cxn>
              </a:cxnLst>
              <a:rect l="0" t="0" r="r" b="b"/>
              <a:pathLst>
                <a:path w="5" h="5">
                  <a:moveTo>
                    <a:pt x="5" y="0"/>
                  </a:moveTo>
                  <a:cubicBezTo>
                    <a:pt x="5" y="0"/>
                    <a:pt x="4" y="1"/>
                    <a:pt x="3" y="2"/>
                  </a:cubicBezTo>
                  <a:cubicBezTo>
                    <a:pt x="2" y="3"/>
                    <a:pt x="0" y="5"/>
                    <a:pt x="0" y="5"/>
                  </a:cubicBezTo>
                  <a:cubicBezTo>
                    <a:pt x="0" y="5"/>
                    <a:pt x="2" y="4"/>
                    <a:pt x="3" y="3"/>
                  </a:cubicBezTo>
                  <a:cubicBezTo>
                    <a:pt x="4" y="2"/>
                    <a:pt x="5" y="1"/>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44" name="Freeform 3052"/>
            <p:cNvSpPr/>
            <p:nvPr/>
          </p:nvSpPr>
          <p:spPr bwMode="auto">
            <a:xfrm>
              <a:off x="411467" y="10235978"/>
              <a:ext cx="12700" cy="14288"/>
            </a:xfrm>
            <a:custGeom>
              <a:avLst/>
              <a:gdLst>
                <a:gd name="T0" fmla="*/ 2 w 5"/>
                <a:gd name="T1" fmla="*/ 4 h 5"/>
                <a:gd name="T2" fmla="*/ 5 w 5"/>
                <a:gd name="T3" fmla="*/ 0 h 5"/>
                <a:gd name="T4" fmla="*/ 2 w 5"/>
                <a:gd name="T5" fmla="*/ 2 h 5"/>
                <a:gd name="T6" fmla="*/ 0 w 5"/>
                <a:gd name="T7" fmla="*/ 5 h 5"/>
                <a:gd name="T8" fmla="*/ 2 w 5"/>
                <a:gd name="T9" fmla="*/ 4 h 5"/>
              </a:gdLst>
              <a:ahLst/>
              <a:cxnLst>
                <a:cxn ang="0">
                  <a:pos x="T0" y="T1"/>
                </a:cxn>
                <a:cxn ang="0">
                  <a:pos x="T2" y="T3"/>
                </a:cxn>
                <a:cxn ang="0">
                  <a:pos x="T4" y="T5"/>
                </a:cxn>
                <a:cxn ang="0">
                  <a:pos x="T6" y="T7"/>
                </a:cxn>
                <a:cxn ang="0">
                  <a:pos x="T8" y="T9"/>
                </a:cxn>
              </a:cxnLst>
              <a:rect l="0" t="0" r="r" b="b"/>
              <a:pathLst>
                <a:path w="5" h="5">
                  <a:moveTo>
                    <a:pt x="2" y="4"/>
                  </a:moveTo>
                  <a:cubicBezTo>
                    <a:pt x="3" y="2"/>
                    <a:pt x="5" y="1"/>
                    <a:pt x="5" y="0"/>
                  </a:cubicBezTo>
                  <a:cubicBezTo>
                    <a:pt x="5" y="0"/>
                    <a:pt x="3" y="1"/>
                    <a:pt x="2" y="2"/>
                  </a:cubicBezTo>
                  <a:cubicBezTo>
                    <a:pt x="2" y="2"/>
                    <a:pt x="0" y="4"/>
                    <a:pt x="0" y="5"/>
                  </a:cubicBezTo>
                  <a:cubicBezTo>
                    <a:pt x="0" y="5"/>
                    <a:pt x="1"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45" name="Freeform 3053"/>
            <p:cNvSpPr/>
            <p:nvPr/>
          </p:nvSpPr>
          <p:spPr bwMode="auto">
            <a:xfrm>
              <a:off x="205092" y="10437591"/>
              <a:ext cx="19050" cy="15875"/>
            </a:xfrm>
            <a:custGeom>
              <a:avLst/>
              <a:gdLst>
                <a:gd name="T0" fmla="*/ 7 w 7"/>
                <a:gd name="T1" fmla="*/ 0 h 6"/>
                <a:gd name="T2" fmla="*/ 3 w 7"/>
                <a:gd name="T3" fmla="*/ 2 h 6"/>
                <a:gd name="T4" fmla="*/ 0 w 7"/>
                <a:gd name="T5" fmla="*/ 6 h 6"/>
                <a:gd name="T6" fmla="*/ 3 w 7"/>
                <a:gd name="T7" fmla="*/ 4 h 6"/>
                <a:gd name="T8" fmla="*/ 7 w 7"/>
                <a:gd name="T9" fmla="*/ 0 h 6"/>
              </a:gdLst>
              <a:ahLst/>
              <a:cxnLst>
                <a:cxn ang="0">
                  <a:pos x="T0" y="T1"/>
                </a:cxn>
                <a:cxn ang="0">
                  <a:pos x="T2" y="T3"/>
                </a:cxn>
                <a:cxn ang="0">
                  <a:pos x="T4" y="T5"/>
                </a:cxn>
                <a:cxn ang="0">
                  <a:pos x="T6" y="T7"/>
                </a:cxn>
                <a:cxn ang="0">
                  <a:pos x="T8" y="T9"/>
                </a:cxn>
              </a:cxnLst>
              <a:rect l="0" t="0" r="r" b="b"/>
              <a:pathLst>
                <a:path w="7" h="6">
                  <a:moveTo>
                    <a:pt x="7" y="0"/>
                  </a:moveTo>
                  <a:cubicBezTo>
                    <a:pt x="5" y="1"/>
                    <a:pt x="4" y="1"/>
                    <a:pt x="3" y="2"/>
                  </a:cubicBezTo>
                  <a:cubicBezTo>
                    <a:pt x="2" y="3"/>
                    <a:pt x="1" y="4"/>
                    <a:pt x="0" y="6"/>
                  </a:cubicBezTo>
                  <a:cubicBezTo>
                    <a:pt x="1" y="5"/>
                    <a:pt x="2" y="5"/>
                    <a:pt x="3" y="4"/>
                  </a:cubicBezTo>
                  <a:cubicBezTo>
                    <a:pt x="4" y="4"/>
                    <a:pt x="5" y="2"/>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46" name="Freeform 3054"/>
            <p:cNvSpPr/>
            <p:nvPr/>
          </p:nvSpPr>
          <p:spPr bwMode="auto">
            <a:xfrm>
              <a:off x="1892" y="10629678"/>
              <a:ext cx="12700" cy="14288"/>
            </a:xfrm>
            <a:custGeom>
              <a:avLst/>
              <a:gdLst>
                <a:gd name="T0" fmla="*/ 2 w 5"/>
                <a:gd name="T1" fmla="*/ 4 h 5"/>
                <a:gd name="T2" fmla="*/ 5 w 5"/>
                <a:gd name="T3" fmla="*/ 1 h 5"/>
                <a:gd name="T4" fmla="*/ 2 w 5"/>
                <a:gd name="T5" fmla="*/ 1 h 5"/>
                <a:gd name="T6" fmla="*/ 0 w 5"/>
                <a:gd name="T7" fmla="*/ 5 h 5"/>
                <a:gd name="T8" fmla="*/ 2 w 5"/>
                <a:gd name="T9" fmla="*/ 4 h 5"/>
              </a:gdLst>
              <a:ahLst/>
              <a:cxnLst>
                <a:cxn ang="0">
                  <a:pos x="T0" y="T1"/>
                </a:cxn>
                <a:cxn ang="0">
                  <a:pos x="T2" y="T3"/>
                </a:cxn>
                <a:cxn ang="0">
                  <a:pos x="T4" y="T5"/>
                </a:cxn>
                <a:cxn ang="0">
                  <a:pos x="T6" y="T7"/>
                </a:cxn>
                <a:cxn ang="0">
                  <a:pos x="T8" y="T9"/>
                </a:cxn>
              </a:cxnLst>
              <a:rect l="0" t="0" r="r" b="b"/>
              <a:pathLst>
                <a:path w="5" h="5">
                  <a:moveTo>
                    <a:pt x="2" y="4"/>
                  </a:moveTo>
                  <a:cubicBezTo>
                    <a:pt x="3" y="4"/>
                    <a:pt x="4" y="2"/>
                    <a:pt x="5" y="1"/>
                  </a:cubicBezTo>
                  <a:cubicBezTo>
                    <a:pt x="5" y="0"/>
                    <a:pt x="3" y="1"/>
                    <a:pt x="2" y="1"/>
                  </a:cubicBezTo>
                  <a:cubicBezTo>
                    <a:pt x="1" y="2"/>
                    <a:pt x="0" y="4"/>
                    <a:pt x="0" y="5"/>
                  </a:cubicBezTo>
                  <a:cubicBezTo>
                    <a:pt x="0" y="5"/>
                    <a:pt x="1" y="5"/>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47" name="Freeform 3055"/>
            <p:cNvSpPr/>
            <p:nvPr/>
          </p:nvSpPr>
          <p:spPr bwMode="auto">
            <a:xfrm>
              <a:off x="-207658" y="10786841"/>
              <a:ext cx="15875" cy="11113"/>
            </a:xfrm>
            <a:custGeom>
              <a:avLst/>
              <a:gdLst>
                <a:gd name="T0" fmla="*/ 6 w 6"/>
                <a:gd name="T1" fmla="*/ 0 h 4"/>
                <a:gd name="T2" fmla="*/ 2 w 6"/>
                <a:gd name="T3" fmla="*/ 1 h 4"/>
                <a:gd name="T4" fmla="*/ 0 w 6"/>
                <a:gd name="T5" fmla="*/ 4 h 4"/>
                <a:gd name="T6" fmla="*/ 3 w 6"/>
                <a:gd name="T7" fmla="*/ 4 h 4"/>
                <a:gd name="T8" fmla="*/ 6 w 6"/>
                <a:gd name="T9" fmla="*/ 0 h 4"/>
              </a:gdLst>
              <a:ahLst/>
              <a:cxnLst>
                <a:cxn ang="0">
                  <a:pos x="T0" y="T1"/>
                </a:cxn>
                <a:cxn ang="0">
                  <a:pos x="T2" y="T3"/>
                </a:cxn>
                <a:cxn ang="0">
                  <a:pos x="T4" y="T5"/>
                </a:cxn>
                <a:cxn ang="0">
                  <a:pos x="T6" y="T7"/>
                </a:cxn>
                <a:cxn ang="0">
                  <a:pos x="T8" y="T9"/>
                </a:cxn>
              </a:cxnLst>
              <a:rect l="0" t="0" r="r" b="b"/>
              <a:pathLst>
                <a:path w="6" h="4">
                  <a:moveTo>
                    <a:pt x="6" y="0"/>
                  </a:moveTo>
                  <a:cubicBezTo>
                    <a:pt x="4" y="0"/>
                    <a:pt x="3" y="0"/>
                    <a:pt x="2" y="1"/>
                  </a:cubicBezTo>
                  <a:cubicBezTo>
                    <a:pt x="1" y="2"/>
                    <a:pt x="1" y="3"/>
                    <a:pt x="0" y="4"/>
                  </a:cubicBezTo>
                  <a:cubicBezTo>
                    <a:pt x="1" y="4"/>
                    <a:pt x="3" y="4"/>
                    <a:pt x="3" y="4"/>
                  </a:cubicBezTo>
                  <a:cubicBezTo>
                    <a:pt x="4" y="3"/>
                    <a:pt x="5" y="2"/>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48" name="Freeform 3056"/>
            <p:cNvSpPr/>
            <p:nvPr/>
          </p:nvSpPr>
          <p:spPr bwMode="auto">
            <a:xfrm>
              <a:off x="-417208" y="10885266"/>
              <a:ext cx="14288" cy="14288"/>
            </a:xfrm>
            <a:custGeom>
              <a:avLst/>
              <a:gdLst>
                <a:gd name="T0" fmla="*/ 2 w 5"/>
                <a:gd name="T1" fmla="*/ 0 h 5"/>
                <a:gd name="T2" fmla="*/ 0 w 5"/>
                <a:gd name="T3" fmla="*/ 2 h 5"/>
                <a:gd name="T4" fmla="*/ 2 w 5"/>
                <a:gd name="T5" fmla="*/ 5 h 5"/>
                <a:gd name="T6" fmla="*/ 5 w 5"/>
                <a:gd name="T7" fmla="*/ 2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2" y="0"/>
                    <a:pt x="0" y="2"/>
                    <a:pt x="0" y="2"/>
                  </a:cubicBezTo>
                  <a:cubicBezTo>
                    <a:pt x="0" y="3"/>
                    <a:pt x="1" y="4"/>
                    <a:pt x="2" y="5"/>
                  </a:cubicBezTo>
                  <a:cubicBezTo>
                    <a:pt x="3" y="3"/>
                    <a:pt x="5" y="2"/>
                    <a:pt x="5" y="2"/>
                  </a:cubicBezTo>
                  <a:cubicBezTo>
                    <a:pt x="5" y="1"/>
                    <a:pt x="3"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49" name="Freeform 3057"/>
            <p:cNvSpPr/>
            <p:nvPr/>
          </p:nvSpPr>
          <p:spPr bwMode="auto">
            <a:xfrm>
              <a:off x="11533492" y="6779991"/>
              <a:ext cx="22225" cy="19050"/>
            </a:xfrm>
            <a:custGeom>
              <a:avLst/>
              <a:gdLst>
                <a:gd name="T0" fmla="*/ 8 w 8"/>
                <a:gd name="T1" fmla="*/ 1 h 7"/>
                <a:gd name="T2" fmla="*/ 3 w 8"/>
                <a:gd name="T3" fmla="*/ 0 h 7"/>
                <a:gd name="T4" fmla="*/ 0 w 8"/>
                <a:gd name="T5" fmla="*/ 5 h 7"/>
                <a:gd name="T6" fmla="*/ 3 w 8"/>
                <a:gd name="T7" fmla="*/ 7 h 7"/>
                <a:gd name="T8" fmla="*/ 8 w 8"/>
                <a:gd name="T9" fmla="*/ 1 h 7"/>
              </a:gdLst>
              <a:ahLst/>
              <a:cxnLst>
                <a:cxn ang="0">
                  <a:pos x="T0" y="T1"/>
                </a:cxn>
                <a:cxn ang="0">
                  <a:pos x="T2" y="T3"/>
                </a:cxn>
                <a:cxn ang="0">
                  <a:pos x="T4" y="T5"/>
                </a:cxn>
                <a:cxn ang="0">
                  <a:pos x="T6" y="T7"/>
                </a:cxn>
                <a:cxn ang="0">
                  <a:pos x="T8" y="T9"/>
                </a:cxn>
              </a:cxnLst>
              <a:rect l="0" t="0" r="r" b="b"/>
              <a:pathLst>
                <a:path w="8" h="7">
                  <a:moveTo>
                    <a:pt x="8" y="1"/>
                  </a:moveTo>
                  <a:cubicBezTo>
                    <a:pt x="6" y="1"/>
                    <a:pt x="5" y="0"/>
                    <a:pt x="3" y="0"/>
                  </a:cubicBezTo>
                  <a:cubicBezTo>
                    <a:pt x="2" y="1"/>
                    <a:pt x="1" y="3"/>
                    <a:pt x="0" y="5"/>
                  </a:cubicBezTo>
                  <a:cubicBezTo>
                    <a:pt x="1" y="5"/>
                    <a:pt x="2" y="7"/>
                    <a:pt x="3" y="7"/>
                  </a:cubicBezTo>
                  <a:cubicBezTo>
                    <a:pt x="4" y="6"/>
                    <a:pt x="6" y="4"/>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50" name="Freeform 3058"/>
            <p:cNvSpPr/>
            <p:nvPr/>
          </p:nvSpPr>
          <p:spPr bwMode="auto">
            <a:xfrm>
              <a:off x="11258854" y="6913341"/>
              <a:ext cx="19050" cy="34925"/>
            </a:xfrm>
            <a:custGeom>
              <a:avLst/>
              <a:gdLst>
                <a:gd name="T0" fmla="*/ 4 w 7"/>
                <a:gd name="T1" fmla="*/ 12 h 13"/>
                <a:gd name="T2" fmla="*/ 7 w 7"/>
                <a:gd name="T3" fmla="*/ 6 h 13"/>
                <a:gd name="T4" fmla="*/ 4 w 7"/>
                <a:gd name="T5" fmla="*/ 0 h 13"/>
                <a:gd name="T6" fmla="*/ 1 w 7"/>
                <a:gd name="T7" fmla="*/ 11 h 13"/>
                <a:gd name="T8" fmla="*/ 4 w 7"/>
                <a:gd name="T9" fmla="*/ 12 h 13"/>
              </a:gdLst>
              <a:ahLst/>
              <a:cxnLst>
                <a:cxn ang="0">
                  <a:pos x="T0" y="T1"/>
                </a:cxn>
                <a:cxn ang="0">
                  <a:pos x="T2" y="T3"/>
                </a:cxn>
                <a:cxn ang="0">
                  <a:pos x="T4" y="T5"/>
                </a:cxn>
                <a:cxn ang="0">
                  <a:pos x="T6" y="T7"/>
                </a:cxn>
                <a:cxn ang="0">
                  <a:pos x="T8" y="T9"/>
                </a:cxn>
              </a:cxnLst>
              <a:rect l="0" t="0" r="r" b="b"/>
              <a:pathLst>
                <a:path w="7" h="13">
                  <a:moveTo>
                    <a:pt x="4" y="12"/>
                  </a:moveTo>
                  <a:cubicBezTo>
                    <a:pt x="5" y="11"/>
                    <a:pt x="7" y="8"/>
                    <a:pt x="7" y="6"/>
                  </a:cubicBezTo>
                  <a:cubicBezTo>
                    <a:pt x="7" y="4"/>
                    <a:pt x="6" y="3"/>
                    <a:pt x="4" y="0"/>
                  </a:cubicBezTo>
                  <a:cubicBezTo>
                    <a:pt x="2" y="7"/>
                    <a:pt x="0" y="10"/>
                    <a:pt x="1" y="11"/>
                  </a:cubicBezTo>
                  <a:cubicBezTo>
                    <a:pt x="1" y="12"/>
                    <a:pt x="3" y="13"/>
                    <a:pt x="4"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51" name="Freeform 3059"/>
            <p:cNvSpPr/>
            <p:nvPr/>
          </p:nvSpPr>
          <p:spPr bwMode="auto">
            <a:xfrm>
              <a:off x="11017554" y="7057803"/>
              <a:ext cx="19050" cy="23813"/>
            </a:xfrm>
            <a:custGeom>
              <a:avLst/>
              <a:gdLst>
                <a:gd name="T0" fmla="*/ 4 w 7"/>
                <a:gd name="T1" fmla="*/ 9 h 9"/>
                <a:gd name="T2" fmla="*/ 7 w 7"/>
                <a:gd name="T3" fmla="*/ 2 h 9"/>
                <a:gd name="T4" fmla="*/ 3 w 7"/>
                <a:gd name="T5" fmla="*/ 1 h 9"/>
                <a:gd name="T6" fmla="*/ 0 w 7"/>
                <a:gd name="T7" fmla="*/ 7 h 9"/>
                <a:gd name="T8" fmla="*/ 4 w 7"/>
                <a:gd name="T9" fmla="*/ 9 h 9"/>
              </a:gdLst>
              <a:ahLst/>
              <a:cxnLst>
                <a:cxn ang="0">
                  <a:pos x="T0" y="T1"/>
                </a:cxn>
                <a:cxn ang="0">
                  <a:pos x="T2" y="T3"/>
                </a:cxn>
                <a:cxn ang="0">
                  <a:pos x="T4" y="T5"/>
                </a:cxn>
                <a:cxn ang="0">
                  <a:pos x="T6" y="T7"/>
                </a:cxn>
                <a:cxn ang="0">
                  <a:pos x="T8" y="T9"/>
                </a:cxn>
              </a:cxnLst>
              <a:rect l="0" t="0" r="r" b="b"/>
              <a:pathLst>
                <a:path w="7" h="9">
                  <a:moveTo>
                    <a:pt x="4" y="9"/>
                  </a:moveTo>
                  <a:cubicBezTo>
                    <a:pt x="5" y="8"/>
                    <a:pt x="5" y="5"/>
                    <a:pt x="7" y="2"/>
                  </a:cubicBezTo>
                  <a:cubicBezTo>
                    <a:pt x="5" y="2"/>
                    <a:pt x="4" y="0"/>
                    <a:pt x="3" y="1"/>
                  </a:cubicBezTo>
                  <a:cubicBezTo>
                    <a:pt x="2" y="2"/>
                    <a:pt x="1" y="5"/>
                    <a:pt x="0" y="7"/>
                  </a:cubicBezTo>
                  <a:cubicBezTo>
                    <a:pt x="2" y="8"/>
                    <a:pt x="3" y="9"/>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52" name="Freeform 3060"/>
            <p:cNvSpPr/>
            <p:nvPr/>
          </p:nvSpPr>
          <p:spPr bwMode="auto">
            <a:xfrm>
              <a:off x="10809592" y="7192741"/>
              <a:ext cx="12700" cy="30163"/>
            </a:xfrm>
            <a:custGeom>
              <a:avLst/>
              <a:gdLst>
                <a:gd name="T0" fmla="*/ 5 w 5"/>
                <a:gd name="T1" fmla="*/ 4 h 11"/>
                <a:gd name="T2" fmla="*/ 3 w 5"/>
                <a:gd name="T3" fmla="*/ 0 h 11"/>
                <a:gd name="T4" fmla="*/ 0 w 5"/>
                <a:gd name="T5" fmla="*/ 6 h 11"/>
                <a:gd name="T6" fmla="*/ 2 w 5"/>
                <a:gd name="T7" fmla="*/ 11 h 11"/>
                <a:gd name="T8" fmla="*/ 5 w 5"/>
                <a:gd name="T9" fmla="*/ 4 h 11"/>
              </a:gdLst>
              <a:ahLst/>
              <a:cxnLst>
                <a:cxn ang="0">
                  <a:pos x="T0" y="T1"/>
                </a:cxn>
                <a:cxn ang="0">
                  <a:pos x="T2" y="T3"/>
                </a:cxn>
                <a:cxn ang="0">
                  <a:pos x="T4" y="T5"/>
                </a:cxn>
                <a:cxn ang="0">
                  <a:pos x="T6" y="T7"/>
                </a:cxn>
                <a:cxn ang="0">
                  <a:pos x="T8" y="T9"/>
                </a:cxn>
              </a:cxnLst>
              <a:rect l="0" t="0" r="r" b="b"/>
              <a:pathLst>
                <a:path w="5" h="11">
                  <a:moveTo>
                    <a:pt x="5" y="4"/>
                  </a:moveTo>
                  <a:cubicBezTo>
                    <a:pt x="5" y="2"/>
                    <a:pt x="4" y="0"/>
                    <a:pt x="3" y="0"/>
                  </a:cubicBezTo>
                  <a:cubicBezTo>
                    <a:pt x="2" y="1"/>
                    <a:pt x="0" y="4"/>
                    <a:pt x="0" y="6"/>
                  </a:cubicBezTo>
                  <a:cubicBezTo>
                    <a:pt x="0" y="7"/>
                    <a:pt x="1" y="9"/>
                    <a:pt x="2" y="11"/>
                  </a:cubicBezTo>
                  <a:cubicBezTo>
                    <a:pt x="3" y="8"/>
                    <a:pt x="5" y="5"/>
                    <a:pt x="5"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53" name="Freeform 3061"/>
            <p:cNvSpPr/>
            <p:nvPr/>
          </p:nvSpPr>
          <p:spPr bwMode="auto">
            <a:xfrm>
              <a:off x="10600042" y="7349903"/>
              <a:ext cx="15875" cy="28575"/>
            </a:xfrm>
            <a:custGeom>
              <a:avLst/>
              <a:gdLst>
                <a:gd name="T0" fmla="*/ 2 w 6"/>
                <a:gd name="T1" fmla="*/ 10 h 10"/>
                <a:gd name="T2" fmla="*/ 6 w 6"/>
                <a:gd name="T3" fmla="*/ 3 h 10"/>
                <a:gd name="T4" fmla="*/ 3 w 6"/>
                <a:gd name="T5" fmla="*/ 0 h 10"/>
                <a:gd name="T6" fmla="*/ 0 w 6"/>
                <a:gd name="T7" fmla="*/ 6 h 10"/>
                <a:gd name="T8" fmla="*/ 2 w 6"/>
                <a:gd name="T9" fmla="*/ 10 h 10"/>
              </a:gdLst>
              <a:ahLst/>
              <a:cxnLst>
                <a:cxn ang="0">
                  <a:pos x="T0" y="T1"/>
                </a:cxn>
                <a:cxn ang="0">
                  <a:pos x="T2" y="T3"/>
                </a:cxn>
                <a:cxn ang="0">
                  <a:pos x="T4" y="T5"/>
                </a:cxn>
                <a:cxn ang="0">
                  <a:pos x="T6" y="T7"/>
                </a:cxn>
                <a:cxn ang="0">
                  <a:pos x="T8" y="T9"/>
                </a:cxn>
              </a:cxnLst>
              <a:rect l="0" t="0" r="r" b="b"/>
              <a:pathLst>
                <a:path w="6" h="10">
                  <a:moveTo>
                    <a:pt x="2" y="10"/>
                  </a:moveTo>
                  <a:cubicBezTo>
                    <a:pt x="3" y="9"/>
                    <a:pt x="4" y="6"/>
                    <a:pt x="6" y="3"/>
                  </a:cubicBezTo>
                  <a:cubicBezTo>
                    <a:pt x="4" y="1"/>
                    <a:pt x="4" y="0"/>
                    <a:pt x="3" y="0"/>
                  </a:cubicBezTo>
                  <a:cubicBezTo>
                    <a:pt x="2" y="1"/>
                    <a:pt x="1" y="4"/>
                    <a:pt x="0" y="6"/>
                  </a:cubicBezTo>
                  <a:cubicBezTo>
                    <a:pt x="0" y="7"/>
                    <a:pt x="1" y="10"/>
                    <a:pt x="2"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54" name="Freeform 3062"/>
            <p:cNvSpPr/>
            <p:nvPr/>
          </p:nvSpPr>
          <p:spPr bwMode="auto">
            <a:xfrm>
              <a:off x="10390492" y="7524528"/>
              <a:ext cx="17463" cy="26988"/>
            </a:xfrm>
            <a:custGeom>
              <a:avLst/>
              <a:gdLst>
                <a:gd name="T0" fmla="*/ 3 w 6"/>
                <a:gd name="T1" fmla="*/ 9 h 10"/>
                <a:gd name="T2" fmla="*/ 6 w 6"/>
                <a:gd name="T3" fmla="*/ 1 h 10"/>
                <a:gd name="T4" fmla="*/ 2 w 6"/>
                <a:gd name="T5" fmla="*/ 1 h 10"/>
                <a:gd name="T6" fmla="*/ 0 w 6"/>
                <a:gd name="T7" fmla="*/ 8 h 10"/>
                <a:gd name="T8" fmla="*/ 3 w 6"/>
                <a:gd name="T9" fmla="*/ 9 h 10"/>
              </a:gdLst>
              <a:ahLst/>
              <a:cxnLst>
                <a:cxn ang="0">
                  <a:pos x="T0" y="T1"/>
                </a:cxn>
                <a:cxn ang="0">
                  <a:pos x="T2" y="T3"/>
                </a:cxn>
                <a:cxn ang="0">
                  <a:pos x="T4" y="T5"/>
                </a:cxn>
                <a:cxn ang="0">
                  <a:pos x="T6" y="T7"/>
                </a:cxn>
                <a:cxn ang="0">
                  <a:pos x="T8" y="T9"/>
                </a:cxn>
              </a:cxnLst>
              <a:rect l="0" t="0" r="r" b="b"/>
              <a:pathLst>
                <a:path w="6" h="10">
                  <a:moveTo>
                    <a:pt x="3" y="9"/>
                  </a:moveTo>
                  <a:cubicBezTo>
                    <a:pt x="4" y="8"/>
                    <a:pt x="4" y="5"/>
                    <a:pt x="6" y="1"/>
                  </a:cubicBezTo>
                  <a:cubicBezTo>
                    <a:pt x="4" y="1"/>
                    <a:pt x="3" y="0"/>
                    <a:pt x="2" y="1"/>
                  </a:cubicBezTo>
                  <a:cubicBezTo>
                    <a:pt x="1" y="2"/>
                    <a:pt x="0" y="5"/>
                    <a:pt x="0" y="8"/>
                  </a:cubicBezTo>
                  <a:cubicBezTo>
                    <a:pt x="1" y="8"/>
                    <a:pt x="2" y="10"/>
                    <a:pt x="3"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55" name="Freeform 3063"/>
            <p:cNvSpPr/>
            <p:nvPr/>
          </p:nvSpPr>
          <p:spPr bwMode="auto">
            <a:xfrm>
              <a:off x="10182529" y="7703916"/>
              <a:ext cx="12700" cy="31750"/>
            </a:xfrm>
            <a:custGeom>
              <a:avLst/>
              <a:gdLst>
                <a:gd name="T0" fmla="*/ 2 w 5"/>
                <a:gd name="T1" fmla="*/ 11 h 12"/>
                <a:gd name="T2" fmla="*/ 5 w 5"/>
                <a:gd name="T3" fmla="*/ 5 h 12"/>
                <a:gd name="T4" fmla="*/ 2 w 5"/>
                <a:gd name="T5" fmla="*/ 0 h 12"/>
                <a:gd name="T6" fmla="*/ 0 w 5"/>
                <a:gd name="T7" fmla="*/ 8 h 12"/>
                <a:gd name="T8" fmla="*/ 2 w 5"/>
                <a:gd name="T9" fmla="*/ 11 h 12"/>
              </a:gdLst>
              <a:ahLst/>
              <a:cxnLst>
                <a:cxn ang="0">
                  <a:pos x="T0" y="T1"/>
                </a:cxn>
                <a:cxn ang="0">
                  <a:pos x="T2" y="T3"/>
                </a:cxn>
                <a:cxn ang="0">
                  <a:pos x="T4" y="T5"/>
                </a:cxn>
                <a:cxn ang="0">
                  <a:pos x="T6" y="T7"/>
                </a:cxn>
                <a:cxn ang="0">
                  <a:pos x="T8" y="T9"/>
                </a:cxn>
              </a:cxnLst>
              <a:rect l="0" t="0" r="r" b="b"/>
              <a:pathLst>
                <a:path w="5" h="12">
                  <a:moveTo>
                    <a:pt x="2" y="11"/>
                  </a:moveTo>
                  <a:cubicBezTo>
                    <a:pt x="3" y="11"/>
                    <a:pt x="4" y="7"/>
                    <a:pt x="5" y="5"/>
                  </a:cubicBezTo>
                  <a:cubicBezTo>
                    <a:pt x="5" y="3"/>
                    <a:pt x="3" y="2"/>
                    <a:pt x="2" y="0"/>
                  </a:cubicBezTo>
                  <a:cubicBezTo>
                    <a:pt x="1" y="4"/>
                    <a:pt x="0" y="6"/>
                    <a:pt x="0" y="8"/>
                  </a:cubicBezTo>
                  <a:cubicBezTo>
                    <a:pt x="0" y="10"/>
                    <a:pt x="1" y="12"/>
                    <a:pt x="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56" name="Freeform 3064"/>
            <p:cNvSpPr/>
            <p:nvPr/>
          </p:nvSpPr>
          <p:spPr bwMode="auto">
            <a:xfrm>
              <a:off x="9969804" y="7896003"/>
              <a:ext cx="17463" cy="30163"/>
            </a:xfrm>
            <a:custGeom>
              <a:avLst/>
              <a:gdLst>
                <a:gd name="T0" fmla="*/ 6 w 6"/>
                <a:gd name="T1" fmla="*/ 3 h 11"/>
                <a:gd name="T2" fmla="*/ 3 w 6"/>
                <a:gd name="T3" fmla="*/ 1 h 11"/>
                <a:gd name="T4" fmla="*/ 1 w 6"/>
                <a:gd name="T5" fmla="*/ 6 h 11"/>
                <a:gd name="T6" fmla="*/ 3 w 6"/>
                <a:gd name="T7" fmla="*/ 11 h 11"/>
                <a:gd name="T8" fmla="*/ 6 w 6"/>
                <a:gd name="T9" fmla="*/ 3 h 11"/>
              </a:gdLst>
              <a:ahLst/>
              <a:cxnLst>
                <a:cxn ang="0">
                  <a:pos x="T0" y="T1"/>
                </a:cxn>
                <a:cxn ang="0">
                  <a:pos x="T2" y="T3"/>
                </a:cxn>
                <a:cxn ang="0">
                  <a:pos x="T4" y="T5"/>
                </a:cxn>
                <a:cxn ang="0">
                  <a:pos x="T6" y="T7"/>
                </a:cxn>
                <a:cxn ang="0">
                  <a:pos x="T8" y="T9"/>
                </a:cxn>
              </a:cxnLst>
              <a:rect l="0" t="0" r="r" b="b"/>
              <a:pathLst>
                <a:path w="6" h="11">
                  <a:moveTo>
                    <a:pt x="6" y="3"/>
                  </a:moveTo>
                  <a:cubicBezTo>
                    <a:pt x="6" y="2"/>
                    <a:pt x="4" y="0"/>
                    <a:pt x="3" y="1"/>
                  </a:cubicBezTo>
                  <a:cubicBezTo>
                    <a:pt x="2" y="1"/>
                    <a:pt x="1" y="5"/>
                    <a:pt x="1" y="6"/>
                  </a:cubicBezTo>
                  <a:cubicBezTo>
                    <a:pt x="0" y="8"/>
                    <a:pt x="2" y="9"/>
                    <a:pt x="3" y="11"/>
                  </a:cubicBezTo>
                  <a:cubicBezTo>
                    <a:pt x="4" y="8"/>
                    <a:pt x="5" y="5"/>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57" name="Freeform 3065"/>
            <p:cNvSpPr/>
            <p:nvPr/>
          </p:nvSpPr>
          <p:spPr bwMode="auto">
            <a:xfrm>
              <a:off x="9761842" y="8086503"/>
              <a:ext cx="19050" cy="23813"/>
            </a:xfrm>
            <a:custGeom>
              <a:avLst/>
              <a:gdLst>
                <a:gd name="T0" fmla="*/ 3 w 7"/>
                <a:gd name="T1" fmla="*/ 8 h 9"/>
                <a:gd name="T2" fmla="*/ 7 w 7"/>
                <a:gd name="T3" fmla="*/ 0 h 9"/>
                <a:gd name="T4" fmla="*/ 3 w 7"/>
                <a:gd name="T5" fmla="*/ 1 h 9"/>
                <a:gd name="T6" fmla="*/ 0 w 7"/>
                <a:gd name="T7" fmla="*/ 7 h 9"/>
                <a:gd name="T8" fmla="*/ 3 w 7"/>
                <a:gd name="T9" fmla="*/ 8 h 9"/>
              </a:gdLst>
              <a:ahLst/>
              <a:cxnLst>
                <a:cxn ang="0">
                  <a:pos x="T0" y="T1"/>
                </a:cxn>
                <a:cxn ang="0">
                  <a:pos x="T2" y="T3"/>
                </a:cxn>
                <a:cxn ang="0">
                  <a:pos x="T4" y="T5"/>
                </a:cxn>
                <a:cxn ang="0">
                  <a:pos x="T6" y="T7"/>
                </a:cxn>
                <a:cxn ang="0">
                  <a:pos x="T8" y="T9"/>
                </a:cxn>
              </a:cxnLst>
              <a:rect l="0" t="0" r="r" b="b"/>
              <a:pathLst>
                <a:path w="7" h="9">
                  <a:moveTo>
                    <a:pt x="3" y="8"/>
                  </a:moveTo>
                  <a:cubicBezTo>
                    <a:pt x="4" y="7"/>
                    <a:pt x="5" y="4"/>
                    <a:pt x="7" y="0"/>
                  </a:cubicBezTo>
                  <a:cubicBezTo>
                    <a:pt x="5" y="0"/>
                    <a:pt x="3" y="0"/>
                    <a:pt x="3" y="1"/>
                  </a:cubicBezTo>
                  <a:cubicBezTo>
                    <a:pt x="2" y="2"/>
                    <a:pt x="1" y="5"/>
                    <a:pt x="0" y="7"/>
                  </a:cubicBezTo>
                  <a:cubicBezTo>
                    <a:pt x="1" y="7"/>
                    <a:pt x="3" y="9"/>
                    <a:pt x="3"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58" name="Freeform 3066"/>
            <p:cNvSpPr/>
            <p:nvPr/>
          </p:nvSpPr>
          <p:spPr bwMode="auto">
            <a:xfrm>
              <a:off x="9552292" y="8265891"/>
              <a:ext cx="15875" cy="26988"/>
            </a:xfrm>
            <a:custGeom>
              <a:avLst/>
              <a:gdLst>
                <a:gd name="T0" fmla="*/ 3 w 6"/>
                <a:gd name="T1" fmla="*/ 10 h 10"/>
                <a:gd name="T2" fmla="*/ 5 w 6"/>
                <a:gd name="T3" fmla="*/ 4 h 10"/>
                <a:gd name="T4" fmla="*/ 3 w 6"/>
                <a:gd name="T5" fmla="*/ 0 h 10"/>
                <a:gd name="T6" fmla="*/ 0 w 6"/>
                <a:gd name="T7" fmla="*/ 7 h 10"/>
                <a:gd name="T8" fmla="*/ 3 w 6"/>
                <a:gd name="T9" fmla="*/ 10 h 10"/>
              </a:gdLst>
              <a:ahLst/>
              <a:cxnLst>
                <a:cxn ang="0">
                  <a:pos x="T0" y="T1"/>
                </a:cxn>
                <a:cxn ang="0">
                  <a:pos x="T2" y="T3"/>
                </a:cxn>
                <a:cxn ang="0">
                  <a:pos x="T4" y="T5"/>
                </a:cxn>
                <a:cxn ang="0">
                  <a:pos x="T6" y="T7"/>
                </a:cxn>
                <a:cxn ang="0">
                  <a:pos x="T8" y="T9"/>
                </a:cxn>
              </a:cxnLst>
              <a:rect l="0" t="0" r="r" b="b"/>
              <a:pathLst>
                <a:path w="6" h="10">
                  <a:moveTo>
                    <a:pt x="3" y="10"/>
                  </a:moveTo>
                  <a:cubicBezTo>
                    <a:pt x="4" y="9"/>
                    <a:pt x="5" y="6"/>
                    <a:pt x="5" y="4"/>
                  </a:cubicBezTo>
                  <a:cubicBezTo>
                    <a:pt x="6" y="3"/>
                    <a:pt x="4" y="2"/>
                    <a:pt x="3" y="0"/>
                  </a:cubicBezTo>
                  <a:cubicBezTo>
                    <a:pt x="2" y="3"/>
                    <a:pt x="0" y="6"/>
                    <a:pt x="0" y="7"/>
                  </a:cubicBezTo>
                  <a:cubicBezTo>
                    <a:pt x="1" y="9"/>
                    <a:pt x="2" y="10"/>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59" name="Freeform 3067"/>
            <p:cNvSpPr/>
            <p:nvPr/>
          </p:nvSpPr>
          <p:spPr bwMode="auto">
            <a:xfrm>
              <a:off x="9342742" y="8445278"/>
              <a:ext cx="14288" cy="23813"/>
            </a:xfrm>
            <a:custGeom>
              <a:avLst/>
              <a:gdLst>
                <a:gd name="T0" fmla="*/ 5 w 5"/>
                <a:gd name="T1" fmla="*/ 3 h 9"/>
                <a:gd name="T2" fmla="*/ 3 w 5"/>
                <a:gd name="T3" fmla="*/ 1 h 9"/>
                <a:gd name="T4" fmla="*/ 0 w 5"/>
                <a:gd name="T5" fmla="*/ 5 h 9"/>
                <a:gd name="T6" fmla="*/ 2 w 5"/>
                <a:gd name="T7" fmla="*/ 9 h 9"/>
                <a:gd name="T8" fmla="*/ 5 w 5"/>
                <a:gd name="T9" fmla="*/ 3 h 9"/>
              </a:gdLst>
              <a:ahLst/>
              <a:cxnLst>
                <a:cxn ang="0">
                  <a:pos x="T0" y="T1"/>
                </a:cxn>
                <a:cxn ang="0">
                  <a:pos x="T2" y="T3"/>
                </a:cxn>
                <a:cxn ang="0">
                  <a:pos x="T4" y="T5"/>
                </a:cxn>
                <a:cxn ang="0">
                  <a:pos x="T6" y="T7"/>
                </a:cxn>
                <a:cxn ang="0">
                  <a:pos x="T8" y="T9"/>
                </a:cxn>
              </a:cxnLst>
              <a:rect l="0" t="0" r="r" b="b"/>
              <a:pathLst>
                <a:path w="5" h="9">
                  <a:moveTo>
                    <a:pt x="5" y="3"/>
                  </a:moveTo>
                  <a:cubicBezTo>
                    <a:pt x="5" y="1"/>
                    <a:pt x="4" y="0"/>
                    <a:pt x="3" y="1"/>
                  </a:cubicBezTo>
                  <a:cubicBezTo>
                    <a:pt x="2" y="1"/>
                    <a:pt x="1" y="4"/>
                    <a:pt x="0" y="5"/>
                  </a:cubicBezTo>
                  <a:cubicBezTo>
                    <a:pt x="0" y="7"/>
                    <a:pt x="1" y="7"/>
                    <a:pt x="2" y="9"/>
                  </a:cubicBezTo>
                  <a:cubicBezTo>
                    <a:pt x="4" y="6"/>
                    <a:pt x="5" y="4"/>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60" name="Freeform 3068"/>
            <p:cNvSpPr/>
            <p:nvPr/>
          </p:nvSpPr>
          <p:spPr bwMode="auto">
            <a:xfrm>
              <a:off x="9134779" y="8610378"/>
              <a:ext cx="12700" cy="19050"/>
            </a:xfrm>
            <a:custGeom>
              <a:avLst/>
              <a:gdLst>
                <a:gd name="T0" fmla="*/ 2 w 5"/>
                <a:gd name="T1" fmla="*/ 7 h 7"/>
                <a:gd name="T2" fmla="*/ 5 w 5"/>
                <a:gd name="T3" fmla="*/ 2 h 7"/>
                <a:gd name="T4" fmla="*/ 3 w 5"/>
                <a:gd name="T5" fmla="*/ 0 h 7"/>
                <a:gd name="T6" fmla="*/ 0 w 5"/>
                <a:gd name="T7" fmla="*/ 4 h 7"/>
                <a:gd name="T8" fmla="*/ 2 w 5"/>
                <a:gd name="T9" fmla="*/ 7 h 7"/>
              </a:gdLst>
              <a:ahLst/>
              <a:cxnLst>
                <a:cxn ang="0">
                  <a:pos x="T0" y="T1"/>
                </a:cxn>
                <a:cxn ang="0">
                  <a:pos x="T2" y="T3"/>
                </a:cxn>
                <a:cxn ang="0">
                  <a:pos x="T4" y="T5"/>
                </a:cxn>
                <a:cxn ang="0">
                  <a:pos x="T6" y="T7"/>
                </a:cxn>
                <a:cxn ang="0">
                  <a:pos x="T8" y="T9"/>
                </a:cxn>
              </a:cxnLst>
              <a:rect l="0" t="0" r="r" b="b"/>
              <a:pathLst>
                <a:path w="5" h="7">
                  <a:moveTo>
                    <a:pt x="2" y="7"/>
                  </a:moveTo>
                  <a:cubicBezTo>
                    <a:pt x="4" y="5"/>
                    <a:pt x="5" y="3"/>
                    <a:pt x="5" y="2"/>
                  </a:cubicBezTo>
                  <a:cubicBezTo>
                    <a:pt x="5" y="1"/>
                    <a:pt x="4" y="0"/>
                    <a:pt x="3" y="0"/>
                  </a:cubicBezTo>
                  <a:cubicBezTo>
                    <a:pt x="2" y="1"/>
                    <a:pt x="0" y="3"/>
                    <a:pt x="0" y="4"/>
                  </a:cubicBezTo>
                  <a:cubicBezTo>
                    <a:pt x="0" y="6"/>
                    <a:pt x="1" y="6"/>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61" name="Freeform 3069"/>
            <p:cNvSpPr/>
            <p:nvPr/>
          </p:nvSpPr>
          <p:spPr bwMode="auto">
            <a:xfrm>
              <a:off x="8925229" y="8756428"/>
              <a:ext cx="15875" cy="17463"/>
            </a:xfrm>
            <a:custGeom>
              <a:avLst/>
              <a:gdLst>
                <a:gd name="T0" fmla="*/ 2 w 6"/>
                <a:gd name="T1" fmla="*/ 6 h 6"/>
                <a:gd name="T2" fmla="*/ 6 w 6"/>
                <a:gd name="T3" fmla="*/ 1 h 6"/>
                <a:gd name="T4" fmla="*/ 3 w 6"/>
                <a:gd name="T5" fmla="*/ 1 h 6"/>
                <a:gd name="T6" fmla="*/ 0 w 6"/>
                <a:gd name="T7" fmla="*/ 5 h 6"/>
                <a:gd name="T8" fmla="*/ 2 w 6"/>
                <a:gd name="T9" fmla="*/ 6 h 6"/>
              </a:gdLst>
              <a:ahLst/>
              <a:cxnLst>
                <a:cxn ang="0">
                  <a:pos x="T0" y="T1"/>
                </a:cxn>
                <a:cxn ang="0">
                  <a:pos x="T2" y="T3"/>
                </a:cxn>
                <a:cxn ang="0">
                  <a:pos x="T4" y="T5"/>
                </a:cxn>
                <a:cxn ang="0">
                  <a:pos x="T6" y="T7"/>
                </a:cxn>
                <a:cxn ang="0">
                  <a:pos x="T8" y="T9"/>
                </a:cxn>
              </a:cxnLst>
              <a:rect l="0" t="0" r="r" b="b"/>
              <a:pathLst>
                <a:path w="6" h="6">
                  <a:moveTo>
                    <a:pt x="2" y="6"/>
                  </a:moveTo>
                  <a:cubicBezTo>
                    <a:pt x="3" y="5"/>
                    <a:pt x="4" y="3"/>
                    <a:pt x="6" y="1"/>
                  </a:cubicBezTo>
                  <a:cubicBezTo>
                    <a:pt x="5" y="1"/>
                    <a:pt x="4" y="0"/>
                    <a:pt x="3" y="1"/>
                  </a:cubicBezTo>
                  <a:cubicBezTo>
                    <a:pt x="2" y="2"/>
                    <a:pt x="1" y="3"/>
                    <a:pt x="0" y="5"/>
                  </a:cubicBezTo>
                  <a:cubicBezTo>
                    <a:pt x="1" y="5"/>
                    <a:pt x="1" y="6"/>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62" name="Freeform 3070"/>
            <p:cNvSpPr/>
            <p:nvPr/>
          </p:nvSpPr>
          <p:spPr bwMode="auto">
            <a:xfrm>
              <a:off x="8717267" y="8886603"/>
              <a:ext cx="12700" cy="17463"/>
            </a:xfrm>
            <a:custGeom>
              <a:avLst/>
              <a:gdLst>
                <a:gd name="T0" fmla="*/ 2 w 5"/>
                <a:gd name="T1" fmla="*/ 5 h 6"/>
                <a:gd name="T2" fmla="*/ 5 w 5"/>
                <a:gd name="T3" fmla="*/ 2 h 6"/>
                <a:gd name="T4" fmla="*/ 2 w 5"/>
                <a:gd name="T5" fmla="*/ 0 h 6"/>
                <a:gd name="T6" fmla="*/ 0 w 5"/>
                <a:gd name="T7" fmla="*/ 4 h 6"/>
                <a:gd name="T8" fmla="*/ 2 w 5"/>
                <a:gd name="T9" fmla="*/ 5 h 6"/>
              </a:gdLst>
              <a:ahLst/>
              <a:cxnLst>
                <a:cxn ang="0">
                  <a:pos x="T0" y="T1"/>
                </a:cxn>
                <a:cxn ang="0">
                  <a:pos x="T2" y="T3"/>
                </a:cxn>
                <a:cxn ang="0">
                  <a:pos x="T4" y="T5"/>
                </a:cxn>
                <a:cxn ang="0">
                  <a:pos x="T6" y="T7"/>
                </a:cxn>
                <a:cxn ang="0">
                  <a:pos x="T8" y="T9"/>
                </a:cxn>
              </a:cxnLst>
              <a:rect l="0" t="0" r="r" b="b"/>
              <a:pathLst>
                <a:path w="5" h="6">
                  <a:moveTo>
                    <a:pt x="2" y="5"/>
                  </a:moveTo>
                  <a:cubicBezTo>
                    <a:pt x="3" y="5"/>
                    <a:pt x="4" y="3"/>
                    <a:pt x="5" y="2"/>
                  </a:cubicBezTo>
                  <a:cubicBezTo>
                    <a:pt x="5" y="1"/>
                    <a:pt x="3" y="1"/>
                    <a:pt x="2" y="0"/>
                  </a:cubicBezTo>
                  <a:cubicBezTo>
                    <a:pt x="1" y="2"/>
                    <a:pt x="0" y="4"/>
                    <a:pt x="0" y="4"/>
                  </a:cubicBezTo>
                  <a:cubicBezTo>
                    <a:pt x="0" y="5"/>
                    <a:pt x="1" y="6"/>
                    <a:pt x="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63" name="Freeform 3071"/>
            <p:cNvSpPr/>
            <p:nvPr/>
          </p:nvSpPr>
          <p:spPr bwMode="auto">
            <a:xfrm>
              <a:off x="5520042" y="9497791"/>
              <a:ext cx="17463" cy="25400"/>
            </a:xfrm>
            <a:custGeom>
              <a:avLst/>
              <a:gdLst>
                <a:gd name="T0" fmla="*/ 3 w 7"/>
                <a:gd name="T1" fmla="*/ 9 h 9"/>
                <a:gd name="T2" fmla="*/ 7 w 7"/>
                <a:gd name="T3" fmla="*/ 4 h 9"/>
                <a:gd name="T4" fmla="*/ 3 w 7"/>
                <a:gd name="T5" fmla="*/ 0 h 9"/>
                <a:gd name="T6" fmla="*/ 0 w 7"/>
                <a:gd name="T7" fmla="*/ 4 h 9"/>
                <a:gd name="T8" fmla="*/ 3 w 7"/>
                <a:gd name="T9" fmla="*/ 9 h 9"/>
              </a:gdLst>
              <a:ahLst/>
              <a:cxnLst>
                <a:cxn ang="0">
                  <a:pos x="T0" y="T1"/>
                </a:cxn>
                <a:cxn ang="0">
                  <a:pos x="T2" y="T3"/>
                </a:cxn>
                <a:cxn ang="0">
                  <a:pos x="T4" y="T5"/>
                </a:cxn>
                <a:cxn ang="0">
                  <a:pos x="T6" y="T7"/>
                </a:cxn>
                <a:cxn ang="0">
                  <a:pos x="T8" y="T9"/>
                </a:cxn>
              </a:cxnLst>
              <a:rect l="0" t="0" r="r" b="b"/>
              <a:pathLst>
                <a:path w="7" h="9">
                  <a:moveTo>
                    <a:pt x="3" y="9"/>
                  </a:moveTo>
                  <a:cubicBezTo>
                    <a:pt x="4" y="9"/>
                    <a:pt x="5" y="6"/>
                    <a:pt x="7" y="4"/>
                  </a:cubicBezTo>
                  <a:cubicBezTo>
                    <a:pt x="5" y="2"/>
                    <a:pt x="4" y="0"/>
                    <a:pt x="3" y="0"/>
                  </a:cubicBezTo>
                  <a:cubicBezTo>
                    <a:pt x="2" y="0"/>
                    <a:pt x="1" y="3"/>
                    <a:pt x="0" y="4"/>
                  </a:cubicBezTo>
                  <a:cubicBezTo>
                    <a:pt x="1" y="6"/>
                    <a:pt x="2" y="8"/>
                    <a:pt x="3"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64" name="Freeform 3072"/>
            <p:cNvSpPr/>
            <p:nvPr/>
          </p:nvSpPr>
          <p:spPr bwMode="auto">
            <a:xfrm>
              <a:off x="5734354" y="9467628"/>
              <a:ext cx="15875" cy="19050"/>
            </a:xfrm>
            <a:custGeom>
              <a:avLst/>
              <a:gdLst>
                <a:gd name="T0" fmla="*/ 3 w 6"/>
                <a:gd name="T1" fmla="*/ 7 h 7"/>
                <a:gd name="T2" fmla="*/ 6 w 6"/>
                <a:gd name="T3" fmla="*/ 2 h 7"/>
                <a:gd name="T4" fmla="*/ 2 w 6"/>
                <a:gd name="T5" fmla="*/ 0 h 7"/>
                <a:gd name="T6" fmla="*/ 0 w 6"/>
                <a:gd name="T7" fmla="*/ 5 h 7"/>
                <a:gd name="T8" fmla="*/ 3 w 6"/>
                <a:gd name="T9" fmla="*/ 7 h 7"/>
              </a:gdLst>
              <a:ahLst/>
              <a:cxnLst>
                <a:cxn ang="0">
                  <a:pos x="T0" y="T1"/>
                </a:cxn>
                <a:cxn ang="0">
                  <a:pos x="T2" y="T3"/>
                </a:cxn>
                <a:cxn ang="0">
                  <a:pos x="T4" y="T5"/>
                </a:cxn>
                <a:cxn ang="0">
                  <a:pos x="T6" y="T7"/>
                </a:cxn>
                <a:cxn ang="0">
                  <a:pos x="T8" y="T9"/>
                </a:cxn>
              </a:cxnLst>
              <a:rect l="0" t="0" r="r" b="b"/>
              <a:pathLst>
                <a:path w="6" h="7">
                  <a:moveTo>
                    <a:pt x="3" y="7"/>
                  </a:moveTo>
                  <a:cubicBezTo>
                    <a:pt x="4" y="7"/>
                    <a:pt x="5" y="4"/>
                    <a:pt x="6" y="2"/>
                  </a:cubicBezTo>
                  <a:cubicBezTo>
                    <a:pt x="4" y="1"/>
                    <a:pt x="3" y="0"/>
                    <a:pt x="2" y="0"/>
                  </a:cubicBezTo>
                  <a:cubicBezTo>
                    <a:pt x="1" y="1"/>
                    <a:pt x="1" y="3"/>
                    <a:pt x="0" y="5"/>
                  </a:cubicBezTo>
                  <a:cubicBezTo>
                    <a:pt x="1" y="6"/>
                    <a:pt x="2" y="7"/>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65" name="Freeform 3073"/>
            <p:cNvSpPr/>
            <p:nvPr/>
          </p:nvSpPr>
          <p:spPr bwMode="auto">
            <a:xfrm>
              <a:off x="5948667" y="9432703"/>
              <a:ext cx="15875" cy="19050"/>
            </a:xfrm>
            <a:custGeom>
              <a:avLst/>
              <a:gdLst>
                <a:gd name="T0" fmla="*/ 6 w 6"/>
                <a:gd name="T1" fmla="*/ 3 h 7"/>
                <a:gd name="T2" fmla="*/ 2 w 6"/>
                <a:gd name="T3" fmla="*/ 1 h 7"/>
                <a:gd name="T4" fmla="*/ 0 w 6"/>
                <a:gd name="T5" fmla="*/ 5 h 7"/>
                <a:gd name="T6" fmla="*/ 3 w 6"/>
                <a:gd name="T7" fmla="*/ 7 h 7"/>
                <a:gd name="T8" fmla="*/ 6 w 6"/>
                <a:gd name="T9" fmla="*/ 3 h 7"/>
              </a:gdLst>
              <a:ahLst/>
              <a:cxnLst>
                <a:cxn ang="0">
                  <a:pos x="T0" y="T1"/>
                </a:cxn>
                <a:cxn ang="0">
                  <a:pos x="T2" y="T3"/>
                </a:cxn>
                <a:cxn ang="0">
                  <a:pos x="T4" y="T5"/>
                </a:cxn>
                <a:cxn ang="0">
                  <a:pos x="T6" y="T7"/>
                </a:cxn>
                <a:cxn ang="0">
                  <a:pos x="T8" y="T9"/>
                </a:cxn>
              </a:cxnLst>
              <a:rect l="0" t="0" r="r" b="b"/>
              <a:pathLst>
                <a:path w="6" h="7">
                  <a:moveTo>
                    <a:pt x="6" y="3"/>
                  </a:moveTo>
                  <a:cubicBezTo>
                    <a:pt x="4" y="2"/>
                    <a:pt x="3" y="0"/>
                    <a:pt x="2" y="1"/>
                  </a:cubicBezTo>
                  <a:cubicBezTo>
                    <a:pt x="1" y="1"/>
                    <a:pt x="0" y="4"/>
                    <a:pt x="0" y="5"/>
                  </a:cubicBezTo>
                  <a:cubicBezTo>
                    <a:pt x="1" y="6"/>
                    <a:pt x="2" y="7"/>
                    <a:pt x="3" y="7"/>
                  </a:cubicBezTo>
                  <a:cubicBezTo>
                    <a:pt x="4" y="7"/>
                    <a:pt x="5" y="5"/>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66" name="Freeform 3074"/>
            <p:cNvSpPr/>
            <p:nvPr/>
          </p:nvSpPr>
          <p:spPr bwMode="auto">
            <a:xfrm>
              <a:off x="6159804" y="9400953"/>
              <a:ext cx="15875" cy="19050"/>
            </a:xfrm>
            <a:custGeom>
              <a:avLst/>
              <a:gdLst>
                <a:gd name="T0" fmla="*/ 6 w 6"/>
                <a:gd name="T1" fmla="*/ 3 h 7"/>
                <a:gd name="T2" fmla="*/ 3 w 6"/>
                <a:gd name="T3" fmla="*/ 0 h 7"/>
                <a:gd name="T4" fmla="*/ 0 w 6"/>
                <a:gd name="T5" fmla="*/ 3 h 7"/>
                <a:gd name="T6" fmla="*/ 3 w 6"/>
                <a:gd name="T7" fmla="*/ 7 h 7"/>
                <a:gd name="T8" fmla="*/ 6 w 6"/>
                <a:gd name="T9" fmla="*/ 3 h 7"/>
              </a:gdLst>
              <a:ahLst/>
              <a:cxnLst>
                <a:cxn ang="0">
                  <a:pos x="T0" y="T1"/>
                </a:cxn>
                <a:cxn ang="0">
                  <a:pos x="T2" y="T3"/>
                </a:cxn>
                <a:cxn ang="0">
                  <a:pos x="T4" y="T5"/>
                </a:cxn>
                <a:cxn ang="0">
                  <a:pos x="T6" y="T7"/>
                </a:cxn>
                <a:cxn ang="0">
                  <a:pos x="T8" y="T9"/>
                </a:cxn>
              </a:cxnLst>
              <a:rect l="0" t="0" r="r" b="b"/>
              <a:pathLst>
                <a:path w="6" h="7">
                  <a:moveTo>
                    <a:pt x="6" y="3"/>
                  </a:moveTo>
                  <a:cubicBezTo>
                    <a:pt x="6" y="2"/>
                    <a:pt x="4" y="0"/>
                    <a:pt x="3" y="0"/>
                  </a:cubicBezTo>
                  <a:cubicBezTo>
                    <a:pt x="2" y="0"/>
                    <a:pt x="1" y="1"/>
                    <a:pt x="0" y="3"/>
                  </a:cubicBezTo>
                  <a:cubicBezTo>
                    <a:pt x="0" y="4"/>
                    <a:pt x="2" y="5"/>
                    <a:pt x="3" y="7"/>
                  </a:cubicBezTo>
                  <a:cubicBezTo>
                    <a:pt x="4" y="5"/>
                    <a:pt x="6" y="4"/>
                    <a:pt x="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67" name="Freeform 3075"/>
            <p:cNvSpPr/>
            <p:nvPr/>
          </p:nvSpPr>
          <p:spPr bwMode="auto">
            <a:xfrm>
              <a:off x="6374117" y="9362853"/>
              <a:ext cx="14288" cy="19050"/>
            </a:xfrm>
            <a:custGeom>
              <a:avLst/>
              <a:gdLst>
                <a:gd name="T0" fmla="*/ 5 w 5"/>
                <a:gd name="T1" fmla="*/ 3 h 7"/>
                <a:gd name="T2" fmla="*/ 3 w 5"/>
                <a:gd name="T3" fmla="*/ 0 h 7"/>
                <a:gd name="T4" fmla="*/ 0 w 5"/>
                <a:gd name="T5" fmla="*/ 3 h 7"/>
                <a:gd name="T6" fmla="*/ 3 w 5"/>
                <a:gd name="T7" fmla="*/ 7 h 7"/>
                <a:gd name="T8" fmla="*/ 5 w 5"/>
                <a:gd name="T9" fmla="*/ 3 h 7"/>
              </a:gdLst>
              <a:ahLst/>
              <a:cxnLst>
                <a:cxn ang="0">
                  <a:pos x="T0" y="T1"/>
                </a:cxn>
                <a:cxn ang="0">
                  <a:pos x="T2" y="T3"/>
                </a:cxn>
                <a:cxn ang="0">
                  <a:pos x="T4" y="T5"/>
                </a:cxn>
                <a:cxn ang="0">
                  <a:pos x="T6" y="T7"/>
                </a:cxn>
                <a:cxn ang="0">
                  <a:pos x="T8" y="T9"/>
                </a:cxn>
              </a:cxnLst>
              <a:rect l="0" t="0" r="r" b="b"/>
              <a:pathLst>
                <a:path w="5" h="7">
                  <a:moveTo>
                    <a:pt x="5" y="3"/>
                  </a:moveTo>
                  <a:cubicBezTo>
                    <a:pt x="5" y="2"/>
                    <a:pt x="4" y="1"/>
                    <a:pt x="3" y="0"/>
                  </a:cubicBezTo>
                  <a:cubicBezTo>
                    <a:pt x="2" y="0"/>
                    <a:pt x="0" y="2"/>
                    <a:pt x="0" y="3"/>
                  </a:cubicBezTo>
                  <a:cubicBezTo>
                    <a:pt x="0" y="4"/>
                    <a:pt x="1" y="5"/>
                    <a:pt x="3" y="7"/>
                  </a:cubicBezTo>
                  <a:cubicBezTo>
                    <a:pt x="4" y="5"/>
                    <a:pt x="5" y="4"/>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68" name="Freeform 3076"/>
            <p:cNvSpPr/>
            <p:nvPr/>
          </p:nvSpPr>
          <p:spPr bwMode="auto">
            <a:xfrm>
              <a:off x="6588429" y="9329516"/>
              <a:ext cx="15875" cy="14288"/>
            </a:xfrm>
            <a:custGeom>
              <a:avLst/>
              <a:gdLst>
                <a:gd name="T0" fmla="*/ 6 w 6"/>
                <a:gd name="T1" fmla="*/ 1 h 5"/>
                <a:gd name="T2" fmla="*/ 2 w 6"/>
                <a:gd name="T3" fmla="*/ 0 h 5"/>
                <a:gd name="T4" fmla="*/ 0 w 6"/>
                <a:gd name="T5" fmla="*/ 3 h 5"/>
                <a:gd name="T6" fmla="*/ 3 w 6"/>
                <a:gd name="T7" fmla="*/ 5 h 5"/>
                <a:gd name="T8" fmla="*/ 6 w 6"/>
                <a:gd name="T9" fmla="*/ 1 h 5"/>
              </a:gdLst>
              <a:ahLst/>
              <a:cxnLst>
                <a:cxn ang="0">
                  <a:pos x="T0" y="T1"/>
                </a:cxn>
                <a:cxn ang="0">
                  <a:pos x="T2" y="T3"/>
                </a:cxn>
                <a:cxn ang="0">
                  <a:pos x="T4" y="T5"/>
                </a:cxn>
                <a:cxn ang="0">
                  <a:pos x="T6" y="T7"/>
                </a:cxn>
                <a:cxn ang="0">
                  <a:pos x="T8" y="T9"/>
                </a:cxn>
              </a:cxnLst>
              <a:rect l="0" t="0" r="r" b="b"/>
              <a:pathLst>
                <a:path w="6" h="5">
                  <a:moveTo>
                    <a:pt x="6" y="1"/>
                  </a:moveTo>
                  <a:cubicBezTo>
                    <a:pt x="4" y="1"/>
                    <a:pt x="3" y="0"/>
                    <a:pt x="2" y="0"/>
                  </a:cubicBezTo>
                  <a:cubicBezTo>
                    <a:pt x="1" y="0"/>
                    <a:pt x="0" y="2"/>
                    <a:pt x="0" y="3"/>
                  </a:cubicBezTo>
                  <a:cubicBezTo>
                    <a:pt x="1" y="4"/>
                    <a:pt x="2" y="5"/>
                    <a:pt x="3" y="5"/>
                  </a:cubicBezTo>
                  <a:cubicBezTo>
                    <a:pt x="4" y="4"/>
                    <a:pt x="5" y="3"/>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69" name="Freeform 3077"/>
            <p:cNvSpPr/>
            <p:nvPr/>
          </p:nvSpPr>
          <p:spPr bwMode="auto">
            <a:xfrm>
              <a:off x="6799567" y="9297766"/>
              <a:ext cx="19050" cy="12700"/>
            </a:xfrm>
            <a:custGeom>
              <a:avLst/>
              <a:gdLst>
                <a:gd name="T0" fmla="*/ 7 w 7"/>
                <a:gd name="T1" fmla="*/ 2 h 5"/>
                <a:gd name="T2" fmla="*/ 3 w 7"/>
                <a:gd name="T3" fmla="*/ 0 h 5"/>
                <a:gd name="T4" fmla="*/ 0 w 7"/>
                <a:gd name="T5" fmla="*/ 3 h 5"/>
                <a:gd name="T6" fmla="*/ 3 w 7"/>
                <a:gd name="T7" fmla="*/ 5 h 5"/>
                <a:gd name="T8" fmla="*/ 7 w 7"/>
                <a:gd name="T9" fmla="*/ 2 h 5"/>
              </a:gdLst>
              <a:ahLst/>
              <a:cxnLst>
                <a:cxn ang="0">
                  <a:pos x="T0" y="T1"/>
                </a:cxn>
                <a:cxn ang="0">
                  <a:pos x="T2" y="T3"/>
                </a:cxn>
                <a:cxn ang="0">
                  <a:pos x="T4" y="T5"/>
                </a:cxn>
                <a:cxn ang="0">
                  <a:pos x="T6" y="T7"/>
                </a:cxn>
                <a:cxn ang="0">
                  <a:pos x="T8" y="T9"/>
                </a:cxn>
              </a:cxnLst>
              <a:rect l="0" t="0" r="r" b="b"/>
              <a:pathLst>
                <a:path w="7" h="5">
                  <a:moveTo>
                    <a:pt x="7" y="2"/>
                  </a:moveTo>
                  <a:cubicBezTo>
                    <a:pt x="5" y="1"/>
                    <a:pt x="4" y="0"/>
                    <a:pt x="3" y="0"/>
                  </a:cubicBezTo>
                  <a:cubicBezTo>
                    <a:pt x="2" y="1"/>
                    <a:pt x="1" y="2"/>
                    <a:pt x="0" y="3"/>
                  </a:cubicBezTo>
                  <a:cubicBezTo>
                    <a:pt x="1" y="3"/>
                    <a:pt x="2" y="5"/>
                    <a:pt x="3" y="5"/>
                  </a:cubicBezTo>
                  <a:cubicBezTo>
                    <a:pt x="4" y="5"/>
                    <a:pt x="5" y="3"/>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70" name="Freeform 3078"/>
            <p:cNvSpPr/>
            <p:nvPr/>
          </p:nvSpPr>
          <p:spPr bwMode="auto">
            <a:xfrm>
              <a:off x="7015467" y="9270778"/>
              <a:ext cx="15875" cy="9525"/>
            </a:xfrm>
            <a:custGeom>
              <a:avLst/>
              <a:gdLst>
                <a:gd name="T0" fmla="*/ 6 w 6"/>
                <a:gd name="T1" fmla="*/ 1 h 4"/>
                <a:gd name="T2" fmla="*/ 2 w 6"/>
                <a:gd name="T3" fmla="*/ 1 h 4"/>
                <a:gd name="T4" fmla="*/ 0 w 6"/>
                <a:gd name="T5" fmla="*/ 3 h 4"/>
                <a:gd name="T6" fmla="*/ 3 w 6"/>
                <a:gd name="T7" fmla="*/ 4 h 4"/>
                <a:gd name="T8" fmla="*/ 6 w 6"/>
                <a:gd name="T9" fmla="*/ 1 h 4"/>
              </a:gdLst>
              <a:ahLst/>
              <a:cxnLst>
                <a:cxn ang="0">
                  <a:pos x="T0" y="T1"/>
                </a:cxn>
                <a:cxn ang="0">
                  <a:pos x="T2" y="T3"/>
                </a:cxn>
                <a:cxn ang="0">
                  <a:pos x="T4" y="T5"/>
                </a:cxn>
                <a:cxn ang="0">
                  <a:pos x="T6" y="T7"/>
                </a:cxn>
                <a:cxn ang="0">
                  <a:pos x="T8" y="T9"/>
                </a:cxn>
              </a:cxnLst>
              <a:rect l="0" t="0" r="r" b="b"/>
              <a:pathLst>
                <a:path w="6" h="4">
                  <a:moveTo>
                    <a:pt x="6" y="1"/>
                  </a:moveTo>
                  <a:cubicBezTo>
                    <a:pt x="5" y="1"/>
                    <a:pt x="3" y="0"/>
                    <a:pt x="2" y="1"/>
                  </a:cubicBezTo>
                  <a:cubicBezTo>
                    <a:pt x="1" y="1"/>
                    <a:pt x="1" y="2"/>
                    <a:pt x="0" y="3"/>
                  </a:cubicBezTo>
                  <a:cubicBezTo>
                    <a:pt x="1" y="3"/>
                    <a:pt x="3" y="4"/>
                    <a:pt x="3" y="4"/>
                  </a:cubicBezTo>
                  <a:cubicBezTo>
                    <a:pt x="4" y="4"/>
                    <a:pt x="5" y="2"/>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71" name="Freeform 3079"/>
            <p:cNvSpPr/>
            <p:nvPr/>
          </p:nvSpPr>
          <p:spPr bwMode="auto">
            <a:xfrm>
              <a:off x="7229779" y="9248553"/>
              <a:ext cx="15875" cy="7938"/>
            </a:xfrm>
            <a:custGeom>
              <a:avLst/>
              <a:gdLst>
                <a:gd name="T0" fmla="*/ 6 w 6"/>
                <a:gd name="T1" fmla="*/ 1 h 3"/>
                <a:gd name="T2" fmla="*/ 3 w 6"/>
                <a:gd name="T3" fmla="*/ 0 h 3"/>
                <a:gd name="T4" fmla="*/ 0 w 6"/>
                <a:gd name="T5" fmla="*/ 1 h 3"/>
                <a:gd name="T6" fmla="*/ 3 w 6"/>
                <a:gd name="T7" fmla="*/ 3 h 3"/>
                <a:gd name="T8" fmla="*/ 6 w 6"/>
                <a:gd name="T9" fmla="*/ 1 h 3"/>
              </a:gdLst>
              <a:ahLst/>
              <a:cxnLst>
                <a:cxn ang="0">
                  <a:pos x="T0" y="T1"/>
                </a:cxn>
                <a:cxn ang="0">
                  <a:pos x="T2" y="T3"/>
                </a:cxn>
                <a:cxn ang="0">
                  <a:pos x="T4" y="T5"/>
                </a:cxn>
                <a:cxn ang="0">
                  <a:pos x="T6" y="T7"/>
                </a:cxn>
                <a:cxn ang="0">
                  <a:pos x="T8" y="T9"/>
                </a:cxn>
              </a:cxnLst>
              <a:rect l="0" t="0" r="r" b="b"/>
              <a:pathLst>
                <a:path w="6" h="3">
                  <a:moveTo>
                    <a:pt x="6" y="1"/>
                  </a:moveTo>
                  <a:cubicBezTo>
                    <a:pt x="5" y="1"/>
                    <a:pt x="4" y="0"/>
                    <a:pt x="3" y="0"/>
                  </a:cubicBezTo>
                  <a:cubicBezTo>
                    <a:pt x="2" y="0"/>
                    <a:pt x="1" y="1"/>
                    <a:pt x="0" y="1"/>
                  </a:cubicBezTo>
                  <a:cubicBezTo>
                    <a:pt x="1" y="2"/>
                    <a:pt x="2" y="3"/>
                    <a:pt x="3" y="3"/>
                  </a:cubicBezTo>
                  <a:cubicBezTo>
                    <a:pt x="4" y="3"/>
                    <a:pt x="5" y="2"/>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72" name="Freeform 3080"/>
            <p:cNvSpPr/>
            <p:nvPr/>
          </p:nvSpPr>
          <p:spPr bwMode="auto">
            <a:xfrm>
              <a:off x="7444092" y="9229503"/>
              <a:ext cx="12700" cy="7938"/>
            </a:xfrm>
            <a:custGeom>
              <a:avLst/>
              <a:gdLst>
                <a:gd name="T0" fmla="*/ 2 w 5"/>
                <a:gd name="T1" fmla="*/ 3 h 3"/>
                <a:gd name="T2" fmla="*/ 5 w 5"/>
                <a:gd name="T3" fmla="*/ 1 h 3"/>
                <a:gd name="T4" fmla="*/ 3 w 5"/>
                <a:gd name="T5" fmla="*/ 0 h 3"/>
                <a:gd name="T6" fmla="*/ 0 w 5"/>
                <a:gd name="T7" fmla="*/ 1 h 3"/>
                <a:gd name="T8" fmla="*/ 2 w 5"/>
                <a:gd name="T9" fmla="*/ 3 h 3"/>
              </a:gdLst>
              <a:ahLst/>
              <a:cxnLst>
                <a:cxn ang="0">
                  <a:pos x="T0" y="T1"/>
                </a:cxn>
                <a:cxn ang="0">
                  <a:pos x="T2" y="T3"/>
                </a:cxn>
                <a:cxn ang="0">
                  <a:pos x="T4" y="T5"/>
                </a:cxn>
                <a:cxn ang="0">
                  <a:pos x="T6" y="T7"/>
                </a:cxn>
                <a:cxn ang="0">
                  <a:pos x="T8" y="T9"/>
                </a:cxn>
              </a:cxnLst>
              <a:rect l="0" t="0" r="r" b="b"/>
              <a:pathLst>
                <a:path w="5" h="3">
                  <a:moveTo>
                    <a:pt x="2" y="3"/>
                  </a:moveTo>
                  <a:cubicBezTo>
                    <a:pt x="3" y="2"/>
                    <a:pt x="5" y="1"/>
                    <a:pt x="5" y="1"/>
                  </a:cubicBezTo>
                  <a:cubicBezTo>
                    <a:pt x="5" y="1"/>
                    <a:pt x="4" y="0"/>
                    <a:pt x="3" y="0"/>
                  </a:cubicBezTo>
                  <a:cubicBezTo>
                    <a:pt x="2" y="0"/>
                    <a:pt x="0" y="1"/>
                    <a:pt x="0" y="1"/>
                  </a:cubicBezTo>
                  <a:cubicBezTo>
                    <a:pt x="0" y="1"/>
                    <a:pt x="1" y="2"/>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73" name="Freeform 3081"/>
            <p:cNvSpPr/>
            <p:nvPr/>
          </p:nvSpPr>
          <p:spPr bwMode="auto">
            <a:xfrm>
              <a:off x="7658404" y="9213628"/>
              <a:ext cx="15875" cy="4763"/>
            </a:xfrm>
            <a:custGeom>
              <a:avLst/>
              <a:gdLst>
                <a:gd name="T0" fmla="*/ 6 w 6"/>
                <a:gd name="T1" fmla="*/ 1 h 2"/>
                <a:gd name="T2" fmla="*/ 2 w 6"/>
                <a:gd name="T3" fmla="*/ 0 h 2"/>
                <a:gd name="T4" fmla="*/ 0 w 6"/>
                <a:gd name="T5" fmla="*/ 1 h 2"/>
                <a:gd name="T6" fmla="*/ 2 w 6"/>
                <a:gd name="T7" fmla="*/ 2 h 2"/>
                <a:gd name="T8" fmla="*/ 6 w 6"/>
                <a:gd name="T9" fmla="*/ 1 h 2"/>
              </a:gdLst>
              <a:ahLst/>
              <a:cxnLst>
                <a:cxn ang="0">
                  <a:pos x="T0" y="T1"/>
                </a:cxn>
                <a:cxn ang="0">
                  <a:pos x="T2" y="T3"/>
                </a:cxn>
                <a:cxn ang="0">
                  <a:pos x="T4" y="T5"/>
                </a:cxn>
                <a:cxn ang="0">
                  <a:pos x="T6" y="T7"/>
                </a:cxn>
                <a:cxn ang="0">
                  <a:pos x="T8" y="T9"/>
                </a:cxn>
              </a:cxnLst>
              <a:rect l="0" t="0" r="r" b="b"/>
              <a:pathLst>
                <a:path w="6" h="2">
                  <a:moveTo>
                    <a:pt x="6" y="1"/>
                  </a:moveTo>
                  <a:cubicBezTo>
                    <a:pt x="4" y="0"/>
                    <a:pt x="3" y="0"/>
                    <a:pt x="2" y="0"/>
                  </a:cubicBezTo>
                  <a:cubicBezTo>
                    <a:pt x="1" y="0"/>
                    <a:pt x="1" y="0"/>
                    <a:pt x="0" y="1"/>
                  </a:cubicBezTo>
                  <a:cubicBezTo>
                    <a:pt x="1" y="1"/>
                    <a:pt x="1" y="2"/>
                    <a:pt x="2" y="2"/>
                  </a:cubicBezTo>
                  <a:cubicBezTo>
                    <a:pt x="3" y="2"/>
                    <a:pt x="4" y="1"/>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74" name="Freeform 3082"/>
            <p:cNvSpPr/>
            <p:nvPr/>
          </p:nvSpPr>
          <p:spPr bwMode="auto">
            <a:xfrm>
              <a:off x="7869542" y="9191403"/>
              <a:ext cx="15875" cy="7938"/>
            </a:xfrm>
            <a:custGeom>
              <a:avLst/>
              <a:gdLst>
                <a:gd name="T0" fmla="*/ 3 w 6"/>
                <a:gd name="T1" fmla="*/ 3 h 3"/>
                <a:gd name="T2" fmla="*/ 6 w 6"/>
                <a:gd name="T3" fmla="*/ 2 h 3"/>
                <a:gd name="T4" fmla="*/ 3 w 6"/>
                <a:gd name="T5" fmla="*/ 0 h 3"/>
                <a:gd name="T6" fmla="*/ 1 w 6"/>
                <a:gd name="T7" fmla="*/ 3 h 3"/>
                <a:gd name="T8" fmla="*/ 3 w 6"/>
                <a:gd name="T9" fmla="*/ 3 h 3"/>
              </a:gdLst>
              <a:ahLst/>
              <a:cxnLst>
                <a:cxn ang="0">
                  <a:pos x="T0" y="T1"/>
                </a:cxn>
                <a:cxn ang="0">
                  <a:pos x="T2" y="T3"/>
                </a:cxn>
                <a:cxn ang="0">
                  <a:pos x="T4" y="T5"/>
                </a:cxn>
                <a:cxn ang="0">
                  <a:pos x="T6" y="T7"/>
                </a:cxn>
                <a:cxn ang="0">
                  <a:pos x="T8" y="T9"/>
                </a:cxn>
              </a:cxnLst>
              <a:rect l="0" t="0" r="r" b="b"/>
              <a:pathLst>
                <a:path w="6" h="3">
                  <a:moveTo>
                    <a:pt x="3" y="3"/>
                  </a:moveTo>
                  <a:cubicBezTo>
                    <a:pt x="4" y="3"/>
                    <a:pt x="6" y="2"/>
                    <a:pt x="6" y="2"/>
                  </a:cubicBezTo>
                  <a:cubicBezTo>
                    <a:pt x="6" y="1"/>
                    <a:pt x="5" y="1"/>
                    <a:pt x="3" y="0"/>
                  </a:cubicBezTo>
                  <a:cubicBezTo>
                    <a:pt x="1" y="2"/>
                    <a:pt x="0" y="2"/>
                    <a:pt x="1" y="3"/>
                  </a:cubicBezTo>
                  <a:cubicBezTo>
                    <a:pt x="1" y="3"/>
                    <a:pt x="3" y="3"/>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75" name="Freeform 3083"/>
            <p:cNvSpPr/>
            <p:nvPr/>
          </p:nvSpPr>
          <p:spPr bwMode="auto">
            <a:xfrm>
              <a:off x="8083854" y="9153303"/>
              <a:ext cx="14288" cy="7938"/>
            </a:xfrm>
            <a:custGeom>
              <a:avLst/>
              <a:gdLst>
                <a:gd name="T0" fmla="*/ 5 w 5"/>
                <a:gd name="T1" fmla="*/ 1 h 3"/>
                <a:gd name="T2" fmla="*/ 2 w 5"/>
                <a:gd name="T3" fmla="*/ 1 h 3"/>
                <a:gd name="T4" fmla="*/ 0 w 5"/>
                <a:gd name="T5" fmla="*/ 2 h 3"/>
                <a:gd name="T6" fmla="*/ 3 w 5"/>
                <a:gd name="T7" fmla="*/ 3 h 3"/>
                <a:gd name="T8" fmla="*/ 5 w 5"/>
                <a:gd name="T9" fmla="*/ 1 h 3"/>
              </a:gdLst>
              <a:ahLst/>
              <a:cxnLst>
                <a:cxn ang="0">
                  <a:pos x="T0" y="T1"/>
                </a:cxn>
                <a:cxn ang="0">
                  <a:pos x="T2" y="T3"/>
                </a:cxn>
                <a:cxn ang="0">
                  <a:pos x="T4" y="T5"/>
                </a:cxn>
                <a:cxn ang="0">
                  <a:pos x="T6" y="T7"/>
                </a:cxn>
                <a:cxn ang="0">
                  <a:pos x="T8" y="T9"/>
                </a:cxn>
              </a:cxnLst>
              <a:rect l="0" t="0" r="r" b="b"/>
              <a:pathLst>
                <a:path w="5" h="3">
                  <a:moveTo>
                    <a:pt x="5" y="1"/>
                  </a:moveTo>
                  <a:cubicBezTo>
                    <a:pt x="4" y="0"/>
                    <a:pt x="3" y="0"/>
                    <a:pt x="2" y="1"/>
                  </a:cubicBezTo>
                  <a:cubicBezTo>
                    <a:pt x="1" y="1"/>
                    <a:pt x="0" y="2"/>
                    <a:pt x="0" y="2"/>
                  </a:cubicBezTo>
                  <a:cubicBezTo>
                    <a:pt x="0" y="3"/>
                    <a:pt x="1" y="3"/>
                    <a:pt x="3" y="3"/>
                  </a:cubicBezTo>
                  <a:cubicBezTo>
                    <a:pt x="4" y="2"/>
                    <a:pt x="5" y="1"/>
                    <a:pt x="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76" name="Freeform 3084"/>
            <p:cNvSpPr/>
            <p:nvPr/>
          </p:nvSpPr>
          <p:spPr bwMode="auto">
            <a:xfrm>
              <a:off x="8293404" y="9088216"/>
              <a:ext cx="19050" cy="7938"/>
            </a:xfrm>
            <a:custGeom>
              <a:avLst/>
              <a:gdLst>
                <a:gd name="T0" fmla="*/ 4 w 7"/>
                <a:gd name="T1" fmla="*/ 3 h 3"/>
                <a:gd name="T2" fmla="*/ 7 w 7"/>
                <a:gd name="T3" fmla="*/ 0 h 3"/>
                <a:gd name="T4" fmla="*/ 2 w 7"/>
                <a:gd name="T5" fmla="*/ 1 h 3"/>
                <a:gd name="T6" fmla="*/ 0 w 7"/>
                <a:gd name="T7" fmla="*/ 3 h 3"/>
                <a:gd name="T8" fmla="*/ 4 w 7"/>
                <a:gd name="T9" fmla="*/ 3 h 3"/>
              </a:gdLst>
              <a:ahLst/>
              <a:cxnLst>
                <a:cxn ang="0">
                  <a:pos x="T0" y="T1"/>
                </a:cxn>
                <a:cxn ang="0">
                  <a:pos x="T2" y="T3"/>
                </a:cxn>
                <a:cxn ang="0">
                  <a:pos x="T4" y="T5"/>
                </a:cxn>
                <a:cxn ang="0">
                  <a:pos x="T6" y="T7"/>
                </a:cxn>
                <a:cxn ang="0">
                  <a:pos x="T8" y="T9"/>
                </a:cxn>
              </a:cxnLst>
              <a:rect l="0" t="0" r="r" b="b"/>
              <a:pathLst>
                <a:path w="7" h="3">
                  <a:moveTo>
                    <a:pt x="4" y="3"/>
                  </a:moveTo>
                  <a:cubicBezTo>
                    <a:pt x="5" y="2"/>
                    <a:pt x="5" y="1"/>
                    <a:pt x="7" y="0"/>
                  </a:cubicBezTo>
                  <a:cubicBezTo>
                    <a:pt x="5" y="0"/>
                    <a:pt x="3" y="0"/>
                    <a:pt x="2" y="1"/>
                  </a:cubicBezTo>
                  <a:cubicBezTo>
                    <a:pt x="1" y="1"/>
                    <a:pt x="1" y="2"/>
                    <a:pt x="0" y="3"/>
                  </a:cubicBezTo>
                  <a:cubicBezTo>
                    <a:pt x="1" y="3"/>
                    <a:pt x="3" y="3"/>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77" name="Freeform 3085"/>
            <p:cNvSpPr/>
            <p:nvPr/>
          </p:nvSpPr>
          <p:spPr bwMode="auto">
            <a:xfrm>
              <a:off x="8504542" y="8997728"/>
              <a:ext cx="15875" cy="11113"/>
            </a:xfrm>
            <a:custGeom>
              <a:avLst/>
              <a:gdLst>
                <a:gd name="T0" fmla="*/ 3 w 6"/>
                <a:gd name="T1" fmla="*/ 4 h 4"/>
                <a:gd name="T2" fmla="*/ 6 w 6"/>
                <a:gd name="T3" fmla="*/ 0 h 4"/>
                <a:gd name="T4" fmla="*/ 2 w 6"/>
                <a:gd name="T5" fmla="*/ 1 h 4"/>
                <a:gd name="T6" fmla="*/ 0 w 6"/>
                <a:gd name="T7" fmla="*/ 4 h 4"/>
                <a:gd name="T8" fmla="*/ 3 w 6"/>
                <a:gd name="T9" fmla="*/ 4 h 4"/>
              </a:gdLst>
              <a:ahLst/>
              <a:cxnLst>
                <a:cxn ang="0">
                  <a:pos x="T0" y="T1"/>
                </a:cxn>
                <a:cxn ang="0">
                  <a:pos x="T2" y="T3"/>
                </a:cxn>
                <a:cxn ang="0">
                  <a:pos x="T4" y="T5"/>
                </a:cxn>
                <a:cxn ang="0">
                  <a:pos x="T6" y="T7"/>
                </a:cxn>
                <a:cxn ang="0">
                  <a:pos x="T8" y="T9"/>
                </a:cxn>
              </a:cxnLst>
              <a:rect l="0" t="0" r="r" b="b"/>
              <a:pathLst>
                <a:path w="6" h="4">
                  <a:moveTo>
                    <a:pt x="3" y="4"/>
                  </a:moveTo>
                  <a:cubicBezTo>
                    <a:pt x="4" y="3"/>
                    <a:pt x="5" y="2"/>
                    <a:pt x="6" y="0"/>
                  </a:cubicBezTo>
                  <a:cubicBezTo>
                    <a:pt x="4" y="1"/>
                    <a:pt x="3" y="1"/>
                    <a:pt x="2" y="1"/>
                  </a:cubicBezTo>
                  <a:cubicBezTo>
                    <a:pt x="1" y="2"/>
                    <a:pt x="1" y="3"/>
                    <a:pt x="0" y="4"/>
                  </a:cubicBezTo>
                  <a:cubicBezTo>
                    <a:pt x="1" y="4"/>
                    <a:pt x="2" y="4"/>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78" name="Freeform 3086"/>
            <p:cNvSpPr/>
            <p:nvPr/>
          </p:nvSpPr>
          <p:spPr bwMode="auto">
            <a:xfrm>
              <a:off x="8277529" y="8992966"/>
              <a:ext cx="9525" cy="7938"/>
            </a:xfrm>
            <a:custGeom>
              <a:avLst/>
              <a:gdLst>
                <a:gd name="T0" fmla="*/ 3 w 4"/>
                <a:gd name="T1" fmla="*/ 2 h 3"/>
                <a:gd name="T2" fmla="*/ 4 w 4"/>
                <a:gd name="T3" fmla="*/ 1 h 3"/>
                <a:gd name="T4" fmla="*/ 1 w 4"/>
                <a:gd name="T5" fmla="*/ 1 h 3"/>
                <a:gd name="T6" fmla="*/ 1 w 4"/>
                <a:gd name="T7" fmla="*/ 3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3" y="2"/>
                    <a:pt x="4" y="1"/>
                    <a:pt x="4" y="1"/>
                  </a:cubicBezTo>
                  <a:cubicBezTo>
                    <a:pt x="4" y="0"/>
                    <a:pt x="2" y="1"/>
                    <a:pt x="1" y="1"/>
                  </a:cubicBezTo>
                  <a:cubicBezTo>
                    <a:pt x="1" y="2"/>
                    <a:pt x="0" y="2"/>
                    <a:pt x="1" y="3"/>
                  </a:cubicBezTo>
                  <a:cubicBezTo>
                    <a:pt x="1" y="3"/>
                    <a:pt x="2" y="2"/>
                    <a:pt x="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79" name="Freeform 3087"/>
            <p:cNvSpPr/>
            <p:nvPr/>
          </p:nvSpPr>
          <p:spPr bwMode="auto">
            <a:xfrm>
              <a:off x="8064804" y="9073928"/>
              <a:ext cx="11113" cy="6350"/>
            </a:xfrm>
            <a:custGeom>
              <a:avLst/>
              <a:gdLst>
                <a:gd name="T0" fmla="*/ 1 w 4"/>
                <a:gd name="T1" fmla="*/ 2 h 2"/>
                <a:gd name="T2" fmla="*/ 4 w 4"/>
                <a:gd name="T3" fmla="*/ 0 h 2"/>
                <a:gd name="T4" fmla="*/ 2 w 4"/>
                <a:gd name="T5" fmla="*/ 0 h 2"/>
                <a:gd name="T6" fmla="*/ 0 w 4"/>
                <a:gd name="T7" fmla="*/ 1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2" y="1"/>
                    <a:pt x="3" y="1"/>
                    <a:pt x="4" y="0"/>
                  </a:cubicBezTo>
                  <a:cubicBezTo>
                    <a:pt x="3" y="0"/>
                    <a:pt x="3" y="0"/>
                    <a:pt x="2" y="0"/>
                  </a:cubicBezTo>
                  <a:cubicBezTo>
                    <a:pt x="2" y="0"/>
                    <a:pt x="0" y="1"/>
                    <a:pt x="0" y="1"/>
                  </a:cubicBezTo>
                  <a:cubicBezTo>
                    <a:pt x="0" y="1"/>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80" name="Freeform 3088"/>
            <p:cNvSpPr/>
            <p:nvPr/>
          </p:nvSpPr>
          <p:spPr bwMode="auto">
            <a:xfrm>
              <a:off x="7850492" y="9123141"/>
              <a:ext cx="14288" cy="3175"/>
            </a:xfrm>
            <a:custGeom>
              <a:avLst/>
              <a:gdLst>
                <a:gd name="T0" fmla="*/ 1 w 5"/>
                <a:gd name="T1" fmla="*/ 1 h 1"/>
                <a:gd name="T2" fmla="*/ 5 w 5"/>
                <a:gd name="T3" fmla="*/ 0 h 1"/>
                <a:gd name="T4" fmla="*/ 3 w 5"/>
                <a:gd name="T5" fmla="*/ 0 h 1"/>
                <a:gd name="T6" fmla="*/ 0 w 5"/>
                <a:gd name="T7" fmla="*/ 0 h 1"/>
                <a:gd name="T8" fmla="*/ 1 w 5"/>
                <a:gd name="T9" fmla="*/ 1 h 1"/>
              </a:gdLst>
              <a:ahLst/>
              <a:cxnLst>
                <a:cxn ang="0">
                  <a:pos x="T0" y="T1"/>
                </a:cxn>
                <a:cxn ang="0">
                  <a:pos x="T2" y="T3"/>
                </a:cxn>
                <a:cxn ang="0">
                  <a:pos x="T4" y="T5"/>
                </a:cxn>
                <a:cxn ang="0">
                  <a:pos x="T6" y="T7"/>
                </a:cxn>
                <a:cxn ang="0">
                  <a:pos x="T8" y="T9"/>
                </a:cxn>
              </a:cxnLst>
              <a:rect l="0" t="0" r="r" b="b"/>
              <a:pathLst>
                <a:path w="5" h="1">
                  <a:moveTo>
                    <a:pt x="1" y="1"/>
                  </a:moveTo>
                  <a:cubicBezTo>
                    <a:pt x="3" y="1"/>
                    <a:pt x="4" y="1"/>
                    <a:pt x="5" y="0"/>
                  </a:cubicBezTo>
                  <a:cubicBezTo>
                    <a:pt x="4" y="0"/>
                    <a:pt x="4" y="0"/>
                    <a:pt x="3" y="0"/>
                  </a:cubicBezTo>
                  <a:cubicBezTo>
                    <a:pt x="2" y="0"/>
                    <a:pt x="1" y="0"/>
                    <a:pt x="0" y="0"/>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81" name="Freeform 3089"/>
            <p:cNvSpPr/>
            <p:nvPr/>
          </p:nvSpPr>
          <p:spPr bwMode="auto">
            <a:xfrm>
              <a:off x="7636179" y="9131078"/>
              <a:ext cx="14288" cy="6350"/>
            </a:xfrm>
            <a:custGeom>
              <a:avLst/>
              <a:gdLst>
                <a:gd name="T0" fmla="*/ 4 w 5"/>
                <a:gd name="T1" fmla="*/ 2 h 2"/>
                <a:gd name="T2" fmla="*/ 5 w 5"/>
                <a:gd name="T3" fmla="*/ 1 h 2"/>
                <a:gd name="T4" fmla="*/ 1 w 5"/>
                <a:gd name="T5" fmla="*/ 0 h 2"/>
                <a:gd name="T6" fmla="*/ 1 w 5"/>
                <a:gd name="T7" fmla="*/ 1 h 2"/>
                <a:gd name="T8" fmla="*/ 4 w 5"/>
                <a:gd name="T9" fmla="*/ 2 h 2"/>
              </a:gdLst>
              <a:ahLst/>
              <a:cxnLst>
                <a:cxn ang="0">
                  <a:pos x="T0" y="T1"/>
                </a:cxn>
                <a:cxn ang="0">
                  <a:pos x="T2" y="T3"/>
                </a:cxn>
                <a:cxn ang="0">
                  <a:pos x="T4" y="T5"/>
                </a:cxn>
                <a:cxn ang="0">
                  <a:pos x="T6" y="T7"/>
                </a:cxn>
                <a:cxn ang="0">
                  <a:pos x="T8" y="T9"/>
                </a:cxn>
              </a:cxnLst>
              <a:rect l="0" t="0" r="r" b="b"/>
              <a:pathLst>
                <a:path w="5" h="2">
                  <a:moveTo>
                    <a:pt x="4" y="2"/>
                  </a:moveTo>
                  <a:cubicBezTo>
                    <a:pt x="4" y="2"/>
                    <a:pt x="4" y="1"/>
                    <a:pt x="5" y="1"/>
                  </a:cubicBezTo>
                  <a:cubicBezTo>
                    <a:pt x="4" y="1"/>
                    <a:pt x="2" y="1"/>
                    <a:pt x="1" y="0"/>
                  </a:cubicBezTo>
                  <a:cubicBezTo>
                    <a:pt x="1" y="1"/>
                    <a:pt x="0" y="1"/>
                    <a:pt x="1" y="1"/>
                  </a:cubicBezTo>
                  <a:cubicBezTo>
                    <a:pt x="1" y="2"/>
                    <a:pt x="3" y="2"/>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82" name="Freeform 3090"/>
            <p:cNvSpPr/>
            <p:nvPr/>
          </p:nvSpPr>
          <p:spPr bwMode="auto">
            <a:xfrm>
              <a:off x="7421867" y="9129491"/>
              <a:ext cx="11113" cy="4763"/>
            </a:xfrm>
            <a:custGeom>
              <a:avLst/>
              <a:gdLst>
                <a:gd name="T0" fmla="*/ 3 w 4"/>
                <a:gd name="T1" fmla="*/ 2 h 2"/>
                <a:gd name="T2" fmla="*/ 4 w 4"/>
                <a:gd name="T3" fmla="*/ 1 h 2"/>
                <a:gd name="T4" fmla="*/ 1 w 4"/>
                <a:gd name="T5" fmla="*/ 0 h 2"/>
                <a:gd name="T6" fmla="*/ 0 w 4"/>
                <a:gd name="T7" fmla="*/ 1 h 2"/>
                <a:gd name="T8" fmla="*/ 3 w 4"/>
                <a:gd name="T9" fmla="*/ 2 h 2"/>
              </a:gdLst>
              <a:ahLst/>
              <a:cxnLst>
                <a:cxn ang="0">
                  <a:pos x="T0" y="T1"/>
                </a:cxn>
                <a:cxn ang="0">
                  <a:pos x="T2" y="T3"/>
                </a:cxn>
                <a:cxn ang="0">
                  <a:pos x="T4" y="T5"/>
                </a:cxn>
                <a:cxn ang="0">
                  <a:pos x="T6" y="T7"/>
                </a:cxn>
                <a:cxn ang="0">
                  <a:pos x="T8" y="T9"/>
                </a:cxn>
              </a:cxnLst>
              <a:rect l="0" t="0" r="r" b="b"/>
              <a:pathLst>
                <a:path w="4" h="2">
                  <a:moveTo>
                    <a:pt x="3" y="2"/>
                  </a:moveTo>
                  <a:cubicBezTo>
                    <a:pt x="4" y="2"/>
                    <a:pt x="4" y="1"/>
                    <a:pt x="4" y="1"/>
                  </a:cubicBezTo>
                  <a:cubicBezTo>
                    <a:pt x="3" y="1"/>
                    <a:pt x="2" y="0"/>
                    <a:pt x="1" y="0"/>
                  </a:cubicBezTo>
                  <a:cubicBezTo>
                    <a:pt x="1" y="0"/>
                    <a:pt x="0" y="1"/>
                    <a:pt x="0" y="1"/>
                  </a:cubicBezTo>
                  <a:cubicBezTo>
                    <a:pt x="1" y="2"/>
                    <a:pt x="2" y="2"/>
                    <a:pt x="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83" name="Freeform 3091"/>
            <p:cNvSpPr/>
            <p:nvPr/>
          </p:nvSpPr>
          <p:spPr bwMode="auto">
            <a:xfrm>
              <a:off x="7207554" y="9119966"/>
              <a:ext cx="11113" cy="6350"/>
            </a:xfrm>
            <a:custGeom>
              <a:avLst/>
              <a:gdLst>
                <a:gd name="T0" fmla="*/ 4 w 4"/>
                <a:gd name="T1" fmla="*/ 2 h 2"/>
                <a:gd name="T2" fmla="*/ 2 w 4"/>
                <a:gd name="T3" fmla="*/ 0 h 2"/>
                <a:gd name="T4" fmla="*/ 0 w 4"/>
                <a:gd name="T5" fmla="*/ 0 h 2"/>
                <a:gd name="T6" fmla="*/ 1 w 4"/>
                <a:gd name="T7" fmla="*/ 2 h 2"/>
                <a:gd name="T8" fmla="*/ 4 w 4"/>
                <a:gd name="T9" fmla="*/ 2 h 2"/>
              </a:gdLst>
              <a:ahLst/>
              <a:cxnLst>
                <a:cxn ang="0">
                  <a:pos x="T0" y="T1"/>
                </a:cxn>
                <a:cxn ang="0">
                  <a:pos x="T2" y="T3"/>
                </a:cxn>
                <a:cxn ang="0">
                  <a:pos x="T4" y="T5"/>
                </a:cxn>
                <a:cxn ang="0">
                  <a:pos x="T6" y="T7"/>
                </a:cxn>
                <a:cxn ang="0">
                  <a:pos x="T8" y="T9"/>
                </a:cxn>
              </a:cxnLst>
              <a:rect l="0" t="0" r="r" b="b"/>
              <a:pathLst>
                <a:path w="4" h="2">
                  <a:moveTo>
                    <a:pt x="4" y="2"/>
                  </a:moveTo>
                  <a:cubicBezTo>
                    <a:pt x="3" y="1"/>
                    <a:pt x="3" y="0"/>
                    <a:pt x="2" y="0"/>
                  </a:cubicBezTo>
                  <a:cubicBezTo>
                    <a:pt x="2" y="0"/>
                    <a:pt x="0" y="0"/>
                    <a:pt x="0" y="0"/>
                  </a:cubicBezTo>
                  <a:cubicBezTo>
                    <a:pt x="0" y="1"/>
                    <a:pt x="1" y="2"/>
                    <a:pt x="1" y="2"/>
                  </a:cubicBezTo>
                  <a:cubicBezTo>
                    <a:pt x="3" y="2"/>
                    <a:pt x="4" y="2"/>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84" name="Freeform 3092"/>
            <p:cNvSpPr/>
            <p:nvPr/>
          </p:nvSpPr>
          <p:spPr bwMode="auto">
            <a:xfrm>
              <a:off x="6990067" y="9107266"/>
              <a:ext cx="14288" cy="7938"/>
            </a:xfrm>
            <a:custGeom>
              <a:avLst/>
              <a:gdLst>
                <a:gd name="T0" fmla="*/ 4 w 5"/>
                <a:gd name="T1" fmla="*/ 3 h 3"/>
                <a:gd name="T2" fmla="*/ 5 w 5"/>
                <a:gd name="T3" fmla="*/ 1 h 3"/>
                <a:gd name="T4" fmla="*/ 1 w 5"/>
                <a:gd name="T5" fmla="*/ 0 h 3"/>
                <a:gd name="T6" fmla="*/ 1 w 5"/>
                <a:gd name="T7" fmla="*/ 2 h 3"/>
                <a:gd name="T8" fmla="*/ 4 w 5"/>
                <a:gd name="T9" fmla="*/ 3 h 3"/>
              </a:gdLst>
              <a:ahLst/>
              <a:cxnLst>
                <a:cxn ang="0">
                  <a:pos x="T0" y="T1"/>
                </a:cxn>
                <a:cxn ang="0">
                  <a:pos x="T2" y="T3"/>
                </a:cxn>
                <a:cxn ang="0">
                  <a:pos x="T4" y="T5"/>
                </a:cxn>
                <a:cxn ang="0">
                  <a:pos x="T6" y="T7"/>
                </a:cxn>
                <a:cxn ang="0">
                  <a:pos x="T8" y="T9"/>
                </a:cxn>
              </a:cxnLst>
              <a:rect l="0" t="0" r="r" b="b"/>
              <a:pathLst>
                <a:path w="5" h="3">
                  <a:moveTo>
                    <a:pt x="4" y="3"/>
                  </a:moveTo>
                  <a:cubicBezTo>
                    <a:pt x="4" y="3"/>
                    <a:pt x="4" y="2"/>
                    <a:pt x="5" y="1"/>
                  </a:cubicBezTo>
                  <a:cubicBezTo>
                    <a:pt x="3" y="1"/>
                    <a:pt x="2" y="0"/>
                    <a:pt x="1" y="0"/>
                  </a:cubicBezTo>
                  <a:cubicBezTo>
                    <a:pt x="1" y="0"/>
                    <a:pt x="0" y="2"/>
                    <a:pt x="1" y="2"/>
                  </a:cubicBezTo>
                  <a:cubicBezTo>
                    <a:pt x="1" y="3"/>
                    <a:pt x="3" y="3"/>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85" name="Freeform 3093"/>
            <p:cNvSpPr/>
            <p:nvPr/>
          </p:nvSpPr>
          <p:spPr bwMode="auto">
            <a:xfrm>
              <a:off x="6775754" y="9092978"/>
              <a:ext cx="11113" cy="14288"/>
            </a:xfrm>
            <a:custGeom>
              <a:avLst/>
              <a:gdLst>
                <a:gd name="T0" fmla="*/ 3 w 4"/>
                <a:gd name="T1" fmla="*/ 5 h 5"/>
                <a:gd name="T2" fmla="*/ 3 w 4"/>
                <a:gd name="T3" fmla="*/ 1 h 5"/>
                <a:gd name="T4" fmla="*/ 1 w 4"/>
                <a:gd name="T5" fmla="*/ 0 h 5"/>
                <a:gd name="T6" fmla="*/ 0 w 4"/>
                <a:gd name="T7" fmla="*/ 3 h 5"/>
                <a:gd name="T8" fmla="*/ 3 w 4"/>
                <a:gd name="T9" fmla="*/ 5 h 5"/>
              </a:gdLst>
              <a:ahLst/>
              <a:cxnLst>
                <a:cxn ang="0">
                  <a:pos x="T0" y="T1"/>
                </a:cxn>
                <a:cxn ang="0">
                  <a:pos x="T2" y="T3"/>
                </a:cxn>
                <a:cxn ang="0">
                  <a:pos x="T4" y="T5"/>
                </a:cxn>
                <a:cxn ang="0">
                  <a:pos x="T6" y="T7"/>
                </a:cxn>
                <a:cxn ang="0">
                  <a:pos x="T8" y="T9"/>
                </a:cxn>
              </a:cxnLst>
              <a:rect l="0" t="0" r="r" b="b"/>
              <a:pathLst>
                <a:path w="4" h="5">
                  <a:moveTo>
                    <a:pt x="3" y="5"/>
                  </a:moveTo>
                  <a:cubicBezTo>
                    <a:pt x="3" y="3"/>
                    <a:pt x="3" y="2"/>
                    <a:pt x="3" y="1"/>
                  </a:cubicBezTo>
                  <a:cubicBezTo>
                    <a:pt x="4" y="1"/>
                    <a:pt x="2" y="1"/>
                    <a:pt x="1" y="0"/>
                  </a:cubicBezTo>
                  <a:cubicBezTo>
                    <a:pt x="0" y="1"/>
                    <a:pt x="0" y="2"/>
                    <a:pt x="0" y="3"/>
                  </a:cubicBezTo>
                  <a:cubicBezTo>
                    <a:pt x="0" y="4"/>
                    <a:pt x="2" y="4"/>
                    <a:pt x="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86" name="Freeform 3094"/>
            <p:cNvSpPr/>
            <p:nvPr/>
          </p:nvSpPr>
          <p:spPr bwMode="auto">
            <a:xfrm>
              <a:off x="6558267" y="9083453"/>
              <a:ext cx="14288" cy="12700"/>
            </a:xfrm>
            <a:custGeom>
              <a:avLst/>
              <a:gdLst>
                <a:gd name="T0" fmla="*/ 1 w 5"/>
                <a:gd name="T1" fmla="*/ 5 h 5"/>
                <a:gd name="T2" fmla="*/ 5 w 5"/>
                <a:gd name="T3" fmla="*/ 4 h 5"/>
                <a:gd name="T4" fmla="*/ 3 w 5"/>
                <a:gd name="T5" fmla="*/ 0 h 5"/>
                <a:gd name="T6" fmla="*/ 0 w 5"/>
                <a:gd name="T7" fmla="*/ 2 h 5"/>
                <a:gd name="T8" fmla="*/ 1 w 5"/>
                <a:gd name="T9" fmla="*/ 5 h 5"/>
              </a:gdLst>
              <a:ahLst/>
              <a:cxnLst>
                <a:cxn ang="0">
                  <a:pos x="T0" y="T1"/>
                </a:cxn>
                <a:cxn ang="0">
                  <a:pos x="T2" y="T3"/>
                </a:cxn>
                <a:cxn ang="0">
                  <a:pos x="T4" y="T5"/>
                </a:cxn>
                <a:cxn ang="0">
                  <a:pos x="T6" y="T7"/>
                </a:cxn>
                <a:cxn ang="0">
                  <a:pos x="T8" y="T9"/>
                </a:cxn>
              </a:cxnLst>
              <a:rect l="0" t="0" r="r" b="b"/>
              <a:pathLst>
                <a:path w="5" h="5">
                  <a:moveTo>
                    <a:pt x="1" y="5"/>
                  </a:moveTo>
                  <a:cubicBezTo>
                    <a:pt x="3" y="5"/>
                    <a:pt x="4" y="4"/>
                    <a:pt x="5" y="4"/>
                  </a:cubicBezTo>
                  <a:cubicBezTo>
                    <a:pt x="4" y="2"/>
                    <a:pt x="4" y="1"/>
                    <a:pt x="3" y="0"/>
                  </a:cubicBezTo>
                  <a:cubicBezTo>
                    <a:pt x="2" y="1"/>
                    <a:pt x="1" y="1"/>
                    <a:pt x="0" y="2"/>
                  </a:cubicBezTo>
                  <a:cubicBezTo>
                    <a:pt x="0" y="2"/>
                    <a:pt x="1" y="5"/>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87" name="Freeform 3095"/>
            <p:cNvSpPr/>
            <p:nvPr/>
          </p:nvSpPr>
          <p:spPr bwMode="auto">
            <a:xfrm>
              <a:off x="6343954" y="9072341"/>
              <a:ext cx="11113" cy="19050"/>
            </a:xfrm>
            <a:custGeom>
              <a:avLst/>
              <a:gdLst>
                <a:gd name="T0" fmla="*/ 3 w 4"/>
                <a:gd name="T1" fmla="*/ 7 h 7"/>
                <a:gd name="T2" fmla="*/ 4 w 4"/>
                <a:gd name="T3" fmla="*/ 2 h 7"/>
                <a:gd name="T4" fmla="*/ 1 w 4"/>
                <a:gd name="T5" fmla="*/ 0 h 7"/>
                <a:gd name="T6" fmla="*/ 0 w 4"/>
                <a:gd name="T7" fmla="*/ 4 h 7"/>
                <a:gd name="T8" fmla="*/ 3 w 4"/>
                <a:gd name="T9" fmla="*/ 7 h 7"/>
              </a:gdLst>
              <a:ahLst/>
              <a:cxnLst>
                <a:cxn ang="0">
                  <a:pos x="T0" y="T1"/>
                </a:cxn>
                <a:cxn ang="0">
                  <a:pos x="T2" y="T3"/>
                </a:cxn>
                <a:cxn ang="0">
                  <a:pos x="T4" y="T5"/>
                </a:cxn>
                <a:cxn ang="0">
                  <a:pos x="T6" y="T7"/>
                </a:cxn>
                <a:cxn ang="0">
                  <a:pos x="T8" y="T9"/>
                </a:cxn>
              </a:cxnLst>
              <a:rect l="0" t="0" r="r" b="b"/>
              <a:pathLst>
                <a:path w="4" h="7">
                  <a:moveTo>
                    <a:pt x="3" y="7"/>
                  </a:moveTo>
                  <a:cubicBezTo>
                    <a:pt x="3" y="5"/>
                    <a:pt x="4" y="4"/>
                    <a:pt x="4" y="2"/>
                  </a:cubicBezTo>
                  <a:cubicBezTo>
                    <a:pt x="3" y="2"/>
                    <a:pt x="2" y="1"/>
                    <a:pt x="1" y="0"/>
                  </a:cubicBezTo>
                  <a:cubicBezTo>
                    <a:pt x="0" y="1"/>
                    <a:pt x="0" y="3"/>
                    <a:pt x="0" y="4"/>
                  </a:cubicBezTo>
                  <a:cubicBezTo>
                    <a:pt x="1" y="5"/>
                    <a:pt x="2" y="6"/>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88" name="Freeform 3096"/>
            <p:cNvSpPr/>
            <p:nvPr/>
          </p:nvSpPr>
          <p:spPr bwMode="auto">
            <a:xfrm>
              <a:off x="6129642" y="9064403"/>
              <a:ext cx="7938" cy="20638"/>
            </a:xfrm>
            <a:custGeom>
              <a:avLst/>
              <a:gdLst>
                <a:gd name="T0" fmla="*/ 2 w 3"/>
                <a:gd name="T1" fmla="*/ 8 h 8"/>
                <a:gd name="T2" fmla="*/ 3 w 3"/>
                <a:gd name="T3" fmla="*/ 3 h 8"/>
                <a:gd name="T4" fmla="*/ 0 w 3"/>
                <a:gd name="T5" fmla="*/ 0 h 8"/>
                <a:gd name="T6" fmla="*/ 0 w 3"/>
                <a:gd name="T7" fmla="*/ 6 h 8"/>
                <a:gd name="T8" fmla="*/ 2 w 3"/>
                <a:gd name="T9" fmla="*/ 8 h 8"/>
              </a:gdLst>
              <a:ahLst/>
              <a:cxnLst>
                <a:cxn ang="0">
                  <a:pos x="T0" y="T1"/>
                </a:cxn>
                <a:cxn ang="0">
                  <a:pos x="T2" y="T3"/>
                </a:cxn>
                <a:cxn ang="0">
                  <a:pos x="T4" y="T5"/>
                </a:cxn>
                <a:cxn ang="0">
                  <a:pos x="T6" y="T7"/>
                </a:cxn>
                <a:cxn ang="0">
                  <a:pos x="T8" y="T9"/>
                </a:cxn>
              </a:cxnLst>
              <a:rect l="0" t="0" r="r" b="b"/>
              <a:pathLst>
                <a:path w="3" h="8">
                  <a:moveTo>
                    <a:pt x="2" y="8"/>
                  </a:moveTo>
                  <a:cubicBezTo>
                    <a:pt x="3" y="6"/>
                    <a:pt x="3" y="5"/>
                    <a:pt x="3" y="3"/>
                  </a:cubicBezTo>
                  <a:cubicBezTo>
                    <a:pt x="3" y="2"/>
                    <a:pt x="1" y="1"/>
                    <a:pt x="0" y="0"/>
                  </a:cubicBezTo>
                  <a:cubicBezTo>
                    <a:pt x="0" y="3"/>
                    <a:pt x="0" y="5"/>
                    <a:pt x="0" y="6"/>
                  </a:cubicBezTo>
                  <a:cubicBezTo>
                    <a:pt x="0" y="7"/>
                    <a:pt x="1" y="8"/>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89" name="Freeform 3097"/>
            <p:cNvSpPr/>
            <p:nvPr/>
          </p:nvSpPr>
          <p:spPr bwMode="auto">
            <a:xfrm>
              <a:off x="5912154" y="9064403"/>
              <a:ext cx="11113" cy="20638"/>
            </a:xfrm>
            <a:custGeom>
              <a:avLst/>
              <a:gdLst>
                <a:gd name="T0" fmla="*/ 4 w 4"/>
                <a:gd name="T1" fmla="*/ 8 h 8"/>
                <a:gd name="T2" fmla="*/ 4 w 4"/>
                <a:gd name="T3" fmla="*/ 2 h 8"/>
                <a:gd name="T4" fmla="*/ 1 w 4"/>
                <a:gd name="T5" fmla="*/ 1 h 8"/>
                <a:gd name="T6" fmla="*/ 0 w 4"/>
                <a:gd name="T7" fmla="*/ 5 h 8"/>
                <a:gd name="T8" fmla="*/ 4 w 4"/>
                <a:gd name="T9" fmla="*/ 8 h 8"/>
              </a:gdLst>
              <a:ahLst/>
              <a:cxnLst>
                <a:cxn ang="0">
                  <a:pos x="T0" y="T1"/>
                </a:cxn>
                <a:cxn ang="0">
                  <a:pos x="T2" y="T3"/>
                </a:cxn>
                <a:cxn ang="0">
                  <a:pos x="T4" y="T5"/>
                </a:cxn>
                <a:cxn ang="0">
                  <a:pos x="T6" y="T7"/>
                </a:cxn>
                <a:cxn ang="0">
                  <a:pos x="T8" y="T9"/>
                </a:cxn>
              </a:cxnLst>
              <a:rect l="0" t="0" r="r" b="b"/>
              <a:pathLst>
                <a:path w="4" h="8">
                  <a:moveTo>
                    <a:pt x="4" y="8"/>
                  </a:moveTo>
                  <a:cubicBezTo>
                    <a:pt x="4" y="6"/>
                    <a:pt x="4" y="4"/>
                    <a:pt x="4" y="2"/>
                  </a:cubicBezTo>
                  <a:cubicBezTo>
                    <a:pt x="3" y="1"/>
                    <a:pt x="2" y="0"/>
                    <a:pt x="1" y="1"/>
                  </a:cubicBezTo>
                  <a:cubicBezTo>
                    <a:pt x="0" y="1"/>
                    <a:pt x="0" y="4"/>
                    <a:pt x="0" y="5"/>
                  </a:cubicBezTo>
                  <a:cubicBezTo>
                    <a:pt x="1" y="6"/>
                    <a:pt x="2" y="7"/>
                    <a:pt x="4"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90" name="Freeform 3098"/>
            <p:cNvSpPr/>
            <p:nvPr/>
          </p:nvSpPr>
          <p:spPr bwMode="auto">
            <a:xfrm>
              <a:off x="5697842" y="9065991"/>
              <a:ext cx="11113" cy="22225"/>
            </a:xfrm>
            <a:custGeom>
              <a:avLst/>
              <a:gdLst>
                <a:gd name="T0" fmla="*/ 3 w 4"/>
                <a:gd name="T1" fmla="*/ 8 h 8"/>
                <a:gd name="T2" fmla="*/ 4 w 4"/>
                <a:gd name="T3" fmla="*/ 1 h 8"/>
                <a:gd name="T4" fmla="*/ 0 w 4"/>
                <a:gd name="T5" fmla="*/ 0 h 8"/>
                <a:gd name="T6" fmla="*/ 0 w 4"/>
                <a:gd name="T7" fmla="*/ 5 h 8"/>
                <a:gd name="T8" fmla="*/ 3 w 4"/>
                <a:gd name="T9" fmla="*/ 8 h 8"/>
              </a:gdLst>
              <a:ahLst/>
              <a:cxnLst>
                <a:cxn ang="0">
                  <a:pos x="T0" y="T1"/>
                </a:cxn>
                <a:cxn ang="0">
                  <a:pos x="T2" y="T3"/>
                </a:cxn>
                <a:cxn ang="0">
                  <a:pos x="T4" y="T5"/>
                </a:cxn>
                <a:cxn ang="0">
                  <a:pos x="T6" y="T7"/>
                </a:cxn>
                <a:cxn ang="0">
                  <a:pos x="T8" y="T9"/>
                </a:cxn>
              </a:cxnLst>
              <a:rect l="0" t="0" r="r" b="b"/>
              <a:pathLst>
                <a:path w="4" h="8">
                  <a:moveTo>
                    <a:pt x="3" y="8"/>
                  </a:moveTo>
                  <a:cubicBezTo>
                    <a:pt x="3" y="6"/>
                    <a:pt x="4" y="4"/>
                    <a:pt x="4" y="1"/>
                  </a:cubicBezTo>
                  <a:cubicBezTo>
                    <a:pt x="3" y="1"/>
                    <a:pt x="1" y="0"/>
                    <a:pt x="0" y="0"/>
                  </a:cubicBezTo>
                  <a:cubicBezTo>
                    <a:pt x="0" y="0"/>
                    <a:pt x="0" y="4"/>
                    <a:pt x="0" y="5"/>
                  </a:cubicBezTo>
                  <a:cubicBezTo>
                    <a:pt x="1" y="6"/>
                    <a:pt x="2" y="7"/>
                    <a:pt x="3"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91" name="Freeform 3099"/>
            <p:cNvSpPr/>
            <p:nvPr/>
          </p:nvSpPr>
          <p:spPr bwMode="auto">
            <a:xfrm>
              <a:off x="5481942" y="9069166"/>
              <a:ext cx="12700" cy="22225"/>
            </a:xfrm>
            <a:custGeom>
              <a:avLst/>
              <a:gdLst>
                <a:gd name="T0" fmla="*/ 5 w 5"/>
                <a:gd name="T1" fmla="*/ 6 h 8"/>
                <a:gd name="T2" fmla="*/ 3 w 5"/>
                <a:gd name="T3" fmla="*/ 0 h 8"/>
                <a:gd name="T4" fmla="*/ 0 w 5"/>
                <a:gd name="T5" fmla="*/ 3 h 8"/>
                <a:gd name="T6" fmla="*/ 2 w 5"/>
                <a:gd name="T7" fmla="*/ 8 h 8"/>
                <a:gd name="T8" fmla="*/ 5 w 5"/>
                <a:gd name="T9" fmla="*/ 6 h 8"/>
              </a:gdLst>
              <a:ahLst/>
              <a:cxnLst>
                <a:cxn ang="0">
                  <a:pos x="T0" y="T1"/>
                </a:cxn>
                <a:cxn ang="0">
                  <a:pos x="T2" y="T3"/>
                </a:cxn>
                <a:cxn ang="0">
                  <a:pos x="T4" y="T5"/>
                </a:cxn>
                <a:cxn ang="0">
                  <a:pos x="T6" y="T7"/>
                </a:cxn>
                <a:cxn ang="0">
                  <a:pos x="T8" y="T9"/>
                </a:cxn>
              </a:cxnLst>
              <a:rect l="0" t="0" r="r" b="b"/>
              <a:pathLst>
                <a:path w="5" h="8">
                  <a:moveTo>
                    <a:pt x="5" y="6"/>
                  </a:moveTo>
                  <a:cubicBezTo>
                    <a:pt x="4" y="3"/>
                    <a:pt x="4" y="1"/>
                    <a:pt x="3" y="0"/>
                  </a:cubicBezTo>
                  <a:cubicBezTo>
                    <a:pt x="2" y="1"/>
                    <a:pt x="1" y="1"/>
                    <a:pt x="0" y="3"/>
                  </a:cubicBezTo>
                  <a:cubicBezTo>
                    <a:pt x="0" y="3"/>
                    <a:pt x="1" y="8"/>
                    <a:pt x="2" y="8"/>
                  </a:cubicBezTo>
                  <a:cubicBezTo>
                    <a:pt x="3" y="8"/>
                    <a:pt x="4" y="7"/>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92" name="Freeform 3100"/>
            <p:cNvSpPr/>
            <p:nvPr/>
          </p:nvSpPr>
          <p:spPr bwMode="auto">
            <a:xfrm>
              <a:off x="8488667" y="8886603"/>
              <a:ext cx="11113" cy="9525"/>
            </a:xfrm>
            <a:custGeom>
              <a:avLst/>
              <a:gdLst>
                <a:gd name="T0" fmla="*/ 2 w 4"/>
                <a:gd name="T1" fmla="*/ 2 h 3"/>
                <a:gd name="T2" fmla="*/ 4 w 4"/>
                <a:gd name="T3" fmla="*/ 0 h 3"/>
                <a:gd name="T4" fmla="*/ 1 w 4"/>
                <a:gd name="T5" fmla="*/ 1 h 3"/>
                <a:gd name="T6" fmla="*/ 0 w 4"/>
                <a:gd name="T7" fmla="*/ 3 h 3"/>
                <a:gd name="T8" fmla="*/ 2 w 4"/>
                <a:gd name="T9" fmla="*/ 2 h 3"/>
              </a:gdLst>
              <a:ahLst/>
              <a:cxnLst>
                <a:cxn ang="0">
                  <a:pos x="T0" y="T1"/>
                </a:cxn>
                <a:cxn ang="0">
                  <a:pos x="T2" y="T3"/>
                </a:cxn>
                <a:cxn ang="0">
                  <a:pos x="T4" y="T5"/>
                </a:cxn>
                <a:cxn ang="0">
                  <a:pos x="T6" y="T7"/>
                </a:cxn>
                <a:cxn ang="0">
                  <a:pos x="T8" y="T9"/>
                </a:cxn>
              </a:cxnLst>
              <a:rect l="0" t="0" r="r" b="b"/>
              <a:pathLst>
                <a:path w="4" h="3">
                  <a:moveTo>
                    <a:pt x="2" y="2"/>
                  </a:moveTo>
                  <a:cubicBezTo>
                    <a:pt x="3" y="2"/>
                    <a:pt x="4" y="1"/>
                    <a:pt x="4" y="0"/>
                  </a:cubicBezTo>
                  <a:cubicBezTo>
                    <a:pt x="3" y="0"/>
                    <a:pt x="3" y="1"/>
                    <a:pt x="1" y="1"/>
                  </a:cubicBezTo>
                  <a:cubicBezTo>
                    <a:pt x="1" y="2"/>
                    <a:pt x="0" y="2"/>
                    <a:pt x="0" y="3"/>
                  </a:cubicBezTo>
                  <a:cubicBezTo>
                    <a:pt x="0" y="3"/>
                    <a:pt x="2" y="3"/>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93" name="Freeform 3101"/>
            <p:cNvSpPr/>
            <p:nvPr/>
          </p:nvSpPr>
          <p:spPr bwMode="auto">
            <a:xfrm>
              <a:off x="8699804" y="8756428"/>
              <a:ext cx="11113" cy="7938"/>
            </a:xfrm>
            <a:custGeom>
              <a:avLst/>
              <a:gdLst>
                <a:gd name="T0" fmla="*/ 1 w 4"/>
                <a:gd name="T1" fmla="*/ 3 h 3"/>
                <a:gd name="T2" fmla="*/ 4 w 4"/>
                <a:gd name="T3" fmla="*/ 0 h 3"/>
                <a:gd name="T4" fmla="*/ 3 w 4"/>
                <a:gd name="T5" fmla="*/ 0 h 3"/>
                <a:gd name="T6" fmla="*/ 0 w 4"/>
                <a:gd name="T7" fmla="*/ 3 h 3"/>
                <a:gd name="T8" fmla="*/ 1 w 4"/>
                <a:gd name="T9" fmla="*/ 3 h 3"/>
              </a:gdLst>
              <a:ahLst/>
              <a:cxnLst>
                <a:cxn ang="0">
                  <a:pos x="T0" y="T1"/>
                </a:cxn>
                <a:cxn ang="0">
                  <a:pos x="T2" y="T3"/>
                </a:cxn>
                <a:cxn ang="0">
                  <a:pos x="T4" y="T5"/>
                </a:cxn>
                <a:cxn ang="0">
                  <a:pos x="T6" y="T7"/>
                </a:cxn>
                <a:cxn ang="0">
                  <a:pos x="T8" y="T9"/>
                </a:cxn>
              </a:cxnLst>
              <a:rect l="0" t="0" r="r" b="b"/>
              <a:pathLst>
                <a:path w="4" h="3">
                  <a:moveTo>
                    <a:pt x="1" y="3"/>
                  </a:moveTo>
                  <a:cubicBezTo>
                    <a:pt x="2" y="2"/>
                    <a:pt x="3" y="1"/>
                    <a:pt x="4" y="0"/>
                  </a:cubicBezTo>
                  <a:cubicBezTo>
                    <a:pt x="3" y="0"/>
                    <a:pt x="3" y="0"/>
                    <a:pt x="3" y="0"/>
                  </a:cubicBezTo>
                  <a:cubicBezTo>
                    <a:pt x="2" y="1"/>
                    <a:pt x="1" y="2"/>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94" name="Freeform 3102"/>
            <p:cNvSpPr/>
            <p:nvPr/>
          </p:nvSpPr>
          <p:spPr bwMode="auto">
            <a:xfrm>
              <a:off x="8909354" y="8605616"/>
              <a:ext cx="12700" cy="7938"/>
            </a:xfrm>
            <a:custGeom>
              <a:avLst/>
              <a:gdLst>
                <a:gd name="T0" fmla="*/ 2 w 5"/>
                <a:gd name="T1" fmla="*/ 3 h 3"/>
                <a:gd name="T2" fmla="*/ 5 w 5"/>
                <a:gd name="T3" fmla="*/ 0 h 3"/>
                <a:gd name="T4" fmla="*/ 3 w 5"/>
                <a:gd name="T5" fmla="*/ 0 h 3"/>
                <a:gd name="T6" fmla="*/ 1 w 5"/>
                <a:gd name="T7" fmla="*/ 3 h 3"/>
                <a:gd name="T8" fmla="*/ 2 w 5"/>
                <a:gd name="T9" fmla="*/ 3 h 3"/>
              </a:gdLst>
              <a:ahLst/>
              <a:cxnLst>
                <a:cxn ang="0">
                  <a:pos x="T0" y="T1"/>
                </a:cxn>
                <a:cxn ang="0">
                  <a:pos x="T2" y="T3"/>
                </a:cxn>
                <a:cxn ang="0">
                  <a:pos x="T4" y="T5"/>
                </a:cxn>
                <a:cxn ang="0">
                  <a:pos x="T6" y="T7"/>
                </a:cxn>
                <a:cxn ang="0">
                  <a:pos x="T8" y="T9"/>
                </a:cxn>
              </a:cxnLst>
              <a:rect l="0" t="0" r="r" b="b"/>
              <a:pathLst>
                <a:path w="5" h="3">
                  <a:moveTo>
                    <a:pt x="2" y="3"/>
                  </a:moveTo>
                  <a:cubicBezTo>
                    <a:pt x="3" y="2"/>
                    <a:pt x="4" y="1"/>
                    <a:pt x="5" y="0"/>
                  </a:cubicBezTo>
                  <a:cubicBezTo>
                    <a:pt x="4" y="0"/>
                    <a:pt x="4" y="0"/>
                    <a:pt x="3" y="0"/>
                  </a:cubicBezTo>
                  <a:cubicBezTo>
                    <a:pt x="2" y="1"/>
                    <a:pt x="1" y="2"/>
                    <a:pt x="1" y="3"/>
                  </a:cubicBezTo>
                  <a:cubicBezTo>
                    <a:pt x="0" y="3"/>
                    <a:pt x="1" y="3"/>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95" name="Freeform 3103"/>
            <p:cNvSpPr/>
            <p:nvPr/>
          </p:nvSpPr>
          <p:spPr bwMode="auto">
            <a:xfrm>
              <a:off x="9120492" y="8434166"/>
              <a:ext cx="11113" cy="11113"/>
            </a:xfrm>
            <a:custGeom>
              <a:avLst/>
              <a:gdLst>
                <a:gd name="T0" fmla="*/ 4 w 4"/>
                <a:gd name="T1" fmla="*/ 1 h 4"/>
                <a:gd name="T2" fmla="*/ 2 w 4"/>
                <a:gd name="T3" fmla="*/ 1 h 4"/>
                <a:gd name="T4" fmla="*/ 0 w 4"/>
                <a:gd name="T5" fmla="*/ 3 h 4"/>
                <a:gd name="T6" fmla="*/ 1 w 4"/>
                <a:gd name="T7" fmla="*/ 4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3" y="0"/>
                    <a:pt x="3" y="1"/>
                    <a:pt x="2" y="1"/>
                  </a:cubicBezTo>
                  <a:cubicBezTo>
                    <a:pt x="2" y="1"/>
                    <a:pt x="0" y="3"/>
                    <a:pt x="0" y="3"/>
                  </a:cubicBezTo>
                  <a:cubicBezTo>
                    <a:pt x="0" y="3"/>
                    <a:pt x="1" y="3"/>
                    <a:pt x="1" y="4"/>
                  </a:cubicBezTo>
                  <a:cubicBezTo>
                    <a:pt x="3" y="2"/>
                    <a:pt x="4"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96" name="Freeform 3104"/>
            <p:cNvSpPr/>
            <p:nvPr/>
          </p:nvSpPr>
          <p:spPr bwMode="auto">
            <a:xfrm>
              <a:off x="9330042" y="8248428"/>
              <a:ext cx="11113" cy="14288"/>
            </a:xfrm>
            <a:custGeom>
              <a:avLst/>
              <a:gdLst>
                <a:gd name="T0" fmla="*/ 4 w 4"/>
                <a:gd name="T1" fmla="*/ 0 h 5"/>
                <a:gd name="T2" fmla="*/ 1 w 4"/>
                <a:gd name="T3" fmla="*/ 2 h 5"/>
                <a:gd name="T4" fmla="*/ 0 w 4"/>
                <a:gd name="T5" fmla="*/ 5 h 5"/>
                <a:gd name="T6" fmla="*/ 2 w 4"/>
                <a:gd name="T7" fmla="*/ 4 h 5"/>
                <a:gd name="T8" fmla="*/ 4 w 4"/>
                <a:gd name="T9" fmla="*/ 0 h 5"/>
              </a:gdLst>
              <a:ahLst/>
              <a:cxnLst>
                <a:cxn ang="0">
                  <a:pos x="T0" y="T1"/>
                </a:cxn>
                <a:cxn ang="0">
                  <a:pos x="T2" y="T3"/>
                </a:cxn>
                <a:cxn ang="0">
                  <a:pos x="T4" y="T5"/>
                </a:cxn>
                <a:cxn ang="0">
                  <a:pos x="T6" y="T7"/>
                </a:cxn>
                <a:cxn ang="0">
                  <a:pos x="T8" y="T9"/>
                </a:cxn>
              </a:cxnLst>
              <a:rect l="0" t="0" r="r" b="b"/>
              <a:pathLst>
                <a:path w="4" h="5">
                  <a:moveTo>
                    <a:pt x="4" y="0"/>
                  </a:moveTo>
                  <a:cubicBezTo>
                    <a:pt x="3" y="1"/>
                    <a:pt x="2" y="1"/>
                    <a:pt x="1" y="2"/>
                  </a:cubicBezTo>
                  <a:cubicBezTo>
                    <a:pt x="1" y="3"/>
                    <a:pt x="0" y="4"/>
                    <a:pt x="0" y="5"/>
                  </a:cubicBezTo>
                  <a:cubicBezTo>
                    <a:pt x="0" y="5"/>
                    <a:pt x="2" y="4"/>
                    <a:pt x="2" y="4"/>
                  </a:cubicBezTo>
                  <a:cubicBezTo>
                    <a:pt x="3" y="2"/>
                    <a:pt x="4" y="1"/>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97" name="Freeform 3105"/>
            <p:cNvSpPr/>
            <p:nvPr/>
          </p:nvSpPr>
          <p:spPr bwMode="auto">
            <a:xfrm>
              <a:off x="9539592" y="8056341"/>
              <a:ext cx="9525" cy="14288"/>
            </a:xfrm>
            <a:custGeom>
              <a:avLst/>
              <a:gdLst>
                <a:gd name="T0" fmla="*/ 3 w 4"/>
                <a:gd name="T1" fmla="*/ 3 h 5"/>
                <a:gd name="T2" fmla="*/ 4 w 4"/>
                <a:gd name="T3" fmla="*/ 0 h 5"/>
                <a:gd name="T4" fmla="*/ 1 w 4"/>
                <a:gd name="T5" fmla="*/ 3 h 5"/>
                <a:gd name="T6" fmla="*/ 0 w 4"/>
                <a:gd name="T7" fmla="*/ 5 h 5"/>
                <a:gd name="T8" fmla="*/ 3 w 4"/>
                <a:gd name="T9" fmla="*/ 3 h 5"/>
              </a:gdLst>
              <a:ahLst/>
              <a:cxnLst>
                <a:cxn ang="0">
                  <a:pos x="T0" y="T1"/>
                </a:cxn>
                <a:cxn ang="0">
                  <a:pos x="T2" y="T3"/>
                </a:cxn>
                <a:cxn ang="0">
                  <a:pos x="T4" y="T5"/>
                </a:cxn>
                <a:cxn ang="0">
                  <a:pos x="T6" y="T7"/>
                </a:cxn>
                <a:cxn ang="0">
                  <a:pos x="T8" y="T9"/>
                </a:cxn>
              </a:cxnLst>
              <a:rect l="0" t="0" r="r" b="b"/>
              <a:pathLst>
                <a:path w="4" h="5">
                  <a:moveTo>
                    <a:pt x="3" y="3"/>
                  </a:moveTo>
                  <a:cubicBezTo>
                    <a:pt x="4" y="2"/>
                    <a:pt x="4" y="2"/>
                    <a:pt x="4" y="0"/>
                  </a:cubicBezTo>
                  <a:cubicBezTo>
                    <a:pt x="3" y="1"/>
                    <a:pt x="2" y="2"/>
                    <a:pt x="1" y="3"/>
                  </a:cubicBezTo>
                  <a:cubicBezTo>
                    <a:pt x="0" y="3"/>
                    <a:pt x="0" y="5"/>
                    <a:pt x="0" y="5"/>
                  </a:cubicBezTo>
                  <a:cubicBezTo>
                    <a:pt x="1" y="5"/>
                    <a:pt x="2" y="4"/>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98" name="Freeform 3106"/>
            <p:cNvSpPr/>
            <p:nvPr/>
          </p:nvSpPr>
          <p:spPr bwMode="auto">
            <a:xfrm>
              <a:off x="9747554" y="7857903"/>
              <a:ext cx="7938" cy="15875"/>
            </a:xfrm>
            <a:custGeom>
              <a:avLst/>
              <a:gdLst>
                <a:gd name="T0" fmla="*/ 3 w 3"/>
                <a:gd name="T1" fmla="*/ 4 h 6"/>
                <a:gd name="T2" fmla="*/ 3 w 3"/>
                <a:gd name="T3" fmla="*/ 0 h 6"/>
                <a:gd name="T4" fmla="*/ 1 w 3"/>
                <a:gd name="T5" fmla="*/ 2 h 6"/>
                <a:gd name="T6" fmla="*/ 0 w 3"/>
                <a:gd name="T7" fmla="*/ 5 h 6"/>
                <a:gd name="T8" fmla="*/ 3 w 3"/>
                <a:gd name="T9" fmla="*/ 4 h 6"/>
              </a:gdLst>
              <a:ahLst/>
              <a:cxnLst>
                <a:cxn ang="0">
                  <a:pos x="T0" y="T1"/>
                </a:cxn>
                <a:cxn ang="0">
                  <a:pos x="T2" y="T3"/>
                </a:cxn>
                <a:cxn ang="0">
                  <a:pos x="T4" y="T5"/>
                </a:cxn>
                <a:cxn ang="0">
                  <a:pos x="T6" y="T7"/>
                </a:cxn>
                <a:cxn ang="0">
                  <a:pos x="T8" y="T9"/>
                </a:cxn>
              </a:cxnLst>
              <a:rect l="0" t="0" r="r" b="b"/>
              <a:pathLst>
                <a:path w="3" h="6">
                  <a:moveTo>
                    <a:pt x="3" y="4"/>
                  </a:moveTo>
                  <a:cubicBezTo>
                    <a:pt x="3" y="3"/>
                    <a:pt x="3" y="1"/>
                    <a:pt x="3" y="0"/>
                  </a:cubicBezTo>
                  <a:cubicBezTo>
                    <a:pt x="3" y="0"/>
                    <a:pt x="2" y="1"/>
                    <a:pt x="1" y="2"/>
                  </a:cubicBezTo>
                  <a:cubicBezTo>
                    <a:pt x="0" y="3"/>
                    <a:pt x="0" y="4"/>
                    <a:pt x="0" y="5"/>
                  </a:cubicBezTo>
                  <a:cubicBezTo>
                    <a:pt x="0" y="6"/>
                    <a:pt x="2" y="5"/>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099" name="Freeform 3107"/>
            <p:cNvSpPr/>
            <p:nvPr/>
          </p:nvSpPr>
          <p:spPr bwMode="auto">
            <a:xfrm>
              <a:off x="9953929" y="7654703"/>
              <a:ext cx="14288" cy="19050"/>
            </a:xfrm>
            <a:custGeom>
              <a:avLst/>
              <a:gdLst>
                <a:gd name="T0" fmla="*/ 2 w 5"/>
                <a:gd name="T1" fmla="*/ 7 h 7"/>
                <a:gd name="T2" fmla="*/ 5 w 5"/>
                <a:gd name="T3" fmla="*/ 2 h 7"/>
                <a:gd name="T4" fmla="*/ 3 w 5"/>
                <a:gd name="T5" fmla="*/ 0 h 7"/>
                <a:gd name="T6" fmla="*/ 1 w 5"/>
                <a:gd name="T7" fmla="*/ 5 h 7"/>
                <a:gd name="T8" fmla="*/ 2 w 5"/>
                <a:gd name="T9" fmla="*/ 7 h 7"/>
              </a:gdLst>
              <a:ahLst/>
              <a:cxnLst>
                <a:cxn ang="0">
                  <a:pos x="T0" y="T1"/>
                </a:cxn>
                <a:cxn ang="0">
                  <a:pos x="T2" y="T3"/>
                </a:cxn>
                <a:cxn ang="0">
                  <a:pos x="T4" y="T5"/>
                </a:cxn>
                <a:cxn ang="0">
                  <a:pos x="T6" y="T7"/>
                </a:cxn>
                <a:cxn ang="0">
                  <a:pos x="T8" y="T9"/>
                </a:cxn>
              </a:cxnLst>
              <a:rect l="0" t="0" r="r" b="b"/>
              <a:pathLst>
                <a:path w="5" h="7">
                  <a:moveTo>
                    <a:pt x="2" y="7"/>
                  </a:moveTo>
                  <a:cubicBezTo>
                    <a:pt x="3" y="5"/>
                    <a:pt x="4" y="3"/>
                    <a:pt x="5" y="2"/>
                  </a:cubicBezTo>
                  <a:cubicBezTo>
                    <a:pt x="4" y="1"/>
                    <a:pt x="3" y="1"/>
                    <a:pt x="3" y="0"/>
                  </a:cubicBezTo>
                  <a:cubicBezTo>
                    <a:pt x="2" y="2"/>
                    <a:pt x="1" y="4"/>
                    <a:pt x="1" y="5"/>
                  </a:cubicBezTo>
                  <a:cubicBezTo>
                    <a:pt x="0" y="6"/>
                    <a:pt x="1" y="6"/>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00" name="Freeform 3108"/>
            <p:cNvSpPr/>
            <p:nvPr/>
          </p:nvSpPr>
          <p:spPr bwMode="auto">
            <a:xfrm>
              <a:off x="10163479" y="7453091"/>
              <a:ext cx="11113" cy="19050"/>
            </a:xfrm>
            <a:custGeom>
              <a:avLst/>
              <a:gdLst>
                <a:gd name="T0" fmla="*/ 1 w 4"/>
                <a:gd name="T1" fmla="*/ 7 h 7"/>
                <a:gd name="T2" fmla="*/ 4 w 4"/>
                <a:gd name="T3" fmla="*/ 2 h 7"/>
                <a:gd name="T4" fmla="*/ 2 w 4"/>
                <a:gd name="T5" fmla="*/ 0 h 7"/>
                <a:gd name="T6" fmla="*/ 0 w 4"/>
                <a:gd name="T7" fmla="*/ 5 h 7"/>
                <a:gd name="T8" fmla="*/ 1 w 4"/>
                <a:gd name="T9" fmla="*/ 7 h 7"/>
              </a:gdLst>
              <a:ahLst/>
              <a:cxnLst>
                <a:cxn ang="0">
                  <a:pos x="T0" y="T1"/>
                </a:cxn>
                <a:cxn ang="0">
                  <a:pos x="T2" y="T3"/>
                </a:cxn>
                <a:cxn ang="0">
                  <a:pos x="T4" y="T5"/>
                </a:cxn>
                <a:cxn ang="0">
                  <a:pos x="T6" y="T7"/>
                </a:cxn>
                <a:cxn ang="0">
                  <a:pos x="T8" y="T9"/>
                </a:cxn>
              </a:cxnLst>
              <a:rect l="0" t="0" r="r" b="b"/>
              <a:pathLst>
                <a:path w="4" h="7">
                  <a:moveTo>
                    <a:pt x="1" y="7"/>
                  </a:moveTo>
                  <a:cubicBezTo>
                    <a:pt x="2" y="5"/>
                    <a:pt x="3" y="4"/>
                    <a:pt x="4" y="2"/>
                  </a:cubicBezTo>
                  <a:cubicBezTo>
                    <a:pt x="3" y="1"/>
                    <a:pt x="3" y="0"/>
                    <a:pt x="2" y="0"/>
                  </a:cubicBezTo>
                  <a:cubicBezTo>
                    <a:pt x="1" y="1"/>
                    <a:pt x="0" y="3"/>
                    <a:pt x="0" y="5"/>
                  </a:cubicBezTo>
                  <a:cubicBezTo>
                    <a:pt x="0" y="6"/>
                    <a:pt x="1" y="6"/>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01" name="Freeform 3109"/>
            <p:cNvSpPr/>
            <p:nvPr/>
          </p:nvSpPr>
          <p:spPr bwMode="auto">
            <a:xfrm>
              <a:off x="10369854" y="7256241"/>
              <a:ext cx="11113" cy="23813"/>
            </a:xfrm>
            <a:custGeom>
              <a:avLst/>
              <a:gdLst>
                <a:gd name="T0" fmla="*/ 4 w 4"/>
                <a:gd name="T1" fmla="*/ 3 h 9"/>
                <a:gd name="T2" fmla="*/ 2 w 4"/>
                <a:gd name="T3" fmla="*/ 0 h 9"/>
                <a:gd name="T4" fmla="*/ 0 w 4"/>
                <a:gd name="T5" fmla="*/ 6 h 9"/>
                <a:gd name="T6" fmla="*/ 2 w 4"/>
                <a:gd name="T7" fmla="*/ 9 h 9"/>
                <a:gd name="T8" fmla="*/ 4 w 4"/>
                <a:gd name="T9" fmla="*/ 3 h 9"/>
              </a:gdLst>
              <a:ahLst/>
              <a:cxnLst>
                <a:cxn ang="0">
                  <a:pos x="T0" y="T1"/>
                </a:cxn>
                <a:cxn ang="0">
                  <a:pos x="T2" y="T3"/>
                </a:cxn>
                <a:cxn ang="0">
                  <a:pos x="T4" y="T5"/>
                </a:cxn>
                <a:cxn ang="0">
                  <a:pos x="T6" y="T7"/>
                </a:cxn>
                <a:cxn ang="0">
                  <a:pos x="T8" y="T9"/>
                </a:cxn>
              </a:cxnLst>
              <a:rect l="0" t="0" r="r" b="b"/>
              <a:pathLst>
                <a:path w="4" h="9">
                  <a:moveTo>
                    <a:pt x="4" y="3"/>
                  </a:moveTo>
                  <a:cubicBezTo>
                    <a:pt x="3" y="2"/>
                    <a:pt x="3" y="1"/>
                    <a:pt x="2" y="0"/>
                  </a:cubicBezTo>
                  <a:cubicBezTo>
                    <a:pt x="2" y="2"/>
                    <a:pt x="1" y="4"/>
                    <a:pt x="0" y="6"/>
                  </a:cubicBezTo>
                  <a:cubicBezTo>
                    <a:pt x="0" y="7"/>
                    <a:pt x="1" y="8"/>
                    <a:pt x="2" y="9"/>
                  </a:cubicBezTo>
                  <a:cubicBezTo>
                    <a:pt x="3" y="7"/>
                    <a:pt x="3" y="5"/>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02" name="Freeform 3110"/>
            <p:cNvSpPr/>
            <p:nvPr/>
          </p:nvSpPr>
          <p:spPr bwMode="auto">
            <a:xfrm>
              <a:off x="10576229" y="7076853"/>
              <a:ext cx="9525" cy="19050"/>
            </a:xfrm>
            <a:custGeom>
              <a:avLst/>
              <a:gdLst>
                <a:gd name="T0" fmla="*/ 4 w 4"/>
                <a:gd name="T1" fmla="*/ 6 h 7"/>
                <a:gd name="T2" fmla="*/ 4 w 4"/>
                <a:gd name="T3" fmla="*/ 0 h 7"/>
                <a:gd name="T4" fmla="*/ 1 w 4"/>
                <a:gd name="T5" fmla="*/ 1 h 7"/>
                <a:gd name="T6" fmla="*/ 0 w 4"/>
                <a:gd name="T7" fmla="*/ 6 h 7"/>
                <a:gd name="T8" fmla="*/ 4 w 4"/>
                <a:gd name="T9" fmla="*/ 6 h 7"/>
              </a:gdLst>
              <a:ahLst/>
              <a:cxnLst>
                <a:cxn ang="0">
                  <a:pos x="T0" y="T1"/>
                </a:cxn>
                <a:cxn ang="0">
                  <a:pos x="T2" y="T3"/>
                </a:cxn>
                <a:cxn ang="0">
                  <a:pos x="T4" y="T5"/>
                </a:cxn>
                <a:cxn ang="0">
                  <a:pos x="T6" y="T7"/>
                </a:cxn>
                <a:cxn ang="0">
                  <a:pos x="T8" y="T9"/>
                </a:cxn>
              </a:cxnLst>
              <a:rect l="0" t="0" r="r" b="b"/>
              <a:pathLst>
                <a:path w="4" h="7">
                  <a:moveTo>
                    <a:pt x="4" y="6"/>
                  </a:moveTo>
                  <a:cubicBezTo>
                    <a:pt x="4" y="4"/>
                    <a:pt x="4" y="3"/>
                    <a:pt x="4" y="0"/>
                  </a:cubicBezTo>
                  <a:cubicBezTo>
                    <a:pt x="3" y="0"/>
                    <a:pt x="2" y="0"/>
                    <a:pt x="1" y="1"/>
                  </a:cubicBezTo>
                  <a:cubicBezTo>
                    <a:pt x="0" y="1"/>
                    <a:pt x="0" y="6"/>
                    <a:pt x="0" y="6"/>
                  </a:cubicBezTo>
                  <a:cubicBezTo>
                    <a:pt x="1" y="7"/>
                    <a:pt x="3" y="6"/>
                    <a:pt x="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03" name="Freeform 3111"/>
            <p:cNvSpPr/>
            <p:nvPr/>
          </p:nvSpPr>
          <p:spPr bwMode="auto">
            <a:xfrm>
              <a:off x="10782604" y="6910166"/>
              <a:ext cx="9525" cy="22225"/>
            </a:xfrm>
            <a:custGeom>
              <a:avLst/>
              <a:gdLst>
                <a:gd name="T0" fmla="*/ 4 w 4"/>
                <a:gd name="T1" fmla="*/ 8 h 8"/>
                <a:gd name="T2" fmla="*/ 4 w 4"/>
                <a:gd name="T3" fmla="*/ 1 h 8"/>
                <a:gd name="T4" fmla="*/ 1 w 4"/>
                <a:gd name="T5" fmla="*/ 0 h 8"/>
                <a:gd name="T6" fmla="*/ 1 w 4"/>
                <a:gd name="T7" fmla="*/ 6 h 8"/>
                <a:gd name="T8" fmla="*/ 4 w 4"/>
                <a:gd name="T9" fmla="*/ 8 h 8"/>
              </a:gdLst>
              <a:ahLst/>
              <a:cxnLst>
                <a:cxn ang="0">
                  <a:pos x="T0" y="T1"/>
                </a:cxn>
                <a:cxn ang="0">
                  <a:pos x="T2" y="T3"/>
                </a:cxn>
                <a:cxn ang="0">
                  <a:pos x="T4" y="T5"/>
                </a:cxn>
                <a:cxn ang="0">
                  <a:pos x="T6" y="T7"/>
                </a:cxn>
                <a:cxn ang="0">
                  <a:pos x="T8" y="T9"/>
                </a:cxn>
              </a:cxnLst>
              <a:rect l="0" t="0" r="r" b="b"/>
              <a:pathLst>
                <a:path w="4" h="8">
                  <a:moveTo>
                    <a:pt x="4" y="8"/>
                  </a:moveTo>
                  <a:cubicBezTo>
                    <a:pt x="4" y="6"/>
                    <a:pt x="4" y="4"/>
                    <a:pt x="4" y="1"/>
                  </a:cubicBezTo>
                  <a:cubicBezTo>
                    <a:pt x="3" y="1"/>
                    <a:pt x="2" y="1"/>
                    <a:pt x="1" y="0"/>
                  </a:cubicBezTo>
                  <a:cubicBezTo>
                    <a:pt x="1" y="2"/>
                    <a:pt x="0" y="5"/>
                    <a:pt x="1" y="6"/>
                  </a:cubicBezTo>
                  <a:cubicBezTo>
                    <a:pt x="1" y="7"/>
                    <a:pt x="3" y="7"/>
                    <a:pt x="4"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04" name="Freeform 3112"/>
            <p:cNvSpPr/>
            <p:nvPr/>
          </p:nvSpPr>
          <p:spPr bwMode="auto">
            <a:xfrm>
              <a:off x="10990567" y="6767291"/>
              <a:ext cx="11113" cy="30163"/>
            </a:xfrm>
            <a:custGeom>
              <a:avLst/>
              <a:gdLst>
                <a:gd name="T0" fmla="*/ 4 w 4"/>
                <a:gd name="T1" fmla="*/ 5 h 11"/>
                <a:gd name="T2" fmla="*/ 2 w 4"/>
                <a:gd name="T3" fmla="*/ 0 h 11"/>
                <a:gd name="T4" fmla="*/ 0 w 4"/>
                <a:gd name="T5" fmla="*/ 7 h 11"/>
                <a:gd name="T6" fmla="*/ 1 w 4"/>
                <a:gd name="T7" fmla="*/ 11 h 11"/>
                <a:gd name="T8" fmla="*/ 4 w 4"/>
                <a:gd name="T9" fmla="*/ 5 h 11"/>
              </a:gdLst>
              <a:ahLst/>
              <a:cxnLst>
                <a:cxn ang="0">
                  <a:pos x="T0" y="T1"/>
                </a:cxn>
                <a:cxn ang="0">
                  <a:pos x="T2" y="T3"/>
                </a:cxn>
                <a:cxn ang="0">
                  <a:pos x="T4" y="T5"/>
                </a:cxn>
                <a:cxn ang="0">
                  <a:pos x="T6" y="T7"/>
                </a:cxn>
                <a:cxn ang="0">
                  <a:pos x="T8" y="T9"/>
                </a:cxn>
              </a:cxnLst>
              <a:rect l="0" t="0" r="r" b="b"/>
              <a:pathLst>
                <a:path w="4" h="11">
                  <a:moveTo>
                    <a:pt x="4" y="5"/>
                  </a:moveTo>
                  <a:cubicBezTo>
                    <a:pt x="3" y="3"/>
                    <a:pt x="3" y="2"/>
                    <a:pt x="2" y="0"/>
                  </a:cubicBezTo>
                  <a:cubicBezTo>
                    <a:pt x="1" y="3"/>
                    <a:pt x="0" y="5"/>
                    <a:pt x="0" y="7"/>
                  </a:cubicBezTo>
                  <a:cubicBezTo>
                    <a:pt x="0" y="8"/>
                    <a:pt x="1" y="10"/>
                    <a:pt x="1" y="11"/>
                  </a:cubicBezTo>
                  <a:cubicBezTo>
                    <a:pt x="2" y="9"/>
                    <a:pt x="3" y="7"/>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05" name="Freeform 3113"/>
            <p:cNvSpPr/>
            <p:nvPr/>
          </p:nvSpPr>
          <p:spPr bwMode="auto">
            <a:xfrm>
              <a:off x="11223929" y="6626003"/>
              <a:ext cx="14288" cy="23813"/>
            </a:xfrm>
            <a:custGeom>
              <a:avLst/>
              <a:gdLst>
                <a:gd name="T0" fmla="*/ 4 w 5"/>
                <a:gd name="T1" fmla="*/ 9 h 9"/>
                <a:gd name="T2" fmla="*/ 5 w 5"/>
                <a:gd name="T3" fmla="*/ 2 h 9"/>
                <a:gd name="T4" fmla="*/ 1 w 5"/>
                <a:gd name="T5" fmla="*/ 0 h 9"/>
                <a:gd name="T6" fmla="*/ 0 w 5"/>
                <a:gd name="T7" fmla="*/ 6 h 9"/>
                <a:gd name="T8" fmla="*/ 4 w 5"/>
                <a:gd name="T9" fmla="*/ 9 h 9"/>
              </a:gdLst>
              <a:ahLst/>
              <a:cxnLst>
                <a:cxn ang="0">
                  <a:pos x="T0" y="T1"/>
                </a:cxn>
                <a:cxn ang="0">
                  <a:pos x="T2" y="T3"/>
                </a:cxn>
                <a:cxn ang="0">
                  <a:pos x="T4" y="T5"/>
                </a:cxn>
                <a:cxn ang="0">
                  <a:pos x="T6" y="T7"/>
                </a:cxn>
                <a:cxn ang="0">
                  <a:pos x="T8" y="T9"/>
                </a:cxn>
              </a:cxnLst>
              <a:rect l="0" t="0" r="r" b="b"/>
              <a:pathLst>
                <a:path w="5" h="9">
                  <a:moveTo>
                    <a:pt x="4" y="9"/>
                  </a:moveTo>
                  <a:cubicBezTo>
                    <a:pt x="4" y="7"/>
                    <a:pt x="5" y="5"/>
                    <a:pt x="5" y="2"/>
                  </a:cubicBezTo>
                  <a:cubicBezTo>
                    <a:pt x="3" y="1"/>
                    <a:pt x="2" y="1"/>
                    <a:pt x="1" y="0"/>
                  </a:cubicBezTo>
                  <a:cubicBezTo>
                    <a:pt x="0" y="3"/>
                    <a:pt x="0" y="6"/>
                    <a:pt x="0" y="6"/>
                  </a:cubicBezTo>
                  <a:cubicBezTo>
                    <a:pt x="1" y="8"/>
                    <a:pt x="3" y="8"/>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06" name="Freeform 3114"/>
            <p:cNvSpPr/>
            <p:nvPr/>
          </p:nvSpPr>
          <p:spPr bwMode="auto">
            <a:xfrm>
              <a:off x="-441021" y="10713816"/>
              <a:ext cx="11113" cy="11113"/>
            </a:xfrm>
            <a:custGeom>
              <a:avLst/>
              <a:gdLst>
                <a:gd name="T0" fmla="*/ 0 w 4"/>
                <a:gd name="T1" fmla="*/ 3 h 4"/>
                <a:gd name="T2" fmla="*/ 2 w 4"/>
                <a:gd name="T3" fmla="*/ 4 h 4"/>
                <a:gd name="T4" fmla="*/ 4 w 4"/>
                <a:gd name="T5" fmla="*/ 1 h 4"/>
                <a:gd name="T6" fmla="*/ 1 w 4"/>
                <a:gd name="T7" fmla="*/ 0 h 4"/>
                <a:gd name="T8" fmla="*/ 0 w 4"/>
                <a:gd name="T9" fmla="*/ 3 h 4"/>
              </a:gdLst>
              <a:ahLst/>
              <a:cxnLst>
                <a:cxn ang="0">
                  <a:pos x="T0" y="T1"/>
                </a:cxn>
                <a:cxn ang="0">
                  <a:pos x="T2" y="T3"/>
                </a:cxn>
                <a:cxn ang="0">
                  <a:pos x="T4" y="T5"/>
                </a:cxn>
                <a:cxn ang="0">
                  <a:pos x="T6" y="T7"/>
                </a:cxn>
                <a:cxn ang="0">
                  <a:pos x="T8" y="T9"/>
                </a:cxn>
              </a:cxnLst>
              <a:rect l="0" t="0" r="r" b="b"/>
              <a:pathLst>
                <a:path w="4" h="4">
                  <a:moveTo>
                    <a:pt x="0" y="3"/>
                  </a:moveTo>
                  <a:cubicBezTo>
                    <a:pt x="0" y="3"/>
                    <a:pt x="1" y="3"/>
                    <a:pt x="2" y="4"/>
                  </a:cubicBezTo>
                  <a:cubicBezTo>
                    <a:pt x="3" y="3"/>
                    <a:pt x="3" y="2"/>
                    <a:pt x="4" y="1"/>
                  </a:cubicBezTo>
                  <a:cubicBezTo>
                    <a:pt x="3" y="0"/>
                    <a:pt x="2" y="0"/>
                    <a:pt x="1" y="0"/>
                  </a:cubicBezTo>
                  <a:cubicBezTo>
                    <a:pt x="0"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07" name="Freeform 3115"/>
            <p:cNvSpPr/>
            <p:nvPr/>
          </p:nvSpPr>
          <p:spPr bwMode="auto">
            <a:xfrm>
              <a:off x="-229883" y="10637616"/>
              <a:ext cx="9525" cy="11113"/>
            </a:xfrm>
            <a:custGeom>
              <a:avLst/>
              <a:gdLst>
                <a:gd name="T0" fmla="*/ 2 w 3"/>
                <a:gd name="T1" fmla="*/ 3 h 4"/>
                <a:gd name="T2" fmla="*/ 3 w 3"/>
                <a:gd name="T3" fmla="*/ 0 h 4"/>
                <a:gd name="T4" fmla="*/ 0 w 3"/>
                <a:gd name="T5" fmla="*/ 1 h 4"/>
                <a:gd name="T6" fmla="*/ 0 w 3"/>
                <a:gd name="T7" fmla="*/ 4 h 4"/>
                <a:gd name="T8" fmla="*/ 2 w 3"/>
                <a:gd name="T9" fmla="*/ 3 h 4"/>
              </a:gdLst>
              <a:ahLst/>
              <a:cxnLst>
                <a:cxn ang="0">
                  <a:pos x="T0" y="T1"/>
                </a:cxn>
                <a:cxn ang="0">
                  <a:pos x="T2" y="T3"/>
                </a:cxn>
                <a:cxn ang="0">
                  <a:pos x="T4" y="T5"/>
                </a:cxn>
                <a:cxn ang="0">
                  <a:pos x="T6" y="T7"/>
                </a:cxn>
                <a:cxn ang="0">
                  <a:pos x="T8" y="T9"/>
                </a:cxn>
              </a:cxnLst>
              <a:rect l="0" t="0" r="r" b="b"/>
              <a:pathLst>
                <a:path w="3" h="4">
                  <a:moveTo>
                    <a:pt x="2" y="3"/>
                  </a:moveTo>
                  <a:cubicBezTo>
                    <a:pt x="2" y="2"/>
                    <a:pt x="3" y="1"/>
                    <a:pt x="3" y="0"/>
                  </a:cubicBezTo>
                  <a:cubicBezTo>
                    <a:pt x="3" y="0"/>
                    <a:pt x="1" y="0"/>
                    <a:pt x="0" y="1"/>
                  </a:cubicBezTo>
                  <a:cubicBezTo>
                    <a:pt x="0" y="2"/>
                    <a:pt x="0" y="3"/>
                    <a:pt x="0" y="4"/>
                  </a:cubicBezTo>
                  <a:cubicBezTo>
                    <a:pt x="0" y="4"/>
                    <a:pt x="1" y="3"/>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08" name="Freeform 3116"/>
            <p:cNvSpPr/>
            <p:nvPr/>
          </p:nvSpPr>
          <p:spPr bwMode="auto">
            <a:xfrm>
              <a:off x="-23508" y="10513791"/>
              <a:ext cx="11113" cy="11113"/>
            </a:xfrm>
            <a:custGeom>
              <a:avLst/>
              <a:gdLst>
                <a:gd name="T0" fmla="*/ 2 w 4"/>
                <a:gd name="T1" fmla="*/ 4 h 4"/>
                <a:gd name="T2" fmla="*/ 4 w 4"/>
                <a:gd name="T3" fmla="*/ 1 h 4"/>
                <a:gd name="T4" fmla="*/ 2 w 4"/>
                <a:gd name="T5" fmla="*/ 0 h 4"/>
                <a:gd name="T6" fmla="*/ 0 w 4"/>
                <a:gd name="T7" fmla="*/ 2 h 4"/>
                <a:gd name="T8" fmla="*/ 2 w 4"/>
                <a:gd name="T9" fmla="*/ 4 h 4"/>
              </a:gdLst>
              <a:ahLst/>
              <a:cxnLst>
                <a:cxn ang="0">
                  <a:pos x="T0" y="T1"/>
                </a:cxn>
                <a:cxn ang="0">
                  <a:pos x="T2" y="T3"/>
                </a:cxn>
                <a:cxn ang="0">
                  <a:pos x="T4" y="T5"/>
                </a:cxn>
                <a:cxn ang="0">
                  <a:pos x="T6" y="T7"/>
                </a:cxn>
                <a:cxn ang="0">
                  <a:pos x="T8" y="T9"/>
                </a:cxn>
              </a:cxnLst>
              <a:rect l="0" t="0" r="r" b="b"/>
              <a:pathLst>
                <a:path w="4" h="4">
                  <a:moveTo>
                    <a:pt x="2" y="4"/>
                  </a:moveTo>
                  <a:cubicBezTo>
                    <a:pt x="3" y="2"/>
                    <a:pt x="4" y="1"/>
                    <a:pt x="4" y="1"/>
                  </a:cubicBezTo>
                  <a:cubicBezTo>
                    <a:pt x="4" y="1"/>
                    <a:pt x="3" y="0"/>
                    <a:pt x="2" y="0"/>
                  </a:cubicBezTo>
                  <a:cubicBezTo>
                    <a:pt x="2" y="0"/>
                    <a:pt x="0" y="2"/>
                    <a:pt x="0" y="2"/>
                  </a:cubicBezTo>
                  <a:cubicBezTo>
                    <a:pt x="1" y="3"/>
                    <a:pt x="1"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09" name="Freeform 3117"/>
            <p:cNvSpPr/>
            <p:nvPr/>
          </p:nvSpPr>
          <p:spPr bwMode="auto">
            <a:xfrm>
              <a:off x="186042" y="10356628"/>
              <a:ext cx="11113" cy="9525"/>
            </a:xfrm>
            <a:custGeom>
              <a:avLst/>
              <a:gdLst>
                <a:gd name="T0" fmla="*/ 4 w 4"/>
                <a:gd name="T1" fmla="*/ 0 h 4"/>
                <a:gd name="T2" fmla="*/ 1 w 4"/>
                <a:gd name="T3" fmla="*/ 2 h 4"/>
                <a:gd name="T4" fmla="*/ 0 w 4"/>
                <a:gd name="T5" fmla="*/ 4 h 4"/>
                <a:gd name="T6" fmla="*/ 2 w 4"/>
                <a:gd name="T7" fmla="*/ 3 h 4"/>
                <a:gd name="T8" fmla="*/ 4 w 4"/>
                <a:gd name="T9" fmla="*/ 0 h 4"/>
              </a:gdLst>
              <a:ahLst/>
              <a:cxnLst>
                <a:cxn ang="0">
                  <a:pos x="T0" y="T1"/>
                </a:cxn>
                <a:cxn ang="0">
                  <a:pos x="T2" y="T3"/>
                </a:cxn>
                <a:cxn ang="0">
                  <a:pos x="T4" y="T5"/>
                </a:cxn>
                <a:cxn ang="0">
                  <a:pos x="T6" y="T7"/>
                </a:cxn>
                <a:cxn ang="0">
                  <a:pos x="T8" y="T9"/>
                </a:cxn>
              </a:cxnLst>
              <a:rect l="0" t="0" r="r" b="b"/>
              <a:pathLst>
                <a:path w="4" h="4">
                  <a:moveTo>
                    <a:pt x="4" y="0"/>
                  </a:moveTo>
                  <a:cubicBezTo>
                    <a:pt x="3" y="0"/>
                    <a:pt x="2" y="1"/>
                    <a:pt x="1" y="2"/>
                  </a:cubicBezTo>
                  <a:cubicBezTo>
                    <a:pt x="0" y="2"/>
                    <a:pt x="0" y="3"/>
                    <a:pt x="0" y="4"/>
                  </a:cubicBezTo>
                  <a:cubicBezTo>
                    <a:pt x="0" y="4"/>
                    <a:pt x="1" y="3"/>
                    <a:pt x="2" y="3"/>
                  </a:cubicBezTo>
                  <a:cubicBezTo>
                    <a:pt x="2" y="2"/>
                    <a:pt x="3" y="1"/>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10" name="Freeform 3118"/>
            <p:cNvSpPr/>
            <p:nvPr/>
          </p:nvSpPr>
          <p:spPr bwMode="auto">
            <a:xfrm>
              <a:off x="389242" y="10188353"/>
              <a:ext cx="14288" cy="7938"/>
            </a:xfrm>
            <a:custGeom>
              <a:avLst/>
              <a:gdLst>
                <a:gd name="T0" fmla="*/ 2 w 5"/>
                <a:gd name="T1" fmla="*/ 3 h 3"/>
                <a:gd name="T2" fmla="*/ 5 w 5"/>
                <a:gd name="T3" fmla="*/ 0 h 3"/>
                <a:gd name="T4" fmla="*/ 3 w 5"/>
                <a:gd name="T5" fmla="*/ 0 h 3"/>
                <a:gd name="T6" fmla="*/ 1 w 5"/>
                <a:gd name="T7" fmla="*/ 3 h 3"/>
                <a:gd name="T8" fmla="*/ 2 w 5"/>
                <a:gd name="T9" fmla="*/ 3 h 3"/>
              </a:gdLst>
              <a:ahLst/>
              <a:cxnLst>
                <a:cxn ang="0">
                  <a:pos x="T0" y="T1"/>
                </a:cxn>
                <a:cxn ang="0">
                  <a:pos x="T2" y="T3"/>
                </a:cxn>
                <a:cxn ang="0">
                  <a:pos x="T4" y="T5"/>
                </a:cxn>
                <a:cxn ang="0">
                  <a:pos x="T6" y="T7"/>
                </a:cxn>
                <a:cxn ang="0">
                  <a:pos x="T8" y="T9"/>
                </a:cxn>
              </a:cxnLst>
              <a:rect l="0" t="0" r="r" b="b"/>
              <a:pathLst>
                <a:path w="5" h="3">
                  <a:moveTo>
                    <a:pt x="2" y="3"/>
                  </a:moveTo>
                  <a:cubicBezTo>
                    <a:pt x="3" y="2"/>
                    <a:pt x="4" y="1"/>
                    <a:pt x="5" y="0"/>
                  </a:cubicBezTo>
                  <a:cubicBezTo>
                    <a:pt x="4" y="0"/>
                    <a:pt x="4" y="0"/>
                    <a:pt x="3" y="0"/>
                  </a:cubicBezTo>
                  <a:cubicBezTo>
                    <a:pt x="2" y="1"/>
                    <a:pt x="1" y="2"/>
                    <a:pt x="1" y="3"/>
                  </a:cubicBezTo>
                  <a:cubicBezTo>
                    <a:pt x="0" y="3"/>
                    <a:pt x="1" y="3"/>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11" name="Freeform 3119"/>
            <p:cNvSpPr/>
            <p:nvPr/>
          </p:nvSpPr>
          <p:spPr bwMode="auto">
            <a:xfrm>
              <a:off x="595617" y="10021666"/>
              <a:ext cx="11113" cy="6350"/>
            </a:xfrm>
            <a:custGeom>
              <a:avLst/>
              <a:gdLst>
                <a:gd name="T0" fmla="*/ 4 w 4"/>
                <a:gd name="T1" fmla="*/ 0 h 2"/>
                <a:gd name="T2" fmla="*/ 2 w 4"/>
                <a:gd name="T3" fmla="*/ 1 h 2"/>
                <a:gd name="T4" fmla="*/ 0 w 4"/>
                <a:gd name="T5" fmla="*/ 2 h 2"/>
                <a:gd name="T6" fmla="*/ 2 w 4"/>
                <a:gd name="T7" fmla="*/ 2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4" y="0"/>
                    <a:pt x="3" y="0"/>
                    <a:pt x="2" y="1"/>
                  </a:cubicBezTo>
                  <a:cubicBezTo>
                    <a:pt x="2" y="1"/>
                    <a:pt x="0" y="2"/>
                    <a:pt x="0" y="2"/>
                  </a:cubicBezTo>
                  <a:cubicBezTo>
                    <a:pt x="1" y="2"/>
                    <a:pt x="1" y="2"/>
                    <a:pt x="2" y="2"/>
                  </a:cubicBezTo>
                  <a:cubicBezTo>
                    <a:pt x="3" y="1"/>
                    <a:pt x="4"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12" name="Freeform 3120"/>
            <p:cNvSpPr/>
            <p:nvPr/>
          </p:nvSpPr>
          <p:spPr bwMode="auto">
            <a:xfrm>
              <a:off x="801992" y="9869266"/>
              <a:ext cx="14288" cy="9525"/>
            </a:xfrm>
            <a:custGeom>
              <a:avLst/>
              <a:gdLst>
                <a:gd name="T0" fmla="*/ 1 w 5"/>
                <a:gd name="T1" fmla="*/ 2 h 3"/>
                <a:gd name="T2" fmla="*/ 5 w 5"/>
                <a:gd name="T3" fmla="*/ 0 h 3"/>
                <a:gd name="T4" fmla="*/ 3 w 5"/>
                <a:gd name="T5" fmla="*/ 0 h 3"/>
                <a:gd name="T6" fmla="*/ 0 w 5"/>
                <a:gd name="T7" fmla="*/ 2 h 3"/>
                <a:gd name="T8" fmla="*/ 1 w 5"/>
                <a:gd name="T9" fmla="*/ 2 h 3"/>
              </a:gdLst>
              <a:ahLst/>
              <a:cxnLst>
                <a:cxn ang="0">
                  <a:pos x="T0" y="T1"/>
                </a:cxn>
                <a:cxn ang="0">
                  <a:pos x="T2" y="T3"/>
                </a:cxn>
                <a:cxn ang="0">
                  <a:pos x="T4" y="T5"/>
                </a:cxn>
                <a:cxn ang="0">
                  <a:pos x="T6" y="T7"/>
                </a:cxn>
                <a:cxn ang="0">
                  <a:pos x="T8" y="T9"/>
                </a:cxn>
              </a:cxnLst>
              <a:rect l="0" t="0" r="r" b="b"/>
              <a:pathLst>
                <a:path w="5" h="3">
                  <a:moveTo>
                    <a:pt x="1" y="2"/>
                  </a:moveTo>
                  <a:cubicBezTo>
                    <a:pt x="3" y="1"/>
                    <a:pt x="4" y="1"/>
                    <a:pt x="5" y="0"/>
                  </a:cubicBezTo>
                  <a:cubicBezTo>
                    <a:pt x="4" y="0"/>
                    <a:pt x="4" y="0"/>
                    <a:pt x="3" y="0"/>
                  </a:cubicBezTo>
                  <a:cubicBezTo>
                    <a:pt x="2" y="1"/>
                    <a:pt x="1" y="2"/>
                    <a:pt x="0" y="2"/>
                  </a:cubicBezTo>
                  <a:cubicBezTo>
                    <a:pt x="0" y="3"/>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13" name="Freeform 3121"/>
            <p:cNvSpPr/>
            <p:nvPr/>
          </p:nvSpPr>
          <p:spPr bwMode="auto">
            <a:xfrm>
              <a:off x="1011542" y="9742266"/>
              <a:ext cx="11113" cy="4763"/>
            </a:xfrm>
            <a:custGeom>
              <a:avLst/>
              <a:gdLst>
                <a:gd name="T0" fmla="*/ 3 w 4"/>
                <a:gd name="T1" fmla="*/ 1 h 2"/>
                <a:gd name="T2" fmla="*/ 4 w 4"/>
                <a:gd name="T3" fmla="*/ 0 h 2"/>
                <a:gd name="T4" fmla="*/ 1 w 4"/>
                <a:gd name="T5" fmla="*/ 1 h 2"/>
                <a:gd name="T6" fmla="*/ 0 w 4"/>
                <a:gd name="T7" fmla="*/ 2 h 2"/>
                <a:gd name="T8" fmla="*/ 3 w 4"/>
                <a:gd name="T9" fmla="*/ 1 h 2"/>
              </a:gdLst>
              <a:ahLst/>
              <a:cxnLst>
                <a:cxn ang="0">
                  <a:pos x="T0" y="T1"/>
                </a:cxn>
                <a:cxn ang="0">
                  <a:pos x="T2" y="T3"/>
                </a:cxn>
                <a:cxn ang="0">
                  <a:pos x="T4" y="T5"/>
                </a:cxn>
                <a:cxn ang="0">
                  <a:pos x="T6" y="T7"/>
                </a:cxn>
                <a:cxn ang="0">
                  <a:pos x="T8" y="T9"/>
                </a:cxn>
              </a:cxnLst>
              <a:rect l="0" t="0" r="r" b="b"/>
              <a:pathLst>
                <a:path w="4" h="2">
                  <a:moveTo>
                    <a:pt x="3" y="1"/>
                  </a:moveTo>
                  <a:cubicBezTo>
                    <a:pt x="3" y="1"/>
                    <a:pt x="3" y="0"/>
                    <a:pt x="4" y="0"/>
                  </a:cubicBezTo>
                  <a:cubicBezTo>
                    <a:pt x="3" y="0"/>
                    <a:pt x="2" y="1"/>
                    <a:pt x="1" y="1"/>
                  </a:cubicBezTo>
                  <a:cubicBezTo>
                    <a:pt x="0" y="2"/>
                    <a:pt x="0" y="2"/>
                    <a:pt x="0" y="2"/>
                  </a:cubicBezTo>
                  <a:cubicBezTo>
                    <a:pt x="1" y="2"/>
                    <a:pt x="2" y="2"/>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14" name="Freeform 3122"/>
            <p:cNvSpPr/>
            <p:nvPr/>
          </p:nvSpPr>
          <p:spPr bwMode="auto">
            <a:xfrm>
              <a:off x="1217917" y="9634316"/>
              <a:ext cx="9525" cy="4763"/>
            </a:xfrm>
            <a:custGeom>
              <a:avLst/>
              <a:gdLst>
                <a:gd name="T0" fmla="*/ 4 w 4"/>
                <a:gd name="T1" fmla="*/ 0 h 2"/>
                <a:gd name="T2" fmla="*/ 2 w 4"/>
                <a:gd name="T3" fmla="*/ 0 h 2"/>
                <a:gd name="T4" fmla="*/ 0 w 4"/>
                <a:gd name="T5" fmla="*/ 1 h 2"/>
                <a:gd name="T6" fmla="*/ 2 w 4"/>
                <a:gd name="T7" fmla="*/ 2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4" y="0"/>
                    <a:pt x="3" y="0"/>
                    <a:pt x="2" y="0"/>
                  </a:cubicBezTo>
                  <a:cubicBezTo>
                    <a:pt x="2" y="0"/>
                    <a:pt x="0" y="1"/>
                    <a:pt x="0" y="1"/>
                  </a:cubicBezTo>
                  <a:cubicBezTo>
                    <a:pt x="0" y="2"/>
                    <a:pt x="1" y="2"/>
                    <a:pt x="2" y="2"/>
                  </a:cubicBezTo>
                  <a:cubicBezTo>
                    <a:pt x="3" y="1"/>
                    <a:pt x="4"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15" name="Freeform 3123"/>
            <p:cNvSpPr/>
            <p:nvPr/>
          </p:nvSpPr>
          <p:spPr bwMode="auto">
            <a:xfrm>
              <a:off x="1425879" y="9535891"/>
              <a:ext cx="11113" cy="6350"/>
            </a:xfrm>
            <a:custGeom>
              <a:avLst/>
              <a:gdLst>
                <a:gd name="T0" fmla="*/ 4 w 4"/>
                <a:gd name="T1" fmla="*/ 1 h 2"/>
                <a:gd name="T2" fmla="*/ 2 w 4"/>
                <a:gd name="T3" fmla="*/ 0 h 2"/>
                <a:gd name="T4" fmla="*/ 0 w 4"/>
                <a:gd name="T5" fmla="*/ 1 h 2"/>
                <a:gd name="T6" fmla="*/ 1 w 4"/>
                <a:gd name="T7" fmla="*/ 2 h 2"/>
                <a:gd name="T8" fmla="*/ 4 w 4"/>
                <a:gd name="T9" fmla="*/ 1 h 2"/>
              </a:gdLst>
              <a:ahLst/>
              <a:cxnLst>
                <a:cxn ang="0">
                  <a:pos x="T0" y="T1"/>
                </a:cxn>
                <a:cxn ang="0">
                  <a:pos x="T2" y="T3"/>
                </a:cxn>
                <a:cxn ang="0">
                  <a:pos x="T4" y="T5"/>
                </a:cxn>
                <a:cxn ang="0">
                  <a:pos x="T6" y="T7"/>
                </a:cxn>
                <a:cxn ang="0">
                  <a:pos x="T8" y="T9"/>
                </a:cxn>
              </a:cxnLst>
              <a:rect l="0" t="0" r="r" b="b"/>
              <a:pathLst>
                <a:path w="4" h="2">
                  <a:moveTo>
                    <a:pt x="4" y="1"/>
                  </a:moveTo>
                  <a:cubicBezTo>
                    <a:pt x="3" y="0"/>
                    <a:pt x="2" y="0"/>
                    <a:pt x="2" y="0"/>
                  </a:cubicBezTo>
                  <a:cubicBezTo>
                    <a:pt x="1" y="0"/>
                    <a:pt x="0" y="1"/>
                    <a:pt x="0" y="1"/>
                  </a:cubicBezTo>
                  <a:cubicBezTo>
                    <a:pt x="0" y="2"/>
                    <a:pt x="1" y="2"/>
                    <a:pt x="1" y="2"/>
                  </a:cubicBezTo>
                  <a:cubicBezTo>
                    <a:pt x="2" y="2"/>
                    <a:pt x="4"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16" name="Freeform 3124"/>
            <p:cNvSpPr/>
            <p:nvPr/>
          </p:nvSpPr>
          <p:spPr bwMode="auto">
            <a:xfrm>
              <a:off x="1635429" y="9443816"/>
              <a:ext cx="7938" cy="11113"/>
            </a:xfrm>
            <a:custGeom>
              <a:avLst/>
              <a:gdLst>
                <a:gd name="T0" fmla="*/ 2 w 3"/>
                <a:gd name="T1" fmla="*/ 3 h 4"/>
                <a:gd name="T2" fmla="*/ 3 w 3"/>
                <a:gd name="T3" fmla="*/ 0 h 4"/>
                <a:gd name="T4" fmla="*/ 0 w 3"/>
                <a:gd name="T5" fmla="*/ 1 h 4"/>
                <a:gd name="T6" fmla="*/ 0 w 3"/>
                <a:gd name="T7" fmla="*/ 3 h 4"/>
                <a:gd name="T8" fmla="*/ 2 w 3"/>
                <a:gd name="T9" fmla="*/ 3 h 4"/>
              </a:gdLst>
              <a:ahLst/>
              <a:cxnLst>
                <a:cxn ang="0">
                  <a:pos x="T0" y="T1"/>
                </a:cxn>
                <a:cxn ang="0">
                  <a:pos x="T2" y="T3"/>
                </a:cxn>
                <a:cxn ang="0">
                  <a:pos x="T4" y="T5"/>
                </a:cxn>
                <a:cxn ang="0">
                  <a:pos x="T6" y="T7"/>
                </a:cxn>
                <a:cxn ang="0">
                  <a:pos x="T8" y="T9"/>
                </a:cxn>
              </a:cxnLst>
              <a:rect l="0" t="0" r="r" b="b"/>
              <a:pathLst>
                <a:path w="3" h="4">
                  <a:moveTo>
                    <a:pt x="2" y="3"/>
                  </a:moveTo>
                  <a:cubicBezTo>
                    <a:pt x="2" y="2"/>
                    <a:pt x="3" y="1"/>
                    <a:pt x="3" y="0"/>
                  </a:cubicBezTo>
                  <a:cubicBezTo>
                    <a:pt x="3" y="0"/>
                    <a:pt x="1" y="0"/>
                    <a:pt x="0" y="1"/>
                  </a:cubicBezTo>
                  <a:cubicBezTo>
                    <a:pt x="0" y="2"/>
                    <a:pt x="0" y="3"/>
                    <a:pt x="0" y="3"/>
                  </a:cubicBezTo>
                  <a:cubicBezTo>
                    <a:pt x="0" y="4"/>
                    <a:pt x="1" y="3"/>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17" name="Freeform 3125"/>
            <p:cNvSpPr/>
            <p:nvPr/>
          </p:nvSpPr>
          <p:spPr bwMode="auto">
            <a:xfrm>
              <a:off x="1841804" y="9356503"/>
              <a:ext cx="11113" cy="15875"/>
            </a:xfrm>
            <a:custGeom>
              <a:avLst/>
              <a:gdLst>
                <a:gd name="T0" fmla="*/ 4 w 4"/>
                <a:gd name="T1" fmla="*/ 3 h 6"/>
                <a:gd name="T2" fmla="*/ 2 w 4"/>
                <a:gd name="T3" fmla="*/ 0 h 6"/>
                <a:gd name="T4" fmla="*/ 0 w 4"/>
                <a:gd name="T5" fmla="*/ 2 h 6"/>
                <a:gd name="T6" fmla="*/ 1 w 4"/>
                <a:gd name="T7" fmla="*/ 6 h 6"/>
                <a:gd name="T8" fmla="*/ 4 w 4"/>
                <a:gd name="T9" fmla="*/ 3 h 6"/>
              </a:gdLst>
              <a:ahLst/>
              <a:cxnLst>
                <a:cxn ang="0">
                  <a:pos x="T0" y="T1"/>
                </a:cxn>
                <a:cxn ang="0">
                  <a:pos x="T2" y="T3"/>
                </a:cxn>
                <a:cxn ang="0">
                  <a:pos x="T4" y="T5"/>
                </a:cxn>
                <a:cxn ang="0">
                  <a:pos x="T6" y="T7"/>
                </a:cxn>
                <a:cxn ang="0">
                  <a:pos x="T8" y="T9"/>
                </a:cxn>
              </a:cxnLst>
              <a:rect l="0" t="0" r="r" b="b"/>
              <a:pathLst>
                <a:path w="4" h="6">
                  <a:moveTo>
                    <a:pt x="4" y="3"/>
                  </a:moveTo>
                  <a:cubicBezTo>
                    <a:pt x="3" y="2"/>
                    <a:pt x="3" y="1"/>
                    <a:pt x="2" y="0"/>
                  </a:cubicBezTo>
                  <a:cubicBezTo>
                    <a:pt x="1" y="1"/>
                    <a:pt x="0" y="2"/>
                    <a:pt x="0" y="2"/>
                  </a:cubicBezTo>
                  <a:cubicBezTo>
                    <a:pt x="0" y="3"/>
                    <a:pt x="1" y="4"/>
                    <a:pt x="1" y="6"/>
                  </a:cubicBezTo>
                  <a:cubicBezTo>
                    <a:pt x="2" y="5"/>
                    <a:pt x="4" y="4"/>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18" name="Freeform 3126"/>
            <p:cNvSpPr/>
            <p:nvPr/>
          </p:nvSpPr>
          <p:spPr bwMode="auto">
            <a:xfrm>
              <a:off x="2051354" y="9272366"/>
              <a:ext cx="9525" cy="19050"/>
            </a:xfrm>
            <a:custGeom>
              <a:avLst/>
              <a:gdLst>
                <a:gd name="T0" fmla="*/ 4 w 4"/>
                <a:gd name="T1" fmla="*/ 3 h 7"/>
                <a:gd name="T2" fmla="*/ 2 w 4"/>
                <a:gd name="T3" fmla="*/ 0 h 7"/>
                <a:gd name="T4" fmla="*/ 0 w 4"/>
                <a:gd name="T5" fmla="*/ 4 h 7"/>
                <a:gd name="T6" fmla="*/ 1 w 4"/>
                <a:gd name="T7" fmla="*/ 7 h 7"/>
                <a:gd name="T8" fmla="*/ 4 w 4"/>
                <a:gd name="T9" fmla="*/ 3 h 7"/>
              </a:gdLst>
              <a:ahLst/>
              <a:cxnLst>
                <a:cxn ang="0">
                  <a:pos x="T0" y="T1"/>
                </a:cxn>
                <a:cxn ang="0">
                  <a:pos x="T2" y="T3"/>
                </a:cxn>
                <a:cxn ang="0">
                  <a:pos x="T4" y="T5"/>
                </a:cxn>
                <a:cxn ang="0">
                  <a:pos x="T6" y="T7"/>
                </a:cxn>
                <a:cxn ang="0">
                  <a:pos x="T8" y="T9"/>
                </a:cxn>
              </a:cxnLst>
              <a:rect l="0" t="0" r="r" b="b"/>
              <a:pathLst>
                <a:path w="4" h="7">
                  <a:moveTo>
                    <a:pt x="4" y="3"/>
                  </a:moveTo>
                  <a:cubicBezTo>
                    <a:pt x="3" y="2"/>
                    <a:pt x="3" y="1"/>
                    <a:pt x="2" y="0"/>
                  </a:cubicBezTo>
                  <a:cubicBezTo>
                    <a:pt x="1" y="2"/>
                    <a:pt x="0" y="3"/>
                    <a:pt x="0" y="4"/>
                  </a:cubicBezTo>
                  <a:cubicBezTo>
                    <a:pt x="0" y="5"/>
                    <a:pt x="1" y="6"/>
                    <a:pt x="1" y="7"/>
                  </a:cubicBezTo>
                  <a:cubicBezTo>
                    <a:pt x="2" y="6"/>
                    <a:pt x="3" y="4"/>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19" name="Freeform 3127"/>
            <p:cNvSpPr/>
            <p:nvPr/>
          </p:nvSpPr>
          <p:spPr bwMode="auto">
            <a:xfrm>
              <a:off x="2256142" y="9191403"/>
              <a:ext cx="11113" cy="19050"/>
            </a:xfrm>
            <a:custGeom>
              <a:avLst/>
              <a:gdLst>
                <a:gd name="T0" fmla="*/ 3 w 4"/>
                <a:gd name="T1" fmla="*/ 7 h 7"/>
                <a:gd name="T2" fmla="*/ 4 w 4"/>
                <a:gd name="T3" fmla="*/ 1 h 7"/>
                <a:gd name="T4" fmla="*/ 1 w 4"/>
                <a:gd name="T5" fmla="*/ 0 h 7"/>
                <a:gd name="T6" fmla="*/ 1 w 4"/>
                <a:gd name="T7" fmla="*/ 6 h 7"/>
                <a:gd name="T8" fmla="*/ 3 w 4"/>
                <a:gd name="T9" fmla="*/ 7 h 7"/>
              </a:gdLst>
              <a:ahLst/>
              <a:cxnLst>
                <a:cxn ang="0">
                  <a:pos x="T0" y="T1"/>
                </a:cxn>
                <a:cxn ang="0">
                  <a:pos x="T2" y="T3"/>
                </a:cxn>
                <a:cxn ang="0">
                  <a:pos x="T4" y="T5"/>
                </a:cxn>
                <a:cxn ang="0">
                  <a:pos x="T6" y="T7"/>
                </a:cxn>
                <a:cxn ang="0">
                  <a:pos x="T8" y="T9"/>
                </a:cxn>
              </a:cxnLst>
              <a:rect l="0" t="0" r="r" b="b"/>
              <a:pathLst>
                <a:path w="4" h="7">
                  <a:moveTo>
                    <a:pt x="3" y="7"/>
                  </a:moveTo>
                  <a:cubicBezTo>
                    <a:pt x="3" y="5"/>
                    <a:pt x="4" y="3"/>
                    <a:pt x="4" y="1"/>
                  </a:cubicBezTo>
                  <a:cubicBezTo>
                    <a:pt x="4" y="1"/>
                    <a:pt x="2" y="1"/>
                    <a:pt x="1" y="0"/>
                  </a:cubicBezTo>
                  <a:cubicBezTo>
                    <a:pt x="1" y="2"/>
                    <a:pt x="0" y="4"/>
                    <a:pt x="1" y="6"/>
                  </a:cubicBezTo>
                  <a:cubicBezTo>
                    <a:pt x="1" y="7"/>
                    <a:pt x="2" y="7"/>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20" name="Freeform 3128"/>
            <p:cNvSpPr/>
            <p:nvPr/>
          </p:nvSpPr>
          <p:spPr bwMode="auto">
            <a:xfrm>
              <a:off x="2465692" y="9110441"/>
              <a:ext cx="11113" cy="23813"/>
            </a:xfrm>
            <a:custGeom>
              <a:avLst/>
              <a:gdLst>
                <a:gd name="T0" fmla="*/ 4 w 4"/>
                <a:gd name="T1" fmla="*/ 5 h 9"/>
                <a:gd name="T2" fmla="*/ 2 w 4"/>
                <a:gd name="T3" fmla="*/ 0 h 9"/>
                <a:gd name="T4" fmla="*/ 0 w 4"/>
                <a:gd name="T5" fmla="*/ 3 h 9"/>
                <a:gd name="T6" fmla="*/ 2 w 4"/>
                <a:gd name="T7" fmla="*/ 9 h 9"/>
                <a:gd name="T8" fmla="*/ 4 w 4"/>
                <a:gd name="T9" fmla="*/ 5 h 9"/>
              </a:gdLst>
              <a:ahLst/>
              <a:cxnLst>
                <a:cxn ang="0">
                  <a:pos x="T0" y="T1"/>
                </a:cxn>
                <a:cxn ang="0">
                  <a:pos x="T2" y="T3"/>
                </a:cxn>
                <a:cxn ang="0">
                  <a:pos x="T4" y="T5"/>
                </a:cxn>
                <a:cxn ang="0">
                  <a:pos x="T6" y="T7"/>
                </a:cxn>
                <a:cxn ang="0">
                  <a:pos x="T8" y="T9"/>
                </a:cxn>
              </a:cxnLst>
              <a:rect l="0" t="0" r="r" b="b"/>
              <a:pathLst>
                <a:path w="4" h="9">
                  <a:moveTo>
                    <a:pt x="4" y="5"/>
                  </a:moveTo>
                  <a:cubicBezTo>
                    <a:pt x="3" y="3"/>
                    <a:pt x="3" y="1"/>
                    <a:pt x="2" y="0"/>
                  </a:cubicBezTo>
                  <a:cubicBezTo>
                    <a:pt x="1" y="0"/>
                    <a:pt x="0" y="2"/>
                    <a:pt x="0" y="3"/>
                  </a:cubicBezTo>
                  <a:cubicBezTo>
                    <a:pt x="0" y="5"/>
                    <a:pt x="1" y="7"/>
                    <a:pt x="2" y="9"/>
                  </a:cubicBezTo>
                  <a:cubicBezTo>
                    <a:pt x="3" y="7"/>
                    <a:pt x="4" y="5"/>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21" name="Freeform 3129"/>
            <p:cNvSpPr/>
            <p:nvPr/>
          </p:nvSpPr>
          <p:spPr bwMode="auto">
            <a:xfrm>
              <a:off x="2675242" y="9027891"/>
              <a:ext cx="11113" cy="26988"/>
            </a:xfrm>
            <a:custGeom>
              <a:avLst/>
              <a:gdLst>
                <a:gd name="T0" fmla="*/ 4 w 4"/>
                <a:gd name="T1" fmla="*/ 6 h 10"/>
                <a:gd name="T2" fmla="*/ 1 w 4"/>
                <a:gd name="T3" fmla="*/ 0 h 10"/>
                <a:gd name="T4" fmla="*/ 0 w 4"/>
                <a:gd name="T5" fmla="*/ 3 h 10"/>
                <a:gd name="T6" fmla="*/ 1 w 4"/>
                <a:gd name="T7" fmla="*/ 10 h 10"/>
                <a:gd name="T8" fmla="*/ 4 w 4"/>
                <a:gd name="T9" fmla="*/ 6 h 10"/>
              </a:gdLst>
              <a:ahLst/>
              <a:cxnLst>
                <a:cxn ang="0">
                  <a:pos x="T0" y="T1"/>
                </a:cxn>
                <a:cxn ang="0">
                  <a:pos x="T2" y="T3"/>
                </a:cxn>
                <a:cxn ang="0">
                  <a:pos x="T4" y="T5"/>
                </a:cxn>
                <a:cxn ang="0">
                  <a:pos x="T6" y="T7"/>
                </a:cxn>
                <a:cxn ang="0">
                  <a:pos x="T8" y="T9"/>
                </a:cxn>
              </a:cxnLst>
              <a:rect l="0" t="0" r="r" b="b"/>
              <a:pathLst>
                <a:path w="4" h="10">
                  <a:moveTo>
                    <a:pt x="4" y="6"/>
                  </a:moveTo>
                  <a:cubicBezTo>
                    <a:pt x="3" y="3"/>
                    <a:pt x="2" y="2"/>
                    <a:pt x="1" y="0"/>
                  </a:cubicBezTo>
                  <a:cubicBezTo>
                    <a:pt x="1" y="0"/>
                    <a:pt x="0" y="3"/>
                    <a:pt x="0" y="3"/>
                  </a:cubicBezTo>
                  <a:cubicBezTo>
                    <a:pt x="0" y="5"/>
                    <a:pt x="1" y="7"/>
                    <a:pt x="1" y="10"/>
                  </a:cubicBezTo>
                  <a:cubicBezTo>
                    <a:pt x="2" y="8"/>
                    <a:pt x="4" y="6"/>
                    <a:pt x="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22" name="Freeform 3130"/>
            <p:cNvSpPr/>
            <p:nvPr/>
          </p:nvSpPr>
          <p:spPr bwMode="auto">
            <a:xfrm>
              <a:off x="2881617" y="8950103"/>
              <a:ext cx="12700" cy="23813"/>
            </a:xfrm>
            <a:custGeom>
              <a:avLst/>
              <a:gdLst>
                <a:gd name="T0" fmla="*/ 4 w 5"/>
                <a:gd name="T1" fmla="*/ 9 h 9"/>
                <a:gd name="T2" fmla="*/ 5 w 5"/>
                <a:gd name="T3" fmla="*/ 2 h 9"/>
                <a:gd name="T4" fmla="*/ 1 w 5"/>
                <a:gd name="T5" fmla="*/ 0 h 9"/>
                <a:gd name="T6" fmla="*/ 1 w 5"/>
                <a:gd name="T7" fmla="*/ 6 h 9"/>
                <a:gd name="T8" fmla="*/ 4 w 5"/>
                <a:gd name="T9" fmla="*/ 9 h 9"/>
              </a:gdLst>
              <a:ahLst/>
              <a:cxnLst>
                <a:cxn ang="0">
                  <a:pos x="T0" y="T1"/>
                </a:cxn>
                <a:cxn ang="0">
                  <a:pos x="T2" y="T3"/>
                </a:cxn>
                <a:cxn ang="0">
                  <a:pos x="T4" y="T5"/>
                </a:cxn>
                <a:cxn ang="0">
                  <a:pos x="T6" y="T7"/>
                </a:cxn>
                <a:cxn ang="0">
                  <a:pos x="T8" y="T9"/>
                </a:cxn>
              </a:cxnLst>
              <a:rect l="0" t="0" r="r" b="b"/>
              <a:pathLst>
                <a:path w="5" h="9">
                  <a:moveTo>
                    <a:pt x="4" y="9"/>
                  </a:moveTo>
                  <a:cubicBezTo>
                    <a:pt x="4" y="7"/>
                    <a:pt x="4" y="5"/>
                    <a:pt x="5" y="2"/>
                  </a:cubicBezTo>
                  <a:cubicBezTo>
                    <a:pt x="4" y="1"/>
                    <a:pt x="2" y="1"/>
                    <a:pt x="1" y="0"/>
                  </a:cubicBezTo>
                  <a:cubicBezTo>
                    <a:pt x="1" y="2"/>
                    <a:pt x="0" y="5"/>
                    <a:pt x="1" y="6"/>
                  </a:cubicBezTo>
                  <a:cubicBezTo>
                    <a:pt x="2" y="7"/>
                    <a:pt x="3" y="8"/>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23" name="Freeform 3131"/>
            <p:cNvSpPr/>
            <p:nvPr/>
          </p:nvSpPr>
          <p:spPr bwMode="auto">
            <a:xfrm>
              <a:off x="3092754" y="8877078"/>
              <a:ext cx="11113" cy="23813"/>
            </a:xfrm>
            <a:custGeom>
              <a:avLst/>
              <a:gdLst>
                <a:gd name="T0" fmla="*/ 3 w 4"/>
                <a:gd name="T1" fmla="*/ 9 h 9"/>
                <a:gd name="T2" fmla="*/ 4 w 4"/>
                <a:gd name="T3" fmla="*/ 2 h 9"/>
                <a:gd name="T4" fmla="*/ 0 w 4"/>
                <a:gd name="T5" fmla="*/ 0 h 9"/>
                <a:gd name="T6" fmla="*/ 0 w 4"/>
                <a:gd name="T7" fmla="*/ 5 h 9"/>
                <a:gd name="T8" fmla="*/ 3 w 4"/>
                <a:gd name="T9" fmla="*/ 9 h 9"/>
              </a:gdLst>
              <a:ahLst/>
              <a:cxnLst>
                <a:cxn ang="0">
                  <a:pos x="T0" y="T1"/>
                </a:cxn>
                <a:cxn ang="0">
                  <a:pos x="T2" y="T3"/>
                </a:cxn>
                <a:cxn ang="0">
                  <a:pos x="T4" y="T5"/>
                </a:cxn>
                <a:cxn ang="0">
                  <a:pos x="T6" y="T7"/>
                </a:cxn>
                <a:cxn ang="0">
                  <a:pos x="T8" y="T9"/>
                </a:cxn>
              </a:cxnLst>
              <a:rect l="0" t="0" r="r" b="b"/>
              <a:pathLst>
                <a:path w="4" h="9">
                  <a:moveTo>
                    <a:pt x="3" y="9"/>
                  </a:moveTo>
                  <a:cubicBezTo>
                    <a:pt x="3" y="7"/>
                    <a:pt x="4" y="5"/>
                    <a:pt x="4" y="2"/>
                  </a:cubicBezTo>
                  <a:cubicBezTo>
                    <a:pt x="3" y="2"/>
                    <a:pt x="2" y="1"/>
                    <a:pt x="0" y="0"/>
                  </a:cubicBezTo>
                  <a:cubicBezTo>
                    <a:pt x="0" y="2"/>
                    <a:pt x="0" y="5"/>
                    <a:pt x="0" y="5"/>
                  </a:cubicBezTo>
                  <a:cubicBezTo>
                    <a:pt x="1" y="7"/>
                    <a:pt x="2" y="8"/>
                    <a:pt x="3"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24" name="Freeform 3132"/>
            <p:cNvSpPr/>
            <p:nvPr/>
          </p:nvSpPr>
          <p:spPr bwMode="auto">
            <a:xfrm>
              <a:off x="3302304" y="8808816"/>
              <a:ext cx="12700" cy="30163"/>
            </a:xfrm>
            <a:custGeom>
              <a:avLst/>
              <a:gdLst>
                <a:gd name="T0" fmla="*/ 4 w 5"/>
                <a:gd name="T1" fmla="*/ 7 h 11"/>
                <a:gd name="T2" fmla="*/ 2 w 5"/>
                <a:gd name="T3" fmla="*/ 1 h 11"/>
                <a:gd name="T4" fmla="*/ 0 w 5"/>
                <a:gd name="T5" fmla="*/ 4 h 11"/>
                <a:gd name="T6" fmla="*/ 2 w 5"/>
                <a:gd name="T7" fmla="*/ 11 h 11"/>
                <a:gd name="T8" fmla="*/ 4 w 5"/>
                <a:gd name="T9" fmla="*/ 7 h 11"/>
              </a:gdLst>
              <a:ahLst/>
              <a:cxnLst>
                <a:cxn ang="0">
                  <a:pos x="T0" y="T1"/>
                </a:cxn>
                <a:cxn ang="0">
                  <a:pos x="T2" y="T3"/>
                </a:cxn>
                <a:cxn ang="0">
                  <a:pos x="T4" y="T5"/>
                </a:cxn>
                <a:cxn ang="0">
                  <a:pos x="T6" y="T7"/>
                </a:cxn>
                <a:cxn ang="0">
                  <a:pos x="T8" y="T9"/>
                </a:cxn>
              </a:cxnLst>
              <a:rect l="0" t="0" r="r" b="b"/>
              <a:pathLst>
                <a:path w="5" h="11">
                  <a:moveTo>
                    <a:pt x="4" y="7"/>
                  </a:moveTo>
                  <a:cubicBezTo>
                    <a:pt x="4" y="4"/>
                    <a:pt x="3" y="2"/>
                    <a:pt x="2" y="1"/>
                  </a:cubicBezTo>
                  <a:cubicBezTo>
                    <a:pt x="2" y="0"/>
                    <a:pt x="0" y="3"/>
                    <a:pt x="0" y="4"/>
                  </a:cubicBezTo>
                  <a:cubicBezTo>
                    <a:pt x="1" y="6"/>
                    <a:pt x="1" y="8"/>
                    <a:pt x="2" y="11"/>
                  </a:cubicBezTo>
                  <a:cubicBezTo>
                    <a:pt x="3" y="9"/>
                    <a:pt x="5" y="7"/>
                    <a:pt x="4"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25" name="Freeform 3133"/>
            <p:cNvSpPr/>
            <p:nvPr/>
          </p:nvSpPr>
          <p:spPr bwMode="auto">
            <a:xfrm>
              <a:off x="3516617" y="8751666"/>
              <a:ext cx="7938" cy="26988"/>
            </a:xfrm>
            <a:custGeom>
              <a:avLst/>
              <a:gdLst>
                <a:gd name="T0" fmla="*/ 2 w 3"/>
                <a:gd name="T1" fmla="*/ 10 h 10"/>
                <a:gd name="T2" fmla="*/ 3 w 3"/>
                <a:gd name="T3" fmla="*/ 2 h 10"/>
                <a:gd name="T4" fmla="*/ 0 w 3"/>
                <a:gd name="T5" fmla="*/ 0 h 10"/>
                <a:gd name="T6" fmla="*/ 0 w 3"/>
                <a:gd name="T7" fmla="*/ 8 h 10"/>
                <a:gd name="T8" fmla="*/ 2 w 3"/>
                <a:gd name="T9" fmla="*/ 10 h 10"/>
              </a:gdLst>
              <a:ahLst/>
              <a:cxnLst>
                <a:cxn ang="0">
                  <a:pos x="T0" y="T1"/>
                </a:cxn>
                <a:cxn ang="0">
                  <a:pos x="T2" y="T3"/>
                </a:cxn>
                <a:cxn ang="0">
                  <a:pos x="T4" y="T5"/>
                </a:cxn>
                <a:cxn ang="0">
                  <a:pos x="T6" y="T7"/>
                </a:cxn>
                <a:cxn ang="0">
                  <a:pos x="T8" y="T9"/>
                </a:cxn>
              </a:cxnLst>
              <a:rect l="0" t="0" r="r" b="b"/>
              <a:pathLst>
                <a:path w="3" h="10">
                  <a:moveTo>
                    <a:pt x="2" y="10"/>
                  </a:moveTo>
                  <a:cubicBezTo>
                    <a:pt x="2" y="7"/>
                    <a:pt x="3" y="4"/>
                    <a:pt x="3" y="2"/>
                  </a:cubicBezTo>
                  <a:cubicBezTo>
                    <a:pt x="3" y="1"/>
                    <a:pt x="1" y="1"/>
                    <a:pt x="0" y="0"/>
                  </a:cubicBezTo>
                  <a:cubicBezTo>
                    <a:pt x="0" y="2"/>
                    <a:pt x="0" y="5"/>
                    <a:pt x="0" y="8"/>
                  </a:cubicBezTo>
                  <a:cubicBezTo>
                    <a:pt x="0" y="9"/>
                    <a:pt x="1" y="9"/>
                    <a:pt x="2"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26" name="Freeform 3134"/>
            <p:cNvSpPr/>
            <p:nvPr/>
          </p:nvSpPr>
          <p:spPr bwMode="auto">
            <a:xfrm>
              <a:off x="3730929" y="8721503"/>
              <a:ext cx="7938" cy="26988"/>
            </a:xfrm>
            <a:custGeom>
              <a:avLst/>
              <a:gdLst>
                <a:gd name="T0" fmla="*/ 2 w 3"/>
                <a:gd name="T1" fmla="*/ 10 h 10"/>
                <a:gd name="T2" fmla="*/ 3 w 3"/>
                <a:gd name="T3" fmla="*/ 3 h 10"/>
                <a:gd name="T4" fmla="*/ 0 w 3"/>
                <a:gd name="T5" fmla="*/ 0 h 10"/>
                <a:gd name="T6" fmla="*/ 0 w 3"/>
                <a:gd name="T7" fmla="*/ 8 h 10"/>
                <a:gd name="T8" fmla="*/ 2 w 3"/>
                <a:gd name="T9" fmla="*/ 10 h 10"/>
              </a:gdLst>
              <a:ahLst/>
              <a:cxnLst>
                <a:cxn ang="0">
                  <a:pos x="T0" y="T1"/>
                </a:cxn>
                <a:cxn ang="0">
                  <a:pos x="T2" y="T3"/>
                </a:cxn>
                <a:cxn ang="0">
                  <a:pos x="T4" y="T5"/>
                </a:cxn>
                <a:cxn ang="0">
                  <a:pos x="T6" y="T7"/>
                </a:cxn>
                <a:cxn ang="0">
                  <a:pos x="T8" y="T9"/>
                </a:cxn>
              </a:cxnLst>
              <a:rect l="0" t="0" r="r" b="b"/>
              <a:pathLst>
                <a:path w="3" h="10">
                  <a:moveTo>
                    <a:pt x="2" y="10"/>
                  </a:moveTo>
                  <a:cubicBezTo>
                    <a:pt x="2" y="8"/>
                    <a:pt x="3" y="6"/>
                    <a:pt x="3" y="3"/>
                  </a:cubicBezTo>
                  <a:cubicBezTo>
                    <a:pt x="3" y="3"/>
                    <a:pt x="1" y="2"/>
                    <a:pt x="0" y="0"/>
                  </a:cubicBezTo>
                  <a:cubicBezTo>
                    <a:pt x="0" y="3"/>
                    <a:pt x="0" y="6"/>
                    <a:pt x="0" y="8"/>
                  </a:cubicBezTo>
                  <a:cubicBezTo>
                    <a:pt x="0" y="9"/>
                    <a:pt x="1" y="10"/>
                    <a:pt x="2"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27" name="Freeform 3135"/>
            <p:cNvSpPr/>
            <p:nvPr/>
          </p:nvSpPr>
          <p:spPr bwMode="auto">
            <a:xfrm>
              <a:off x="3948417" y="8745316"/>
              <a:ext cx="9525" cy="28575"/>
            </a:xfrm>
            <a:custGeom>
              <a:avLst/>
              <a:gdLst>
                <a:gd name="T0" fmla="*/ 4 w 4"/>
                <a:gd name="T1" fmla="*/ 4 h 10"/>
                <a:gd name="T2" fmla="*/ 1 w 4"/>
                <a:gd name="T3" fmla="*/ 0 h 10"/>
                <a:gd name="T4" fmla="*/ 0 w 4"/>
                <a:gd name="T5" fmla="*/ 7 h 10"/>
                <a:gd name="T6" fmla="*/ 2 w 4"/>
                <a:gd name="T7" fmla="*/ 10 h 10"/>
                <a:gd name="T8" fmla="*/ 4 w 4"/>
                <a:gd name="T9" fmla="*/ 4 h 10"/>
              </a:gdLst>
              <a:ahLst/>
              <a:cxnLst>
                <a:cxn ang="0">
                  <a:pos x="T0" y="T1"/>
                </a:cxn>
                <a:cxn ang="0">
                  <a:pos x="T2" y="T3"/>
                </a:cxn>
                <a:cxn ang="0">
                  <a:pos x="T4" y="T5"/>
                </a:cxn>
                <a:cxn ang="0">
                  <a:pos x="T6" y="T7"/>
                </a:cxn>
                <a:cxn ang="0">
                  <a:pos x="T8" y="T9"/>
                </a:cxn>
              </a:cxnLst>
              <a:rect l="0" t="0" r="r" b="b"/>
              <a:pathLst>
                <a:path w="4" h="10">
                  <a:moveTo>
                    <a:pt x="4" y="4"/>
                  </a:moveTo>
                  <a:cubicBezTo>
                    <a:pt x="3" y="3"/>
                    <a:pt x="2" y="2"/>
                    <a:pt x="1" y="0"/>
                  </a:cubicBezTo>
                  <a:cubicBezTo>
                    <a:pt x="0" y="3"/>
                    <a:pt x="0" y="5"/>
                    <a:pt x="0" y="7"/>
                  </a:cubicBezTo>
                  <a:cubicBezTo>
                    <a:pt x="0" y="8"/>
                    <a:pt x="1" y="9"/>
                    <a:pt x="2" y="10"/>
                  </a:cubicBezTo>
                  <a:cubicBezTo>
                    <a:pt x="3" y="8"/>
                    <a:pt x="3" y="6"/>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28" name="Freeform 3136"/>
            <p:cNvSpPr/>
            <p:nvPr/>
          </p:nvSpPr>
          <p:spPr bwMode="auto">
            <a:xfrm>
              <a:off x="4167492" y="8805641"/>
              <a:ext cx="11113" cy="26988"/>
            </a:xfrm>
            <a:custGeom>
              <a:avLst/>
              <a:gdLst>
                <a:gd name="T0" fmla="*/ 4 w 4"/>
                <a:gd name="T1" fmla="*/ 7 h 10"/>
                <a:gd name="T2" fmla="*/ 2 w 4"/>
                <a:gd name="T3" fmla="*/ 0 h 10"/>
                <a:gd name="T4" fmla="*/ 0 w 4"/>
                <a:gd name="T5" fmla="*/ 2 h 10"/>
                <a:gd name="T6" fmla="*/ 2 w 4"/>
                <a:gd name="T7" fmla="*/ 10 h 10"/>
                <a:gd name="T8" fmla="*/ 4 w 4"/>
                <a:gd name="T9" fmla="*/ 7 h 10"/>
              </a:gdLst>
              <a:ahLst/>
              <a:cxnLst>
                <a:cxn ang="0">
                  <a:pos x="T0" y="T1"/>
                </a:cxn>
                <a:cxn ang="0">
                  <a:pos x="T2" y="T3"/>
                </a:cxn>
                <a:cxn ang="0">
                  <a:pos x="T4" y="T5"/>
                </a:cxn>
                <a:cxn ang="0">
                  <a:pos x="T6" y="T7"/>
                </a:cxn>
                <a:cxn ang="0">
                  <a:pos x="T8" y="T9"/>
                </a:cxn>
              </a:cxnLst>
              <a:rect l="0" t="0" r="r" b="b"/>
              <a:pathLst>
                <a:path w="4" h="10">
                  <a:moveTo>
                    <a:pt x="4" y="7"/>
                  </a:moveTo>
                  <a:cubicBezTo>
                    <a:pt x="3" y="5"/>
                    <a:pt x="3" y="2"/>
                    <a:pt x="2" y="0"/>
                  </a:cubicBezTo>
                  <a:cubicBezTo>
                    <a:pt x="2" y="0"/>
                    <a:pt x="0" y="1"/>
                    <a:pt x="0" y="2"/>
                  </a:cubicBezTo>
                  <a:cubicBezTo>
                    <a:pt x="0" y="5"/>
                    <a:pt x="1" y="7"/>
                    <a:pt x="2" y="10"/>
                  </a:cubicBezTo>
                  <a:cubicBezTo>
                    <a:pt x="3" y="9"/>
                    <a:pt x="4" y="8"/>
                    <a:pt x="4"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29" name="Freeform 3137"/>
            <p:cNvSpPr/>
            <p:nvPr/>
          </p:nvSpPr>
          <p:spPr bwMode="auto">
            <a:xfrm>
              <a:off x="4389742" y="8877078"/>
              <a:ext cx="11113" cy="28575"/>
            </a:xfrm>
            <a:custGeom>
              <a:avLst/>
              <a:gdLst>
                <a:gd name="T0" fmla="*/ 4 w 4"/>
                <a:gd name="T1" fmla="*/ 4 h 11"/>
                <a:gd name="T2" fmla="*/ 0 w 4"/>
                <a:gd name="T3" fmla="*/ 0 h 11"/>
                <a:gd name="T4" fmla="*/ 0 w 4"/>
                <a:gd name="T5" fmla="*/ 7 h 11"/>
                <a:gd name="T6" fmla="*/ 2 w 4"/>
                <a:gd name="T7" fmla="*/ 11 h 11"/>
                <a:gd name="T8" fmla="*/ 4 w 4"/>
                <a:gd name="T9" fmla="*/ 4 h 11"/>
              </a:gdLst>
              <a:ahLst/>
              <a:cxnLst>
                <a:cxn ang="0">
                  <a:pos x="T0" y="T1"/>
                </a:cxn>
                <a:cxn ang="0">
                  <a:pos x="T2" y="T3"/>
                </a:cxn>
                <a:cxn ang="0">
                  <a:pos x="T4" y="T5"/>
                </a:cxn>
                <a:cxn ang="0">
                  <a:pos x="T6" y="T7"/>
                </a:cxn>
                <a:cxn ang="0">
                  <a:pos x="T8" y="T9"/>
                </a:cxn>
              </a:cxnLst>
              <a:rect l="0" t="0" r="r" b="b"/>
              <a:pathLst>
                <a:path w="4" h="11">
                  <a:moveTo>
                    <a:pt x="4" y="4"/>
                  </a:moveTo>
                  <a:cubicBezTo>
                    <a:pt x="3" y="3"/>
                    <a:pt x="2" y="2"/>
                    <a:pt x="0" y="0"/>
                  </a:cubicBezTo>
                  <a:cubicBezTo>
                    <a:pt x="0" y="2"/>
                    <a:pt x="0" y="4"/>
                    <a:pt x="0" y="7"/>
                  </a:cubicBezTo>
                  <a:cubicBezTo>
                    <a:pt x="0" y="8"/>
                    <a:pt x="1" y="9"/>
                    <a:pt x="2" y="11"/>
                  </a:cubicBezTo>
                  <a:cubicBezTo>
                    <a:pt x="3" y="9"/>
                    <a:pt x="3" y="6"/>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30" name="Freeform 3138"/>
            <p:cNvSpPr/>
            <p:nvPr/>
          </p:nvSpPr>
          <p:spPr bwMode="auto">
            <a:xfrm>
              <a:off x="4610404" y="8950103"/>
              <a:ext cx="11113" cy="30163"/>
            </a:xfrm>
            <a:custGeom>
              <a:avLst/>
              <a:gdLst>
                <a:gd name="T0" fmla="*/ 4 w 4"/>
                <a:gd name="T1" fmla="*/ 5 h 11"/>
                <a:gd name="T2" fmla="*/ 1 w 4"/>
                <a:gd name="T3" fmla="*/ 0 h 11"/>
                <a:gd name="T4" fmla="*/ 1 w 4"/>
                <a:gd name="T5" fmla="*/ 7 h 11"/>
                <a:gd name="T6" fmla="*/ 3 w 4"/>
                <a:gd name="T7" fmla="*/ 11 h 11"/>
                <a:gd name="T8" fmla="*/ 4 w 4"/>
                <a:gd name="T9" fmla="*/ 5 h 11"/>
              </a:gdLst>
              <a:ahLst/>
              <a:cxnLst>
                <a:cxn ang="0">
                  <a:pos x="T0" y="T1"/>
                </a:cxn>
                <a:cxn ang="0">
                  <a:pos x="T2" y="T3"/>
                </a:cxn>
                <a:cxn ang="0">
                  <a:pos x="T4" y="T5"/>
                </a:cxn>
                <a:cxn ang="0">
                  <a:pos x="T6" y="T7"/>
                </a:cxn>
                <a:cxn ang="0">
                  <a:pos x="T8" y="T9"/>
                </a:cxn>
              </a:cxnLst>
              <a:rect l="0" t="0" r="r" b="b"/>
              <a:pathLst>
                <a:path w="4" h="11">
                  <a:moveTo>
                    <a:pt x="4" y="5"/>
                  </a:moveTo>
                  <a:cubicBezTo>
                    <a:pt x="3" y="3"/>
                    <a:pt x="3" y="2"/>
                    <a:pt x="1" y="0"/>
                  </a:cubicBezTo>
                  <a:cubicBezTo>
                    <a:pt x="1" y="2"/>
                    <a:pt x="0" y="5"/>
                    <a:pt x="1" y="7"/>
                  </a:cubicBezTo>
                  <a:cubicBezTo>
                    <a:pt x="1" y="8"/>
                    <a:pt x="2" y="10"/>
                    <a:pt x="3" y="11"/>
                  </a:cubicBezTo>
                  <a:cubicBezTo>
                    <a:pt x="3" y="9"/>
                    <a:pt x="4" y="7"/>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31" name="Freeform 3139"/>
            <p:cNvSpPr/>
            <p:nvPr/>
          </p:nvSpPr>
          <p:spPr bwMode="auto">
            <a:xfrm>
              <a:off x="4829479" y="9016778"/>
              <a:ext cx="14288" cy="28575"/>
            </a:xfrm>
            <a:custGeom>
              <a:avLst/>
              <a:gdLst>
                <a:gd name="T0" fmla="*/ 4 w 5"/>
                <a:gd name="T1" fmla="*/ 10 h 10"/>
                <a:gd name="T2" fmla="*/ 5 w 5"/>
                <a:gd name="T3" fmla="*/ 2 h 10"/>
                <a:gd name="T4" fmla="*/ 1 w 5"/>
                <a:gd name="T5" fmla="*/ 0 h 10"/>
                <a:gd name="T6" fmla="*/ 1 w 5"/>
                <a:gd name="T7" fmla="*/ 5 h 10"/>
                <a:gd name="T8" fmla="*/ 4 w 5"/>
                <a:gd name="T9" fmla="*/ 10 h 10"/>
              </a:gdLst>
              <a:ahLst/>
              <a:cxnLst>
                <a:cxn ang="0">
                  <a:pos x="T0" y="T1"/>
                </a:cxn>
                <a:cxn ang="0">
                  <a:pos x="T2" y="T3"/>
                </a:cxn>
                <a:cxn ang="0">
                  <a:pos x="T4" y="T5"/>
                </a:cxn>
                <a:cxn ang="0">
                  <a:pos x="T6" y="T7"/>
                </a:cxn>
                <a:cxn ang="0">
                  <a:pos x="T8" y="T9"/>
                </a:cxn>
              </a:cxnLst>
              <a:rect l="0" t="0" r="r" b="b"/>
              <a:pathLst>
                <a:path w="5" h="10">
                  <a:moveTo>
                    <a:pt x="4" y="10"/>
                  </a:moveTo>
                  <a:cubicBezTo>
                    <a:pt x="4" y="8"/>
                    <a:pt x="5" y="5"/>
                    <a:pt x="5" y="2"/>
                  </a:cubicBezTo>
                  <a:cubicBezTo>
                    <a:pt x="3" y="1"/>
                    <a:pt x="2" y="0"/>
                    <a:pt x="1" y="0"/>
                  </a:cubicBezTo>
                  <a:cubicBezTo>
                    <a:pt x="1" y="0"/>
                    <a:pt x="0" y="4"/>
                    <a:pt x="1" y="5"/>
                  </a:cubicBezTo>
                  <a:cubicBezTo>
                    <a:pt x="2" y="7"/>
                    <a:pt x="3" y="8"/>
                    <a:pt x="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32" name="Freeform 3140"/>
            <p:cNvSpPr/>
            <p:nvPr/>
          </p:nvSpPr>
          <p:spPr bwMode="auto">
            <a:xfrm>
              <a:off x="5050142" y="9058053"/>
              <a:ext cx="11113" cy="30163"/>
            </a:xfrm>
            <a:custGeom>
              <a:avLst/>
              <a:gdLst>
                <a:gd name="T0" fmla="*/ 4 w 4"/>
                <a:gd name="T1" fmla="*/ 8 h 11"/>
                <a:gd name="T2" fmla="*/ 2 w 4"/>
                <a:gd name="T3" fmla="*/ 0 h 11"/>
                <a:gd name="T4" fmla="*/ 0 w 4"/>
                <a:gd name="T5" fmla="*/ 2 h 11"/>
                <a:gd name="T6" fmla="*/ 2 w 4"/>
                <a:gd name="T7" fmla="*/ 11 h 11"/>
                <a:gd name="T8" fmla="*/ 4 w 4"/>
                <a:gd name="T9" fmla="*/ 8 h 11"/>
              </a:gdLst>
              <a:ahLst/>
              <a:cxnLst>
                <a:cxn ang="0">
                  <a:pos x="T0" y="T1"/>
                </a:cxn>
                <a:cxn ang="0">
                  <a:pos x="T2" y="T3"/>
                </a:cxn>
                <a:cxn ang="0">
                  <a:pos x="T4" y="T5"/>
                </a:cxn>
                <a:cxn ang="0">
                  <a:pos x="T6" y="T7"/>
                </a:cxn>
                <a:cxn ang="0">
                  <a:pos x="T8" y="T9"/>
                </a:cxn>
              </a:cxnLst>
              <a:rect l="0" t="0" r="r" b="b"/>
              <a:pathLst>
                <a:path w="4" h="11">
                  <a:moveTo>
                    <a:pt x="4" y="8"/>
                  </a:moveTo>
                  <a:cubicBezTo>
                    <a:pt x="4" y="5"/>
                    <a:pt x="3" y="2"/>
                    <a:pt x="2" y="0"/>
                  </a:cubicBezTo>
                  <a:cubicBezTo>
                    <a:pt x="2" y="0"/>
                    <a:pt x="0" y="1"/>
                    <a:pt x="0" y="2"/>
                  </a:cubicBezTo>
                  <a:cubicBezTo>
                    <a:pt x="1" y="5"/>
                    <a:pt x="1" y="8"/>
                    <a:pt x="2" y="11"/>
                  </a:cubicBezTo>
                  <a:cubicBezTo>
                    <a:pt x="3" y="10"/>
                    <a:pt x="4" y="9"/>
                    <a:pt x="4"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33" name="Freeform 3141"/>
            <p:cNvSpPr/>
            <p:nvPr/>
          </p:nvSpPr>
          <p:spPr bwMode="auto">
            <a:xfrm>
              <a:off x="5267629" y="9069166"/>
              <a:ext cx="9525" cy="31750"/>
            </a:xfrm>
            <a:custGeom>
              <a:avLst/>
              <a:gdLst>
                <a:gd name="T0" fmla="*/ 4 w 4"/>
                <a:gd name="T1" fmla="*/ 8 h 12"/>
                <a:gd name="T2" fmla="*/ 2 w 4"/>
                <a:gd name="T3" fmla="*/ 0 h 12"/>
                <a:gd name="T4" fmla="*/ 0 w 4"/>
                <a:gd name="T5" fmla="*/ 3 h 12"/>
                <a:gd name="T6" fmla="*/ 2 w 4"/>
                <a:gd name="T7" fmla="*/ 12 h 12"/>
                <a:gd name="T8" fmla="*/ 4 w 4"/>
                <a:gd name="T9" fmla="*/ 8 h 12"/>
              </a:gdLst>
              <a:ahLst/>
              <a:cxnLst>
                <a:cxn ang="0">
                  <a:pos x="T0" y="T1"/>
                </a:cxn>
                <a:cxn ang="0">
                  <a:pos x="T2" y="T3"/>
                </a:cxn>
                <a:cxn ang="0">
                  <a:pos x="T4" y="T5"/>
                </a:cxn>
                <a:cxn ang="0">
                  <a:pos x="T6" y="T7"/>
                </a:cxn>
                <a:cxn ang="0">
                  <a:pos x="T8" y="T9"/>
                </a:cxn>
              </a:cxnLst>
              <a:rect l="0" t="0" r="r" b="b"/>
              <a:pathLst>
                <a:path w="4" h="12">
                  <a:moveTo>
                    <a:pt x="4" y="8"/>
                  </a:moveTo>
                  <a:cubicBezTo>
                    <a:pt x="4" y="5"/>
                    <a:pt x="3" y="3"/>
                    <a:pt x="2" y="0"/>
                  </a:cubicBezTo>
                  <a:cubicBezTo>
                    <a:pt x="2" y="0"/>
                    <a:pt x="0" y="3"/>
                    <a:pt x="0" y="3"/>
                  </a:cubicBezTo>
                  <a:cubicBezTo>
                    <a:pt x="0" y="6"/>
                    <a:pt x="1" y="9"/>
                    <a:pt x="2" y="12"/>
                  </a:cubicBezTo>
                  <a:cubicBezTo>
                    <a:pt x="3" y="10"/>
                    <a:pt x="4" y="9"/>
                    <a:pt x="4"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34" name="Freeform 3142"/>
            <p:cNvSpPr/>
            <p:nvPr/>
          </p:nvSpPr>
          <p:spPr bwMode="auto">
            <a:xfrm>
              <a:off x="5608942" y="9297766"/>
              <a:ext cx="12700" cy="19050"/>
            </a:xfrm>
            <a:custGeom>
              <a:avLst/>
              <a:gdLst>
                <a:gd name="T0" fmla="*/ 5 w 5"/>
                <a:gd name="T1" fmla="*/ 7 h 7"/>
                <a:gd name="T2" fmla="*/ 3 w 5"/>
                <a:gd name="T3" fmla="*/ 0 h 7"/>
                <a:gd name="T4" fmla="*/ 1 w 5"/>
                <a:gd name="T5" fmla="*/ 2 h 7"/>
                <a:gd name="T6" fmla="*/ 1 w 5"/>
                <a:gd name="T7" fmla="*/ 6 h 7"/>
                <a:gd name="T8" fmla="*/ 5 w 5"/>
                <a:gd name="T9" fmla="*/ 7 h 7"/>
              </a:gdLst>
              <a:ahLst/>
              <a:cxnLst>
                <a:cxn ang="0">
                  <a:pos x="T0" y="T1"/>
                </a:cxn>
                <a:cxn ang="0">
                  <a:pos x="T2" y="T3"/>
                </a:cxn>
                <a:cxn ang="0">
                  <a:pos x="T4" y="T5"/>
                </a:cxn>
                <a:cxn ang="0">
                  <a:pos x="T6" y="T7"/>
                </a:cxn>
                <a:cxn ang="0">
                  <a:pos x="T8" y="T9"/>
                </a:cxn>
              </a:cxnLst>
              <a:rect l="0" t="0" r="r" b="b"/>
              <a:pathLst>
                <a:path w="5" h="7">
                  <a:moveTo>
                    <a:pt x="5" y="7"/>
                  </a:moveTo>
                  <a:cubicBezTo>
                    <a:pt x="4" y="4"/>
                    <a:pt x="4" y="1"/>
                    <a:pt x="3" y="0"/>
                  </a:cubicBezTo>
                  <a:cubicBezTo>
                    <a:pt x="3" y="0"/>
                    <a:pt x="1" y="1"/>
                    <a:pt x="1" y="2"/>
                  </a:cubicBezTo>
                  <a:cubicBezTo>
                    <a:pt x="0" y="3"/>
                    <a:pt x="1" y="6"/>
                    <a:pt x="1" y="6"/>
                  </a:cubicBezTo>
                  <a:cubicBezTo>
                    <a:pt x="2" y="7"/>
                    <a:pt x="4" y="7"/>
                    <a:pt x="5"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35" name="Freeform 3143"/>
            <p:cNvSpPr/>
            <p:nvPr/>
          </p:nvSpPr>
          <p:spPr bwMode="auto">
            <a:xfrm>
              <a:off x="5823254" y="9275541"/>
              <a:ext cx="14288" cy="15875"/>
            </a:xfrm>
            <a:custGeom>
              <a:avLst/>
              <a:gdLst>
                <a:gd name="T0" fmla="*/ 5 w 5"/>
                <a:gd name="T1" fmla="*/ 6 h 6"/>
                <a:gd name="T2" fmla="*/ 3 w 5"/>
                <a:gd name="T3" fmla="*/ 0 h 6"/>
                <a:gd name="T4" fmla="*/ 1 w 5"/>
                <a:gd name="T5" fmla="*/ 2 h 6"/>
                <a:gd name="T6" fmla="*/ 1 w 5"/>
                <a:gd name="T7" fmla="*/ 6 h 6"/>
                <a:gd name="T8" fmla="*/ 5 w 5"/>
                <a:gd name="T9" fmla="*/ 6 h 6"/>
              </a:gdLst>
              <a:ahLst/>
              <a:cxnLst>
                <a:cxn ang="0">
                  <a:pos x="T0" y="T1"/>
                </a:cxn>
                <a:cxn ang="0">
                  <a:pos x="T2" y="T3"/>
                </a:cxn>
                <a:cxn ang="0">
                  <a:pos x="T4" y="T5"/>
                </a:cxn>
                <a:cxn ang="0">
                  <a:pos x="T6" y="T7"/>
                </a:cxn>
                <a:cxn ang="0">
                  <a:pos x="T8" y="T9"/>
                </a:cxn>
              </a:cxnLst>
              <a:rect l="0" t="0" r="r" b="b"/>
              <a:pathLst>
                <a:path w="5" h="6">
                  <a:moveTo>
                    <a:pt x="5" y="6"/>
                  </a:moveTo>
                  <a:cubicBezTo>
                    <a:pt x="4" y="3"/>
                    <a:pt x="4" y="1"/>
                    <a:pt x="3" y="0"/>
                  </a:cubicBezTo>
                  <a:cubicBezTo>
                    <a:pt x="3" y="0"/>
                    <a:pt x="1" y="1"/>
                    <a:pt x="1" y="2"/>
                  </a:cubicBezTo>
                  <a:cubicBezTo>
                    <a:pt x="0" y="2"/>
                    <a:pt x="1" y="6"/>
                    <a:pt x="1" y="6"/>
                  </a:cubicBezTo>
                  <a:cubicBezTo>
                    <a:pt x="2" y="6"/>
                    <a:pt x="3" y="6"/>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36" name="Freeform 3144"/>
            <p:cNvSpPr/>
            <p:nvPr/>
          </p:nvSpPr>
          <p:spPr bwMode="auto">
            <a:xfrm>
              <a:off x="6037567" y="9253316"/>
              <a:ext cx="14288" cy="19050"/>
            </a:xfrm>
            <a:custGeom>
              <a:avLst/>
              <a:gdLst>
                <a:gd name="T0" fmla="*/ 5 w 5"/>
                <a:gd name="T1" fmla="*/ 3 h 7"/>
                <a:gd name="T2" fmla="*/ 2 w 5"/>
                <a:gd name="T3" fmla="*/ 0 h 7"/>
                <a:gd name="T4" fmla="*/ 0 w 5"/>
                <a:gd name="T5" fmla="*/ 3 h 7"/>
                <a:gd name="T6" fmla="*/ 2 w 5"/>
                <a:gd name="T7" fmla="*/ 7 h 7"/>
                <a:gd name="T8" fmla="*/ 5 w 5"/>
                <a:gd name="T9" fmla="*/ 3 h 7"/>
              </a:gdLst>
              <a:ahLst/>
              <a:cxnLst>
                <a:cxn ang="0">
                  <a:pos x="T0" y="T1"/>
                </a:cxn>
                <a:cxn ang="0">
                  <a:pos x="T2" y="T3"/>
                </a:cxn>
                <a:cxn ang="0">
                  <a:pos x="T4" y="T5"/>
                </a:cxn>
                <a:cxn ang="0">
                  <a:pos x="T6" y="T7"/>
                </a:cxn>
                <a:cxn ang="0">
                  <a:pos x="T8" y="T9"/>
                </a:cxn>
              </a:cxnLst>
              <a:rect l="0" t="0" r="r" b="b"/>
              <a:pathLst>
                <a:path w="5" h="7">
                  <a:moveTo>
                    <a:pt x="5" y="3"/>
                  </a:moveTo>
                  <a:cubicBezTo>
                    <a:pt x="4" y="2"/>
                    <a:pt x="3" y="1"/>
                    <a:pt x="2" y="0"/>
                  </a:cubicBezTo>
                  <a:cubicBezTo>
                    <a:pt x="2" y="1"/>
                    <a:pt x="1" y="2"/>
                    <a:pt x="0" y="3"/>
                  </a:cubicBezTo>
                  <a:cubicBezTo>
                    <a:pt x="0" y="4"/>
                    <a:pt x="1" y="5"/>
                    <a:pt x="2" y="7"/>
                  </a:cubicBezTo>
                  <a:cubicBezTo>
                    <a:pt x="3" y="6"/>
                    <a:pt x="4" y="4"/>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37" name="Freeform 3145"/>
            <p:cNvSpPr/>
            <p:nvPr/>
          </p:nvSpPr>
          <p:spPr bwMode="auto">
            <a:xfrm>
              <a:off x="6251879" y="9234266"/>
              <a:ext cx="11113" cy="14288"/>
            </a:xfrm>
            <a:custGeom>
              <a:avLst/>
              <a:gdLst>
                <a:gd name="T0" fmla="*/ 4 w 4"/>
                <a:gd name="T1" fmla="*/ 1 h 5"/>
                <a:gd name="T2" fmla="*/ 2 w 4"/>
                <a:gd name="T3" fmla="*/ 0 h 5"/>
                <a:gd name="T4" fmla="*/ 0 w 4"/>
                <a:gd name="T5" fmla="*/ 3 h 5"/>
                <a:gd name="T6" fmla="*/ 4 w 4"/>
                <a:gd name="T7" fmla="*/ 5 h 5"/>
                <a:gd name="T8" fmla="*/ 4 w 4"/>
                <a:gd name="T9" fmla="*/ 1 h 5"/>
              </a:gdLst>
              <a:ahLst/>
              <a:cxnLst>
                <a:cxn ang="0">
                  <a:pos x="T0" y="T1"/>
                </a:cxn>
                <a:cxn ang="0">
                  <a:pos x="T2" y="T3"/>
                </a:cxn>
                <a:cxn ang="0">
                  <a:pos x="T4" y="T5"/>
                </a:cxn>
                <a:cxn ang="0">
                  <a:pos x="T6" y="T7"/>
                </a:cxn>
                <a:cxn ang="0">
                  <a:pos x="T8" y="T9"/>
                </a:cxn>
              </a:cxnLst>
              <a:rect l="0" t="0" r="r" b="b"/>
              <a:pathLst>
                <a:path w="4" h="5">
                  <a:moveTo>
                    <a:pt x="4" y="1"/>
                  </a:moveTo>
                  <a:cubicBezTo>
                    <a:pt x="3" y="1"/>
                    <a:pt x="2" y="0"/>
                    <a:pt x="2" y="0"/>
                  </a:cubicBezTo>
                  <a:cubicBezTo>
                    <a:pt x="1" y="1"/>
                    <a:pt x="1" y="2"/>
                    <a:pt x="0" y="3"/>
                  </a:cubicBezTo>
                  <a:cubicBezTo>
                    <a:pt x="1" y="4"/>
                    <a:pt x="3" y="5"/>
                    <a:pt x="4" y="5"/>
                  </a:cubicBezTo>
                  <a:cubicBezTo>
                    <a:pt x="4" y="4"/>
                    <a:pt x="4" y="3"/>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38" name="Freeform 3146"/>
            <p:cNvSpPr/>
            <p:nvPr/>
          </p:nvSpPr>
          <p:spPr bwMode="auto">
            <a:xfrm>
              <a:off x="6466192" y="9218391"/>
              <a:ext cx="14288" cy="14288"/>
            </a:xfrm>
            <a:custGeom>
              <a:avLst/>
              <a:gdLst>
                <a:gd name="T0" fmla="*/ 5 w 5"/>
                <a:gd name="T1" fmla="*/ 2 h 5"/>
                <a:gd name="T2" fmla="*/ 2 w 5"/>
                <a:gd name="T3" fmla="*/ 0 h 5"/>
                <a:gd name="T4" fmla="*/ 0 w 5"/>
                <a:gd name="T5" fmla="*/ 2 h 5"/>
                <a:gd name="T6" fmla="*/ 2 w 5"/>
                <a:gd name="T7" fmla="*/ 5 h 5"/>
                <a:gd name="T8" fmla="*/ 5 w 5"/>
                <a:gd name="T9" fmla="*/ 2 h 5"/>
              </a:gdLst>
              <a:ahLst/>
              <a:cxnLst>
                <a:cxn ang="0">
                  <a:pos x="T0" y="T1"/>
                </a:cxn>
                <a:cxn ang="0">
                  <a:pos x="T2" y="T3"/>
                </a:cxn>
                <a:cxn ang="0">
                  <a:pos x="T4" y="T5"/>
                </a:cxn>
                <a:cxn ang="0">
                  <a:pos x="T6" y="T7"/>
                </a:cxn>
                <a:cxn ang="0">
                  <a:pos x="T8" y="T9"/>
                </a:cxn>
              </a:cxnLst>
              <a:rect l="0" t="0" r="r" b="b"/>
              <a:pathLst>
                <a:path w="5" h="5">
                  <a:moveTo>
                    <a:pt x="5" y="2"/>
                  </a:moveTo>
                  <a:cubicBezTo>
                    <a:pt x="4" y="1"/>
                    <a:pt x="3" y="1"/>
                    <a:pt x="2" y="0"/>
                  </a:cubicBezTo>
                  <a:cubicBezTo>
                    <a:pt x="2" y="0"/>
                    <a:pt x="0" y="1"/>
                    <a:pt x="0" y="2"/>
                  </a:cubicBezTo>
                  <a:cubicBezTo>
                    <a:pt x="0" y="2"/>
                    <a:pt x="1" y="4"/>
                    <a:pt x="2" y="5"/>
                  </a:cubicBezTo>
                  <a:cubicBezTo>
                    <a:pt x="3" y="4"/>
                    <a:pt x="4" y="3"/>
                    <a:pt x="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39" name="Freeform 3147"/>
            <p:cNvSpPr/>
            <p:nvPr/>
          </p:nvSpPr>
          <p:spPr bwMode="auto">
            <a:xfrm>
              <a:off x="6680504" y="9204103"/>
              <a:ext cx="11113" cy="11113"/>
            </a:xfrm>
            <a:custGeom>
              <a:avLst/>
              <a:gdLst>
                <a:gd name="T0" fmla="*/ 4 w 4"/>
                <a:gd name="T1" fmla="*/ 1 h 4"/>
                <a:gd name="T2" fmla="*/ 2 w 4"/>
                <a:gd name="T3" fmla="*/ 0 h 4"/>
                <a:gd name="T4" fmla="*/ 0 w 4"/>
                <a:gd name="T5" fmla="*/ 2 h 4"/>
                <a:gd name="T6" fmla="*/ 4 w 4"/>
                <a:gd name="T7" fmla="*/ 4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3" y="1"/>
                    <a:pt x="2" y="0"/>
                    <a:pt x="2" y="0"/>
                  </a:cubicBezTo>
                  <a:cubicBezTo>
                    <a:pt x="1" y="0"/>
                    <a:pt x="1" y="2"/>
                    <a:pt x="0" y="2"/>
                  </a:cubicBezTo>
                  <a:cubicBezTo>
                    <a:pt x="1" y="3"/>
                    <a:pt x="3" y="3"/>
                    <a:pt x="4" y="4"/>
                  </a:cubicBezTo>
                  <a:cubicBezTo>
                    <a:pt x="4" y="3"/>
                    <a:pt x="4" y="2"/>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40" name="Freeform 3148"/>
            <p:cNvSpPr/>
            <p:nvPr/>
          </p:nvSpPr>
          <p:spPr bwMode="auto">
            <a:xfrm>
              <a:off x="6894817" y="9194578"/>
              <a:ext cx="14288" cy="7938"/>
            </a:xfrm>
            <a:custGeom>
              <a:avLst/>
              <a:gdLst>
                <a:gd name="T0" fmla="*/ 5 w 5"/>
                <a:gd name="T1" fmla="*/ 2 h 3"/>
                <a:gd name="T2" fmla="*/ 3 w 5"/>
                <a:gd name="T3" fmla="*/ 0 h 3"/>
                <a:gd name="T4" fmla="*/ 0 w 5"/>
                <a:gd name="T5" fmla="*/ 1 h 3"/>
                <a:gd name="T6" fmla="*/ 2 w 5"/>
                <a:gd name="T7" fmla="*/ 3 h 3"/>
                <a:gd name="T8" fmla="*/ 5 w 5"/>
                <a:gd name="T9" fmla="*/ 2 h 3"/>
              </a:gdLst>
              <a:ahLst/>
              <a:cxnLst>
                <a:cxn ang="0">
                  <a:pos x="T0" y="T1"/>
                </a:cxn>
                <a:cxn ang="0">
                  <a:pos x="T2" y="T3"/>
                </a:cxn>
                <a:cxn ang="0">
                  <a:pos x="T4" y="T5"/>
                </a:cxn>
                <a:cxn ang="0">
                  <a:pos x="T6" y="T7"/>
                </a:cxn>
                <a:cxn ang="0">
                  <a:pos x="T8" y="T9"/>
                </a:cxn>
              </a:cxnLst>
              <a:rect l="0" t="0" r="r" b="b"/>
              <a:pathLst>
                <a:path w="5" h="3">
                  <a:moveTo>
                    <a:pt x="5" y="2"/>
                  </a:moveTo>
                  <a:cubicBezTo>
                    <a:pt x="4" y="1"/>
                    <a:pt x="3" y="1"/>
                    <a:pt x="3" y="0"/>
                  </a:cubicBezTo>
                  <a:cubicBezTo>
                    <a:pt x="2" y="1"/>
                    <a:pt x="1" y="1"/>
                    <a:pt x="0" y="1"/>
                  </a:cubicBezTo>
                  <a:cubicBezTo>
                    <a:pt x="0" y="2"/>
                    <a:pt x="1" y="3"/>
                    <a:pt x="2" y="3"/>
                  </a:cubicBezTo>
                  <a:cubicBezTo>
                    <a:pt x="3" y="3"/>
                    <a:pt x="4" y="2"/>
                    <a:pt x="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41" name="Freeform 3149"/>
            <p:cNvSpPr/>
            <p:nvPr/>
          </p:nvSpPr>
          <p:spPr bwMode="auto">
            <a:xfrm>
              <a:off x="7109129" y="9185053"/>
              <a:ext cx="14288" cy="9525"/>
            </a:xfrm>
            <a:custGeom>
              <a:avLst/>
              <a:gdLst>
                <a:gd name="T0" fmla="*/ 5 w 5"/>
                <a:gd name="T1" fmla="*/ 3 h 3"/>
                <a:gd name="T2" fmla="*/ 3 w 5"/>
                <a:gd name="T3" fmla="*/ 1 h 3"/>
                <a:gd name="T4" fmla="*/ 1 w 5"/>
                <a:gd name="T5" fmla="*/ 1 h 3"/>
                <a:gd name="T6" fmla="*/ 1 w 5"/>
                <a:gd name="T7" fmla="*/ 3 h 3"/>
                <a:gd name="T8" fmla="*/ 5 w 5"/>
                <a:gd name="T9" fmla="*/ 3 h 3"/>
              </a:gdLst>
              <a:ahLst/>
              <a:cxnLst>
                <a:cxn ang="0">
                  <a:pos x="T0" y="T1"/>
                </a:cxn>
                <a:cxn ang="0">
                  <a:pos x="T2" y="T3"/>
                </a:cxn>
                <a:cxn ang="0">
                  <a:pos x="T4" y="T5"/>
                </a:cxn>
                <a:cxn ang="0">
                  <a:pos x="T6" y="T7"/>
                </a:cxn>
                <a:cxn ang="0">
                  <a:pos x="T8" y="T9"/>
                </a:cxn>
              </a:cxnLst>
              <a:rect l="0" t="0" r="r" b="b"/>
              <a:pathLst>
                <a:path w="5" h="3">
                  <a:moveTo>
                    <a:pt x="5" y="3"/>
                  </a:moveTo>
                  <a:cubicBezTo>
                    <a:pt x="4" y="2"/>
                    <a:pt x="4" y="1"/>
                    <a:pt x="3" y="1"/>
                  </a:cubicBezTo>
                  <a:cubicBezTo>
                    <a:pt x="3" y="0"/>
                    <a:pt x="1" y="1"/>
                    <a:pt x="1" y="1"/>
                  </a:cubicBezTo>
                  <a:cubicBezTo>
                    <a:pt x="0" y="1"/>
                    <a:pt x="1" y="3"/>
                    <a:pt x="1" y="3"/>
                  </a:cubicBezTo>
                  <a:cubicBezTo>
                    <a:pt x="2" y="3"/>
                    <a:pt x="4" y="3"/>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42" name="Freeform 3150"/>
            <p:cNvSpPr/>
            <p:nvPr/>
          </p:nvSpPr>
          <p:spPr bwMode="auto">
            <a:xfrm>
              <a:off x="7323442" y="9180291"/>
              <a:ext cx="14288" cy="4763"/>
            </a:xfrm>
            <a:custGeom>
              <a:avLst/>
              <a:gdLst>
                <a:gd name="T0" fmla="*/ 2 w 5"/>
                <a:gd name="T1" fmla="*/ 2 h 2"/>
                <a:gd name="T2" fmla="*/ 5 w 5"/>
                <a:gd name="T3" fmla="*/ 1 h 2"/>
                <a:gd name="T4" fmla="*/ 3 w 5"/>
                <a:gd name="T5" fmla="*/ 0 h 2"/>
                <a:gd name="T6" fmla="*/ 1 w 5"/>
                <a:gd name="T7" fmla="*/ 1 h 2"/>
                <a:gd name="T8" fmla="*/ 2 w 5"/>
                <a:gd name="T9" fmla="*/ 2 h 2"/>
              </a:gdLst>
              <a:ahLst/>
              <a:cxnLst>
                <a:cxn ang="0">
                  <a:pos x="T0" y="T1"/>
                </a:cxn>
                <a:cxn ang="0">
                  <a:pos x="T2" y="T3"/>
                </a:cxn>
                <a:cxn ang="0">
                  <a:pos x="T4" y="T5"/>
                </a:cxn>
                <a:cxn ang="0">
                  <a:pos x="T6" y="T7"/>
                </a:cxn>
                <a:cxn ang="0">
                  <a:pos x="T8" y="T9"/>
                </a:cxn>
              </a:cxnLst>
              <a:rect l="0" t="0" r="r" b="b"/>
              <a:pathLst>
                <a:path w="5" h="2">
                  <a:moveTo>
                    <a:pt x="2" y="2"/>
                  </a:moveTo>
                  <a:cubicBezTo>
                    <a:pt x="3" y="2"/>
                    <a:pt x="4" y="2"/>
                    <a:pt x="5" y="1"/>
                  </a:cubicBezTo>
                  <a:cubicBezTo>
                    <a:pt x="4" y="1"/>
                    <a:pt x="3" y="1"/>
                    <a:pt x="3" y="0"/>
                  </a:cubicBezTo>
                  <a:cubicBezTo>
                    <a:pt x="2" y="1"/>
                    <a:pt x="1" y="1"/>
                    <a:pt x="1" y="1"/>
                  </a:cubicBezTo>
                  <a:cubicBezTo>
                    <a:pt x="0" y="1"/>
                    <a:pt x="1" y="2"/>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43" name="Freeform 3151"/>
            <p:cNvSpPr/>
            <p:nvPr/>
          </p:nvSpPr>
          <p:spPr bwMode="auto">
            <a:xfrm>
              <a:off x="7539342" y="9175528"/>
              <a:ext cx="12700" cy="4763"/>
            </a:xfrm>
            <a:custGeom>
              <a:avLst/>
              <a:gdLst>
                <a:gd name="T0" fmla="*/ 2 w 5"/>
                <a:gd name="T1" fmla="*/ 2 h 2"/>
                <a:gd name="T2" fmla="*/ 5 w 5"/>
                <a:gd name="T3" fmla="*/ 1 h 2"/>
                <a:gd name="T4" fmla="*/ 3 w 5"/>
                <a:gd name="T5" fmla="*/ 0 h 2"/>
                <a:gd name="T6" fmla="*/ 1 w 5"/>
                <a:gd name="T7" fmla="*/ 1 h 2"/>
                <a:gd name="T8" fmla="*/ 2 w 5"/>
                <a:gd name="T9" fmla="*/ 2 h 2"/>
              </a:gdLst>
              <a:ahLst/>
              <a:cxnLst>
                <a:cxn ang="0">
                  <a:pos x="T0" y="T1"/>
                </a:cxn>
                <a:cxn ang="0">
                  <a:pos x="T2" y="T3"/>
                </a:cxn>
                <a:cxn ang="0">
                  <a:pos x="T4" y="T5"/>
                </a:cxn>
                <a:cxn ang="0">
                  <a:pos x="T6" y="T7"/>
                </a:cxn>
                <a:cxn ang="0">
                  <a:pos x="T8" y="T9"/>
                </a:cxn>
              </a:cxnLst>
              <a:rect l="0" t="0" r="r" b="b"/>
              <a:pathLst>
                <a:path w="5" h="2">
                  <a:moveTo>
                    <a:pt x="2" y="2"/>
                  </a:moveTo>
                  <a:cubicBezTo>
                    <a:pt x="3" y="2"/>
                    <a:pt x="4" y="1"/>
                    <a:pt x="5" y="1"/>
                  </a:cubicBezTo>
                  <a:cubicBezTo>
                    <a:pt x="4" y="1"/>
                    <a:pt x="4" y="1"/>
                    <a:pt x="3" y="0"/>
                  </a:cubicBezTo>
                  <a:cubicBezTo>
                    <a:pt x="2" y="1"/>
                    <a:pt x="1" y="1"/>
                    <a:pt x="1" y="1"/>
                  </a:cubicBezTo>
                  <a:cubicBezTo>
                    <a:pt x="0" y="1"/>
                    <a:pt x="1" y="2"/>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44" name="Freeform 3152"/>
            <p:cNvSpPr/>
            <p:nvPr/>
          </p:nvSpPr>
          <p:spPr bwMode="auto">
            <a:xfrm>
              <a:off x="7755242" y="9169178"/>
              <a:ext cx="11113" cy="3175"/>
            </a:xfrm>
            <a:custGeom>
              <a:avLst/>
              <a:gdLst>
                <a:gd name="T0" fmla="*/ 4 w 4"/>
                <a:gd name="T1" fmla="*/ 0 h 1"/>
                <a:gd name="T2" fmla="*/ 1 w 4"/>
                <a:gd name="T3" fmla="*/ 0 h 1"/>
                <a:gd name="T4" fmla="*/ 0 w 4"/>
                <a:gd name="T5" fmla="*/ 1 h 1"/>
                <a:gd name="T6" fmla="*/ 3 w 4"/>
                <a:gd name="T7" fmla="*/ 1 h 1"/>
                <a:gd name="T8" fmla="*/ 4 w 4"/>
                <a:gd name="T9" fmla="*/ 0 h 1"/>
              </a:gdLst>
              <a:ahLst/>
              <a:cxnLst>
                <a:cxn ang="0">
                  <a:pos x="T0" y="T1"/>
                </a:cxn>
                <a:cxn ang="0">
                  <a:pos x="T2" y="T3"/>
                </a:cxn>
                <a:cxn ang="0">
                  <a:pos x="T4" y="T5"/>
                </a:cxn>
                <a:cxn ang="0">
                  <a:pos x="T6" y="T7"/>
                </a:cxn>
                <a:cxn ang="0">
                  <a:pos x="T8" y="T9"/>
                </a:cxn>
              </a:cxnLst>
              <a:rect l="0" t="0" r="r" b="b"/>
              <a:pathLst>
                <a:path w="4" h="1">
                  <a:moveTo>
                    <a:pt x="4" y="0"/>
                  </a:moveTo>
                  <a:cubicBezTo>
                    <a:pt x="3" y="0"/>
                    <a:pt x="2" y="0"/>
                    <a:pt x="1" y="0"/>
                  </a:cubicBezTo>
                  <a:cubicBezTo>
                    <a:pt x="0" y="0"/>
                    <a:pt x="0" y="0"/>
                    <a:pt x="0" y="1"/>
                  </a:cubicBezTo>
                  <a:cubicBezTo>
                    <a:pt x="1" y="1"/>
                    <a:pt x="2" y="1"/>
                    <a:pt x="3" y="1"/>
                  </a:cubicBezTo>
                  <a:cubicBezTo>
                    <a:pt x="3" y="1"/>
                    <a:pt x="4"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45" name="Freeform 3153"/>
            <p:cNvSpPr/>
            <p:nvPr/>
          </p:nvSpPr>
          <p:spPr bwMode="auto">
            <a:xfrm>
              <a:off x="7967967" y="9139016"/>
              <a:ext cx="9525" cy="6350"/>
            </a:xfrm>
            <a:custGeom>
              <a:avLst/>
              <a:gdLst>
                <a:gd name="T0" fmla="*/ 1 w 4"/>
                <a:gd name="T1" fmla="*/ 2 h 2"/>
                <a:gd name="T2" fmla="*/ 4 w 4"/>
                <a:gd name="T3" fmla="*/ 0 h 2"/>
                <a:gd name="T4" fmla="*/ 2 w 4"/>
                <a:gd name="T5" fmla="*/ 0 h 2"/>
                <a:gd name="T6" fmla="*/ 0 w 4"/>
                <a:gd name="T7" fmla="*/ 1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2" y="1"/>
                    <a:pt x="3" y="1"/>
                    <a:pt x="4" y="0"/>
                  </a:cubicBezTo>
                  <a:cubicBezTo>
                    <a:pt x="4" y="0"/>
                    <a:pt x="3" y="0"/>
                    <a:pt x="2" y="0"/>
                  </a:cubicBezTo>
                  <a:cubicBezTo>
                    <a:pt x="2" y="0"/>
                    <a:pt x="0" y="1"/>
                    <a:pt x="0" y="1"/>
                  </a:cubicBezTo>
                  <a:cubicBezTo>
                    <a:pt x="0" y="1"/>
                    <a:pt x="1"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46" name="Freeform 3154"/>
            <p:cNvSpPr/>
            <p:nvPr/>
          </p:nvSpPr>
          <p:spPr bwMode="auto">
            <a:xfrm>
              <a:off x="8179104" y="9080278"/>
              <a:ext cx="11113" cy="4763"/>
            </a:xfrm>
            <a:custGeom>
              <a:avLst/>
              <a:gdLst>
                <a:gd name="T0" fmla="*/ 1 w 4"/>
                <a:gd name="T1" fmla="*/ 2 h 2"/>
                <a:gd name="T2" fmla="*/ 4 w 4"/>
                <a:gd name="T3" fmla="*/ 0 h 2"/>
                <a:gd name="T4" fmla="*/ 3 w 4"/>
                <a:gd name="T5" fmla="*/ 0 h 2"/>
                <a:gd name="T6" fmla="*/ 0 w 4"/>
                <a:gd name="T7" fmla="*/ 1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2" y="1"/>
                    <a:pt x="3" y="1"/>
                    <a:pt x="4" y="0"/>
                  </a:cubicBezTo>
                  <a:cubicBezTo>
                    <a:pt x="4" y="0"/>
                    <a:pt x="3" y="0"/>
                    <a:pt x="3" y="0"/>
                  </a:cubicBezTo>
                  <a:cubicBezTo>
                    <a:pt x="2" y="0"/>
                    <a:pt x="1" y="1"/>
                    <a:pt x="0" y="1"/>
                  </a:cubicBezTo>
                  <a:cubicBezTo>
                    <a:pt x="0" y="1"/>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47" name="Freeform 3155"/>
            <p:cNvSpPr/>
            <p:nvPr/>
          </p:nvSpPr>
          <p:spPr bwMode="auto">
            <a:xfrm>
              <a:off x="8390242" y="8989791"/>
              <a:ext cx="11113" cy="7938"/>
            </a:xfrm>
            <a:custGeom>
              <a:avLst/>
              <a:gdLst>
                <a:gd name="T0" fmla="*/ 4 w 4"/>
                <a:gd name="T1" fmla="*/ 1 h 3"/>
                <a:gd name="T2" fmla="*/ 3 w 4"/>
                <a:gd name="T3" fmla="*/ 0 h 3"/>
                <a:gd name="T4" fmla="*/ 0 w 4"/>
                <a:gd name="T5" fmla="*/ 2 h 3"/>
                <a:gd name="T6" fmla="*/ 3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1"/>
                    <a:pt x="3" y="0"/>
                    <a:pt x="3" y="0"/>
                  </a:cubicBezTo>
                  <a:cubicBezTo>
                    <a:pt x="2" y="1"/>
                    <a:pt x="1" y="2"/>
                    <a:pt x="0" y="2"/>
                  </a:cubicBezTo>
                  <a:cubicBezTo>
                    <a:pt x="1" y="2"/>
                    <a:pt x="2" y="2"/>
                    <a:pt x="3" y="3"/>
                  </a:cubicBezTo>
                  <a:cubicBezTo>
                    <a:pt x="3" y="2"/>
                    <a:pt x="4"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48" name="Freeform 3156"/>
            <p:cNvSpPr/>
            <p:nvPr/>
          </p:nvSpPr>
          <p:spPr bwMode="auto">
            <a:xfrm>
              <a:off x="8602967" y="8878666"/>
              <a:ext cx="11113" cy="7938"/>
            </a:xfrm>
            <a:custGeom>
              <a:avLst/>
              <a:gdLst>
                <a:gd name="T0" fmla="*/ 1 w 4"/>
                <a:gd name="T1" fmla="*/ 3 h 3"/>
                <a:gd name="T2" fmla="*/ 4 w 4"/>
                <a:gd name="T3" fmla="*/ 0 h 3"/>
                <a:gd name="T4" fmla="*/ 2 w 4"/>
                <a:gd name="T5" fmla="*/ 0 h 3"/>
                <a:gd name="T6" fmla="*/ 0 w 4"/>
                <a:gd name="T7" fmla="*/ 2 h 3"/>
                <a:gd name="T8" fmla="*/ 1 w 4"/>
                <a:gd name="T9" fmla="*/ 3 h 3"/>
              </a:gdLst>
              <a:ahLst/>
              <a:cxnLst>
                <a:cxn ang="0">
                  <a:pos x="T0" y="T1"/>
                </a:cxn>
                <a:cxn ang="0">
                  <a:pos x="T2" y="T3"/>
                </a:cxn>
                <a:cxn ang="0">
                  <a:pos x="T4" y="T5"/>
                </a:cxn>
                <a:cxn ang="0">
                  <a:pos x="T6" y="T7"/>
                </a:cxn>
                <a:cxn ang="0">
                  <a:pos x="T8" y="T9"/>
                </a:cxn>
              </a:cxnLst>
              <a:rect l="0" t="0" r="r" b="b"/>
              <a:pathLst>
                <a:path w="4" h="3">
                  <a:moveTo>
                    <a:pt x="1" y="3"/>
                  </a:moveTo>
                  <a:cubicBezTo>
                    <a:pt x="2" y="2"/>
                    <a:pt x="3" y="1"/>
                    <a:pt x="4" y="0"/>
                  </a:cubicBezTo>
                  <a:cubicBezTo>
                    <a:pt x="3" y="0"/>
                    <a:pt x="3" y="0"/>
                    <a:pt x="2" y="0"/>
                  </a:cubicBezTo>
                  <a:cubicBezTo>
                    <a:pt x="1" y="1"/>
                    <a:pt x="0" y="2"/>
                    <a:pt x="0" y="2"/>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49" name="Freeform 3157"/>
            <p:cNvSpPr/>
            <p:nvPr/>
          </p:nvSpPr>
          <p:spPr bwMode="auto">
            <a:xfrm>
              <a:off x="8810929" y="8743728"/>
              <a:ext cx="14288" cy="11113"/>
            </a:xfrm>
            <a:custGeom>
              <a:avLst/>
              <a:gdLst>
                <a:gd name="T0" fmla="*/ 5 w 5"/>
                <a:gd name="T1" fmla="*/ 0 h 4"/>
                <a:gd name="T2" fmla="*/ 2 w 5"/>
                <a:gd name="T3" fmla="*/ 1 h 4"/>
                <a:gd name="T4" fmla="*/ 0 w 5"/>
                <a:gd name="T5" fmla="*/ 4 h 4"/>
                <a:gd name="T6" fmla="*/ 4 w 5"/>
                <a:gd name="T7" fmla="*/ 2 h 4"/>
                <a:gd name="T8" fmla="*/ 5 w 5"/>
                <a:gd name="T9" fmla="*/ 0 h 4"/>
              </a:gdLst>
              <a:ahLst/>
              <a:cxnLst>
                <a:cxn ang="0">
                  <a:pos x="T0" y="T1"/>
                </a:cxn>
                <a:cxn ang="0">
                  <a:pos x="T2" y="T3"/>
                </a:cxn>
                <a:cxn ang="0">
                  <a:pos x="T4" y="T5"/>
                </a:cxn>
                <a:cxn ang="0">
                  <a:pos x="T6" y="T7"/>
                </a:cxn>
                <a:cxn ang="0">
                  <a:pos x="T8" y="T9"/>
                </a:cxn>
              </a:cxnLst>
              <a:rect l="0" t="0" r="r" b="b"/>
              <a:pathLst>
                <a:path w="5" h="4">
                  <a:moveTo>
                    <a:pt x="5" y="0"/>
                  </a:moveTo>
                  <a:cubicBezTo>
                    <a:pt x="4" y="0"/>
                    <a:pt x="3" y="0"/>
                    <a:pt x="2" y="1"/>
                  </a:cubicBezTo>
                  <a:cubicBezTo>
                    <a:pt x="1" y="2"/>
                    <a:pt x="1" y="3"/>
                    <a:pt x="0" y="4"/>
                  </a:cubicBezTo>
                  <a:cubicBezTo>
                    <a:pt x="2" y="3"/>
                    <a:pt x="3" y="3"/>
                    <a:pt x="4" y="2"/>
                  </a:cubicBezTo>
                  <a:cubicBezTo>
                    <a:pt x="4" y="2"/>
                    <a:pt x="4" y="1"/>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50" name="Freeform 3158"/>
            <p:cNvSpPr/>
            <p:nvPr/>
          </p:nvSpPr>
          <p:spPr bwMode="auto">
            <a:xfrm>
              <a:off x="9023654" y="8591328"/>
              <a:ext cx="11113" cy="11113"/>
            </a:xfrm>
            <a:custGeom>
              <a:avLst/>
              <a:gdLst>
                <a:gd name="T0" fmla="*/ 2 w 4"/>
                <a:gd name="T1" fmla="*/ 3 h 4"/>
                <a:gd name="T2" fmla="*/ 4 w 4"/>
                <a:gd name="T3" fmla="*/ 1 h 4"/>
                <a:gd name="T4" fmla="*/ 2 w 4"/>
                <a:gd name="T5" fmla="*/ 0 h 4"/>
                <a:gd name="T6" fmla="*/ 0 w 4"/>
                <a:gd name="T7" fmla="*/ 3 h 4"/>
                <a:gd name="T8" fmla="*/ 2 w 4"/>
                <a:gd name="T9" fmla="*/ 3 h 4"/>
              </a:gdLst>
              <a:ahLst/>
              <a:cxnLst>
                <a:cxn ang="0">
                  <a:pos x="T0" y="T1"/>
                </a:cxn>
                <a:cxn ang="0">
                  <a:pos x="T2" y="T3"/>
                </a:cxn>
                <a:cxn ang="0">
                  <a:pos x="T4" y="T5"/>
                </a:cxn>
                <a:cxn ang="0">
                  <a:pos x="T6" y="T7"/>
                </a:cxn>
                <a:cxn ang="0">
                  <a:pos x="T8" y="T9"/>
                </a:cxn>
              </a:cxnLst>
              <a:rect l="0" t="0" r="r" b="b"/>
              <a:pathLst>
                <a:path w="4" h="4">
                  <a:moveTo>
                    <a:pt x="2" y="3"/>
                  </a:moveTo>
                  <a:cubicBezTo>
                    <a:pt x="2" y="3"/>
                    <a:pt x="3" y="1"/>
                    <a:pt x="4" y="1"/>
                  </a:cubicBezTo>
                  <a:cubicBezTo>
                    <a:pt x="3" y="0"/>
                    <a:pt x="3" y="0"/>
                    <a:pt x="2" y="0"/>
                  </a:cubicBezTo>
                  <a:cubicBezTo>
                    <a:pt x="1" y="1"/>
                    <a:pt x="1" y="2"/>
                    <a:pt x="0" y="3"/>
                  </a:cubicBezTo>
                  <a:cubicBezTo>
                    <a:pt x="0" y="3"/>
                    <a:pt x="1" y="4"/>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51" name="Freeform 3159"/>
            <p:cNvSpPr/>
            <p:nvPr/>
          </p:nvSpPr>
          <p:spPr bwMode="auto">
            <a:xfrm>
              <a:off x="9231617" y="8418291"/>
              <a:ext cx="14288" cy="9525"/>
            </a:xfrm>
            <a:custGeom>
              <a:avLst/>
              <a:gdLst>
                <a:gd name="T0" fmla="*/ 5 w 5"/>
                <a:gd name="T1" fmla="*/ 1 h 4"/>
                <a:gd name="T2" fmla="*/ 3 w 5"/>
                <a:gd name="T3" fmla="*/ 0 h 4"/>
                <a:gd name="T4" fmla="*/ 0 w 5"/>
                <a:gd name="T5" fmla="*/ 3 h 4"/>
                <a:gd name="T6" fmla="*/ 3 w 5"/>
                <a:gd name="T7" fmla="*/ 4 h 4"/>
                <a:gd name="T8" fmla="*/ 5 w 5"/>
                <a:gd name="T9" fmla="*/ 1 h 4"/>
              </a:gdLst>
              <a:ahLst/>
              <a:cxnLst>
                <a:cxn ang="0">
                  <a:pos x="T0" y="T1"/>
                </a:cxn>
                <a:cxn ang="0">
                  <a:pos x="T2" y="T3"/>
                </a:cxn>
                <a:cxn ang="0">
                  <a:pos x="T4" y="T5"/>
                </a:cxn>
                <a:cxn ang="0">
                  <a:pos x="T6" y="T7"/>
                </a:cxn>
                <a:cxn ang="0">
                  <a:pos x="T8" y="T9"/>
                </a:cxn>
              </a:cxnLst>
              <a:rect l="0" t="0" r="r" b="b"/>
              <a:pathLst>
                <a:path w="5" h="4">
                  <a:moveTo>
                    <a:pt x="5" y="1"/>
                  </a:moveTo>
                  <a:cubicBezTo>
                    <a:pt x="4" y="1"/>
                    <a:pt x="4" y="0"/>
                    <a:pt x="3" y="0"/>
                  </a:cubicBezTo>
                  <a:cubicBezTo>
                    <a:pt x="2" y="1"/>
                    <a:pt x="1" y="2"/>
                    <a:pt x="0" y="3"/>
                  </a:cubicBezTo>
                  <a:cubicBezTo>
                    <a:pt x="1" y="4"/>
                    <a:pt x="2" y="4"/>
                    <a:pt x="3" y="4"/>
                  </a:cubicBezTo>
                  <a:cubicBezTo>
                    <a:pt x="3" y="3"/>
                    <a:pt x="4" y="2"/>
                    <a:pt x="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52" name="Freeform 3160"/>
            <p:cNvSpPr/>
            <p:nvPr/>
          </p:nvSpPr>
          <p:spPr bwMode="auto">
            <a:xfrm>
              <a:off x="9444342" y="8232553"/>
              <a:ext cx="11113" cy="14288"/>
            </a:xfrm>
            <a:custGeom>
              <a:avLst/>
              <a:gdLst>
                <a:gd name="T0" fmla="*/ 4 w 4"/>
                <a:gd name="T1" fmla="*/ 1 h 5"/>
                <a:gd name="T2" fmla="*/ 2 w 4"/>
                <a:gd name="T3" fmla="*/ 1 h 5"/>
                <a:gd name="T4" fmla="*/ 0 w 4"/>
                <a:gd name="T5" fmla="*/ 4 h 5"/>
                <a:gd name="T6" fmla="*/ 2 w 4"/>
                <a:gd name="T7" fmla="*/ 5 h 5"/>
                <a:gd name="T8" fmla="*/ 4 w 4"/>
                <a:gd name="T9" fmla="*/ 1 h 5"/>
              </a:gdLst>
              <a:ahLst/>
              <a:cxnLst>
                <a:cxn ang="0">
                  <a:pos x="T0" y="T1"/>
                </a:cxn>
                <a:cxn ang="0">
                  <a:pos x="T2" y="T3"/>
                </a:cxn>
                <a:cxn ang="0">
                  <a:pos x="T4" y="T5"/>
                </a:cxn>
                <a:cxn ang="0">
                  <a:pos x="T6" y="T7"/>
                </a:cxn>
                <a:cxn ang="0">
                  <a:pos x="T8" y="T9"/>
                </a:cxn>
              </a:cxnLst>
              <a:rect l="0" t="0" r="r" b="b"/>
              <a:pathLst>
                <a:path w="4" h="5">
                  <a:moveTo>
                    <a:pt x="4" y="1"/>
                  </a:moveTo>
                  <a:cubicBezTo>
                    <a:pt x="3" y="1"/>
                    <a:pt x="3" y="0"/>
                    <a:pt x="2" y="1"/>
                  </a:cubicBezTo>
                  <a:cubicBezTo>
                    <a:pt x="2" y="1"/>
                    <a:pt x="1" y="3"/>
                    <a:pt x="0" y="4"/>
                  </a:cubicBezTo>
                  <a:cubicBezTo>
                    <a:pt x="0" y="4"/>
                    <a:pt x="1" y="5"/>
                    <a:pt x="2" y="5"/>
                  </a:cubicBezTo>
                  <a:cubicBezTo>
                    <a:pt x="3" y="4"/>
                    <a:pt x="3" y="3"/>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53" name="Freeform 3161"/>
            <p:cNvSpPr/>
            <p:nvPr/>
          </p:nvSpPr>
          <p:spPr bwMode="auto">
            <a:xfrm>
              <a:off x="9652304" y="8040466"/>
              <a:ext cx="11113" cy="15875"/>
            </a:xfrm>
            <a:custGeom>
              <a:avLst/>
              <a:gdLst>
                <a:gd name="T0" fmla="*/ 4 w 4"/>
                <a:gd name="T1" fmla="*/ 3 h 6"/>
                <a:gd name="T2" fmla="*/ 3 w 4"/>
                <a:gd name="T3" fmla="*/ 1 h 6"/>
                <a:gd name="T4" fmla="*/ 0 w 4"/>
                <a:gd name="T5" fmla="*/ 4 h 6"/>
                <a:gd name="T6" fmla="*/ 0 w 4"/>
                <a:gd name="T7" fmla="*/ 6 h 6"/>
                <a:gd name="T8" fmla="*/ 4 w 4"/>
                <a:gd name="T9" fmla="*/ 3 h 6"/>
              </a:gdLst>
              <a:ahLst/>
              <a:cxnLst>
                <a:cxn ang="0">
                  <a:pos x="T0" y="T1"/>
                </a:cxn>
                <a:cxn ang="0">
                  <a:pos x="T2" y="T3"/>
                </a:cxn>
                <a:cxn ang="0">
                  <a:pos x="T4" y="T5"/>
                </a:cxn>
                <a:cxn ang="0">
                  <a:pos x="T6" y="T7"/>
                </a:cxn>
                <a:cxn ang="0">
                  <a:pos x="T8" y="T9"/>
                </a:cxn>
              </a:cxnLst>
              <a:rect l="0" t="0" r="r" b="b"/>
              <a:pathLst>
                <a:path w="4" h="6">
                  <a:moveTo>
                    <a:pt x="4" y="3"/>
                  </a:moveTo>
                  <a:cubicBezTo>
                    <a:pt x="4" y="2"/>
                    <a:pt x="4" y="0"/>
                    <a:pt x="3" y="1"/>
                  </a:cubicBezTo>
                  <a:cubicBezTo>
                    <a:pt x="2" y="1"/>
                    <a:pt x="1" y="3"/>
                    <a:pt x="0" y="4"/>
                  </a:cubicBezTo>
                  <a:cubicBezTo>
                    <a:pt x="0" y="4"/>
                    <a:pt x="0" y="6"/>
                    <a:pt x="0" y="6"/>
                  </a:cubicBezTo>
                  <a:cubicBezTo>
                    <a:pt x="2" y="5"/>
                    <a:pt x="3" y="4"/>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54" name="Freeform 3162"/>
            <p:cNvSpPr/>
            <p:nvPr/>
          </p:nvSpPr>
          <p:spPr bwMode="auto">
            <a:xfrm>
              <a:off x="9861854" y="7845203"/>
              <a:ext cx="11113" cy="15875"/>
            </a:xfrm>
            <a:custGeom>
              <a:avLst/>
              <a:gdLst>
                <a:gd name="T0" fmla="*/ 4 w 4"/>
                <a:gd name="T1" fmla="*/ 3 h 6"/>
                <a:gd name="T2" fmla="*/ 3 w 4"/>
                <a:gd name="T3" fmla="*/ 1 h 6"/>
                <a:gd name="T4" fmla="*/ 0 w 4"/>
                <a:gd name="T5" fmla="*/ 4 h 6"/>
                <a:gd name="T6" fmla="*/ 0 w 4"/>
                <a:gd name="T7" fmla="*/ 6 h 6"/>
                <a:gd name="T8" fmla="*/ 4 w 4"/>
                <a:gd name="T9" fmla="*/ 3 h 6"/>
              </a:gdLst>
              <a:ahLst/>
              <a:cxnLst>
                <a:cxn ang="0">
                  <a:pos x="T0" y="T1"/>
                </a:cxn>
                <a:cxn ang="0">
                  <a:pos x="T2" y="T3"/>
                </a:cxn>
                <a:cxn ang="0">
                  <a:pos x="T4" y="T5"/>
                </a:cxn>
                <a:cxn ang="0">
                  <a:pos x="T6" y="T7"/>
                </a:cxn>
                <a:cxn ang="0">
                  <a:pos x="T8" y="T9"/>
                </a:cxn>
              </a:cxnLst>
              <a:rect l="0" t="0" r="r" b="b"/>
              <a:pathLst>
                <a:path w="4" h="6">
                  <a:moveTo>
                    <a:pt x="4" y="3"/>
                  </a:moveTo>
                  <a:cubicBezTo>
                    <a:pt x="4" y="2"/>
                    <a:pt x="4" y="0"/>
                    <a:pt x="3" y="1"/>
                  </a:cubicBezTo>
                  <a:cubicBezTo>
                    <a:pt x="2" y="1"/>
                    <a:pt x="1" y="3"/>
                    <a:pt x="0" y="4"/>
                  </a:cubicBezTo>
                  <a:cubicBezTo>
                    <a:pt x="0" y="4"/>
                    <a:pt x="0" y="6"/>
                    <a:pt x="0" y="6"/>
                  </a:cubicBezTo>
                  <a:cubicBezTo>
                    <a:pt x="2" y="6"/>
                    <a:pt x="3" y="4"/>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55" name="Freeform 3163"/>
            <p:cNvSpPr/>
            <p:nvPr/>
          </p:nvSpPr>
          <p:spPr bwMode="auto">
            <a:xfrm>
              <a:off x="10071404" y="7651528"/>
              <a:ext cx="9525" cy="14288"/>
            </a:xfrm>
            <a:custGeom>
              <a:avLst/>
              <a:gdLst>
                <a:gd name="T0" fmla="*/ 4 w 4"/>
                <a:gd name="T1" fmla="*/ 0 h 5"/>
                <a:gd name="T2" fmla="*/ 2 w 4"/>
                <a:gd name="T3" fmla="*/ 2 h 5"/>
                <a:gd name="T4" fmla="*/ 0 w 4"/>
                <a:gd name="T5" fmla="*/ 5 h 5"/>
                <a:gd name="T6" fmla="*/ 3 w 4"/>
                <a:gd name="T7" fmla="*/ 4 h 5"/>
                <a:gd name="T8" fmla="*/ 4 w 4"/>
                <a:gd name="T9" fmla="*/ 0 h 5"/>
              </a:gdLst>
              <a:ahLst/>
              <a:cxnLst>
                <a:cxn ang="0">
                  <a:pos x="T0" y="T1"/>
                </a:cxn>
                <a:cxn ang="0">
                  <a:pos x="T2" y="T3"/>
                </a:cxn>
                <a:cxn ang="0">
                  <a:pos x="T4" y="T5"/>
                </a:cxn>
                <a:cxn ang="0">
                  <a:pos x="T6" y="T7"/>
                </a:cxn>
                <a:cxn ang="0">
                  <a:pos x="T8" y="T9"/>
                </a:cxn>
              </a:cxnLst>
              <a:rect l="0" t="0" r="r" b="b"/>
              <a:pathLst>
                <a:path w="4" h="5">
                  <a:moveTo>
                    <a:pt x="4" y="0"/>
                  </a:moveTo>
                  <a:cubicBezTo>
                    <a:pt x="3" y="1"/>
                    <a:pt x="2" y="1"/>
                    <a:pt x="2" y="2"/>
                  </a:cubicBezTo>
                  <a:cubicBezTo>
                    <a:pt x="1" y="2"/>
                    <a:pt x="0" y="4"/>
                    <a:pt x="0" y="5"/>
                  </a:cubicBezTo>
                  <a:cubicBezTo>
                    <a:pt x="1" y="5"/>
                    <a:pt x="2" y="4"/>
                    <a:pt x="3" y="4"/>
                  </a:cubicBezTo>
                  <a:cubicBezTo>
                    <a:pt x="4" y="3"/>
                    <a:pt x="4" y="1"/>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56" name="Freeform 3164"/>
            <p:cNvSpPr/>
            <p:nvPr/>
          </p:nvSpPr>
          <p:spPr bwMode="auto">
            <a:xfrm>
              <a:off x="10279367" y="7464203"/>
              <a:ext cx="11113" cy="14288"/>
            </a:xfrm>
            <a:custGeom>
              <a:avLst/>
              <a:gdLst>
                <a:gd name="T0" fmla="*/ 4 w 4"/>
                <a:gd name="T1" fmla="*/ 0 h 5"/>
                <a:gd name="T2" fmla="*/ 2 w 4"/>
                <a:gd name="T3" fmla="*/ 1 h 5"/>
                <a:gd name="T4" fmla="*/ 0 w 4"/>
                <a:gd name="T5" fmla="*/ 5 h 5"/>
                <a:gd name="T6" fmla="*/ 3 w 4"/>
                <a:gd name="T7" fmla="*/ 4 h 5"/>
                <a:gd name="T8" fmla="*/ 4 w 4"/>
                <a:gd name="T9" fmla="*/ 0 h 5"/>
              </a:gdLst>
              <a:ahLst/>
              <a:cxnLst>
                <a:cxn ang="0">
                  <a:pos x="T0" y="T1"/>
                </a:cxn>
                <a:cxn ang="0">
                  <a:pos x="T2" y="T3"/>
                </a:cxn>
                <a:cxn ang="0">
                  <a:pos x="T4" y="T5"/>
                </a:cxn>
                <a:cxn ang="0">
                  <a:pos x="T6" y="T7"/>
                </a:cxn>
                <a:cxn ang="0">
                  <a:pos x="T8" y="T9"/>
                </a:cxn>
              </a:cxnLst>
              <a:rect l="0" t="0" r="r" b="b"/>
              <a:pathLst>
                <a:path w="4" h="5">
                  <a:moveTo>
                    <a:pt x="4" y="0"/>
                  </a:moveTo>
                  <a:cubicBezTo>
                    <a:pt x="3" y="1"/>
                    <a:pt x="2" y="1"/>
                    <a:pt x="2" y="1"/>
                  </a:cubicBezTo>
                  <a:cubicBezTo>
                    <a:pt x="1" y="2"/>
                    <a:pt x="0" y="4"/>
                    <a:pt x="0" y="5"/>
                  </a:cubicBezTo>
                  <a:cubicBezTo>
                    <a:pt x="1" y="5"/>
                    <a:pt x="2" y="4"/>
                    <a:pt x="3" y="4"/>
                  </a:cubicBezTo>
                  <a:cubicBezTo>
                    <a:pt x="4" y="3"/>
                    <a:pt x="4" y="1"/>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57" name="Freeform 3165"/>
            <p:cNvSpPr/>
            <p:nvPr/>
          </p:nvSpPr>
          <p:spPr bwMode="auto">
            <a:xfrm>
              <a:off x="10488917" y="7291166"/>
              <a:ext cx="12700" cy="12700"/>
            </a:xfrm>
            <a:custGeom>
              <a:avLst/>
              <a:gdLst>
                <a:gd name="T0" fmla="*/ 5 w 5"/>
                <a:gd name="T1" fmla="*/ 2 h 5"/>
                <a:gd name="T2" fmla="*/ 3 w 5"/>
                <a:gd name="T3" fmla="*/ 0 h 5"/>
                <a:gd name="T4" fmla="*/ 0 w 5"/>
                <a:gd name="T5" fmla="*/ 3 h 5"/>
                <a:gd name="T6" fmla="*/ 0 w 5"/>
                <a:gd name="T7" fmla="*/ 5 h 5"/>
                <a:gd name="T8" fmla="*/ 5 w 5"/>
                <a:gd name="T9" fmla="*/ 2 h 5"/>
              </a:gdLst>
              <a:ahLst/>
              <a:cxnLst>
                <a:cxn ang="0">
                  <a:pos x="T0" y="T1"/>
                </a:cxn>
                <a:cxn ang="0">
                  <a:pos x="T2" y="T3"/>
                </a:cxn>
                <a:cxn ang="0">
                  <a:pos x="T4" y="T5"/>
                </a:cxn>
                <a:cxn ang="0">
                  <a:pos x="T6" y="T7"/>
                </a:cxn>
                <a:cxn ang="0">
                  <a:pos x="T8" y="T9"/>
                </a:cxn>
              </a:cxnLst>
              <a:rect l="0" t="0" r="r" b="b"/>
              <a:pathLst>
                <a:path w="5" h="5">
                  <a:moveTo>
                    <a:pt x="5" y="2"/>
                  </a:moveTo>
                  <a:cubicBezTo>
                    <a:pt x="4" y="1"/>
                    <a:pt x="4" y="0"/>
                    <a:pt x="3" y="0"/>
                  </a:cubicBezTo>
                  <a:cubicBezTo>
                    <a:pt x="2" y="0"/>
                    <a:pt x="1" y="2"/>
                    <a:pt x="0" y="3"/>
                  </a:cubicBezTo>
                  <a:cubicBezTo>
                    <a:pt x="0" y="3"/>
                    <a:pt x="0" y="5"/>
                    <a:pt x="0" y="5"/>
                  </a:cubicBezTo>
                  <a:cubicBezTo>
                    <a:pt x="2" y="4"/>
                    <a:pt x="3" y="3"/>
                    <a:pt x="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58" name="Freeform 3166"/>
            <p:cNvSpPr/>
            <p:nvPr/>
          </p:nvSpPr>
          <p:spPr bwMode="auto">
            <a:xfrm>
              <a:off x="10698467" y="7135591"/>
              <a:ext cx="9525" cy="11113"/>
            </a:xfrm>
            <a:custGeom>
              <a:avLst/>
              <a:gdLst>
                <a:gd name="T0" fmla="*/ 4 w 4"/>
                <a:gd name="T1" fmla="*/ 1 h 4"/>
                <a:gd name="T2" fmla="*/ 3 w 4"/>
                <a:gd name="T3" fmla="*/ 0 h 4"/>
                <a:gd name="T4" fmla="*/ 0 w 4"/>
                <a:gd name="T5" fmla="*/ 2 h 4"/>
                <a:gd name="T6" fmla="*/ 0 w 4"/>
                <a:gd name="T7" fmla="*/ 4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4" y="1"/>
                    <a:pt x="4" y="0"/>
                    <a:pt x="3" y="0"/>
                  </a:cubicBezTo>
                  <a:cubicBezTo>
                    <a:pt x="2" y="0"/>
                    <a:pt x="1" y="1"/>
                    <a:pt x="0" y="2"/>
                  </a:cubicBezTo>
                  <a:cubicBezTo>
                    <a:pt x="0" y="3"/>
                    <a:pt x="0" y="4"/>
                    <a:pt x="0" y="4"/>
                  </a:cubicBezTo>
                  <a:cubicBezTo>
                    <a:pt x="2" y="3"/>
                    <a:pt x="3" y="2"/>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59" name="Freeform 3167"/>
            <p:cNvSpPr/>
            <p:nvPr/>
          </p:nvSpPr>
          <p:spPr bwMode="auto">
            <a:xfrm>
              <a:off x="10906429" y="7005416"/>
              <a:ext cx="11113" cy="7938"/>
            </a:xfrm>
            <a:custGeom>
              <a:avLst/>
              <a:gdLst>
                <a:gd name="T0" fmla="*/ 2 w 4"/>
                <a:gd name="T1" fmla="*/ 3 h 3"/>
                <a:gd name="T2" fmla="*/ 4 w 4"/>
                <a:gd name="T3" fmla="*/ 1 h 3"/>
                <a:gd name="T4" fmla="*/ 2 w 4"/>
                <a:gd name="T5" fmla="*/ 0 h 3"/>
                <a:gd name="T6" fmla="*/ 0 w 4"/>
                <a:gd name="T7" fmla="*/ 2 h 3"/>
                <a:gd name="T8" fmla="*/ 2 w 4"/>
                <a:gd name="T9" fmla="*/ 3 h 3"/>
              </a:gdLst>
              <a:ahLst/>
              <a:cxnLst>
                <a:cxn ang="0">
                  <a:pos x="T0" y="T1"/>
                </a:cxn>
                <a:cxn ang="0">
                  <a:pos x="T2" y="T3"/>
                </a:cxn>
                <a:cxn ang="0">
                  <a:pos x="T4" y="T5"/>
                </a:cxn>
                <a:cxn ang="0">
                  <a:pos x="T6" y="T7"/>
                </a:cxn>
                <a:cxn ang="0">
                  <a:pos x="T8" y="T9"/>
                </a:cxn>
              </a:cxnLst>
              <a:rect l="0" t="0" r="r" b="b"/>
              <a:pathLst>
                <a:path w="4" h="3">
                  <a:moveTo>
                    <a:pt x="2" y="3"/>
                  </a:moveTo>
                  <a:cubicBezTo>
                    <a:pt x="2" y="3"/>
                    <a:pt x="3" y="2"/>
                    <a:pt x="4" y="1"/>
                  </a:cubicBezTo>
                  <a:cubicBezTo>
                    <a:pt x="3" y="1"/>
                    <a:pt x="2" y="0"/>
                    <a:pt x="2" y="0"/>
                  </a:cubicBezTo>
                  <a:cubicBezTo>
                    <a:pt x="1" y="0"/>
                    <a:pt x="0" y="1"/>
                    <a:pt x="0" y="2"/>
                  </a:cubicBezTo>
                  <a:cubicBezTo>
                    <a:pt x="0" y="3"/>
                    <a:pt x="1" y="3"/>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60" name="Freeform 3168"/>
            <p:cNvSpPr/>
            <p:nvPr/>
          </p:nvSpPr>
          <p:spPr bwMode="auto">
            <a:xfrm>
              <a:off x="11123917" y="6883178"/>
              <a:ext cx="14288" cy="14288"/>
            </a:xfrm>
            <a:custGeom>
              <a:avLst/>
              <a:gdLst>
                <a:gd name="T0" fmla="*/ 5 w 5"/>
                <a:gd name="T1" fmla="*/ 2 h 5"/>
                <a:gd name="T2" fmla="*/ 2 w 5"/>
                <a:gd name="T3" fmla="*/ 0 h 5"/>
                <a:gd name="T4" fmla="*/ 0 w 5"/>
                <a:gd name="T5" fmla="*/ 3 h 5"/>
                <a:gd name="T6" fmla="*/ 2 w 5"/>
                <a:gd name="T7" fmla="*/ 4 h 5"/>
                <a:gd name="T8" fmla="*/ 5 w 5"/>
                <a:gd name="T9" fmla="*/ 2 h 5"/>
              </a:gdLst>
              <a:ahLst/>
              <a:cxnLst>
                <a:cxn ang="0">
                  <a:pos x="T0" y="T1"/>
                </a:cxn>
                <a:cxn ang="0">
                  <a:pos x="T2" y="T3"/>
                </a:cxn>
                <a:cxn ang="0">
                  <a:pos x="T4" y="T5"/>
                </a:cxn>
                <a:cxn ang="0">
                  <a:pos x="T6" y="T7"/>
                </a:cxn>
                <a:cxn ang="0">
                  <a:pos x="T8" y="T9"/>
                </a:cxn>
              </a:cxnLst>
              <a:rect l="0" t="0" r="r" b="b"/>
              <a:pathLst>
                <a:path w="5" h="5">
                  <a:moveTo>
                    <a:pt x="5" y="2"/>
                  </a:moveTo>
                  <a:cubicBezTo>
                    <a:pt x="4" y="1"/>
                    <a:pt x="3" y="1"/>
                    <a:pt x="2" y="0"/>
                  </a:cubicBezTo>
                  <a:cubicBezTo>
                    <a:pt x="1" y="1"/>
                    <a:pt x="1" y="2"/>
                    <a:pt x="0" y="3"/>
                  </a:cubicBezTo>
                  <a:cubicBezTo>
                    <a:pt x="0" y="4"/>
                    <a:pt x="1" y="5"/>
                    <a:pt x="2" y="4"/>
                  </a:cubicBezTo>
                  <a:cubicBezTo>
                    <a:pt x="3" y="4"/>
                    <a:pt x="4" y="3"/>
                    <a:pt x="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61" name="Freeform 3169"/>
            <p:cNvSpPr/>
            <p:nvPr/>
          </p:nvSpPr>
          <p:spPr bwMode="auto">
            <a:xfrm>
              <a:off x="11381092" y="6748241"/>
              <a:ext cx="14288" cy="12700"/>
            </a:xfrm>
            <a:custGeom>
              <a:avLst/>
              <a:gdLst>
                <a:gd name="T0" fmla="*/ 2 w 5"/>
                <a:gd name="T1" fmla="*/ 5 h 5"/>
                <a:gd name="T2" fmla="*/ 5 w 5"/>
                <a:gd name="T3" fmla="*/ 1 h 5"/>
                <a:gd name="T4" fmla="*/ 3 w 5"/>
                <a:gd name="T5" fmla="*/ 0 h 5"/>
                <a:gd name="T6" fmla="*/ 0 w 5"/>
                <a:gd name="T7" fmla="*/ 3 h 5"/>
                <a:gd name="T8" fmla="*/ 2 w 5"/>
                <a:gd name="T9" fmla="*/ 5 h 5"/>
              </a:gdLst>
              <a:ahLst/>
              <a:cxnLst>
                <a:cxn ang="0">
                  <a:pos x="T0" y="T1"/>
                </a:cxn>
                <a:cxn ang="0">
                  <a:pos x="T2" y="T3"/>
                </a:cxn>
                <a:cxn ang="0">
                  <a:pos x="T4" y="T5"/>
                </a:cxn>
                <a:cxn ang="0">
                  <a:pos x="T6" y="T7"/>
                </a:cxn>
                <a:cxn ang="0">
                  <a:pos x="T8" y="T9"/>
                </a:cxn>
              </a:cxnLst>
              <a:rect l="0" t="0" r="r" b="b"/>
              <a:pathLst>
                <a:path w="5" h="5">
                  <a:moveTo>
                    <a:pt x="2" y="5"/>
                  </a:moveTo>
                  <a:cubicBezTo>
                    <a:pt x="3" y="4"/>
                    <a:pt x="4" y="2"/>
                    <a:pt x="5" y="1"/>
                  </a:cubicBezTo>
                  <a:cubicBezTo>
                    <a:pt x="5" y="0"/>
                    <a:pt x="4" y="0"/>
                    <a:pt x="3" y="0"/>
                  </a:cubicBezTo>
                  <a:cubicBezTo>
                    <a:pt x="2" y="1"/>
                    <a:pt x="0" y="2"/>
                    <a:pt x="0" y="3"/>
                  </a:cubicBezTo>
                  <a:cubicBezTo>
                    <a:pt x="0" y="3"/>
                    <a:pt x="1" y="4"/>
                    <a:pt x="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62" name="Freeform 3170"/>
            <p:cNvSpPr/>
            <p:nvPr/>
          </p:nvSpPr>
          <p:spPr bwMode="auto">
            <a:xfrm>
              <a:off x="11490629" y="6508528"/>
              <a:ext cx="15875" cy="19050"/>
            </a:xfrm>
            <a:custGeom>
              <a:avLst/>
              <a:gdLst>
                <a:gd name="T0" fmla="*/ 5 w 6"/>
                <a:gd name="T1" fmla="*/ 7 h 7"/>
                <a:gd name="T2" fmla="*/ 6 w 6"/>
                <a:gd name="T3" fmla="*/ 1 h 7"/>
                <a:gd name="T4" fmla="*/ 1 w 6"/>
                <a:gd name="T5" fmla="*/ 1 h 7"/>
                <a:gd name="T6" fmla="*/ 1 w 6"/>
                <a:gd name="T7" fmla="*/ 6 h 7"/>
                <a:gd name="T8" fmla="*/ 5 w 6"/>
                <a:gd name="T9" fmla="*/ 7 h 7"/>
              </a:gdLst>
              <a:ahLst/>
              <a:cxnLst>
                <a:cxn ang="0">
                  <a:pos x="T0" y="T1"/>
                </a:cxn>
                <a:cxn ang="0">
                  <a:pos x="T2" y="T3"/>
                </a:cxn>
                <a:cxn ang="0">
                  <a:pos x="T4" y="T5"/>
                </a:cxn>
                <a:cxn ang="0">
                  <a:pos x="T6" y="T7"/>
                </a:cxn>
                <a:cxn ang="0">
                  <a:pos x="T8" y="T9"/>
                </a:cxn>
              </a:cxnLst>
              <a:rect l="0" t="0" r="r" b="b"/>
              <a:pathLst>
                <a:path w="6" h="7">
                  <a:moveTo>
                    <a:pt x="5" y="7"/>
                  </a:moveTo>
                  <a:cubicBezTo>
                    <a:pt x="5" y="5"/>
                    <a:pt x="6" y="4"/>
                    <a:pt x="6" y="1"/>
                  </a:cubicBezTo>
                  <a:cubicBezTo>
                    <a:pt x="4" y="1"/>
                    <a:pt x="3" y="0"/>
                    <a:pt x="1" y="1"/>
                  </a:cubicBezTo>
                  <a:cubicBezTo>
                    <a:pt x="1" y="1"/>
                    <a:pt x="0" y="6"/>
                    <a:pt x="1" y="6"/>
                  </a:cubicBezTo>
                  <a:cubicBezTo>
                    <a:pt x="2" y="7"/>
                    <a:pt x="4" y="7"/>
                    <a:pt x="5"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63" name="Freeform 3171"/>
            <p:cNvSpPr/>
            <p:nvPr/>
          </p:nvSpPr>
          <p:spPr bwMode="auto">
            <a:xfrm>
              <a:off x="-323546" y="10766203"/>
              <a:ext cx="9525" cy="11113"/>
            </a:xfrm>
            <a:custGeom>
              <a:avLst/>
              <a:gdLst>
                <a:gd name="T0" fmla="*/ 1 w 4"/>
                <a:gd name="T1" fmla="*/ 4 h 4"/>
                <a:gd name="T2" fmla="*/ 4 w 4"/>
                <a:gd name="T3" fmla="*/ 1 h 4"/>
                <a:gd name="T4" fmla="*/ 2 w 4"/>
                <a:gd name="T5" fmla="*/ 0 h 4"/>
                <a:gd name="T6" fmla="*/ 0 w 4"/>
                <a:gd name="T7" fmla="*/ 2 h 4"/>
                <a:gd name="T8" fmla="*/ 1 w 4"/>
                <a:gd name="T9" fmla="*/ 4 h 4"/>
              </a:gdLst>
              <a:ahLst/>
              <a:cxnLst>
                <a:cxn ang="0">
                  <a:pos x="T0" y="T1"/>
                </a:cxn>
                <a:cxn ang="0">
                  <a:pos x="T2" y="T3"/>
                </a:cxn>
                <a:cxn ang="0">
                  <a:pos x="T4" y="T5"/>
                </a:cxn>
                <a:cxn ang="0">
                  <a:pos x="T6" y="T7"/>
                </a:cxn>
                <a:cxn ang="0">
                  <a:pos x="T8" y="T9"/>
                </a:cxn>
              </a:cxnLst>
              <a:rect l="0" t="0" r="r" b="b"/>
              <a:pathLst>
                <a:path w="4" h="4">
                  <a:moveTo>
                    <a:pt x="1" y="4"/>
                  </a:moveTo>
                  <a:cubicBezTo>
                    <a:pt x="2" y="3"/>
                    <a:pt x="3" y="2"/>
                    <a:pt x="4" y="1"/>
                  </a:cubicBezTo>
                  <a:cubicBezTo>
                    <a:pt x="4" y="1"/>
                    <a:pt x="3" y="1"/>
                    <a:pt x="2" y="0"/>
                  </a:cubicBezTo>
                  <a:cubicBezTo>
                    <a:pt x="2" y="1"/>
                    <a:pt x="1" y="2"/>
                    <a:pt x="0" y="2"/>
                  </a:cubicBezTo>
                  <a:cubicBezTo>
                    <a:pt x="0" y="3"/>
                    <a:pt x="1"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64" name="Freeform 3172"/>
            <p:cNvSpPr/>
            <p:nvPr/>
          </p:nvSpPr>
          <p:spPr bwMode="auto">
            <a:xfrm>
              <a:off x="-115583" y="10648728"/>
              <a:ext cx="14288" cy="11113"/>
            </a:xfrm>
            <a:custGeom>
              <a:avLst/>
              <a:gdLst>
                <a:gd name="T0" fmla="*/ 5 w 5"/>
                <a:gd name="T1" fmla="*/ 1 h 4"/>
                <a:gd name="T2" fmla="*/ 3 w 5"/>
                <a:gd name="T3" fmla="*/ 0 h 4"/>
                <a:gd name="T4" fmla="*/ 1 w 5"/>
                <a:gd name="T5" fmla="*/ 2 h 4"/>
                <a:gd name="T6" fmla="*/ 1 w 5"/>
                <a:gd name="T7" fmla="*/ 4 h 4"/>
                <a:gd name="T8" fmla="*/ 5 w 5"/>
                <a:gd name="T9" fmla="*/ 1 h 4"/>
              </a:gdLst>
              <a:ahLst/>
              <a:cxnLst>
                <a:cxn ang="0">
                  <a:pos x="T0" y="T1"/>
                </a:cxn>
                <a:cxn ang="0">
                  <a:pos x="T2" y="T3"/>
                </a:cxn>
                <a:cxn ang="0">
                  <a:pos x="T4" y="T5"/>
                </a:cxn>
                <a:cxn ang="0">
                  <a:pos x="T6" y="T7"/>
                </a:cxn>
                <a:cxn ang="0">
                  <a:pos x="T8" y="T9"/>
                </a:cxn>
              </a:cxnLst>
              <a:rect l="0" t="0" r="r" b="b"/>
              <a:pathLst>
                <a:path w="5" h="4">
                  <a:moveTo>
                    <a:pt x="5" y="1"/>
                  </a:moveTo>
                  <a:cubicBezTo>
                    <a:pt x="4" y="1"/>
                    <a:pt x="4" y="0"/>
                    <a:pt x="3" y="0"/>
                  </a:cubicBezTo>
                  <a:cubicBezTo>
                    <a:pt x="3" y="0"/>
                    <a:pt x="1" y="2"/>
                    <a:pt x="1" y="2"/>
                  </a:cubicBezTo>
                  <a:cubicBezTo>
                    <a:pt x="0" y="3"/>
                    <a:pt x="1" y="4"/>
                    <a:pt x="1" y="4"/>
                  </a:cubicBezTo>
                  <a:cubicBezTo>
                    <a:pt x="2" y="3"/>
                    <a:pt x="3" y="2"/>
                    <a:pt x="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65" name="Freeform 3173"/>
            <p:cNvSpPr/>
            <p:nvPr/>
          </p:nvSpPr>
          <p:spPr bwMode="auto">
            <a:xfrm>
              <a:off x="93967" y="10488391"/>
              <a:ext cx="11113" cy="7938"/>
            </a:xfrm>
            <a:custGeom>
              <a:avLst/>
              <a:gdLst>
                <a:gd name="T0" fmla="*/ 4 w 4"/>
                <a:gd name="T1" fmla="*/ 1 h 3"/>
                <a:gd name="T2" fmla="*/ 2 w 4"/>
                <a:gd name="T3" fmla="*/ 1 h 3"/>
                <a:gd name="T4" fmla="*/ 0 w 4"/>
                <a:gd name="T5" fmla="*/ 3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3" y="0"/>
                    <a:pt x="2" y="1"/>
                  </a:cubicBezTo>
                  <a:cubicBezTo>
                    <a:pt x="1" y="1"/>
                    <a:pt x="0" y="3"/>
                    <a:pt x="0" y="3"/>
                  </a:cubicBezTo>
                  <a:cubicBezTo>
                    <a:pt x="0" y="3"/>
                    <a:pt x="1" y="3"/>
                    <a:pt x="2" y="3"/>
                  </a:cubicBezTo>
                  <a:cubicBezTo>
                    <a:pt x="3" y="2"/>
                    <a:pt x="3"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66" name="Freeform 3174"/>
            <p:cNvSpPr/>
            <p:nvPr/>
          </p:nvSpPr>
          <p:spPr bwMode="auto">
            <a:xfrm>
              <a:off x="297167" y="10307416"/>
              <a:ext cx="14288" cy="11113"/>
            </a:xfrm>
            <a:custGeom>
              <a:avLst/>
              <a:gdLst>
                <a:gd name="T0" fmla="*/ 5 w 5"/>
                <a:gd name="T1" fmla="*/ 0 h 4"/>
                <a:gd name="T2" fmla="*/ 3 w 5"/>
                <a:gd name="T3" fmla="*/ 1 h 4"/>
                <a:gd name="T4" fmla="*/ 0 w 5"/>
                <a:gd name="T5" fmla="*/ 4 h 4"/>
                <a:gd name="T6" fmla="*/ 3 w 5"/>
                <a:gd name="T7" fmla="*/ 3 h 4"/>
                <a:gd name="T8" fmla="*/ 5 w 5"/>
                <a:gd name="T9" fmla="*/ 0 h 4"/>
              </a:gdLst>
              <a:ahLst/>
              <a:cxnLst>
                <a:cxn ang="0">
                  <a:pos x="T0" y="T1"/>
                </a:cxn>
                <a:cxn ang="0">
                  <a:pos x="T2" y="T3"/>
                </a:cxn>
                <a:cxn ang="0">
                  <a:pos x="T4" y="T5"/>
                </a:cxn>
                <a:cxn ang="0">
                  <a:pos x="T6" y="T7"/>
                </a:cxn>
                <a:cxn ang="0">
                  <a:pos x="T8" y="T9"/>
                </a:cxn>
              </a:cxnLst>
              <a:rect l="0" t="0" r="r" b="b"/>
              <a:pathLst>
                <a:path w="5" h="4">
                  <a:moveTo>
                    <a:pt x="5" y="0"/>
                  </a:moveTo>
                  <a:cubicBezTo>
                    <a:pt x="4" y="0"/>
                    <a:pt x="4" y="0"/>
                    <a:pt x="3" y="1"/>
                  </a:cubicBezTo>
                  <a:cubicBezTo>
                    <a:pt x="2" y="2"/>
                    <a:pt x="1" y="3"/>
                    <a:pt x="0" y="4"/>
                  </a:cubicBezTo>
                  <a:cubicBezTo>
                    <a:pt x="1" y="3"/>
                    <a:pt x="2" y="3"/>
                    <a:pt x="3" y="3"/>
                  </a:cubicBezTo>
                  <a:cubicBezTo>
                    <a:pt x="3" y="2"/>
                    <a:pt x="4" y="1"/>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67" name="Freeform 3175"/>
            <p:cNvSpPr/>
            <p:nvPr/>
          </p:nvSpPr>
          <p:spPr bwMode="auto">
            <a:xfrm>
              <a:off x="503542" y="10121678"/>
              <a:ext cx="14288" cy="11113"/>
            </a:xfrm>
            <a:custGeom>
              <a:avLst/>
              <a:gdLst>
                <a:gd name="T0" fmla="*/ 1 w 5"/>
                <a:gd name="T1" fmla="*/ 3 h 4"/>
                <a:gd name="T2" fmla="*/ 5 w 5"/>
                <a:gd name="T3" fmla="*/ 0 h 4"/>
                <a:gd name="T4" fmla="*/ 3 w 5"/>
                <a:gd name="T5" fmla="*/ 1 h 4"/>
                <a:gd name="T6" fmla="*/ 1 w 5"/>
                <a:gd name="T7" fmla="*/ 3 h 4"/>
                <a:gd name="T8" fmla="*/ 1 w 5"/>
                <a:gd name="T9" fmla="*/ 3 h 4"/>
              </a:gdLst>
              <a:ahLst/>
              <a:cxnLst>
                <a:cxn ang="0">
                  <a:pos x="T0" y="T1"/>
                </a:cxn>
                <a:cxn ang="0">
                  <a:pos x="T2" y="T3"/>
                </a:cxn>
                <a:cxn ang="0">
                  <a:pos x="T4" y="T5"/>
                </a:cxn>
                <a:cxn ang="0">
                  <a:pos x="T6" y="T7"/>
                </a:cxn>
                <a:cxn ang="0">
                  <a:pos x="T8" y="T9"/>
                </a:cxn>
              </a:cxnLst>
              <a:rect l="0" t="0" r="r" b="b"/>
              <a:pathLst>
                <a:path w="5" h="4">
                  <a:moveTo>
                    <a:pt x="1" y="3"/>
                  </a:moveTo>
                  <a:cubicBezTo>
                    <a:pt x="2" y="2"/>
                    <a:pt x="3" y="1"/>
                    <a:pt x="5" y="0"/>
                  </a:cubicBezTo>
                  <a:cubicBezTo>
                    <a:pt x="4" y="0"/>
                    <a:pt x="4" y="0"/>
                    <a:pt x="3" y="1"/>
                  </a:cubicBezTo>
                  <a:cubicBezTo>
                    <a:pt x="2" y="1"/>
                    <a:pt x="1" y="2"/>
                    <a:pt x="1" y="3"/>
                  </a:cubicBezTo>
                  <a:cubicBezTo>
                    <a:pt x="0" y="3"/>
                    <a:pt x="0" y="4"/>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68" name="Freeform 3176"/>
            <p:cNvSpPr/>
            <p:nvPr/>
          </p:nvSpPr>
          <p:spPr bwMode="auto">
            <a:xfrm>
              <a:off x="709917" y="9951816"/>
              <a:ext cx="11113" cy="11113"/>
            </a:xfrm>
            <a:custGeom>
              <a:avLst/>
              <a:gdLst>
                <a:gd name="T0" fmla="*/ 1 w 4"/>
                <a:gd name="T1" fmla="*/ 3 h 4"/>
                <a:gd name="T2" fmla="*/ 4 w 4"/>
                <a:gd name="T3" fmla="*/ 0 h 4"/>
                <a:gd name="T4" fmla="*/ 2 w 4"/>
                <a:gd name="T5" fmla="*/ 2 h 4"/>
                <a:gd name="T6" fmla="*/ 0 w 4"/>
                <a:gd name="T7" fmla="*/ 3 h 4"/>
                <a:gd name="T8" fmla="*/ 1 w 4"/>
                <a:gd name="T9" fmla="*/ 3 h 4"/>
              </a:gdLst>
              <a:ahLst/>
              <a:cxnLst>
                <a:cxn ang="0">
                  <a:pos x="T0" y="T1"/>
                </a:cxn>
                <a:cxn ang="0">
                  <a:pos x="T2" y="T3"/>
                </a:cxn>
                <a:cxn ang="0">
                  <a:pos x="T4" y="T5"/>
                </a:cxn>
                <a:cxn ang="0">
                  <a:pos x="T6" y="T7"/>
                </a:cxn>
                <a:cxn ang="0">
                  <a:pos x="T8" y="T9"/>
                </a:cxn>
              </a:cxnLst>
              <a:rect l="0" t="0" r="r" b="b"/>
              <a:pathLst>
                <a:path w="4" h="4">
                  <a:moveTo>
                    <a:pt x="1" y="3"/>
                  </a:moveTo>
                  <a:cubicBezTo>
                    <a:pt x="2" y="2"/>
                    <a:pt x="3" y="1"/>
                    <a:pt x="4" y="0"/>
                  </a:cubicBezTo>
                  <a:cubicBezTo>
                    <a:pt x="3" y="1"/>
                    <a:pt x="3" y="1"/>
                    <a:pt x="2" y="2"/>
                  </a:cubicBezTo>
                  <a:cubicBezTo>
                    <a:pt x="1" y="2"/>
                    <a:pt x="0" y="3"/>
                    <a:pt x="0" y="3"/>
                  </a:cubicBezTo>
                  <a:cubicBezTo>
                    <a:pt x="0" y="4"/>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69" name="Freeform 3177"/>
            <p:cNvSpPr/>
            <p:nvPr/>
          </p:nvSpPr>
          <p:spPr bwMode="auto">
            <a:xfrm>
              <a:off x="916292" y="9815291"/>
              <a:ext cx="11113" cy="6350"/>
            </a:xfrm>
            <a:custGeom>
              <a:avLst/>
              <a:gdLst>
                <a:gd name="T0" fmla="*/ 4 w 4"/>
                <a:gd name="T1" fmla="*/ 0 h 2"/>
                <a:gd name="T2" fmla="*/ 2 w 4"/>
                <a:gd name="T3" fmla="*/ 1 h 2"/>
                <a:gd name="T4" fmla="*/ 0 w 4"/>
                <a:gd name="T5" fmla="*/ 2 h 2"/>
                <a:gd name="T6" fmla="*/ 2 w 4"/>
                <a:gd name="T7" fmla="*/ 1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0"/>
                    <a:pt x="3" y="0"/>
                    <a:pt x="2" y="1"/>
                  </a:cubicBezTo>
                  <a:cubicBezTo>
                    <a:pt x="1" y="1"/>
                    <a:pt x="1" y="2"/>
                    <a:pt x="0" y="2"/>
                  </a:cubicBezTo>
                  <a:cubicBezTo>
                    <a:pt x="0" y="2"/>
                    <a:pt x="1" y="2"/>
                    <a:pt x="2" y="1"/>
                  </a:cubicBezTo>
                  <a:cubicBezTo>
                    <a:pt x="2" y="1"/>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70" name="Freeform 3178"/>
            <p:cNvSpPr/>
            <p:nvPr/>
          </p:nvSpPr>
          <p:spPr bwMode="auto">
            <a:xfrm>
              <a:off x="1125842" y="9710516"/>
              <a:ext cx="9525" cy="1588"/>
            </a:xfrm>
            <a:custGeom>
              <a:avLst/>
              <a:gdLst>
                <a:gd name="T0" fmla="*/ 4 w 4"/>
                <a:gd name="T1" fmla="*/ 0 h 1"/>
                <a:gd name="T2" fmla="*/ 2 w 4"/>
                <a:gd name="T3" fmla="*/ 0 h 1"/>
                <a:gd name="T4" fmla="*/ 0 w 4"/>
                <a:gd name="T5" fmla="*/ 1 h 1"/>
                <a:gd name="T6" fmla="*/ 2 w 4"/>
                <a:gd name="T7" fmla="*/ 1 h 1"/>
                <a:gd name="T8" fmla="*/ 4 w 4"/>
                <a:gd name="T9" fmla="*/ 0 h 1"/>
              </a:gdLst>
              <a:ahLst/>
              <a:cxnLst>
                <a:cxn ang="0">
                  <a:pos x="T0" y="T1"/>
                </a:cxn>
                <a:cxn ang="0">
                  <a:pos x="T2" y="T3"/>
                </a:cxn>
                <a:cxn ang="0">
                  <a:pos x="T4" y="T5"/>
                </a:cxn>
                <a:cxn ang="0">
                  <a:pos x="T6" y="T7"/>
                </a:cxn>
                <a:cxn ang="0">
                  <a:pos x="T8" y="T9"/>
                </a:cxn>
              </a:cxnLst>
              <a:rect l="0" t="0" r="r" b="b"/>
              <a:pathLst>
                <a:path w="4" h="1">
                  <a:moveTo>
                    <a:pt x="4" y="0"/>
                  </a:moveTo>
                  <a:cubicBezTo>
                    <a:pt x="3" y="0"/>
                    <a:pt x="3" y="0"/>
                    <a:pt x="2" y="0"/>
                  </a:cubicBezTo>
                  <a:cubicBezTo>
                    <a:pt x="1" y="0"/>
                    <a:pt x="1" y="1"/>
                    <a:pt x="0" y="1"/>
                  </a:cubicBezTo>
                  <a:cubicBezTo>
                    <a:pt x="0" y="1"/>
                    <a:pt x="1" y="1"/>
                    <a:pt x="2" y="1"/>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71" name="Freeform 3179"/>
            <p:cNvSpPr/>
            <p:nvPr/>
          </p:nvSpPr>
          <p:spPr bwMode="auto">
            <a:xfrm>
              <a:off x="1330629" y="9623203"/>
              <a:ext cx="14288" cy="4763"/>
            </a:xfrm>
            <a:custGeom>
              <a:avLst/>
              <a:gdLst>
                <a:gd name="T0" fmla="*/ 5 w 5"/>
                <a:gd name="T1" fmla="*/ 0 h 2"/>
                <a:gd name="T2" fmla="*/ 3 w 5"/>
                <a:gd name="T3" fmla="*/ 0 h 2"/>
                <a:gd name="T4" fmla="*/ 0 w 5"/>
                <a:gd name="T5" fmla="*/ 2 h 2"/>
                <a:gd name="T6" fmla="*/ 3 w 5"/>
                <a:gd name="T7" fmla="*/ 2 h 2"/>
                <a:gd name="T8" fmla="*/ 5 w 5"/>
                <a:gd name="T9" fmla="*/ 0 h 2"/>
              </a:gdLst>
              <a:ahLst/>
              <a:cxnLst>
                <a:cxn ang="0">
                  <a:pos x="T0" y="T1"/>
                </a:cxn>
                <a:cxn ang="0">
                  <a:pos x="T2" y="T3"/>
                </a:cxn>
                <a:cxn ang="0">
                  <a:pos x="T4" y="T5"/>
                </a:cxn>
                <a:cxn ang="0">
                  <a:pos x="T6" y="T7"/>
                </a:cxn>
                <a:cxn ang="0">
                  <a:pos x="T8" y="T9"/>
                </a:cxn>
              </a:cxnLst>
              <a:rect l="0" t="0" r="r" b="b"/>
              <a:pathLst>
                <a:path w="5" h="2">
                  <a:moveTo>
                    <a:pt x="5" y="0"/>
                  </a:moveTo>
                  <a:cubicBezTo>
                    <a:pt x="4" y="0"/>
                    <a:pt x="4" y="0"/>
                    <a:pt x="3" y="0"/>
                  </a:cubicBezTo>
                  <a:cubicBezTo>
                    <a:pt x="2" y="0"/>
                    <a:pt x="1" y="1"/>
                    <a:pt x="0" y="2"/>
                  </a:cubicBezTo>
                  <a:cubicBezTo>
                    <a:pt x="1" y="2"/>
                    <a:pt x="2" y="2"/>
                    <a:pt x="3" y="2"/>
                  </a:cubicBezTo>
                  <a:cubicBezTo>
                    <a:pt x="4" y="1"/>
                    <a:pt x="4" y="1"/>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72" name="Freeform 3180"/>
            <p:cNvSpPr/>
            <p:nvPr/>
          </p:nvSpPr>
          <p:spPr bwMode="auto">
            <a:xfrm>
              <a:off x="1540179" y="9551766"/>
              <a:ext cx="14288" cy="7938"/>
            </a:xfrm>
            <a:custGeom>
              <a:avLst/>
              <a:gdLst>
                <a:gd name="T0" fmla="*/ 2 w 5"/>
                <a:gd name="T1" fmla="*/ 3 h 3"/>
                <a:gd name="T2" fmla="*/ 5 w 5"/>
                <a:gd name="T3" fmla="*/ 1 h 3"/>
                <a:gd name="T4" fmla="*/ 3 w 5"/>
                <a:gd name="T5" fmla="*/ 0 h 3"/>
                <a:gd name="T6" fmla="*/ 1 w 5"/>
                <a:gd name="T7" fmla="*/ 2 h 3"/>
                <a:gd name="T8" fmla="*/ 2 w 5"/>
                <a:gd name="T9" fmla="*/ 3 h 3"/>
              </a:gdLst>
              <a:ahLst/>
              <a:cxnLst>
                <a:cxn ang="0">
                  <a:pos x="T0" y="T1"/>
                </a:cxn>
                <a:cxn ang="0">
                  <a:pos x="T2" y="T3"/>
                </a:cxn>
                <a:cxn ang="0">
                  <a:pos x="T4" y="T5"/>
                </a:cxn>
                <a:cxn ang="0">
                  <a:pos x="T6" y="T7"/>
                </a:cxn>
                <a:cxn ang="0">
                  <a:pos x="T8" y="T9"/>
                </a:cxn>
              </a:cxnLst>
              <a:rect l="0" t="0" r="r" b="b"/>
              <a:pathLst>
                <a:path w="5" h="3">
                  <a:moveTo>
                    <a:pt x="2" y="3"/>
                  </a:moveTo>
                  <a:cubicBezTo>
                    <a:pt x="3" y="2"/>
                    <a:pt x="4" y="1"/>
                    <a:pt x="5" y="1"/>
                  </a:cubicBezTo>
                  <a:cubicBezTo>
                    <a:pt x="4" y="1"/>
                    <a:pt x="3" y="0"/>
                    <a:pt x="3" y="0"/>
                  </a:cubicBezTo>
                  <a:cubicBezTo>
                    <a:pt x="2" y="1"/>
                    <a:pt x="1" y="1"/>
                    <a:pt x="1" y="2"/>
                  </a:cubicBezTo>
                  <a:cubicBezTo>
                    <a:pt x="0" y="2"/>
                    <a:pt x="1" y="2"/>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73" name="Freeform 3181"/>
            <p:cNvSpPr/>
            <p:nvPr/>
          </p:nvSpPr>
          <p:spPr bwMode="auto">
            <a:xfrm>
              <a:off x="1751317" y="9493028"/>
              <a:ext cx="11113" cy="7938"/>
            </a:xfrm>
            <a:custGeom>
              <a:avLst/>
              <a:gdLst>
                <a:gd name="T0" fmla="*/ 4 w 4"/>
                <a:gd name="T1" fmla="*/ 2 h 3"/>
                <a:gd name="T2" fmla="*/ 3 w 4"/>
                <a:gd name="T3" fmla="*/ 0 h 3"/>
                <a:gd name="T4" fmla="*/ 0 w 4"/>
                <a:gd name="T5" fmla="*/ 1 h 3"/>
                <a:gd name="T6" fmla="*/ 0 w 4"/>
                <a:gd name="T7" fmla="*/ 3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4" y="1"/>
                    <a:pt x="3" y="0"/>
                    <a:pt x="3" y="0"/>
                  </a:cubicBezTo>
                  <a:cubicBezTo>
                    <a:pt x="2" y="0"/>
                    <a:pt x="1" y="1"/>
                    <a:pt x="0" y="1"/>
                  </a:cubicBezTo>
                  <a:cubicBezTo>
                    <a:pt x="0" y="2"/>
                    <a:pt x="0" y="3"/>
                    <a:pt x="0" y="3"/>
                  </a:cubicBezTo>
                  <a:cubicBezTo>
                    <a:pt x="2" y="3"/>
                    <a:pt x="3" y="3"/>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74" name="Freeform 3182"/>
            <p:cNvSpPr/>
            <p:nvPr/>
          </p:nvSpPr>
          <p:spPr bwMode="auto">
            <a:xfrm>
              <a:off x="1960867" y="9439053"/>
              <a:ext cx="11113" cy="9525"/>
            </a:xfrm>
            <a:custGeom>
              <a:avLst/>
              <a:gdLst>
                <a:gd name="T0" fmla="*/ 4 w 4"/>
                <a:gd name="T1" fmla="*/ 2 h 4"/>
                <a:gd name="T2" fmla="*/ 2 w 4"/>
                <a:gd name="T3" fmla="*/ 0 h 4"/>
                <a:gd name="T4" fmla="*/ 0 w 4"/>
                <a:gd name="T5" fmla="*/ 2 h 4"/>
                <a:gd name="T6" fmla="*/ 3 w 4"/>
                <a:gd name="T7" fmla="*/ 4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1"/>
                    <a:pt x="3" y="0"/>
                    <a:pt x="2" y="0"/>
                  </a:cubicBezTo>
                  <a:cubicBezTo>
                    <a:pt x="1" y="0"/>
                    <a:pt x="1" y="1"/>
                    <a:pt x="0" y="2"/>
                  </a:cubicBezTo>
                  <a:cubicBezTo>
                    <a:pt x="1" y="3"/>
                    <a:pt x="2" y="3"/>
                    <a:pt x="3" y="4"/>
                  </a:cubicBezTo>
                  <a:cubicBezTo>
                    <a:pt x="3" y="3"/>
                    <a:pt x="4" y="3"/>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75" name="Freeform 3183"/>
            <p:cNvSpPr/>
            <p:nvPr/>
          </p:nvSpPr>
          <p:spPr bwMode="auto">
            <a:xfrm>
              <a:off x="2170417" y="9386666"/>
              <a:ext cx="11113" cy="14288"/>
            </a:xfrm>
            <a:custGeom>
              <a:avLst/>
              <a:gdLst>
                <a:gd name="T0" fmla="*/ 4 w 4"/>
                <a:gd name="T1" fmla="*/ 2 h 5"/>
                <a:gd name="T2" fmla="*/ 2 w 4"/>
                <a:gd name="T3" fmla="*/ 0 h 5"/>
                <a:gd name="T4" fmla="*/ 0 w 4"/>
                <a:gd name="T5" fmla="*/ 2 h 5"/>
                <a:gd name="T6" fmla="*/ 2 w 4"/>
                <a:gd name="T7" fmla="*/ 5 h 5"/>
                <a:gd name="T8" fmla="*/ 4 w 4"/>
                <a:gd name="T9" fmla="*/ 2 h 5"/>
              </a:gdLst>
              <a:ahLst/>
              <a:cxnLst>
                <a:cxn ang="0">
                  <a:pos x="T0" y="T1"/>
                </a:cxn>
                <a:cxn ang="0">
                  <a:pos x="T2" y="T3"/>
                </a:cxn>
                <a:cxn ang="0">
                  <a:pos x="T4" y="T5"/>
                </a:cxn>
                <a:cxn ang="0">
                  <a:pos x="T6" y="T7"/>
                </a:cxn>
                <a:cxn ang="0">
                  <a:pos x="T8" y="T9"/>
                </a:cxn>
              </a:cxnLst>
              <a:rect l="0" t="0" r="r" b="b"/>
              <a:pathLst>
                <a:path w="4" h="5">
                  <a:moveTo>
                    <a:pt x="4" y="2"/>
                  </a:moveTo>
                  <a:cubicBezTo>
                    <a:pt x="4" y="1"/>
                    <a:pt x="3" y="0"/>
                    <a:pt x="2" y="0"/>
                  </a:cubicBezTo>
                  <a:cubicBezTo>
                    <a:pt x="2" y="0"/>
                    <a:pt x="0" y="1"/>
                    <a:pt x="0" y="2"/>
                  </a:cubicBezTo>
                  <a:cubicBezTo>
                    <a:pt x="0" y="3"/>
                    <a:pt x="1" y="4"/>
                    <a:pt x="2" y="5"/>
                  </a:cubicBezTo>
                  <a:cubicBezTo>
                    <a:pt x="3" y="4"/>
                    <a:pt x="3" y="3"/>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76" name="Freeform 3184"/>
            <p:cNvSpPr/>
            <p:nvPr/>
          </p:nvSpPr>
          <p:spPr bwMode="auto">
            <a:xfrm>
              <a:off x="5394629" y="9316816"/>
              <a:ext cx="12700" cy="23813"/>
            </a:xfrm>
            <a:custGeom>
              <a:avLst/>
              <a:gdLst>
                <a:gd name="T0" fmla="*/ 5 w 5"/>
                <a:gd name="T1" fmla="*/ 6 h 9"/>
                <a:gd name="T2" fmla="*/ 2 w 5"/>
                <a:gd name="T3" fmla="*/ 0 h 9"/>
                <a:gd name="T4" fmla="*/ 0 w 5"/>
                <a:gd name="T5" fmla="*/ 4 h 9"/>
                <a:gd name="T6" fmla="*/ 2 w 5"/>
                <a:gd name="T7" fmla="*/ 8 h 9"/>
                <a:gd name="T8" fmla="*/ 5 w 5"/>
                <a:gd name="T9" fmla="*/ 6 h 9"/>
              </a:gdLst>
              <a:ahLst/>
              <a:cxnLst>
                <a:cxn ang="0">
                  <a:pos x="T0" y="T1"/>
                </a:cxn>
                <a:cxn ang="0">
                  <a:pos x="T2" y="T3"/>
                </a:cxn>
                <a:cxn ang="0">
                  <a:pos x="T4" y="T5"/>
                </a:cxn>
                <a:cxn ang="0">
                  <a:pos x="T6" y="T7"/>
                </a:cxn>
                <a:cxn ang="0">
                  <a:pos x="T8" y="T9"/>
                </a:cxn>
              </a:cxnLst>
              <a:rect l="0" t="0" r="r" b="b"/>
              <a:pathLst>
                <a:path w="5" h="9">
                  <a:moveTo>
                    <a:pt x="5" y="6"/>
                  </a:moveTo>
                  <a:cubicBezTo>
                    <a:pt x="4" y="4"/>
                    <a:pt x="3" y="2"/>
                    <a:pt x="2" y="0"/>
                  </a:cubicBezTo>
                  <a:cubicBezTo>
                    <a:pt x="1" y="2"/>
                    <a:pt x="1" y="3"/>
                    <a:pt x="0" y="4"/>
                  </a:cubicBezTo>
                  <a:cubicBezTo>
                    <a:pt x="1" y="6"/>
                    <a:pt x="1" y="8"/>
                    <a:pt x="2" y="8"/>
                  </a:cubicBezTo>
                  <a:cubicBezTo>
                    <a:pt x="3" y="9"/>
                    <a:pt x="4" y="7"/>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77" name="Freeform 3185"/>
            <p:cNvSpPr/>
            <p:nvPr/>
          </p:nvSpPr>
          <p:spPr bwMode="auto">
            <a:xfrm>
              <a:off x="5180317" y="9326341"/>
              <a:ext cx="11113" cy="25400"/>
            </a:xfrm>
            <a:custGeom>
              <a:avLst/>
              <a:gdLst>
                <a:gd name="T0" fmla="*/ 4 w 4"/>
                <a:gd name="T1" fmla="*/ 7 h 9"/>
                <a:gd name="T2" fmla="*/ 2 w 4"/>
                <a:gd name="T3" fmla="*/ 0 h 9"/>
                <a:gd name="T4" fmla="*/ 0 w 4"/>
                <a:gd name="T5" fmla="*/ 4 h 9"/>
                <a:gd name="T6" fmla="*/ 2 w 4"/>
                <a:gd name="T7" fmla="*/ 8 h 9"/>
                <a:gd name="T8" fmla="*/ 4 w 4"/>
                <a:gd name="T9" fmla="*/ 7 h 9"/>
              </a:gdLst>
              <a:ahLst/>
              <a:cxnLst>
                <a:cxn ang="0">
                  <a:pos x="T0" y="T1"/>
                </a:cxn>
                <a:cxn ang="0">
                  <a:pos x="T2" y="T3"/>
                </a:cxn>
                <a:cxn ang="0">
                  <a:pos x="T4" y="T5"/>
                </a:cxn>
                <a:cxn ang="0">
                  <a:pos x="T6" y="T7"/>
                </a:cxn>
                <a:cxn ang="0">
                  <a:pos x="T8" y="T9"/>
                </a:cxn>
              </a:cxnLst>
              <a:rect l="0" t="0" r="r" b="b"/>
              <a:pathLst>
                <a:path w="4" h="9">
                  <a:moveTo>
                    <a:pt x="4" y="7"/>
                  </a:moveTo>
                  <a:cubicBezTo>
                    <a:pt x="4" y="5"/>
                    <a:pt x="3" y="3"/>
                    <a:pt x="2" y="0"/>
                  </a:cubicBezTo>
                  <a:cubicBezTo>
                    <a:pt x="1" y="1"/>
                    <a:pt x="1" y="3"/>
                    <a:pt x="0" y="4"/>
                  </a:cubicBezTo>
                  <a:cubicBezTo>
                    <a:pt x="0" y="5"/>
                    <a:pt x="1" y="8"/>
                    <a:pt x="2" y="8"/>
                  </a:cubicBezTo>
                  <a:cubicBezTo>
                    <a:pt x="3" y="9"/>
                    <a:pt x="4" y="7"/>
                    <a:pt x="4"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78" name="Freeform 3186"/>
            <p:cNvSpPr/>
            <p:nvPr/>
          </p:nvSpPr>
          <p:spPr bwMode="auto">
            <a:xfrm>
              <a:off x="4962829" y="9299353"/>
              <a:ext cx="11113" cy="22225"/>
            </a:xfrm>
            <a:custGeom>
              <a:avLst/>
              <a:gdLst>
                <a:gd name="T0" fmla="*/ 4 w 4"/>
                <a:gd name="T1" fmla="*/ 8 h 8"/>
                <a:gd name="T2" fmla="*/ 3 w 4"/>
                <a:gd name="T3" fmla="*/ 1 h 8"/>
                <a:gd name="T4" fmla="*/ 0 w 4"/>
                <a:gd name="T5" fmla="*/ 1 h 8"/>
                <a:gd name="T6" fmla="*/ 0 w 4"/>
                <a:gd name="T7" fmla="*/ 7 h 8"/>
                <a:gd name="T8" fmla="*/ 4 w 4"/>
                <a:gd name="T9" fmla="*/ 8 h 8"/>
              </a:gdLst>
              <a:ahLst/>
              <a:cxnLst>
                <a:cxn ang="0">
                  <a:pos x="T0" y="T1"/>
                </a:cxn>
                <a:cxn ang="0">
                  <a:pos x="T2" y="T3"/>
                </a:cxn>
                <a:cxn ang="0">
                  <a:pos x="T4" y="T5"/>
                </a:cxn>
                <a:cxn ang="0">
                  <a:pos x="T6" y="T7"/>
                </a:cxn>
                <a:cxn ang="0">
                  <a:pos x="T8" y="T9"/>
                </a:cxn>
              </a:cxnLst>
              <a:rect l="0" t="0" r="r" b="b"/>
              <a:pathLst>
                <a:path w="4" h="8">
                  <a:moveTo>
                    <a:pt x="4" y="8"/>
                  </a:moveTo>
                  <a:cubicBezTo>
                    <a:pt x="4" y="5"/>
                    <a:pt x="3" y="2"/>
                    <a:pt x="3" y="1"/>
                  </a:cubicBezTo>
                  <a:cubicBezTo>
                    <a:pt x="2" y="0"/>
                    <a:pt x="1" y="0"/>
                    <a:pt x="0" y="1"/>
                  </a:cubicBezTo>
                  <a:cubicBezTo>
                    <a:pt x="0" y="2"/>
                    <a:pt x="0" y="7"/>
                    <a:pt x="0" y="7"/>
                  </a:cubicBezTo>
                  <a:cubicBezTo>
                    <a:pt x="2" y="7"/>
                    <a:pt x="3" y="8"/>
                    <a:pt x="4"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79" name="Freeform 3187"/>
            <p:cNvSpPr/>
            <p:nvPr/>
          </p:nvSpPr>
          <p:spPr bwMode="auto">
            <a:xfrm>
              <a:off x="4740579" y="9242203"/>
              <a:ext cx="12700" cy="22225"/>
            </a:xfrm>
            <a:custGeom>
              <a:avLst/>
              <a:gdLst>
                <a:gd name="T0" fmla="*/ 5 w 5"/>
                <a:gd name="T1" fmla="*/ 6 h 8"/>
                <a:gd name="T2" fmla="*/ 4 w 5"/>
                <a:gd name="T3" fmla="*/ 0 h 8"/>
                <a:gd name="T4" fmla="*/ 0 w 5"/>
                <a:gd name="T5" fmla="*/ 3 h 8"/>
                <a:gd name="T6" fmla="*/ 2 w 5"/>
                <a:gd name="T7" fmla="*/ 8 h 8"/>
                <a:gd name="T8" fmla="*/ 5 w 5"/>
                <a:gd name="T9" fmla="*/ 6 h 8"/>
              </a:gdLst>
              <a:ahLst/>
              <a:cxnLst>
                <a:cxn ang="0">
                  <a:pos x="T0" y="T1"/>
                </a:cxn>
                <a:cxn ang="0">
                  <a:pos x="T2" y="T3"/>
                </a:cxn>
                <a:cxn ang="0">
                  <a:pos x="T4" y="T5"/>
                </a:cxn>
                <a:cxn ang="0">
                  <a:pos x="T6" y="T7"/>
                </a:cxn>
                <a:cxn ang="0">
                  <a:pos x="T8" y="T9"/>
                </a:cxn>
              </a:cxnLst>
              <a:rect l="0" t="0" r="r" b="b"/>
              <a:pathLst>
                <a:path w="5" h="8">
                  <a:moveTo>
                    <a:pt x="5" y="6"/>
                  </a:moveTo>
                  <a:cubicBezTo>
                    <a:pt x="5" y="5"/>
                    <a:pt x="4" y="2"/>
                    <a:pt x="4" y="0"/>
                  </a:cubicBezTo>
                  <a:cubicBezTo>
                    <a:pt x="2" y="1"/>
                    <a:pt x="1" y="2"/>
                    <a:pt x="0" y="3"/>
                  </a:cubicBezTo>
                  <a:cubicBezTo>
                    <a:pt x="1" y="4"/>
                    <a:pt x="2" y="6"/>
                    <a:pt x="2" y="8"/>
                  </a:cubicBezTo>
                  <a:cubicBezTo>
                    <a:pt x="3" y="7"/>
                    <a:pt x="5" y="8"/>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80" name="Freeform 3188"/>
            <p:cNvSpPr/>
            <p:nvPr/>
          </p:nvSpPr>
          <p:spPr bwMode="auto">
            <a:xfrm>
              <a:off x="4518329" y="9161241"/>
              <a:ext cx="12700" cy="23813"/>
            </a:xfrm>
            <a:custGeom>
              <a:avLst/>
              <a:gdLst>
                <a:gd name="T0" fmla="*/ 5 w 5"/>
                <a:gd name="T1" fmla="*/ 8 h 9"/>
                <a:gd name="T2" fmla="*/ 2 w 5"/>
                <a:gd name="T3" fmla="*/ 0 h 9"/>
                <a:gd name="T4" fmla="*/ 0 w 5"/>
                <a:gd name="T5" fmla="*/ 3 h 9"/>
                <a:gd name="T6" fmla="*/ 2 w 5"/>
                <a:gd name="T7" fmla="*/ 8 h 9"/>
                <a:gd name="T8" fmla="*/ 5 w 5"/>
                <a:gd name="T9" fmla="*/ 8 h 9"/>
              </a:gdLst>
              <a:ahLst/>
              <a:cxnLst>
                <a:cxn ang="0">
                  <a:pos x="T0" y="T1"/>
                </a:cxn>
                <a:cxn ang="0">
                  <a:pos x="T2" y="T3"/>
                </a:cxn>
                <a:cxn ang="0">
                  <a:pos x="T4" y="T5"/>
                </a:cxn>
                <a:cxn ang="0">
                  <a:pos x="T6" y="T7"/>
                </a:cxn>
                <a:cxn ang="0">
                  <a:pos x="T8" y="T9"/>
                </a:cxn>
              </a:cxnLst>
              <a:rect l="0" t="0" r="r" b="b"/>
              <a:pathLst>
                <a:path w="5" h="9">
                  <a:moveTo>
                    <a:pt x="5" y="8"/>
                  </a:moveTo>
                  <a:cubicBezTo>
                    <a:pt x="4" y="5"/>
                    <a:pt x="3" y="3"/>
                    <a:pt x="2" y="0"/>
                  </a:cubicBezTo>
                  <a:cubicBezTo>
                    <a:pt x="2" y="1"/>
                    <a:pt x="1" y="2"/>
                    <a:pt x="0" y="3"/>
                  </a:cubicBezTo>
                  <a:cubicBezTo>
                    <a:pt x="1" y="5"/>
                    <a:pt x="2" y="8"/>
                    <a:pt x="2" y="8"/>
                  </a:cubicBezTo>
                  <a:cubicBezTo>
                    <a:pt x="3" y="9"/>
                    <a:pt x="4" y="8"/>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81" name="Freeform 3189"/>
            <p:cNvSpPr/>
            <p:nvPr/>
          </p:nvSpPr>
          <p:spPr bwMode="auto">
            <a:xfrm>
              <a:off x="4294492" y="9080278"/>
              <a:ext cx="14288" cy="23813"/>
            </a:xfrm>
            <a:custGeom>
              <a:avLst/>
              <a:gdLst>
                <a:gd name="T0" fmla="*/ 5 w 5"/>
                <a:gd name="T1" fmla="*/ 3 h 9"/>
                <a:gd name="T2" fmla="*/ 2 w 5"/>
                <a:gd name="T3" fmla="*/ 0 h 9"/>
                <a:gd name="T4" fmla="*/ 0 w 5"/>
                <a:gd name="T5" fmla="*/ 4 h 9"/>
                <a:gd name="T6" fmla="*/ 4 w 5"/>
                <a:gd name="T7" fmla="*/ 9 h 9"/>
                <a:gd name="T8" fmla="*/ 5 w 5"/>
                <a:gd name="T9" fmla="*/ 3 h 9"/>
              </a:gdLst>
              <a:ahLst/>
              <a:cxnLst>
                <a:cxn ang="0">
                  <a:pos x="T0" y="T1"/>
                </a:cxn>
                <a:cxn ang="0">
                  <a:pos x="T2" y="T3"/>
                </a:cxn>
                <a:cxn ang="0">
                  <a:pos x="T4" y="T5"/>
                </a:cxn>
                <a:cxn ang="0">
                  <a:pos x="T6" y="T7"/>
                </a:cxn>
                <a:cxn ang="0">
                  <a:pos x="T8" y="T9"/>
                </a:cxn>
              </a:cxnLst>
              <a:rect l="0" t="0" r="r" b="b"/>
              <a:pathLst>
                <a:path w="5" h="9">
                  <a:moveTo>
                    <a:pt x="5" y="3"/>
                  </a:moveTo>
                  <a:cubicBezTo>
                    <a:pt x="4" y="2"/>
                    <a:pt x="3" y="0"/>
                    <a:pt x="2" y="0"/>
                  </a:cubicBezTo>
                  <a:cubicBezTo>
                    <a:pt x="1" y="0"/>
                    <a:pt x="1" y="3"/>
                    <a:pt x="0" y="4"/>
                  </a:cubicBezTo>
                  <a:cubicBezTo>
                    <a:pt x="2" y="6"/>
                    <a:pt x="3" y="7"/>
                    <a:pt x="4" y="9"/>
                  </a:cubicBezTo>
                  <a:cubicBezTo>
                    <a:pt x="4" y="7"/>
                    <a:pt x="5" y="5"/>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82" name="Freeform 3190"/>
            <p:cNvSpPr/>
            <p:nvPr/>
          </p:nvSpPr>
          <p:spPr bwMode="auto">
            <a:xfrm>
              <a:off x="4075417" y="9012016"/>
              <a:ext cx="12700" cy="26988"/>
            </a:xfrm>
            <a:custGeom>
              <a:avLst/>
              <a:gdLst>
                <a:gd name="T0" fmla="*/ 5 w 5"/>
                <a:gd name="T1" fmla="*/ 8 h 10"/>
                <a:gd name="T2" fmla="*/ 2 w 5"/>
                <a:gd name="T3" fmla="*/ 0 h 10"/>
                <a:gd name="T4" fmla="*/ 0 w 5"/>
                <a:gd name="T5" fmla="*/ 4 h 10"/>
                <a:gd name="T6" fmla="*/ 2 w 5"/>
                <a:gd name="T7" fmla="*/ 9 h 10"/>
                <a:gd name="T8" fmla="*/ 5 w 5"/>
                <a:gd name="T9" fmla="*/ 8 h 10"/>
              </a:gdLst>
              <a:ahLst/>
              <a:cxnLst>
                <a:cxn ang="0">
                  <a:pos x="T0" y="T1"/>
                </a:cxn>
                <a:cxn ang="0">
                  <a:pos x="T2" y="T3"/>
                </a:cxn>
                <a:cxn ang="0">
                  <a:pos x="T4" y="T5"/>
                </a:cxn>
                <a:cxn ang="0">
                  <a:pos x="T6" y="T7"/>
                </a:cxn>
                <a:cxn ang="0">
                  <a:pos x="T8" y="T9"/>
                </a:cxn>
              </a:cxnLst>
              <a:rect l="0" t="0" r="r" b="b"/>
              <a:pathLst>
                <a:path w="5" h="10">
                  <a:moveTo>
                    <a:pt x="5" y="8"/>
                  </a:moveTo>
                  <a:cubicBezTo>
                    <a:pt x="4" y="6"/>
                    <a:pt x="3" y="3"/>
                    <a:pt x="2" y="0"/>
                  </a:cubicBezTo>
                  <a:cubicBezTo>
                    <a:pt x="1" y="1"/>
                    <a:pt x="1" y="3"/>
                    <a:pt x="0" y="4"/>
                  </a:cubicBezTo>
                  <a:cubicBezTo>
                    <a:pt x="1" y="6"/>
                    <a:pt x="1" y="9"/>
                    <a:pt x="2" y="9"/>
                  </a:cubicBezTo>
                  <a:cubicBezTo>
                    <a:pt x="3" y="10"/>
                    <a:pt x="4" y="9"/>
                    <a:pt x="5"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83" name="Freeform 3191"/>
            <p:cNvSpPr/>
            <p:nvPr/>
          </p:nvSpPr>
          <p:spPr bwMode="auto">
            <a:xfrm>
              <a:off x="3854754" y="8977091"/>
              <a:ext cx="14288" cy="23813"/>
            </a:xfrm>
            <a:custGeom>
              <a:avLst/>
              <a:gdLst>
                <a:gd name="T0" fmla="*/ 5 w 5"/>
                <a:gd name="T1" fmla="*/ 9 h 9"/>
                <a:gd name="T2" fmla="*/ 3 w 5"/>
                <a:gd name="T3" fmla="*/ 1 h 9"/>
                <a:gd name="T4" fmla="*/ 1 w 5"/>
                <a:gd name="T5" fmla="*/ 2 h 9"/>
                <a:gd name="T6" fmla="*/ 1 w 5"/>
                <a:gd name="T7" fmla="*/ 8 h 9"/>
                <a:gd name="T8" fmla="*/ 5 w 5"/>
                <a:gd name="T9" fmla="*/ 9 h 9"/>
              </a:gdLst>
              <a:ahLst/>
              <a:cxnLst>
                <a:cxn ang="0">
                  <a:pos x="T0" y="T1"/>
                </a:cxn>
                <a:cxn ang="0">
                  <a:pos x="T2" y="T3"/>
                </a:cxn>
                <a:cxn ang="0">
                  <a:pos x="T4" y="T5"/>
                </a:cxn>
                <a:cxn ang="0">
                  <a:pos x="T6" y="T7"/>
                </a:cxn>
                <a:cxn ang="0">
                  <a:pos x="T8" y="T9"/>
                </a:cxn>
              </a:cxnLst>
              <a:rect l="0" t="0" r="r" b="b"/>
              <a:pathLst>
                <a:path w="5" h="9">
                  <a:moveTo>
                    <a:pt x="5" y="9"/>
                  </a:moveTo>
                  <a:cubicBezTo>
                    <a:pt x="4" y="5"/>
                    <a:pt x="4" y="2"/>
                    <a:pt x="3" y="1"/>
                  </a:cubicBezTo>
                  <a:cubicBezTo>
                    <a:pt x="3" y="0"/>
                    <a:pt x="1" y="1"/>
                    <a:pt x="1" y="2"/>
                  </a:cubicBezTo>
                  <a:cubicBezTo>
                    <a:pt x="0" y="3"/>
                    <a:pt x="1" y="8"/>
                    <a:pt x="1" y="8"/>
                  </a:cubicBezTo>
                  <a:cubicBezTo>
                    <a:pt x="2" y="9"/>
                    <a:pt x="4" y="9"/>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84" name="Freeform 3192"/>
            <p:cNvSpPr/>
            <p:nvPr/>
          </p:nvSpPr>
          <p:spPr bwMode="auto">
            <a:xfrm>
              <a:off x="3640442" y="8988203"/>
              <a:ext cx="14288" cy="28575"/>
            </a:xfrm>
            <a:custGeom>
              <a:avLst/>
              <a:gdLst>
                <a:gd name="T0" fmla="*/ 5 w 5"/>
                <a:gd name="T1" fmla="*/ 6 h 11"/>
                <a:gd name="T2" fmla="*/ 3 w 5"/>
                <a:gd name="T3" fmla="*/ 0 h 11"/>
                <a:gd name="T4" fmla="*/ 0 w 5"/>
                <a:gd name="T5" fmla="*/ 3 h 11"/>
                <a:gd name="T6" fmla="*/ 3 w 5"/>
                <a:gd name="T7" fmla="*/ 11 h 11"/>
                <a:gd name="T8" fmla="*/ 5 w 5"/>
                <a:gd name="T9" fmla="*/ 6 h 11"/>
              </a:gdLst>
              <a:ahLst/>
              <a:cxnLst>
                <a:cxn ang="0">
                  <a:pos x="T0" y="T1"/>
                </a:cxn>
                <a:cxn ang="0">
                  <a:pos x="T2" y="T3"/>
                </a:cxn>
                <a:cxn ang="0">
                  <a:pos x="T4" y="T5"/>
                </a:cxn>
                <a:cxn ang="0">
                  <a:pos x="T6" y="T7"/>
                </a:cxn>
                <a:cxn ang="0">
                  <a:pos x="T8" y="T9"/>
                </a:cxn>
              </a:cxnLst>
              <a:rect l="0" t="0" r="r" b="b"/>
              <a:pathLst>
                <a:path w="5" h="11">
                  <a:moveTo>
                    <a:pt x="5" y="6"/>
                  </a:moveTo>
                  <a:cubicBezTo>
                    <a:pt x="4" y="4"/>
                    <a:pt x="3" y="1"/>
                    <a:pt x="3" y="0"/>
                  </a:cubicBezTo>
                  <a:cubicBezTo>
                    <a:pt x="2" y="0"/>
                    <a:pt x="1" y="2"/>
                    <a:pt x="0" y="3"/>
                  </a:cubicBezTo>
                  <a:cubicBezTo>
                    <a:pt x="1" y="6"/>
                    <a:pt x="2" y="8"/>
                    <a:pt x="3" y="11"/>
                  </a:cubicBezTo>
                  <a:cubicBezTo>
                    <a:pt x="3" y="9"/>
                    <a:pt x="4" y="8"/>
                    <a:pt x="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85" name="Freeform 3193"/>
            <p:cNvSpPr/>
            <p:nvPr/>
          </p:nvSpPr>
          <p:spPr bwMode="auto">
            <a:xfrm>
              <a:off x="3429304" y="9042178"/>
              <a:ext cx="11113" cy="30163"/>
            </a:xfrm>
            <a:custGeom>
              <a:avLst/>
              <a:gdLst>
                <a:gd name="T0" fmla="*/ 4 w 4"/>
                <a:gd name="T1" fmla="*/ 5 h 11"/>
                <a:gd name="T2" fmla="*/ 2 w 4"/>
                <a:gd name="T3" fmla="*/ 0 h 11"/>
                <a:gd name="T4" fmla="*/ 0 w 4"/>
                <a:gd name="T5" fmla="*/ 5 h 11"/>
                <a:gd name="T6" fmla="*/ 2 w 4"/>
                <a:gd name="T7" fmla="*/ 11 h 11"/>
                <a:gd name="T8" fmla="*/ 4 w 4"/>
                <a:gd name="T9" fmla="*/ 5 h 11"/>
              </a:gdLst>
              <a:ahLst/>
              <a:cxnLst>
                <a:cxn ang="0">
                  <a:pos x="T0" y="T1"/>
                </a:cxn>
                <a:cxn ang="0">
                  <a:pos x="T2" y="T3"/>
                </a:cxn>
                <a:cxn ang="0">
                  <a:pos x="T4" y="T5"/>
                </a:cxn>
                <a:cxn ang="0">
                  <a:pos x="T6" y="T7"/>
                </a:cxn>
                <a:cxn ang="0">
                  <a:pos x="T8" y="T9"/>
                </a:cxn>
              </a:cxnLst>
              <a:rect l="0" t="0" r="r" b="b"/>
              <a:pathLst>
                <a:path w="4" h="11">
                  <a:moveTo>
                    <a:pt x="4" y="5"/>
                  </a:moveTo>
                  <a:cubicBezTo>
                    <a:pt x="4" y="3"/>
                    <a:pt x="3" y="2"/>
                    <a:pt x="2" y="0"/>
                  </a:cubicBezTo>
                  <a:cubicBezTo>
                    <a:pt x="1" y="2"/>
                    <a:pt x="0" y="3"/>
                    <a:pt x="0" y="5"/>
                  </a:cubicBezTo>
                  <a:cubicBezTo>
                    <a:pt x="0" y="6"/>
                    <a:pt x="1" y="9"/>
                    <a:pt x="2" y="11"/>
                  </a:cubicBezTo>
                  <a:cubicBezTo>
                    <a:pt x="3" y="9"/>
                    <a:pt x="4" y="7"/>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86" name="Freeform 3194"/>
            <p:cNvSpPr/>
            <p:nvPr/>
          </p:nvSpPr>
          <p:spPr bwMode="auto">
            <a:xfrm>
              <a:off x="3219754" y="9100916"/>
              <a:ext cx="11113" cy="28575"/>
            </a:xfrm>
            <a:custGeom>
              <a:avLst/>
              <a:gdLst>
                <a:gd name="T0" fmla="*/ 4 w 4"/>
                <a:gd name="T1" fmla="*/ 3 h 10"/>
                <a:gd name="T2" fmla="*/ 1 w 4"/>
                <a:gd name="T3" fmla="*/ 1 h 10"/>
                <a:gd name="T4" fmla="*/ 0 w 4"/>
                <a:gd name="T5" fmla="*/ 7 h 10"/>
                <a:gd name="T6" fmla="*/ 3 w 4"/>
                <a:gd name="T7" fmla="*/ 10 h 10"/>
                <a:gd name="T8" fmla="*/ 4 w 4"/>
                <a:gd name="T9" fmla="*/ 3 h 10"/>
              </a:gdLst>
              <a:ahLst/>
              <a:cxnLst>
                <a:cxn ang="0">
                  <a:pos x="T0" y="T1"/>
                </a:cxn>
                <a:cxn ang="0">
                  <a:pos x="T2" y="T3"/>
                </a:cxn>
                <a:cxn ang="0">
                  <a:pos x="T4" y="T5"/>
                </a:cxn>
                <a:cxn ang="0">
                  <a:pos x="T6" y="T7"/>
                </a:cxn>
                <a:cxn ang="0">
                  <a:pos x="T8" y="T9"/>
                </a:cxn>
              </a:cxnLst>
              <a:rect l="0" t="0" r="r" b="b"/>
              <a:pathLst>
                <a:path w="4" h="10">
                  <a:moveTo>
                    <a:pt x="4" y="3"/>
                  </a:moveTo>
                  <a:cubicBezTo>
                    <a:pt x="3" y="2"/>
                    <a:pt x="2" y="0"/>
                    <a:pt x="1" y="1"/>
                  </a:cubicBezTo>
                  <a:cubicBezTo>
                    <a:pt x="0" y="2"/>
                    <a:pt x="0" y="5"/>
                    <a:pt x="0" y="7"/>
                  </a:cubicBezTo>
                  <a:cubicBezTo>
                    <a:pt x="1" y="8"/>
                    <a:pt x="2" y="9"/>
                    <a:pt x="3" y="10"/>
                  </a:cubicBezTo>
                  <a:cubicBezTo>
                    <a:pt x="3" y="8"/>
                    <a:pt x="3" y="5"/>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87" name="Freeform 3195"/>
            <p:cNvSpPr/>
            <p:nvPr/>
          </p:nvSpPr>
          <p:spPr bwMode="auto">
            <a:xfrm>
              <a:off x="3008617" y="9164416"/>
              <a:ext cx="14288" cy="26988"/>
            </a:xfrm>
            <a:custGeom>
              <a:avLst/>
              <a:gdLst>
                <a:gd name="T0" fmla="*/ 2 w 5"/>
                <a:gd name="T1" fmla="*/ 9 h 10"/>
                <a:gd name="T2" fmla="*/ 5 w 5"/>
                <a:gd name="T3" fmla="*/ 7 h 10"/>
                <a:gd name="T4" fmla="*/ 2 w 5"/>
                <a:gd name="T5" fmla="*/ 0 h 10"/>
                <a:gd name="T6" fmla="*/ 0 w 5"/>
                <a:gd name="T7" fmla="*/ 5 h 10"/>
                <a:gd name="T8" fmla="*/ 2 w 5"/>
                <a:gd name="T9" fmla="*/ 9 h 10"/>
              </a:gdLst>
              <a:ahLst/>
              <a:cxnLst>
                <a:cxn ang="0">
                  <a:pos x="T0" y="T1"/>
                </a:cxn>
                <a:cxn ang="0">
                  <a:pos x="T2" y="T3"/>
                </a:cxn>
                <a:cxn ang="0">
                  <a:pos x="T4" y="T5"/>
                </a:cxn>
                <a:cxn ang="0">
                  <a:pos x="T6" y="T7"/>
                </a:cxn>
                <a:cxn ang="0">
                  <a:pos x="T8" y="T9"/>
                </a:cxn>
              </a:cxnLst>
              <a:rect l="0" t="0" r="r" b="b"/>
              <a:pathLst>
                <a:path w="5" h="10">
                  <a:moveTo>
                    <a:pt x="2" y="9"/>
                  </a:moveTo>
                  <a:cubicBezTo>
                    <a:pt x="3" y="10"/>
                    <a:pt x="4" y="8"/>
                    <a:pt x="5" y="7"/>
                  </a:cubicBezTo>
                  <a:cubicBezTo>
                    <a:pt x="4" y="5"/>
                    <a:pt x="3" y="2"/>
                    <a:pt x="2" y="0"/>
                  </a:cubicBezTo>
                  <a:cubicBezTo>
                    <a:pt x="1" y="2"/>
                    <a:pt x="1" y="3"/>
                    <a:pt x="0" y="5"/>
                  </a:cubicBezTo>
                  <a:cubicBezTo>
                    <a:pt x="1" y="6"/>
                    <a:pt x="1" y="9"/>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88" name="Freeform 3196"/>
            <p:cNvSpPr/>
            <p:nvPr/>
          </p:nvSpPr>
          <p:spPr bwMode="auto">
            <a:xfrm>
              <a:off x="2799067" y="9223153"/>
              <a:ext cx="11113" cy="25400"/>
            </a:xfrm>
            <a:custGeom>
              <a:avLst/>
              <a:gdLst>
                <a:gd name="T0" fmla="*/ 4 w 4"/>
                <a:gd name="T1" fmla="*/ 6 h 9"/>
                <a:gd name="T2" fmla="*/ 3 w 4"/>
                <a:gd name="T3" fmla="*/ 0 h 9"/>
                <a:gd name="T4" fmla="*/ 0 w 4"/>
                <a:gd name="T5" fmla="*/ 4 h 9"/>
                <a:gd name="T6" fmla="*/ 2 w 4"/>
                <a:gd name="T7" fmla="*/ 9 h 9"/>
                <a:gd name="T8" fmla="*/ 4 w 4"/>
                <a:gd name="T9" fmla="*/ 6 h 9"/>
              </a:gdLst>
              <a:ahLst/>
              <a:cxnLst>
                <a:cxn ang="0">
                  <a:pos x="T0" y="T1"/>
                </a:cxn>
                <a:cxn ang="0">
                  <a:pos x="T2" y="T3"/>
                </a:cxn>
                <a:cxn ang="0">
                  <a:pos x="T4" y="T5"/>
                </a:cxn>
                <a:cxn ang="0">
                  <a:pos x="T6" y="T7"/>
                </a:cxn>
                <a:cxn ang="0">
                  <a:pos x="T8" y="T9"/>
                </a:cxn>
              </a:cxnLst>
              <a:rect l="0" t="0" r="r" b="b"/>
              <a:pathLst>
                <a:path w="4" h="9">
                  <a:moveTo>
                    <a:pt x="4" y="6"/>
                  </a:moveTo>
                  <a:cubicBezTo>
                    <a:pt x="4" y="4"/>
                    <a:pt x="3" y="2"/>
                    <a:pt x="3" y="0"/>
                  </a:cubicBezTo>
                  <a:cubicBezTo>
                    <a:pt x="2" y="1"/>
                    <a:pt x="1" y="3"/>
                    <a:pt x="0" y="4"/>
                  </a:cubicBezTo>
                  <a:cubicBezTo>
                    <a:pt x="0" y="6"/>
                    <a:pt x="1" y="7"/>
                    <a:pt x="2" y="9"/>
                  </a:cubicBezTo>
                  <a:cubicBezTo>
                    <a:pt x="3" y="8"/>
                    <a:pt x="4" y="7"/>
                    <a:pt x="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89" name="Freeform 3197"/>
            <p:cNvSpPr/>
            <p:nvPr/>
          </p:nvSpPr>
          <p:spPr bwMode="auto">
            <a:xfrm>
              <a:off x="2591104" y="9278716"/>
              <a:ext cx="11113" cy="20638"/>
            </a:xfrm>
            <a:custGeom>
              <a:avLst/>
              <a:gdLst>
                <a:gd name="T0" fmla="*/ 4 w 4"/>
                <a:gd name="T1" fmla="*/ 5 h 8"/>
                <a:gd name="T2" fmla="*/ 2 w 4"/>
                <a:gd name="T3" fmla="*/ 1 h 8"/>
                <a:gd name="T4" fmla="*/ 0 w 4"/>
                <a:gd name="T5" fmla="*/ 3 h 8"/>
                <a:gd name="T6" fmla="*/ 2 w 4"/>
                <a:gd name="T7" fmla="*/ 8 h 8"/>
                <a:gd name="T8" fmla="*/ 4 w 4"/>
                <a:gd name="T9" fmla="*/ 5 h 8"/>
              </a:gdLst>
              <a:ahLst/>
              <a:cxnLst>
                <a:cxn ang="0">
                  <a:pos x="T0" y="T1"/>
                </a:cxn>
                <a:cxn ang="0">
                  <a:pos x="T2" y="T3"/>
                </a:cxn>
                <a:cxn ang="0">
                  <a:pos x="T4" y="T5"/>
                </a:cxn>
                <a:cxn ang="0">
                  <a:pos x="T6" y="T7"/>
                </a:cxn>
                <a:cxn ang="0">
                  <a:pos x="T8" y="T9"/>
                </a:cxn>
              </a:cxnLst>
              <a:rect l="0" t="0" r="r" b="b"/>
              <a:pathLst>
                <a:path w="4" h="8">
                  <a:moveTo>
                    <a:pt x="4" y="5"/>
                  </a:moveTo>
                  <a:cubicBezTo>
                    <a:pt x="3" y="3"/>
                    <a:pt x="3" y="1"/>
                    <a:pt x="2" y="1"/>
                  </a:cubicBezTo>
                  <a:cubicBezTo>
                    <a:pt x="1" y="0"/>
                    <a:pt x="0" y="2"/>
                    <a:pt x="0" y="3"/>
                  </a:cubicBezTo>
                  <a:cubicBezTo>
                    <a:pt x="0" y="5"/>
                    <a:pt x="1" y="7"/>
                    <a:pt x="2" y="8"/>
                  </a:cubicBezTo>
                  <a:cubicBezTo>
                    <a:pt x="3" y="7"/>
                    <a:pt x="3" y="6"/>
                    <a:pt x="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90" name="Freeform 3198"/>
            <p:cNvSpPr/>
            <p:nvPr/>
          </p:nvSpPr>
          <p:spPr bwMode="auto">
            <a:xfrm>
              <a:off x="2378379" y="9332691"/>
              <a:ext cx="11113" cy="19050"/>
            </a:xfrm>
            <a:custGeom>
              <a:avLst/>
              <a:gdLst>
                <a:gd name="T0" fmla="*/ 4 w 4"/>
                <a:gd name="T1" fmla="*/ 2 h 7"/>
                <a:gd name="T2" fmla="*/ 2 w 4"/>
                <a:gd name="T3" fmla="*/ 1 h 7"/>
                <a:gd name="T4" fmla="*/ 0 w 4"/>
                <a:gd name="T5" fmla="*/ 5 h 7"/>
                <a:gd name="T6" fmla="*/ 4 w 4"/>
                <a:gd name="T7" fmla="*/ 7 h 7"/>
                <a:gd name="T8" fmla="*/ 4 w 4"/>
                <a:gd name="T9" fmla="*/ 2 h 7"/>
              </a:gdLst>
              <a:ahLst/>
              <a:cxnLst>
                <a:cxn ang="0">
                  <a:pos x="T0" y="T1"/>
                </a:cxn>
                <a:cxn ang="0">
                  <a:pos x="T2" y="T3"/>
                </a:cxn>
                <a:cxn ang="0">
                  <a:pos x="T4" y="T5"/>
                </a:cxn>
                <a:cxn ang="0">
                  <a:pos x="T6" y="T7"/>
                </a:cxn>
                <a:cxn ang="0">
                  <a:pos x="T8" y="T9"/>
                </a:cxn>
              </a:cxnLst>
              <a:rect l="0" t="0" r="r" b="b"/>
              <a:pathLst>
                <a:path w="4" h="7">
                  <a:moveTo>
                    <a:pt x="4" y="2"/>
                  </a:moveTo>
                  <a:cubicBezTo>
                    <a:pt x="4" y="1"/>
                    <a:pt x="2" y="0"/>
                    <a:pt x="2" y="1"/>
                  </a:cubicBezTo>
                  <a:cubicBezTo>
                    <a:pt x="1" y="1"/>
                    <a:pt x="1" y="3"/>
                    <a:pt x="0" y="5"/>
                  </a:cubicBezTo>
                  <a:cubicBezTo>
                    <a:pt x="2" y="5"/>
                    <a:pt x="3" y="6"/>
                    <a:pt x="4" y="7"/>
                  </a:cubicBezTo>
                  <a:cubicBezTo>
                    <a:pt x="4" y="5"/>
                    <a:pt x="4" y="3"/>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91" name="Freeform 3199"/>
            <p:cNvSpPr/>
            <p:nvPr/>
          </p:nvSpPr>
          <p:spPr bwMode="auto">
            <a:xfrm>
              <a:off x="8260067" y="8923116"/>
              <a:ext cx="3175" cy="4763"/>
            </a:xfrm>
            <a:custGeom>
              <a:avLst/>
              <a:gdLst>
                <a:gd name="T0" fmla="*/ 1 w 1"/>
                <a:gd name="T1" fmla="*/ 2 h 2"/>
                <a:gd name="T2" fmla="*/ 1 w 1"/>
                <a:gd name="T3" fmla="*/ 0 h 2"/>
                <a:gd name="T4" fmla="*/ 0 w 1"/>
                <a:gd name="T5" fmla="*/ 0 h 2"/>
                <a:gd name="T6" fmla="*/ 0 w 1"/>
                <a:gd name="T7" fmla="*/ 2 h 2"/>
                <a:gd name="T8" fmla="*/ 1 w 1"/>
                <a:gd name="T9" fmla="*/ 2 h 2"/>
              </a:gdLst>
              <a:ahLst/>
              <a:cxnLst>
                <a:cxn ang="0">
                  <a:pos x="T0" y="T1"/>
                </a:cxn>
                <a:cxn ang="0">
                  <a:pos x="T2" y="T3"/>
                </a:cxn>
                <a:cxn ang="0">
                  <a:pos x="T4" y="T5"/>
                </a:cxn>
                <a:cxn ang="0">
                  <a:pos x="T6" y="T7"/>
                </a:cxn>
                <a:cxn ang="0">
                  <a:pos x="T8" y="T9"/>
                </a:cxn>
              </a:cxnLst>
              <a:rect l="0" t="0" r="r" b="b"/>
              <a:pathLst>
                <a:path w="1" h="2">
                  <a:moveTo>
                    <a:pt x="1" y="2"/>
                  </a:moveTo>
                  <a:cubicBezTo>
                    <a:pt x="1" y="2"/>
                    <a:pt x="1" y="1"/>
                    <a:pt x="1" y="0"/>
                  </a:cubicBezTo>
                  <a:cubicBezTo>
                    <a:pt x="1" y="0"/>
                    <a:pt x="1" y="0"/>
                    <a:pt x="0" y="0"/>
                  </a:cubicBezTo>
                  <a:cubicBezTo>
                    <a:pt x="0" y="1"/>
                    <a:pt x="0" y="2"/>
                    <a:pt x="0" y="2"/>
                  </a:cubicBezTo>
                  <a:cubicBezTo>
                    <a:pt x="0" y="2"/>
                    <a:pt x="0"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92" name="Freeform 3200"/>
            <p:cNvSpPr/>
            <p:nvPr/>
          </p:nvSpPr>
          <p:spPr bwMode="auto">
            <a:xfrm>
              <a:off x="8045754" y="9004078"/>
              <a:ext cx="6350" cy="3175"/>
            </a:xfrm>
            <a:custGeom>
              <a:avLst/>
              <a:gdLst>
                <a:gd name="T0" fmla="*/ 2 w 2"/>
                <a:gd name="T1" fmla="*/ 0 h 1"/>
                <a:gd name="T2" fmla="*/ 1 w 2"/>
                <a:gd name="T3" fmla="*/ 0 h 1"/>
                <a:gd name="T4" fmla="*/ 0 w 2"/>
                <a:gd name="T5" fmla="*/ 1 h 1"/>
                <a:gd name="T6" fmla="*/ 1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1" y="0"/>
                    <a:pt x="1" y="0"/>
                  </a:cubicBezTo>
                  <a:cubicBezTo>
                    <a:pt x="1" y="0"/>
                    <a:pt x="0" y="1"/>
                    <a:pt x="0" y="1"/>
                  </a:cubicBezTo>
                  <a:cubicBezTo>
                    <a:pt x="0" y="1"/>
                    <a:pt x="1" y="1"/>
                    <a:pt x="1" y="1"/>
                  </a:cubicBezTo>
                  <a:cubicBezTo>
                    <a:pt x="2" y="1"/>
                    <a:pt x="2"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93" name="Freeform 3201"/>
            <p:cNvSpPr/>
            <p:nvPr/>
          </p:nvSpPr>
          <p:spPr bwMode="auto">
            <a:xfrm>
              <a:off x="7834617" y="9042178"/>
              <a:ext cx="3175" cy="4763"/>
            </a:xfrm>
            <a:custGeom>
              <a:avLst/>
              <a:gdLst>
                <a:gd name="T0" fmla="*/ 1 w 1"/>
                <a:gd name="T1" fmla="*/ 1 h 2"/>
                <a:gd name="T2" fmla="*/ 0 w 1"/>
                <a:gd name="T3" fmla="*/ 0 h 2"/>
                <a:gd name="T4" fmla="*/ 0 w 1"/>
                <a:gd name="T5" fmla="*/ 2 h 2"/>
                <a:gd name="T6" fmla="*/ 1 w 1"/>
                <a:gd name="T7" fmla="*/ 2 h 2"/>
                <a:gd name="T8" fmla="*/ 1 w 1"/>
                <a:gd name="T9" fmla="*/ 1 h 2"/>
              </a:gdLst>
              <a:ahLst/>
              <a:cxnLst>
                <a:cxn ang="0">
                  <a:pos x="T0" y="T1"/>
                </a:cxn>
                <a:cxn ang="0">
                  <a:pos x="T2" y="T3"/>
                </a:cxn>
                <a:cxn ang="0">
                  <a:pos x="T4" y="T5"/>
                </a:cxn>
                <a:cxn ang="0">
                  <a:pos x="T6" y="T7"/>
                </a:cxn>
                <a:cxn ang="0">
                  <a:pos x="T8" y="T9"/>
                </a:cxn>
              </a:cxnLst>
              <a:rect l="0" t="0" r="r" b="b"/>
              <a:pathLst>
                <a:path w="1" h="2">
                  <a:moveTo>
                    <a:pt x="1" y="1"/>
                  </a:moveTo>
                  <a:cubicBezTo>
                    <a:pt x="1" y="1"/>
                    <a:pt x="1" y="1"/>
                    <a:pt x="0" y="0"/>
                  </a:cubicBezTo>
                  <a:cubicBezTo>
                    <a:pt x="0" y="1"/>
                    <a:pt x="0" y="1"/>
                    <a:pt x="0" y="2"/>
                  </a:cubicBezTo>
                  <a:cubicBezTo>
                    <a:pt x="0" y="2"/>
                    <a:pt x="0" y="2"/>
                    <a:pt x="1" y="2"/>
                  </a:cubicBezTo>
                  <a:cubicBezTo>
                    <a:pt x="1" y="1"/>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94" name="Freeform 3202"/>
            <p:cNvSpPr/>
            <p:nvPr/>
          </p:nvSpPr>
          <p:spPr bwMode="auto">
            <a:xfrm>
              <a:off x="7617129" y="9054878"/>
              <a:ext cx="7938" cy="3175"/>
            </a:xfrm>
            <a:custGeom>
              <a:avLst/>
              <a:gdLst>
                <a:gd name="T0" fmla="*/ 2 w 3"/>
                <a:gd name="T1" fmla="*/ 1 h 1"/>
                <a:gd name="T2" fmla="*/ 2 w 3"/>
                <a:gd name="T3" fmla="*/ 1 h 1"/>
                <a:gd name="T4" fmla="*/ 2 w 3"/>
                <a:gd name="T5" fmla="*/ 0 h 1"/>
                <a:gd name="T6" fmla="*/ 0 w 3"/>
                <a:gd name="T7" fmla="*/ 0 h 1"/>
                <a:gd name="T8" fmla="*/ 2 w 3"/>
                <a:gd name="T9" fmla="*/ 1 h 1"/>
              </a:gdLst>
              <a:ahLst/>
              <a:cxnLst>
                <a:cxn ang="0">
                  <a:pos x="T0" y="T1"/>
                </a:cxn>
                <a:cxn ang="0">
                  <a:pos x="T2" y="T3"/>
                </a:cxn>
                <a:cxn ang="0">
                  <a:pos x="T4" y="T5"/>
                </a:cxn>
                <a:cxn ang="0">
                  <a:pos x="T6" y="T7"/>
                </a:cxn>
                <a:cxn ang="0">
                  <a:pos x="T8" y="T9"/>
                </a:cxn>
              </a:cxnLst>
              <a:rect l="0" t="0" r="r" b="b"/>
              <a:pathLst>
                <a:path w="3" h="1">
                  <a:moveTo>
                    <a:pt x="2" y="1"/>
                  </a:moveTo>
                  <a:cubicBezTo>
                    <a:pt x="2" y="1"/>
                    <a:pt x="3" y="1"/>
                    <a:pt x="2" y="1"/>
                  </a:cubicBezTo>
                  <a:cubicBezTo>
                    <a:pt x="2" y="0"/>
                    <a:pt x="2" y="0"/>
                    <a:pt x="2" y="0"/>
                  </a:cubicBezTo>
                  <a:cubicBezTo>
                    <a:pt x="1" y="0"/>
                    <a:pt x="0" y="0"/>
                    <a:pt x="0" y="0"/>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95" name="Freeform 3203"/>
            <p:cNvSpPr/>
            <p:nvPr/>
          </p:nvSpPr>
          <p:spPr bwMode="auto">
            <a:xfrm>
              <a:off x="7402817" y="9050116"/>
              <a:ext cx="4763" cy="4763"/>
            </a:xfrm>
            <a:custGeom>
              <a:avLst/>
              <a:gdLst>
                <a:gd name="T0" fmla="*/ 1 w 2"/>
                <a:gd name="T1" fmla="*/ 2 h 2"/>
                <a:gd name="T2" fmla="*/ 2 w 2"/>
                <a:gd name="T3" fmla="*/ 1 h 2"/>
                <a:gd name="T4" fmla="*/ 1 w 2"/>
                <a:gd name="T5" fmla="*/ 0 h 2"/>
                <a:gd name="T6" fmla="*/ 0 w 2"/>
                <a:gd name="T7" fmla="*/ 1 h 2"/>
                <a:gd name="T8" fmla="*/ 1 w 2"/>
                <a:gd name="T9" fmla="*/ 2 h 2"/>
              </a:gdLst>
              <a:ahLst/>
              <a:cxnLst>
                <a:cxn ang="0">
                  <a:pos x="T0" y="T1"/>
                </a:cxn>
                <a:cxn ang="0">
                  <a:pos x="T2" y="T3"/>
                </a:cxn>
                <a:cxn ang="0">
                  <a:pos x="T4" y="T5"/>
                </a:cxn>
                <a:cxn ang="0">
                  <a:pos x="T6" y="T7"/>
                </a:cxn>
                <a:cxn ang="0">
                  <a:pos x="T8" y="T9"/>
                </a:cxn>
              </a:cxnLst>
              <a:rect l="0" t="0" r="r" b="b"/>
              <a:pathLst>
                <a:path w="2" h="2">
                  <a:moveTo>
                    <a:pt x="1" y="2"/>
                  </a:moveTo>
                  <a:cubicBezTo>
                    <a:pt x="2" y="2"/>
                    <a:pt x="2" y="1"/>
                    <a:pt x="2" y="1"/>
                  </a:cubicBezTo>
                  <a:cubicBezTo>
                    <a:pt x="2" y="1"/>
                    <a:pt x="2" y="1"/>
                    <a:pt x="1" y="0"/>
                  </a:cubicBezTo>
                  <a:cubicBezTo>
                    <a:pt x="1" y="1"/>
                    <a:pt x="1" y="1"/>
                    <a:pt x="0" y="1"/>
                  </a:cubicBezTo>
                  <a:cubicBezTo>
                    <a:pt x="0" y="1"/>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96" name="Freeform 3204"/>
            <p:cNvSpPr/>
            <p:nvPr/>
          </p:nvSpPr>
          <p:spPr bwMode="auto">
            <a:xfrm>
              <a:off x="7188504" y="9034241"/>
              <a:ext cx="4763" cy="1588"/>
            </a:xfrm>
            <a:custGeom>
              <a:avLst/>
              <a:gdLst>
                <a:gd name="T0" fmla="*/ 1 w 2"/>
                <a:gd name="T1" fmla="*/ 1 h 1"/>
                <a:gd name="T2" fmla="*/ 2 w 2"/>
                <a:gd name="T3" fmla="*/ 1 h 1"/>
                <a:gd name="T4" fmla="*/ 1 w 2"/>
                <a:gd name="T5" fmla="*/ 0 h 1"/>
                <a:gd name="T6" fmla="*/ 0 w 2"/>
                <a:gd name="T7" fmla="*/ 0 h 1"/>
                <a:gd name="T8" fmla="*/ 1 w 2"/>
                <a:gd name="T9" fmla="*/ 1 h 1"/>
              </a:gdLst>
              <a:ahLst/>
              <a:cxnLst>
                <a:cxn ang="0">
                  <a:pos x="T0" y="T1"/>
                </a:cxn>
                <a:cxn ang="0">
                  <a:pos x="T2" y="T3"/>
                </a:cxn>
                <a:cxn ang="0">
                  <a:pos x="T4" y="T5"/>
                </a:cxn>
                <a:cxn ang="0">
                  <a:pos x="T6" y="T7"/>
                </a:cxn>
                <a:cxn ang="0">
                  <a:pos x="T8" y="T9"/>
                </a:cxn>
              </a:cxnLst>
              <a:rect l="0" t="0" r="r" b="b"/>
              <a:pathLst>
                <a:path w="2" h="1">
                  <a:moveTo>
                    <a:pt x="1" y="1"/>
                  </a:moveTo>
                  <a:cubicBezTo>
                    <a:pt x="1" y="1"/>
                    <a:pt x="2" y="1"/>
                    <a:pt x="2" y="1"/>
                  </a:cubicBezTo>
                  <a:cubicBezTo>
                    <a:pt x="1" y="1"/>
                    <a:pt x="1" y="0"/>
                    <a:pt x="1" y="0"/>
                  </a:cubicBezTo>
                  <a:cubicBezTo>
                    <a:pt x="0" y="0"/>
                    <a:pt x="0" y="0"/>
                    <a:pt x="0" y="0"/>
                  </a:cubicBezTo>
                  <a:cubicBezTo>
                    <a:pt x="0" y="0"/>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97" name="Freeform 3205"/>
            <p:cNvSpPr/>
            <p:nvPr/>
          </p:nvSpPr>
          <p:spPr bwMode="auto">
            <a:xfrm>
              <a:off x="6971017" y="9004078"/>
              <a:ext cx="6350" cy="3175"/>
            </a:xfrm>
            <a:custGeom>
              <a:avLst/>
              <a:gdLst>
                <a:gd name="T0" fmla="*/ 1 w 2"/>
                <a:gd name="T1" fmla="*/ 1 h 1"/>
                <a:gd name="T2" fmla="*/ 2 w 2"/>
                <a:gd name="T3" fmla="*/ 0 h 1"/>
                <a:gd name="T4" fmla="*/ 1 w 2"/>
                <a:gd name="T5" fmla="*/ 0 h 1"/>
                <a:gd name="T6" fmla="*/ 0 w 2"/>
                <a:gd name="T7" fmla="*/ 0 h 1"/>
                <a:gd name="T8" fmla="*/ 1 w 2"/>
                <a:gd name="T9" fmla="*/ 1 h 1"/>
              </a:gdLst>
              <a:ahLst/>
              <a:cxnLst>
                <a:cxn ang="0">
                  <a:pos x="T0" y="T1"/>
                </a:cxn>
                <a:cxn ang="0">
                  <a:pos x="T2" y="T3"/>
                </a:cxn>
                <a:cxn ang="0">
                  <a:pos x="T4" y="T5"/>
                </a:cxn>
                <a:cxn ang="0">
                  <a:pos x="T6" y="T7"/>
                </a:cxn>
                <a:cxn ang="0">
                  <a:pos x="T8" y="T9"/>
                </a:cxn>
              </a:cxnLst>
              <a:rect l="0" t="0" r="r" b="b"/>
              <a:pathLst>
                <a:path w="2" h="1">
                  <a:moveTo>
                    <a:pt x="1" y="1"/>
                  </a:moveTo>
                  <a:cubicBezTo>
                    <a:pt x="1" y="1"/>
                    <a:pt x="2" y="0"/>
                    <a:pt x="2" y="0"/>
                  </a:cubicBezTo>
                  <a:cubicBezTo>
                    <a:pt x="2" y="0"/>
                    <a:pt x="1" y="0"/>
                    <a:pt x="1" y="0"/>
                  </a:cubicBezTo>
                  <a:cubicBezTo>
                    <a:pt x="1" y="0"/>
                    <a:pt x="0" y="0"/>
                    <a:pt x="0" y="0"/>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98" name="Freeform 3206"/>
            <p:cNvSpPr/>
            <p:nvPr/>
          </p:nvSpPr>
          <p:spPr bwMode="auto">
            <a:xfrm>
              <a:off x="6753529" y="8962803"/>
              <a:ext cx="6350" cy="3175"/>
            </a:xfrm>
            <a:custGeom>
              <a:avLst/>
              <a:gdLst>
                <a:gd name="T0" fmla="*/ 1 w 2"/>
                <a:gd name="T1" fmla="*/ 1 h 1"/>
                <a:gd name="T2" fmla="*/ 2 w 2"/>
                <a:gd name="T3" fmla="*/ 0 h 1"/>
                <a:gd name="T4" fmla="*/ 1 w 2"/>
                <a:gd name="T5" fmla="*/ 0 h 1"/>
                <a:gd name="T6" fmla="*/ 0 w 2"/>
                <a:gd name="T7" fmla="*/ 0 h 1"/>
                <a:gd name="T8" fmla="*/ 1 w 2"/>
                <a:gd name="T9" fmla="*/ 1 h 1"/>
              </a:gdLst>
              <a:ahLst/>
              <a:cxnLst>
                <a:cxn ang="0">
                  <a:pos x="T0" y="T1"/>
                </a:cxn>
                <a:cxn ang="0">
                  <a:pos x="T2" y="T3"/>
                </a:cxn>
                <a:cxn ang="0">
                  <a:pos x="T4" y="T5"/>
                </a:cxn>
                <a:cxn ang="0">
                  <a:pos x="T6" y="T7"/>
                </a:cxn>
                <a:cxn ang="0">
                  <a:pos x="T8" y="T9"/>
                </a:cxn>
              </a:cxnLst>
              <a:rect l="0" t="0" r="r" b="b"/>
              <a:pathLst>
                <a:path w="2" h="1">
                  <a:moveTo>
                    <a:pt x="1" y="1"/>
                  </a:moveTo>
                  <a:cubicBezTo>
                    <a:pt x="1" y="1"/>
                    <a:pt x="2" y="0"/>
                    <a:pt x="2" y="0"/>
                  </a:cubicBezTo>
                  <a:cubicBezTo>
                    <a:pt x="1" y="0"/>
                    <a:pt x="1" y="0"/>
                    <a:pt x="1" y="0"/>
                  </a:cubicBezTo>
                  <a:cubicBezTo>
                    <a:pt x="0" y="0"/>
                    <a:pt x="0" y="0"/>
                    <a:pt x="0" y="0"/>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199" name="Freeform 3207"/>
            <p:cNvSpPr/>
            <p:nvPr/>
          </p:nvSpPr>
          <p:spPr bwMode="auto">
            <a:xfrm>
              <a:off x="6537629" y="8912003"/>
              <a:ext cx="4763" cy="1588"/>
            </a:xfrm>
            <a:custGeom>
              <a:avLst/>
              <a:gdLst>
                <a:gd name="T0" fmla="*/ 1 w 2"/>
                <a:gd name="T1" fmla="*/ 1 h 1"/>
                <a:gd name="T2" fmla="*/ 2 w 2"/>
                <a:gd name="T3" fmla="*/ 1 h 1"/>
                <a:gd name="T4" fmla="*/ 1 w 2"/>
                <a:gd name="T5" fmla="*/ 0 h 1"/>
                <a:gd name="T6" fmla="*/ 0 w 2"/>
                <a:gd name="T7" fmla="*/ 1 h 1"/>
                <a:gd name="T8" fmla="*/ 1 w 2"/>
                <a:gd name="T9" fmla="*/ 1 h 1"/>
              </a:gdLst>
              <a:ahLst/>
              <a:cxnLst>
                <a:cxn ang="0">
                  <a:pos x="T0" y="T1"/>
                </a:cxn>
                <a:cxn ang="0">
                  <a:pos x="T2" y="T3"/>
                </a:cxn>
                <a:cxn ang="0">
                  <a:pos x="T4" y="T5"/>
                </a:cxn>
                <a:cxn ang="0">
                  <a:pos x="T6" y="T7"/>
                </a:cxn>
                <a:cxn ang="0">
                  <a:pos x="T8" y="T9"/>
                </a:cxn>
              </a:cxnLst>
              <a:rect l="0" t="0" r="r" b="b"/>
              <a:pathLst>
                <a:path w="2" h="1">
                  <a:moveTo>
                    <a:pt x="1" y="1"/>
                  </a:moveTo>
                  <a:cubicBezTo>
                    <a:pt x="1" y="1"/>
                    <a:pt x="1" y="1"/>
                    <a:pt x="2" y="1"/>
                  </a:cubicBezTo>
                  <a:cubicBezTo>
                    <a:pt x="1" y="1"/>
                    <a:pt x="1" y="0"/>
                    <a:pt x="1" y="0"/>
                  </a:cubicBezTo>
                  <a:cubicBezTo>
                    <a:pt x="0" y="0"/>
                    <a:pt x="0" y="0"/>
                    <a:pt x="0" y="1"/>
                  </a:cubicBezTo>
                  <a:cubicBezTo>
                    <a:pt x="0" y="1"/>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00" name="Freeform 3208"/>
            <p:cNvSpPr/>
            <p:nvPr/>
          </p:nvSpPr>
          <p:spPr bwMode="auto">
            <a:xfrm>
              <a:off x="6316967" y="8854853"/>
              <a:ext cx="6350" cy="4763"/>
            </a:xfrm>
            <a:custGeom>
              <a:avLst/>
              <a:gdLst>
                <a:gd name="T0" fmla="*/ 1 w 2"/>
                <a:gd name="T1" fmla="*/ 2 h 2"/>
                <a:gd name="T2" fmla="*/ 2 w 2"/>
                <a:gd name="T3" fmla="*/ 1 h 2"/>
                <a:gd name="T4" fmla="*/ 1 w 2"/>
                <a:gd name="T5" fmla="*/ 0 h 2"/>
                <a:gd name="T6" fmla="*/ 0 w 2"/>
                <a:gd name="T7" fmla="*/ 1 h 2"/>
                <a:gd name="T8" fmla="*/ 1 w 2"/>
                <a:gd name="T9" fmla="*/ 2 h 2"/>
              </a:gdLst>
              <a:ahLst/>
              <a:cxnLst>
                <a:cxn ang="0">
                  <a:pos x="T0" y="T1"/>
                </a:cxn>
                <a:cxn ang="0">
                  <a:pos x="T2" y="T3"/>
                </a:cxn>
                <a:cxn ang="0">
                  <a:pos x="T4" y="T5"/>
                </a:cxn>
                <a:cxn ang="0">
                  <a:pos x="T6" y="T7"/>
                </a:cxn>
                <a:cxn ang="0">
                  <a:pos x="T8" y="T9"/>
                </a:cxn>
              </a:cxnLst>
              <a:rect l="0" t="0" r="r" b="b"/>
              <a:pathLst>
                <a:path w="2" h="2">
                  <a:moveTo>
                    <a:pt x="1" y="2"/>
                  </a:moveTo>
                  <a:cubicBezTo>
                    <a:pt x="2" y="1"/>
                    <a:pt x="2" y="1"/>
                    <a:pt x="2" y="1"/>
                  </a:cubicBezTo>
                  <a:cubicBezTo>
                    <a:pt x="2" y="1"/>
                    <a:pt x="1" y="0"/>
                    <a:pt x="1" y="0"/>
                  </a:cubicBezTo>
                  <a:cubicBezTo>
                    <a:pt x="1" y="0"/>
                    <a:pt x="0" y="1"/>
                    <a:pt x="0" y="1"/>
                  </a:cubicBezTo>
                  <a:cubicBezTo>
                    <a:pt x="0" y="1"/>
                    <a:pt x="1"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01" name="Freeform 3209"/>
            <p:cNvSpPr/>
            <p:nvPr/>
          </p:nvSpPr>
          <p:spPr bwMode="auto">
            <a:xfrm>
              <a:off x="6099479" y="8797703"/>
              <a:ext cx="6350" cy="4763"/>
            </a:xfrm>
            <a:custGeom>
              <a:avLst/>
              <a:gdLst>
                <a:gd name="T0" fmla="*/ 2 w 2"/>
                <a:gd name="T1" fmla="*/ 2 h 2"/>
                <a:gd name="T2" fmla="*/ 1 w 2"/>
                <a:gd name="T3" fmla="*/ 0 h 2"/>
                <a:gd name="T4" fmla="*/ 0 w 2"/>
                <a:gd name="T5" fmla="*/ 0 h 2"/>
                <a:gd name="T6" fmla="*/ 1 w 2"/>
                <a:gd name="T7" fmla="*/ 2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1"/>
                    <a:pt x="1" y="0"/>
                    <a:pt x="1" y="0"/>
                  </a:cubicBezTo>
                  <a:cubicBezTo>
                    <a:pt x="0" y="0"/>
                    <a:pt x="0" y="0"/>
                    <a:pt x="0" y="0"/>
                  </a:cubicBezTo>
                  <a:cubicBezTo>
                    <a:pt x="0" y="1"/>
                    <a:pt x="0" y="1"/>
                    <a:pt x="1" y="2"/>
                  </a:cubicBezTo>
                  <a:cubicBezTo>
                    <a:pt x="1" y="2"/>
                    <a:pt x="2" y="2"/>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02" name="Freeform 3210"/>
            <p:cNvSpPr/>
            <p:nvPr/>
          </p:nvSpPr>
          <p:spPr bwMode="auto">
            <a:xfrm>
              <a:off x="5880404" y="8740553"/>
              <a:ext cx="4763" cy="7938"/>
            </a:xfrm>
            <a:custGeom>
              <a:avLst/>
              <a:gdLst>
                <a:gd name="T0" fmla="*/ 2 w 2"/>
                <a:gd name="T1" fmla="*/ 2 h 3"/>
                <a:gd name="T2" fmla="*/ 1 w 2"/>
                <a:gd name="T3" fmla="*/ 0 h 3"/>
                <a:gd name="T4" fmla="*/ 0 w 2"/>
                <a:gd name="T5" fmla="*/ 0 h 3"/>
                <a:gd name="T6" fmla="*/ 2 w 2"/>
                <a:gd name="T7" fmla="*/ 3 h 3"/>
                <a:gd name="T8" fmla="*/ 2 w 2"/>
                <a:gd name="T9" fmla="*/ 2 h 3"/>
              </a:gdLst>
              <a:ahLst/>
              <a:cxnLst>
                <a:cxn ang="0">
                  <a:pos x="T0" y="T1"/>
                </a:cxn>
                <a:cxn ang="0">
                  <a:pos x="T2" y="T3"/>
                </a:cxn>
                <a:cxn ang="0">
                  <a:pos x="T4" y="T5"/>
                </a:cxn>
                <a:cxn ang="0">
                  <a:pos x="T6" y="T7"/>
                </a:cxn>
                <a:cxn ang="0">
                  <a:pos x="T8" y="T9"/>
                </a:cxn>
              </a:cxnLst>
              <a:rect l="0" t="0" r="r" b="b"/>
              <a:pathLst>
                <a:path w="2" h="3">
                  <a:moveTo>
                    <a:pt x="2" y="2"/>
                  </a:moveTo>
                  <a:cubicBezTo>
                    <a:pt x="2" y="1"/>
                    <a:pt x="2" y="1"/>
                    <a:pt x="1" y="0"/>
                  </a:cubicBezTo>
                  <a:cubicBezTo>
                    <a:pt x="1" y="0"/>
                    <a:pt x="0" y="0"/>
                    <a:pt x="0" y="0"/>
                  </a:cubicBezTo>
                  <a:cubicBezTo>
                    <a:pt x="1" y="1"/>
                    <a:pt x="1" y="2"/>
                    <a:pt x="2" y="3"/>
                  </a:cubicBezTo>
                  <a:cubicBezTo>
                    <a:pt x="2" y="3"/>
                    <a:pt x="2" y="3"/>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03" name="Freeform 3211"/>
            <p:cNvSpPr/>
            <p:nvPr/>
          </p:nvSpPr>
          <p:spPr bwMode="auto">
            <a:xfrm>
              <a:off x="5662917" y="8686578"/>
              <a:ext cx="6350" cy="11113"/>
            </a:xfrm>
            <a:custGeom>
              <a:avLst/>
              <a:gdLst>
                <a:gd name="T0" fmla="*/ 2 w 2"/>
                <a:gd name="T1" fmla="*/ 3 h 4"/>
                <a:gd name="T2" fmla="*/ 1 w 2"/>
                <a:gd name="T3" fmla="*/ 0 h 4"/>
                <a:gd name="T4" fmla="*/ 0 w 2"/>
                <a:gd name="T5" fmla="*/ 1 h 4"/>
                <a:gd name="T6" fmla="*/ 1 w 2"/>
                <a:gd name="T7" fmla="*/ 4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2"/>
                    <a:pt x="1" y="1"/>
                    <a:pt x="1" y="0"/>
                  </a:cubicBezTo>
                  <a:cubicBezTo>
                    <a:pt x="1" y="0"/>
                    <a:pt x="0" y="1"/>
                    <a:pt x="0" y="1"/>
                  </a:cubicBezTo>
                  <a:cubicBezTo>
                    <a:pt x="0" y="2"/>
                    <a:pt x="1" y="3"/>
                    <a:pt x="1" y="4"/>
                  </a:cubicBezTo>
                  <a:cubicBezTo>
                    <a:pt x="2" y="4"/>
                    <a:pt x="2" y="4"/>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04" name="Freeform 3212"/>
            <p:cNvSpPr/>
            <p:nvPr/>
          </p:nvSpPr>
          <p:spPr bwMode="auto">
            <a:xfrm>
              <a:off x="5445429" y="8637366"/>
              <a:ext cx="6350" cy="14288"/>
            </a:xfrm>
            <a:custGeom>
              <a:avLst/>
              <a:gdLst>
                <a:gd name="T0" fmla="*/ 2 w 2"/>
                <a:gd name="T1" fmla="*/ 4 h 5"/>
                <a:gd name="T2" fmla="*/ 1 w 2"/>
                <a:gd name="T3" fmla="*/ 0 h 5"/>
                <a:gd name="T4" fmla="*/ 0 w 2"/>
                <a:gd name="T5" fmla="*/ 1 h 5"/>
                <a:gd name="T6" fmla="*/ 1 w 2"/>
                <a:gd name="T7" fmla="*/ 5 h 5"/>
                <a:gd name="T8" fmla="*/ 2 w 2"/>
                <a:gd name="T9" fmla="*/ 4 h 5"/>
              </a:gdLst>
              <a:ahLst/>
              <a:cxnLst>
                <a:cxn ang="0">
                  <a:pos x="T0" y="T1"/>
                </a:cxn>
                <a:cxn ang="0">
                  <a:pos x="T2" y="T3"/>
                </a:cxn>
                <a:cxn ang="0">
                  <a:pos x="T4" y="T5"/>
                </a:cxn>
                <a:cxn ang="0">
                  <a:pos x="T6" y="T7"/>
                </a:cxn>
                <a:cxn ang="0">
                  <a:pos x="T8" y="T9"/>
                </a:cxn>
              </a:cxnLst>
              <a:rect l="0" t="0" r="r" b="b"/>
              <a:pathLst>
                <a:path w="2" h="5">
                  <a:moveTo>
                    <a:pt x="2" y="4"/>
                  </a:moveTo>
                  <a:cubicBezTo>
                    <a:pt x="2" y="3"/>
                    <a:pt x="1" y="1"/>
                    <a:pt x="1" y="0"/>
                  </a:cubicBezTo>
                  <a:cubicBezTo>
                    <a:pt x="0" y="1"/>
                    <a:pt x="0" y="1"/>
                    <a:pt x="0" y="1"/>
                  </a:cubicBezTo>
                  <a:cubicBezTo>
                    <a:pt x="0" y="2"/>
                    <a:pt x="1" y="4"/>
                    <a:pt x="1" y="5"/>
                  </a:cubicBezTo>
                  <a:cubicBezTo>
                    <a:pt x="1" y="5"/>
                    <a:pt x="2"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05" name="Freeform 3213"/>
            <p:cNvSpPr/>
            <p:nvPr/>
          </p:nvSpPr>
          <p:spPr bwMode="auto">
            <a:xfrm>
              <a:off x="8469617" y="8805641"/>
              <a:ext cx="4763" cy="4763"/>
            </a:xfrm>
            <a:custGeom>
              <a:avLst/>
              <a:gdLst>
                <a:gd name="T0" fmla="*/ 1 w 2"/>
                <a:gd name="T1" fmla="*/ 2 h 2"/>
                <a:gd name="T2" fmla="*/ 2 w 2"/>
                <a:gd name="T3" fmla="*/ 0 h 2"/>
                <a:gd name="T4" fmla="*/ 1 w 2"/>
                <a:gd name="T5" fmla="*/ 0 h 2"/>
                <a:gd name="T6" fmla="*/ 0 w 2"/>
                <a:gd name="T7" fmla="*/ 2 h 2"/>
                <a:gd name="T8" fmla="*/ 1 w 2"/>
                <a:gd name="T9" fmla="*/ 2 h 2"/>
              </a:gdLst>
              <a:ahLst/>
              <a:cxnLst>
                <a:cxn ang="0">
                  <a:pos x="T0" y="T1"/>
                </a:cxn>
                <a:cxn ang="0">
                  <a:pos x="T2" y="T3"/>
                </a:cxn>
                <a:cxn ang="0">
                  <a:pos x="T4" y="T5"/>
                </a:cxn>
                <a:cxn ang="0">
                  <a:pos x="T6" y="T7"/>
                </a:cxn>
                <a:cxn ang="0">
                  <a:pos x="T8" y="T9"/>
                </a:cxn>
              </a:cxnLst>
              <a:rect l="0" t="0" r="r" b="b"/>
              <a:pathLst>
                <a:path w="2" h="2">
                  <a:moveTo>
                    <a:pt x="1" y="2"/>
                  </a:moveTo>
                  <a:cubicBezTo>
                    <a:pt x="2" y="2"/>
                    <a:pt x="2" y="1"/>
                    <a:pt x="2" y="0"/>
                  </a:cubicBezTo>
                  <a:cubicBezTo>
                    <a:pt x="2" y="0"/>
                    <a:pt x="1" y="0"/>
                    <a:pt x="1" y="0"/>
                  </a:cubicBezTo>
                  <a:cubicBezTo>
                    <a:pt x="1" y="1"/>
                    <a:pt x="0" y="2"/>
                    <a:pt x="0" y="2"/>
                  </a:cubicBezTo>
                  <a:cubicBezTo>
                    <a:pt x="0" y="2"/>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06" name="Freeform 3214"/>
            <p:cNvSpPr/>
            <p:nvPr/>
          </p:nvSpPr>
          <p:spPr bwMode="auto">
            <a:xfrm>
              <a:off x="8679167" y="8653241"/>
              <a:ext cx="4763" cy="7938"/>
            </a:xfrm>
            <a:custGeom>
              <a:avLst/>
              <a:gdLst>
                <a:gd name="T0" fmla="*/ 2 w 2"/>
                <a:gd name="T1" fmla="*/ 3 h 3"/>
                <a:gd name="T2" fmla="*/ 2 w 2"/>
                <a:gd name="T3" fmla="*/ 0 h 3"/>
                <a:gd name="T4" fmla="*/ 1 w 2"/>
                <a:gd name="T5" fmla="*/ 0 h 3"/>
                <a:gd name="T6" fmla="*/ 1 w 2"/>
                <a:gd name="T7" fmla="*/ 3 h 3"/>
                <a:gd name="T8" fmla="*/ 2 w 2"/>
                <a:gd name="T9" fmla="*/ 3 h 3"/>
              </a:gdLst>
              <a:ahLst/>
              <a:cxnLst>
                <a:cxn ang="0">
                  <a:pos x="T0" y="T1"/>
                </a:cxn>
                <a:cxn ang="0">
                  <a:pos x="T2" y="T3"/>
                </a:cxn>
                <a:cxn ang="0">
                  <a:pos x="T4" y="T5"/>
                </a:cxn>
                <a:cxn ang="0">
                  <a:pos x="T6" y="T7"/>
                </a:cxn>
                <a:cxn ang="0">
                  <a:pos x="T8" y="T9"/>
                </a:cxn>
              </a:cxnLst>
              <a:rect l="0" t="0" r="r" b="b"/>
              <a:pathLst>
                <a:path w="2" h="3">
                  <a:moveTo>
                    <a:pt x="2" y="3"/>
                  </a:moveTo>
                  <a:cubicBezTo>
                    <a:pt x="2" y="2"/>
                    <a:pt x="2" y="1"/>
                    <a:pt x="2" y="0"/>
                  </a:cubicBezTo>
                  <a:cubicBezTo>
                    <a:pt x="2" y="0"/>
                    <a:pt x="2" y="0"/>
                    <a:pt x="1" y="0"/>
                  </a:cubicBezTo>
                  <a:cubicBezTo>
                    <a:pt x="1" y="1"/>
                    <a:pt x="1" y="2"/>
                    <a:pt x="1" y="3"/>
                  </a:cubicBezTo>
                  <a:cubicBezTo>
                    <a:pt x="0" y="3"/>
                    <a:pt x="1" y="3"/>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07" name="Freeform 3215"/>
            <p:cNvSpPr/>
            <p:nvPr/>
          </p:nvSpPr>
          <p:spPr bwMode="auto">
            <a:xfrm>
              <a:off x="8887129" y="8473853"/>
              <a:ext cx="6350" cy="9525"/>
            </a:xfrm>
            <a:custGeom>
              <a:avLst/>
              <a:gdLst>
                <a:gd name="T0" fmla="*/ 1 w 2"/>
                <a:gd name="T1" fmla="*/ 3 h 3"/>
                <a:gd name="T2" fmla="*/ 2 w 2"/>
                <a:gd name="T3" fmla="*/ 1 h 3"/>
                <a:gd name="T4" fmla="*/ 1 w 2"/>
                <a:gd name="T5" fmla="*/ 0 h 3"/>
                <a:gd name="T6" fmla="*/ 0 w 2"/>
                <a:gd name="T7" fmla="*/ 1 h 3"/>
                <a:gd name="T8" fmla="*/ 1 w 2"/>
                <a:gd name="T9" fmla="*/ 3 h 3"/>
              </a:gdLst>
              <a:ahLst/>
              <a:cxnLst>
                <a:cxn ang="0">
                  <a:pos x="T0" y="T1"/>
                </a:cxn>
                <a:cxn ang="0">
                  <a:pos x="T2" y="T3"/>
                </a:cxn>
                <a:cxn ang="0">
                  <a:pos x="T4" y="T5"/>
                </a:cxn>
                <a:cxn ang="0">
                  <a:pos x="T6" y="T7"/>
                </a:cxn>
                <a:cxn ang="0">
                  <a:pos x="T8" y="T9"/>
                </a:cxn>
              </a:cxnLst>
              <a:rect l="0" t="0" r="r" b="b"/>
              <a:pathLst>
                <a:path w="2" h="3">
                  <a:moveTo>
                    <a:pt x="1" y="3"/>
                  </a:moveTo>
                  <a:cubicBezTo>
                    <a:pt x="1" y="2"/>
                    <a:pt x="2" y="2"/>
                    <a:pt x="2" y="1"/>
                  </a:cubicBezTo>
                  <a:cubicBezTo>
                    <a:pt x="2" y="0"/>
                    <a:pt x="1" y="0"/>
                    <a:pt x="1" y="0"/>
                  </a:cubicBezTo>
                  <a:cubicBezTo>
                    <a:pt x="0" y="0"/>
                    <a:pt x="0" y="1"/>
                    <a:pt x="0" y="1"/>
                  </a:cubicBezTo>
                  <a:cubicBezTo>
                    <a:pt x="0" y="2"/>
                    <a:pt x="1"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08" name="Freeform 3216"/>
            <p:cNvSpPr/>
            <p:nvPr/>
          </p:nvSpPr>
          <p:spPr bwMode="auto">
            <a:xfrm>
              <a:off x="9093504" y="8265891"/>
              <a:ext cx="6350" cy="11113"/>
            </a:xfrm>
            <a:custGeom>
              <a:avLst/>
              <a:gdLst>
                <a:gd name="T0" fmla="*/ 1 w 2"/>
                <a:gd name="T1" fmla="*/ 4 h 4"/>
                <a:gd name="T2" fmla="*/ 2 w 2"/>
                <a:gd name="T3" fmla="*/ 0 h 4"/>
                <a:gd name="T4" fmla="*/ 1 w 2"/>
                <a:gd name="T5" fmla="*/ 0 h 4"/>
                <a:gd name="T6" fmla="*/ 0 w 2"/>
                <a:gd name="T7" fmla="*/ 4 h 4"/>
                <a:gd name="T8" fmla="*/ 1 w 2"/>
                <a:gd name="T9" fmla="*/ 4 h 4"/>
              </a:gdLst>
              <a:ahLst/>
              <a:cxnLst>
                <a:cxn ang="0">
                  <a:pos x="T0" y="T1"/>
                </a:cxn>
                <a:cxn ang="0">
                  <a:pos x="T2" y="T3"/>
                </a:cxn>
                <a:cxn ang="0">
                  <a:pos x="T4" y="T5"/>
                </a:cxn>
                <a:cxn ang="0">
                  <a:pos x="T6" y="T7"/>
                </a:cxn>
                <a:cxn ang="0">
                  <a:pos x="T8" y="T9"/>
                </a:cxn>
              </a:cxnLst>
              <a:rect l="0" t="0" r="r" b="b"/>
              <a:pathLst>
                <a:path w="2" h="4">
                  <a:moveTo>
                    <a:pt x="1" y="4"/>
                  </a:moveTo>
                  <a:cubicBezTo>
                    <a:pt x="2" y="3"/>
                    <a:pt x="2" y="1"/>
                    <a:pt x="2" y="0"/>
                  </a:cubicBezTo>
                  <a:cubicBezTo>
                    <a:pt x="2" y="0"/>
                    <a:pt x="1" y="0"/>
                    <a:pt x="1" y="0"/>
                  </a:cubicBezTo>
                  <a:cubicBezTo>
                    <a:pt x="1" y="1"/>
                    <a:pt x="0" y="3"/>
                    <a:pt x="0" y="4"/>
                  </a:cubicBezTo>
                  <a:cubicBezTo>
                    <a:pt x="0" y="4"/>
                    <a:pt x="1"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09" name="Freeform 3217"/>
            <p:cNvSpPr/>
            <p:nvPr/>
          </p:nvSpPr>
          <p:spPr bwMode="auto">
            <a:xfrm>
              <a:off x="9299879" y="8034116"/>
              <a:ext cx="6350" cy="14288"/>
            </a:xfrm>
            <a:custGeom>
              <a:avLst/>
              <a:gdLst>
                <a:gd name="T0" fmla="*/ 2 w 2"/>
                <a:gd name="T1" fmla="*/ 3 h 5"/>
                <a:gd name="T2" fmla="*/ 1 w 2"/>
                <a:gd name="T3" fmla="*/ 0 h 5"/>
                <a:gd name="T4" fmla="*/ 0 w 2"/>
                <a:gd name="T5" fmla="*/ 3 h 5"/>
                <a:gd name="T6" fmla="*/ 1 w 2"/>
                <a:gd name="T7" fmla="*/ 5 h 5"/>
                <a:gd name="T8" fmla="*/ 2 w 2"/>
                <a:gd name="T9" fmla="*/ 3 h 5"/>
              </a:gdLst>
              <a:ahLst/>
              <a:cxnLst>
                <a:cxn ang="0">
                  <a:pos x="T0" y="T1"/>
                </a:cxn>
                <a:cxn ang="0">
                  <a:pos x="T2" y="T3"/>
                </a:cxn>
                <a:cxn ang="0">
                  <a:pos x="T4" y="T5"/>
                </a:cxn>
                <a:cxn ang="0">
                  <a:pos x="T6" y="T7"/>
                </a:cxn>
                <a:cxn ang="0">
                  <a:pos x="T8" y="T9"/>
                </a:cxn>
              </a:cxnLst>
              <a:rect l="0" t="0" r="r" b="b"/>
              <a:pathLst>
                <a:path w="2" h="5">
                  <a:moveTo>
                    <a:pt x="2" y="3"/>
                  </a:moveTo>
                  <a:cubicBezTo>
                    <a:pt x="1" y="2"/>
                    <a:pt x="1" y="1"/>
                    <a:pt x="1" y="0"/>
                  </a:cubicBezTo>
                  <a:cubicBezTo>
                    <a:pt x="0" y="1"/>
                    <a:pt x="0" y="3"/>
                    <a:pt x="0" y="3"/>
                  </a:cubicBezTo>
                  <a:cubicBezTo>
                    <a:pt x="0" y="4"/>
                    <a:pt x="1" y="5"/>
                    <a:pt x="1" y="5"/>
                  </a:cubicBezTo>
                  <a:cubicBezTo>
                    <a:pt x="1" y="5"/>
                    <a:pt x="2" y="4"/>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10" name="Freeform 3218"/>
            <p:cNvSpPr/>
            <p:nvPr/>
          </p:nvSpPr>
          <p:spPr bwMode="auto">
            <a:xfrm>
              <a:off x="9503079" y="7789641"/>
              <a:ext cx="6350" cy="17463"/>
            </a:xfrm>
            <a:custGeom>
              <a:avLst/>
              <a:gdLst>
                <a:gd name="T0" fmla="*/ 1 w 2"/>
                <a:gd name="T1" fmla="*/ 6 h 6"/>
                <a:gd name="T2" fmla="*/ 2 w 2"/>
                <a:gd name="T3" fmla="*/ 1 h 6"/>
                <a:gd name="T4" fmla="*/ 1 w 2"/>
                <a:gd name="T5" fmla="*/ 0 h 6"/>
                <a:gd name="T6" fmla="*/ 0 w 2"/>
                <a:gd name="T7" fmla="*/ 5 h 6"/>
                <a:gd name="T8" fmla="*/ 1 w 2"/>
                <a:gd name="T9" fmla="*/ 6 h 6"/>
              </a:gdLst>
              <a:ahLst/>
              <a:cxnLst>
                <a:cxn ang="0">
                  <a:pos x="T0" y="T1"/>
                </a:cxn>
                <a:cxn ang="0">
                  <a:pos x="T2" y="T3"/>
                </a:cxn>
                <a:cxn ang="0">
                  <a:pos x="T4" y="T5"/>
                </a:cxn>
                <a:cxn ang="0">
                  <a:pos x="T6" y="T7"/>
                </a:cxn>
                <a:cxn ang="0">
                  <a:pos x="T8" y="T9"/>
                </a:cxn>
              </a:cxnLst>
              <a:rect l="0" t="0" r="r" b="b"/>
              <a:pathLst>
                <a:path w="2" h="6">
                  <a:moveTo>
                    <a:pt x="1" y="6"/>
                  </a:moveTo>
                  <a:cubicBezTo>
                    <a:pt x="2" y="4"/>
                    <a:pt x="2" y="2"/>
                    <a:pt x="2" y="1"/>
                  </a:cubicBezTo>
                  <a:cubicBezTo>
                    <a:pt x="2" y="0"/>
                    <a:pt x="1" y="0"/>
                    <a:pt x="1" y="0"/>
                  </a:cubicBezTo>
                  <a:cubicBezTo>
                    <a:pt x="1" y="2"/>
                    <a:pt x="0" y="3"/>
                    <a:pt x="0" y="5"/>
                  </a:cubicBezTo>
                  <a:cubicBezTo>
                    <a:pt x="0" y="6"/>
                    <a:pt x="1"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11" name="Freeform 3219"/>
            <p:cNvSpPr/>
            <p:nvPr/>
          </p:nvSpPr>
          <p:spPr bwMode="auto">
            <a:xfrm>
              <a:off x="9707867" y="7535641"/>
              <a:ext cx="4763" cy="15875"/>
            </a:xfrm>
            <a:custGeom>
              <a:avLst/>
              <a:gdLst>
                <a:gd name="T0" fmla="*/ 1 w 2"/>
                <a:gd name="T1" fmla="*/ 6 h 6"/>
                <a:gd name="T2" fmla="*/ 2 w 2"/>
                <a:gd name="T3" fmla="*/ 0 h 6"/>
                <a:gd name="T4" fmla="*/ 1 w 2"/>
                <a:gd name="T5" fmla="*/ 0 h 6"/>
                <a:gd name="T6" fmla="*/ 0 w 2"/>
                <a:gd name="T7" fmla="*/ 5 h 6"/>
                <a:gd name="T8" fmla="*/ 1 w 2"/>
                <a:gd name="T9" fmla="*/ 6 h 6"/>
              </a:gdLst>
              <a:ahLst/>
              <a:cxnLst>
                <a:cxn ang="0">
                  <a:pos x="T0" y="T1"/>
                </a:cxn>
                <a:cxn ang="0">
                  <a:pos x="T2" y="T3"/>
                </a:cxn>
                <a:cxn ang="0">
                  <a:pos x="T4" y="T5"/>
                </a:cxn>
                <a:cxn ang="0">
                  <a:pos x="T6" y="T7"/>
                </a:cxn>
                <a:cxn ang="0">
                  <a:pos x="T8" y="T9"/>
                </a:cxn>
              </a:cxnLst>
              <a:rect l="0" t="0" r="r" b="b"/>
              <a:pathLst>
                <a:path w="2" h="6">
                  <a:moveTo>
                    <a:pt x="1" y="6"/>
                  </a:moveTo>
                  <a:cubicBezTo>
                    <a:pt x="2" y="4"/>
                    <a:pt x="2" y="2"/>
                    <a:pt x="2" y="0"/>
                  </a:cubicBezTo>
                  <a:cubicBezTo>
                    <a:pt x="1" y="0"/>
                    <a:pt x="1" y="0"/>
                    <a:pt x="1" y="0"/>
                  </a:cubicBezTo>
                  <a:cubicBezTo>
                    <a:pt x="1" y="2"/>
                    <a:pt x="0" y="4"/>
                    <a:pt x="0" y="5"/>
                  </a:cubicBezTo>
                  <a:cubicBezTo>
                    <a:pt x="0" y="6"/>
                    <a:pt x="1"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12" name="Freeform 3221"/>
            <p:cNvSpPr/>
            <p:nvPr/>
          </p:nvSpPr>
          <p:spPr bwMode="auto">
            <a:xfrm>
              <a:off x="9911066" y="7272115"/>
              <a:ext cx="4763" cy="22225"/>
            </a:xfrm>
            <a:custGeom>
              <a:avLst/>
              <a:gdLst>
                <a:gd name="T0" fmla="*/ 1 w 2"/>
                <a:gd name="T1" fmla="*/ 8 h 8"/>
                <a:gd name="T2" fmla="*/ 2 w 2"/>
                <a:gd name="T3" fmla="*/ 1 h 8"/>
                <a:gd name="T4" fmla="*/ 0 w 2"/>
                <a:gd name="T5" fmla="*/ 0 h 8"/>
                <a:gd name="T6" fmla="*/ 0 w 2"/>
                <a:gd name="T7" fmla="*/ 7 h 8"/>
                <a:gd name="T8" fmla="*/ 1 w 2"/>
                <a:gd name="T9" fmla="*/ 8 h 8"/>
              </a:gdLst>
              <a:ahLst/>
              <a:cxnLst>
                <a:cxn ang="0">
                  <a:pos x="T0" y="T1"/>
                </a:cxn>
                <a:cxn ang="0">
                  <a:pos x="T2" y="T3"/>
                </a:cxn>
                <a:cxn ang="0">
                  <a:pos x="T4" y="T5"/>
                </a:cxn>
                <a:cxn ang="0">
                  <a:pos x="T6" y="T7"/>
                </a:cxn>
                <a:cxn ang="0">
                  <a:pos x="T8" y="T9"/>
                </a:cxn>
              </a:cxnLst>
              <a:rect l="0" t="0" r="r" b="b"/>
              <a:pathLst>
                <a:path w="2" h="8">
                  <a:moveTo>
                    <a:pt x="1" y="8"/>
                  </a:moveTo>
                  <a:cubicBezTo>
                    <a:pt x="1" y="6"/>
                    <a:pt x="1" y="4"/>
                    <a:pt x="2" y="1"/>
                  </a:cubicBezTo>
                  <a:cubicBezTo>
                    <a:pt x="1" y="1"/>
                    <a:pt x="1" y="1"/>
                    <a:pt x="0" y="0"/>
                  </a:cubicBezTo>
                  <a:cubicBezTo>
                    <a:pt x="0" y="3"/>
                    <a:pt x="0" y="5"/>
                    <a:pt x="0" y="7"/>
                  </a:cubicBezTo>
                  <a:cubicBezTo>
                    <a:pt x="0" y="8"/>
                    <a:pt x="1" y="8"/>
                    <a:pt x="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13" name="Freeform 3222"/>
            <p:cNvSpPr/>
            <p:nvPr/>
          </p:nvSpPr>
          <p:spPr bwMode="auto">
            <a:xfrm>
              <a:off x="10114266" y="7013353"/>
              <a:ext cx="3175" cy="25400"/>
            </a:xfrm>
            <a:custGeom>
              <a:avLst/>
              <a:gdLst>
                <a:gd name="T0" fmla="*/ 1 w 1"/>
                <a:gd name="T1" fmla="*/ 2 h 9"/>
                <a:gd name="T2" fmla="*/ 0 w 1"/>
                <a:gd name="T3" fmla="*/ 0 h 9"/>
                <a:gd name="T4" fmla="*/ 0 w 1"/>
                <a:gd name="T5" fmla="*/ 7 h 9"/>
                <a:gd name="T6" fmla="*/ 1 w 1"/>
                <a:gd name="T7" fmla="*/ 9 h 9"/>
                <a:gd name="T8" fmla="*/ 1 w 1"/>
                <a:gd name="T9" fmla="*/ 2 h 9"/>
              </a:gdLst>
              <a:ahLst/>
              <a:cxnLst>
                <a:cxn ang="0">
                  <a:pos x="T0" y="T1"/>
                </a:cxn>
                <a:cxn ang="0">
                  <a:pos x="T2" y="T3"/>
                </a:cxn>
                <a:cxn ang="0">
                  <a:pos x="T4" y="T5"/>
                </a:cxn>
                <a:cxn ang="0">
                  <a:pos x="T6" y="T7"/>
                </a:cxn>
                <a:cxn ang="0">
                  <a:pos x="T8" y="T9"/>
                </a:cxn>
              </a:cxnLst>
              <a:rect l="0" t="0" r="r" b="b"/>
              <a:pathLst>
                <a:path w="1" h="9">
                  <a:moveTo>
                    <a:pt x="1" y="2"/>
                  </a:moveTo>
                  <a:cubicBezTo>
                    <a:pt x="1" y="1"/>
                    <a:pt x="0" y="1"/>
                    <a:pt x="0" y="0"/>
                  </a:cubicBezTo>
                  <a:cubicBezTo>
                    <a:pt x="0" y="3"/>
                    <a:pt x="0" y="5"/>
                    <a:pt x="0" y="7"/>
                  </a:cubicBezTo>
                  <a:cubicBezTo>
                    <a:pt x="0" y="8"/>
                    <a:pt x="0" y="8"/>
                    <a:pt x="1" y="9"/>
                  </a:cubicBezTo>
                  <a:cubicBezTo>
                    <a:pt x="1" y="6"/>
                    <a:pt x="1" y="4"/>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14" name="Freeform 3223"/>
            <p:cNvSpPr/>
            <p:nvPr/>
          </p:nvSpPr>
          <p:spPr bwMode="auto">
            <a:xfrm>
              <a:off x="10315879" y="6764115"/>
              <a:ext cx="4763" cy="26988"/>
            </a:xfrm>
            <a:custGeom>
              <a:avLst/>
              <a:gdLst>
                <a:gd name="T0" fmla="*/ 2 w 2"/>
                <a:gd name="T1" fmla="*/ 2 h 10"/>
                <a:gd name="T2" fmla="*/ 0 w 2"/>
                <a:gd name="T3" fmla="*/ 0 h 10"/>
                <a:gd name="T4" fmla="*/ 0 w 2"/>
                <a:gd name="T5" fmla="*/ 8 h 10"/>
                <a:gd name="T6" fmla="*/ 1 w 2"/>
                <a:gd name="T7" fmla="*/ 10 h 10"/>
                <a:gd name="T8" fmla="*/ 2 w 2"/>
                <a:gd name="T9" fmla="*/ 2 h 10"/>
              </a:gdLst>
              <a:ahLst/>
              <a:cxnLst>
                <a:cxn ang="0">
                  <a:pos x="T0" y="T1"/>
                </a:cxn>
                <a:cxn ang="0">
                  <a:pos x="T2" y="T3"/>
                </a:cxn>
                <a:cxn ang="0">
                  <a:pos x="T4" y="T5"/>
                </a:cxn>
                <a:cxn ang="0">
                  <a:pos x="T6" y="T7"/>
                </a:cxn>
                <a:cxn ang="0">
                  <a:pos x="T8" y="T9"/>
                </a:cxn>
              </a:cxnLst>
              <a:rect l="0" t="0" r="r" b="b"/>
              <a:pathLst>
                <a:path w="2" h="10">
                  <a:moveTo>
                    <a:pt x="2" y="2"/>
                  </a:moveTo>
                  <a:cubicBezTo>
                    <a:pt x="1" y="1"/>
                    <a:pt x="1" y="1"/>
                    <a:pt x="0" y="0"/>
                  </a:cubicBezTo>
                  <a:cubicBezTo>
                    <a:pt x="0" y="3"/>
                    <a:pt x="0" y="5"/>
                    <a:pt x="0" y="8"/>
                  </a:cubicBezTo>
                  <a:cubicBezTo>
                    <a:pt x="0" y="9"/>
                    <a:pt x="1" y="9"/>
                    <a:pt x="1" y="10"/>
                  </a:cubicBezTo>
                  <a:cubicBezTo>
                    <a:pt x="1" y="7"/>
                    <a:pt x="1" y="4"/>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15" name="Freeform 3224"/>
            <p:cNvSpPr/>
            <p:nvPr/>
          </p:nvSpPr>
          <p:spPr bwMode="auto">
            <a:xfrm>
              <a:off x="10519079" y="6530753"/>
              <a:ext cx="1588" cy="26988"/>
            </a:xfrm>
            <a:custGeom>
              <a:avLst/>
              <a:gdLst>
                <a:gd name="T0" fmla="*/ 1 w 1"/>
                <a:gd name="T1" fmla="*/ 10 h 10"/>
                <a:gd name="T2" fmla="*/ 1 w 1"/>
                <a:gd name="T3" fmla="*/ 2 h 10"/>
                <a:gd name="T4" fmla="*/ 0 w 1"/>
                <a:gd name="T5" fmla="*/ 0 h 10"/>
                <a:gd name="T6" fmla="*/ 0 w 1"/>
                <a:gd name="T7" fmla="*/ 8 h 10"/>
                <a:gd name="T8" fmla="*/ 1 w 1"/>
                <a:gd name="T9" fmla="*/ 10 h 10"/>
              </a:gdLst>
              <a:ahLst/>
              <a:cxnLst>
                <a:cxn ang="0">
                  <a:pos x="T0" y="T1"/>
                </a:cxn>
                <a:cxn ang="0">
                  <a:pos x="T2" y="T3"/>
                </a:cxn>
                <a:cxn ang="0">
                  <a:pos x="T4" y="T5"/>
                </a:cxn>
                <a:cxn ang="0">
                  <a:pos x="T6" y="T7"/>
                </a:cxn>
                <a:cxn ang="0">
                  <a:pos x="T8" y="T9"/>
                </a:cxn>
              </a:cxnLst>
              <a:rect l="0" t="0" r="r" b="b"/>
              <a:pathLst>
                <a:path w="1" h="10">
                  <a:moveTo>
                    <a:pt x="1" y="10"/>
                  </a:moveTo>
                  <a:cubicBezTo>
                    <a:pt x="1" y="7"/>
                    <a:pt x="1" y="4"/>
                    <a:pt x="1" y="2"/>
                  </a:cubicBezTo>
                  <a:cubicBezTo>
                    <a:pt x="1" y="1"/>
                    <a:pt x="0" y="1"/>
                    <a:pt x="0" y="0"/>
                  </a:cubicBezTo>
                  <a:cubicBezTo>
                    <a:pt x="0" y="3"/>
                    <a:pt x="0" y="6"/>
                    <a:pt x="0" y="8"/>
                  </a:cubicBezTo>
                  <a:cubicBezTo>
                    <a:pt x="0" y="9"/>
                    <a:pt x="1" y="9"/>
                    <a:pt x="1"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16" name="Freeform 3225"/>
            <p:cNvSpPr/>
            <p:nvPr/>
          </p:nvSpPr>
          <p:spPr bwMode="auto">
            <a:xfrm>
              <a:off x="10719104" y="6321203"/>
              <a:ext cx="6350" cy="30163"/>
            </a:xfrm>
            <a:custGeom>
              <a:avLst/>
              <a:gdLst>
                <a:gd name="T0" fmla="*/ 2 w 2"/>
                <a:gd name="T1" fmla="*/ 7 h 11"/>
                <a:gd name="T2" fmla="*/ 1 w 2"/>
                <a:gd name="T3" fmla="*/ 0 h 11"/>
                <a:gd name="T4" fmla="*/ 0 w 2"/>
                <a:gd name="T5" fmla="*/ 4 h 11"/>
                <a:gd name="T6" fmla="*/ 2 w 2"/>
                <a:gd name="T7" fmla="*/ 11 h 11"/>
                <a:gd name="T8" fmla="*/ 2 w 2"/>
                <a:gd name="T9" fmla="*/ 7 h 11"/>
              </a:gdLst>
              <a:ahLst/>
              <a:cxnLst>
                <a:cxn ang="0">
                  <a:pos x="T0" y="T1"/>
                </a:cxn>
                <a:cxn ang="0">
                  <a:pos x="T2" y="T3"/>
                </a:cxn>
                <a:cxn ang="0">
                  <a:pos x="T4" y="T5"/>
                </a:cxn>
                <a:cxn ang="0">
                  <a:pos x="T6" y="T7"/>
                </a:cxn>
                <a:cxn ang="0">
                  <a:pos x="T8" y="T9"/>
                </a:cxn>
              </a:cxnLst>
              <a:rect l="0" t="0" r="r" b="b"/>
              <a:pathLst>
                <a:path w="2" h="11">
                  <a:moveTo>
                    <a:pt x="2" y="7"/>
                  </a:moveTo>
                  <a:cubicBezTo>
                    <a:pt x="2" y="5"/>
                    <a:pt x="1" y="3"/>
                    <a:pt x="1" y="0"/>
                  </a:cubicBezTo>
                  <a:cubicBezTo>
                    <a:pt x="0" y="2"/>
                    <a:pt x="0" y="4"/>
                    <a:pt x="0" y="4"/>
                  </a:cubicBezTo>
                  <a:cubicBezTo>
                    <a:pt x="1" y="7"/>
                    <a:pt x="1" y="9"/>
                    <a:pt x="2" y="11"/>
                  </a:cubicBezTo>
                  <a:cubicBezTo>
                    <a:pt x="2" y="10"/>
                    <a:pt x="2" y="9"/>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17" name="Freeform 3226"/>
            <p:cNvSpPr/>
            <p:nvPr/>
          </p:nvSpPr>
          <p:spPr bwMode="auto">
            <a:xfrm>
              <a:off x="10922304" y="6148165"/>
              <a:ext cx="9525" cy="30163"/>
            </a:xfrm>
            <a:custGeom>
              <a:avLst/>
              <a:gdLst>
                <a:gd name="T0" fmla="*/ 3 w 3"/>
                <a:gd name="T1" fmla="*/ 7 h 11"/>
                <a:gd name="T2" fmla="*/ 1 w 3"/>
                <a:gd name="T3" fmla="*/ 0 h 11"/>
                <a:gd name="T4" fmla="*/ 0 w 3"/>
                <a:gd name="T5" fmla="*/ 3 h 11"/>
                <a:gd name="T6" fmla="*/ 2 w 3"/>
                <a:gd name="T7" fmla="*/ 11 h 11"/>
                <a:gd name="T8" fmla="*/ 3 w 3"/>
                <a:gd name="T9" fmla="*/ 7 h 11"/>
              </a:gdLst>
              <a:ahLst/>
              <a:cxnLst>
                <a:cxn ang="0">
                  <a:pos x="T0" y="T1"/>
                </a:cxn>
                <a:cxn ang="0">
                  <a:pos x="T2" y="T3"/>
                </a:cxn>
                <a:cxn ang="0">
                  <a:pos x="T4" y="T5"/>
                </a:cxn>
                <a:cxn ang="0">
                  <a:pos x="T6" y="T7"/>
                </a:cxn>
                <a:cxn ang="0">
                  <a:pos x="T8" y="T9"/>
                </a:cxn>
              </a:cxnLst>
              <a:rect l="0" t="0" r="r" b="b"/>
              <a:pathLst>
                <a:path w="3" h="11">
                  <a:moveTo>
                    <a:pt x="3" y="7"/>
                  </a:moveTo>
                  <a:cubicBezTo>
                    <a:pt x="2" y="5"/>
                    <a:pt x="2" y="2"/>
                    <a:pt x="1" y="0"/>
                  </a:cubicBezTo>
                  <a:cubicBezTo>
                    <a:pt x="1" y="1"/>
                    <a:pt x="0" y="3"/>
                    <a:pt x="0" y="3"/>
                  </a:cubicBezTo>
                  <a:cubicBezTo>
                    <a:pt x="1" y="6"/>
                    <a:pt x="1" y="8"/>
                    <a:pt x="2" y="11"/>
                  </a:cubicBezTo>
                  <a:cubicBezTo>
                    <a:pt x="2" y="10"/>
                    <a:pt x="3" y="8"/>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18" name="Freeform 3227"/>
            <p:cNvSpPr/>
            <p:nvPr/>
          </p:nvSpPr>
          <p:spPr bwMode="auto">
            <a:xfrm>
              <a:off x="11150904" y="6033865"/>
              <a:ext cx="7938" cy="26988"/>
            </a:xfrm>
            <a:custGeom>
              <a:avLst/>
              <a:gdLst>
                <a:gd name="T0" fmla="*/ 3 w 3"/>
                <a:gd name="T1" fmla="*/ 7 h 10"/>
                <a:gd name="T2" fmla="*/ 1 w 3"/>
                <a:gd name="T3" fmla="*/ 0 h 10"/>
                <a:gd name="T4" fmla="*/ 0 w 3"/>
                <a:gd name="T5" fmla="*/ 3 h 10"/>
                <a:gd name="T6" fmla="*/ 2 w 3"/>
                <a:gd name="T7" fmla="*/ 10 h 10"/>
                <a:gd name="T8" fmla="*/ 3 w 3"/>
                <a:gd name="T9" fmla="*/ 7 h 10"/>
              </a:gdLst>
              <a:ahLst/>
              <a:cxnLst>
                <a:cxn ang="0">
                  <a:pos x="T0" y="T1"/>
                </a:cxn>
                <a:cxn ang="0">
                  <a:pos x="T2" y="T3"/>
                </a:cxn>
                <a:cxn ang="0">
                  <a:pos x="T4" y="T5"/>
                </a:cxn>
                <a:cxn ang="0">
                  <a:pos x="T6" y="T7"/>
                </a:cxn>
                <a:cxn ang="0">
                  <a:pos x="T8" y="T9"/>
                </a:cxn>
              </a:cxnLst>
              <a:rect l="0" t="0" r="r" b="b"/>
              <a:pathLst>
                <a:path w="3" h="10">
                  <a:moveTo>
                    <a:pt x="3" y="7"/>
                  </a:moveTo>
                  <a:cubicBezTo>
                    <a:pt x="3" y="4"/>
                    <a:pt x="2" y="2"/>
                    <a:pt x="1" y="0"/>
                  </a:cubicBezTo>
                  <a:cubicBezTo>
                    <a:pt x="1" y="1"/>
                    <a:pt x="0" y="2"/>
                    <a:pt x="0" y="3"/>
                  </a:cubicBezTo>
                  <a:cubicBezTo>
                    <a:pt x="1" y="5"/>
                    <a:pt x="2" y="8"/>
                    <a:pt x="2" y="10"/>
                  </a:cubicBezTo>
                  <a:cubicBezTo>
                    <a:pt x="2" y="9"/>
                    <a:pt x="3" y="8"/>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19" name="Freeform 3228"/>
            <p:cNvSpPr/>
            <p:nvPr/>
          </p:nvSpPr>
          <p:spPr bwMode="auto">
            <a:xfrm>
              <a:off x="-464834" y="10540778"/>
              <a:ext cx="4763" cy="7938"/>
            </a:xfrm>
            <a:custGeom>
              <a:avLst/>
              <a:gdLst>
                <a:gd name="T0" fmla="*/ 0 w 2"/>
                <a:gd name="T1" fmla="*/ 1 h 3"/>
                <a:gd name="T2" fmla="*/ 1 w 2"/>
                <a:gd name="T3" fmla="*/ 3 h 3"/>
                <a:gd name="T4" fmla="*/ 2 w 2"/>
                <a:gd name="T5" fmla="*/ 2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2"/>
                    <a:pt x="0" y="2"/>
                    <a:pt x="1" y="3"/>
                  </a:cubicBezTo>
                  <a:cubicBezTo>
                    <a:pt x="1" y="2"/>
                    <a:pt x="2" y="2"/>
                    <a:pt x="2" y="2"/>
                  </a:cubicBezTo>
                  <a:cubicBezTo>
                    <a:pt x="1" y="1"/>
                    <a:pt x="1" y="1"/>
                    <a:pt x="1"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20" name="Freeform 3229"/>
            <p:cNvSpPr/>
            <p:nvPr/>
          </p:nvSpPr>
          <p:spPr bwMode="auto">
            <a:xfrm>
              <a:off x="-253696" y="10480453"/>
              <a:ext cx="4763" cy="7938"/>
            </a:xfrm>
            <a:custGeom>
              <a:avLst/>
              <a:gdLst>
                <a:gd name="T0" fmla="*/ 2 w 2"/>
                <a:gd name="T1" fmla="*/ 2 h 3"/>
                <a:gd name="T2" fmla="*/ 1 w 2"/>
                <a:gd name="T3" fmla="*/ 0 h 3"/>
                <a:gd name="T4" fmla="*/ 0 w 2"/>
                <a:gd name="T5" fmla="*/ 1 h 3"/>
                <a:gd name="T6" fmla="*/ 1 w 2"/>
                <a:gd name="T7" fmla="*/ 3 h 3"/>
                <a:gd name="T8" fmla="*/ 2 w 2"/>
                <a:gd name="T9" fmla="*/ 2 h 3"/>
              </a:gdLst>
              <a:ahLst/>
              <a:cxnLst>
                <a:cxn ang="0">
                  <a:pos x="T0" y="T1"/>
                </a:cxn>
                <a:cxn ang="0">
                  <a:pos x="T2" y="T3"/>
                </a:cxn>
                <a:cxn ang="0">
                  <a:pos x="T4" y="T5"/>
                </a:cxn>
                <a:cxn ang="0">
                  <a:pos x="T6" y="T7"/>
                </a:cxn>
                <a:cxn ang="0">
                  <a:pos x="T8" y="T9"/>
                </a:cxn>
              </a:cxnLst>
              <a:rect l="0" t="0" r="r" b="b"/>
              <a:pathLst>
                <a:path w="2" h="3">
                  <a:moveTo>
                    <a:pt x="2" y="2"/>
                  </a:moveTo>
                  <a:cubicBezTo>
                    <a:pt x="1" y="1"/>
                    <a:pt x="1" y="1"/>
                    <a:pt x="1" y="0"/>
                  </a:cubicBezTo>
                  <a:cubicBezTo>
                    <a:pt x="0" y="1"/>
                    <a:pt x="0" y="1"/>
                    <a:pt x="0" y="1"/>
                  </a:cubicBezTo>
                  <a:cubicBezTo>
                    <a:pt x="0" y="2"/>
                    <a:pt x="1" y="2"/>
                    <a:pt x="1" y="3"/>
                  </a:cubicBezTo>
                  <a:cubicBezTo>
                    <a:pt x="1" y="3"/>
                    <a:pt x="2" y="2"/>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21" name="Freeform 3230"/>
            <p:cNvSpPr/>
            <p:nvPr/>
          </p:nvSpPr>
          <p:spPr bwMode="auto">
            <a:xfrm>
              <a:off x="-44146" y="10383615"/>
              <a:ext cx="4763" cy="7938"/>
            </a:xfrm>
            <a:custGeom>
              <a:avLst/>
              <a:gdLst>
                <a:gd name="T0" fmla="*/ 1 w 2"/>
                <a:gd name="T1" fmla="*/ 3 h 3"/>
                <a:gd name="T2" fmla="*/ 2 w 2"/>
                <a:gd name="T3" fmla="*/ 1 h 3"/>
                <a:gd name="T4" fmla="*/ 1 w 2"/>
                <a:gd name="T5" fmla="*/ 0 h 3"/>
                <a:gd name="T6" fmla="*/ 0 w 2"/>
                <a:gd name="T7" fmla="*/ 2 h 3"/>
                <a:gd name="T8" fmla="*/ 1 w 2"/>
                <a:gd name="T9" fmla="*/ 3 h 3"/>
              </a:gdLst>
              <a:ahLst/>
              <a:cxnLst>
                <a:cxn ang="0">
                  <a:pos x="T0" y="T1"/>
                </a:cxn>
                <a:cxn ang="0">
                  <a:pos x="T2" y="T3"/>
                </a:cxn>
                <a:cxn ang="0">
                  <a:pos x="T4" y="T5"/>
                </a:cxn>
                <a:cxn ang="0">
                  <a:pos x="T6" y="T7"/>
                </a:cxn>
                <a:cxn ang="0">
                  <a:pos x="T8" y="T9"/>
                </a:cxn>
              </a:cxnLst>
              <a:rect l="0" t="0" r="r" b="b"/>
              <a:pathLst>
                <a:path w="2" h="3">
                  <a:moveTo>
                    <a:pt x="1" y="3"/>
                  </a:moveTo>
                  <a:cubicBezTo>
                    <a:pt x="2" y="2"/>
                    <a:pt x="2" y="1"/>
                    <a:pt x="2" y="1"/>
                  </a:cubicBezTo>
                  <a:cubicBezTo>
                    <a:pt x="2" y="1"/>
                    <a:pt x="1" y="1"/>
                    <a:pt x="1" y="0"/>
                  </a:cubicBezTo>
                  <a:cubicBezTo>
                    <a:pt x="1" y="1"/>
                    <a:pt x="0" y="2"/>
                    <a:pt x="0" y="2"/>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22" name="Freeform 3231"/>
            <p:cNvSpPr/>
            <p:nvPr/>
          </p:nvSpPr>
          <p:spPr bwMode="auto">
            <a:xfrm>
              <a:off x="163816" y="10261378"/>
              <a:ext cx="6350" cy="4763"/>
            </a:xfrm>
            <a:custGeom>
              <a:avLst/>
              <a:gdLst>
                <a:gd name="T0" fmla="*/ 1 w 2"/>
                <a:gd name="T1" fmla="*/ 2 h 2"/>
                <a:gd name="T2" fmla="*/ 2 w 2"/>
                <a:gd name="T3" fmla="*/ 0 h 2"/>
                <a:gd name="T4" fmla="*/ 1 w 2"/>
                <a:gd name="T5" fmla="*/ 0 h 2"/>
                <a:gd name="T6" fmla="*/ 0 w 2"/>
                <a:gd name="T7" fmla="*/ 2 h 2"/>
                <a:gd name="T8" fmla="*/ 1 w 2"/>
                <a:gd name="T9" fmla="*/ 2 h 2"/>
              </a:gdLst>
              <a:ahLst/>
              <a:cxnLst>
                <a:cxn ang="0">
                  <a:pos x="T0" y="T1"/>
                </a:cxn>
                <a:cxn ang="0">
                  <a:pos x="T2" y="T3"/>
                </a:cxn>
                <a:cxn ang="0">
                  <a:pos x="T4" y="T5"/>
                </a:cxn>
                <a:cxn ang="0">
                  <a:pos x="T6" y="T7"/>
                </a:cxn>
                <a:cxn ang="0">
                  <a:pos x="T8" y="T9"/>
                </a:cxn>
              </a:cxnLst>
              <a:rect l="0" t="0" r="r" b="b"/>
              <a:pathLst>
                <a:path w="2" h="2">
                  <a:moveTo>
                    <a:pt x="1" y="2"/>
                  </a:moveTo>
                  <a:cubicBezTo>
                    <a:pt x="1" y="1"/>
                    <a:pt x="2" y="1"/>
                    <a:pt x="2" y="0"/>
                  </a:cubicBezTo>
                  <a:cubicBezTo>
                    <a:pt x="2" y="0"/>
                    <a:pt x="1" y="0"/>
                    <a:pt x="1" y="0"/>
                  </a:cubicBezTo>
                  <a:cubicBezTo>
                    <a:pt x="1" y="1"/>
                    <a:pt x="0" y="1"/>
                    <a:pt x="0" y="2"/>
                  </a:cubicBezTo>
                  <a:cubicBezTo>
                    <a:pt x="0" y="2"/>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23" name="Freeform 3232"/>
            <p:cNvSpPr/>
            <p:nvPr/>
          </p:nvSpPr>
          <p:spPr bwMode="auto">
            <a:xfrm>
              <a:off x="370191" y="10121678"/>
              <a:ext cx="6350" cy="6350"/>
            </a:xfrm>
            <a:custGeom>
              <a:avLst/>
              <a:gdLst>
                <a:gd name="T0" fmla="*/ 1 w 2"/>
                <a:gd name="T1" fmla="*/ 2 h 2"/>
                <a:gd name="T2" fmla="*/ 2 w 2"/>
                <a:gd name="T3" fmla="*/ 0 h 2"/>
                <a:gd name="T4" fmla="*/ 1 w 2"/>
                <a:gd name="T5" fmla="*/ 1 h 2"/>
                <a:gd name="T6" fmla="*/ 1 w 2"/>
                <a:gd name="T7" fmla="*/ 2 h 2"/>
                <a:gd name="T8" fmla="*/ 1 w 2"/>
                <a:gd name="T9" fmla="*/ 2 h 2"/>
              </a:gdLst>
              <a:ahLst/>
              <a:cxnLst>
                <a:cxn ang="0">
                  <a:pos x="T0" y="T1"/>
                </a:cxn>
                <a:cxn ang="0">
                  <a:pos x="T2" y="T3"/>
                </a:cxn>
                <a:cxn ang="0">
                  <a:pos x="T4" y="T5"/>
                </a:cxn>
                <a:cxn ang="0">
                  <a:pos x="T6" y="T7"/>
                </a:cxn>
                <a:cxn ang="0">
                  <a:pos x="T8" y="T9"/>
                </a:cxn>
              </a:cxnLst>
              <a:rect l="0" t="0" r="r" b="b"/>
              <a:pathLst>
                <a:path w="2" h="2">
                  <a:moveTo>
                    <a:pt x="1" y="2"/>
                  </a:moveTo>
                  <a:cubicBezTo>
                    <a:pt x="2" y="1"/>
                    <a:pt x="2" y="1"/>
                    <a:pt x="2" y="0"/>
                  </a:cubicBezTo>
                  <a:cubicBezTo>
                    <a:pt x="2" y="0"/>
                    <a:pt x="2" y="0"/>
                    <a:pt x="1" y="1"/>
                  </a:cubicBezTo>
                  <a:cubicBezTo>
                    <a:pt x="1" y="1"/>
                    <a:pt x="1" y="2"/>
                    <a:pt x="1" y="2"/>
                  </a:cubicBezTo>
                  <a:cubicBezTo>
                    <a:pt x="0" y="2"/>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24" name="Freeform 3233"/>
            <p:cNvSpPr/>
            <p:nvPr/>
          </p:nvSpPr>
          <p:spPr bwMode="auto">
            <a:xfrm>
              <a:off x="579741" y="9981978"/>
              <a:ext cx="4763" cy="1588"/>
            </a:xfrm>
            <a:custGeom>
              <a:avLst/>
              <a:gdLst>
                <a:gd name="T0" fmla="*/ 2 w 2"/>
                <a:gd name="T1" fmla="*/ 0 h 1"/>
                <a:gd name="T2" fmla="*/ 1 w 2"/>
                <a:gd name="T3" fmla="*/ 0 h 1"/>
                <a:gd name="T4" fmla="*/ 0 w 2"/>
                <a:gd name="T5" fmla="*/ 1 h 1"/>
                <a:gd name="T6" fmla="*/ 1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1" y="0"/>
                    <a:pt x="1" y="0"/>
                    <a:pt x="1" y="0"/>
                  </a:cubicBezTo>
                  <a:cubicBezTo>
                    <a:pt x="0" y="0"/>
                    <a:pt x="0" y="1"/>
                    <a:pt x="0" y="1"/>
                  </a:cubicBezTo>
                  <a:cubicBezTo>
                    <a:pt x="0" y="1"/>
                    <a:pt x="0" y="1"/>
                    <a:pt x="1" y="1"/>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25" name="Freeform 3234"/>
            <p:cNvSpPr/>
            <p:nvPr/>
          </p:nvSpPr>
          <p:spPr bwMode="auto">
            <a:xfrm>
              <a:off x="786116" y="9837515"/>
              <a:ext cx="4763" cy="4763"/>
            </a:xfrm>
            <a:custGeom>
              <a:avLst/>
              <a:gdLst>
                <a:gd name="T0" fmla="*/ 1 w 2"/>
                <a:gd name="T1" fmla="*/ 1 h 2"/>
                <a:gd name="T2" fmla="*/ 2 w 2"/>
                <a:gd name="T3" fmla="*/ 0 h 2"/>
                <a:gd name="T4" fmla="*/ 1 w 2"/>
                <a:gd name="T5" fmla="*/ 1 h 2"/>
                <a:gd name="T6" fmla="*/ 0 w 2"/>
                <a:gd name="T7" fmla="*/ 2 h 2"/>
                <a:gd name="T8" fmla="*/ 1 w 2"/>
                <a:gd name="T9" fmla="*/ 1 h 2"/>
              </a:gdLst>
              <a:ahLst/>
              <a:cxnLst>
                <a:cxn ang="0">
                  <a:pos x="T0" y="T1"/>
                </a:cxn>
                <a:cxn ang="0">
                  <a:pos x="T2" y="T3"/>
                </a:cxn>
                <a:cxn ang="0">
                  <a:pos x="T4" y="T5"/>
                </a:cxn>
                <a:cxn ang="0">
                  <a:pos x="T6" y="T7"/>
                </a:cxn>
                <a:cxn ang="0">
                  <a:pos x="T8" y="T9"/>
                </a:cxn>
              </a:cxnLst>
              <a:rect l="0" t="0" r="r" b="b"/>
              <a:pathLst>
                <a:path w="2" h="2">
                  <a:moveTo>
                    <a:pt x="1" y="1"/>
                  </a:moveTo>
                  <a:cubicBezTo>
                    <a:pt x="1" y="1"/>
                    <a:pt x="2" y="1"/>
                    <a:pt x="2" y="0"/>
                  </a:cubicBezTo>
                  <a:cubicBezTo>
                    <a:pt x="2" y="0"/>
                    <a:pt x="1" y="0"/>
                    <a:pt x="1" y="1"/>
                  </a:cubicBezTo>
                  <a:cubicBezTo>
                    <a:pt x="1" y="1"/>
                    <a:pt x="0" y="1"/>
                    <a:pt x="0" y="2"/>
                  </a:cubicBezTo>
                  <a:cubicBezTo>
                    <a:pt x="0" y="2"/>
                    <a:pt x="1"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26" name="Freeform 3235"/>
            <p:cNvSpPr/>
            <p:nvPr/>
          </p:nvSpPr>
          <p:spPr bwMode="auto">
            <a:xfrm>
              <a:off x="992491" y="9699403"/>
              <a:ext cx="4763" cy="4763"/>
            </a:xfrm>
            <a:custGeom>
              <a:avLst/>
              <a:gdLst>
                <a:gd name="T0" fmla="*/ 1 w 2"/>
                <a:gd name="T1" fmla="*/ 1 h 2"/>
                <a:gd name="T2" fmla="*/ 2 w 2"/>
                <a:gd name="T3" fmla="*/ 0 h 2"/>
                <a:gd name="T4" fmla="*/ 1 w 2"/>
                <a:gd name="T5" fmla="*/ 0 h 2"/>
                <a:gd name="T6" fmla="*/ 0 w 2"/>
                <a:gd name="T7" fmla="*/ 2 h 2"/>
                <a:gd name="T8" fmla="*/ 1 w 2"/>
                <a:gd name="T9" fmla="*/ 1 h 2"/>
              </a:gdLst>
              <a:ahLst/>
              <a:cxnLst>
                <a:cxn ang="0">
                  <a:pos x="T0" y="T1"/>
                </a:cxn>
                <a:cxn ang="0">
                  <a:pos x="T2" y="T3"/>
                </a:cxn>
                <a:cxn ang="0">
                  <a:pos x="T4" y="T5"/>
                </a:cxn>
                <a:cxn ang="0">
                  <a:pos x="T6" y="T7"/>
                </a:cxn>
                <a:cxn ang="0">
                  <a:pos x="T8" y="T9"/>
                </a:cxn>
              </a:cxnLst>
              <a:rect l="0" t="0" r="r" b="b"/>
              <a:pathLst>
                <a:path w="2" h="2">
                  <a:moveTo>
                    <a:pt x="1" y="1"/>
                  </a:moveTo>
                  <a:cubicBezTo>
                    <a:pt x="1" y="1"/>
                    <a:pt x="2" y="0"/>
                    <a:pt x="2" y="0"/>
                  </a:cubicBezTo>
                  <a:cubicBezTo>
                    <a:pt x="2" y="0"/>
                    <a:pt x="1" y="0"/>
                    <a:pt x="1" y="0"/>
                  </a:cubicBezTo>
                  <a:cubicBezTo>
                    <a:pt x="1" y="1"/>
                    <a:pt x="0" y="1"/>
                    <a:pt x="0" y="2"/>
                  </a:cubicBezTo>
                  <a:cubicBezTo>
                    <a:pt x="0" y="2"/>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27" name="Freeform 3236"/>
            <p:cNvSpPr/>
            <p:nvPr/>
          </p:nvSpPr>
          <p:spPr bwMode="auto">
            <a:xfrm>
              <a:off x="1198866" y="9562878"/>
              <a:ext cx="4763" cy="6350"/>
            </a:xfrm>
            <a:custGeom>
              <a:avLst/>
              <a:gdLst>
                <a:gd name="T0" fmla="*/ 1 w 2"/>
                <a:gd name="T1" fmla="*/ 2 h 2"/>
                <a:gd name="T2" fmla="*/ 2 w 2"/>
                <a:gd name="T3" fmla="*/ 0 h 2"/>
                <a:gd name="T4" fmla="*/ 1 w 2"/>
                <a:gd name="T5" fmla="*/ 0 h 2"/>
                <a:gd name="T6" fmla="*/ 0 w 2"/>
                <a:gd name="T7" fmla="*/ 2 h 2"/>
                <a:gd name="T8" fmla="*/ 1 w 2"/>
                <a:gd name="T9" fmla="*/ 2 h 2"/>
              </a:gdLst>
              <a:ahLst/>
              <a:cxnLst>
                <a:cxn ang="0">
                  <a:pos x="T0" y="T1"/>
                </a:cxn>
                <a:cxn ang="0">
                  <a:pos x="T2" y="T3"/>
                </a:cxn>
                <a:cxn ang="0">
                  <a:pos x="T4" y="T5"/>
                </a:cxn>
                <a:cxn ang="0">
                  <a:pos x="T6" y="T7"/>
                </a:cxn>
                <a:cxn ang="0">
                  <a:pos x="T8" y="T9"/>
                </a:cxn>
              </a:cxnLst>
              <a:rect l="0" t="0" r="r" b="b"/>
              <a:pathLst>
                <a:path w="2" h="2">
                  <a:moveTo>
                    <a:pt x="1" y="2"/>
                  </a:moveTo>
                  <a:cubicBezTo>
                    <a:pt x="1" y="1"/>
                    <a:pt x="2" y="1"/>
                    <a:pt x="2" y="0"/>
                  </a:cubicBezTo>
                  <a:cubicBezTo>
                    <a:pt x="2" y="0"/>
                    <a:pt x="1" y="0"/>
                    <a:pt x="1" y="0"/>
                  </a:cubicBezTo>
                  <a:cubicBezTo>
                    <a:pt x="1" y="1"/>
                    <a:pt x="0" y="1"/>
                    <a:pt x="0" y="2"/>
                  </a:cubicBezTo>
                  <a:cubicBezTo>
                    <a:pt x="0" y="2"/>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28" name="Freeform 3237"/>
            <p:cNvSpPr/>
            <p:nvPr/>
          </p:nvSpPr>
          <p:spPr bwMode="auto">
            <a:xfrm>
              <a:off x="1405241" y="9429528"/>
              <a:ext cx="4763" cy="6350"/>
            </a:xfrm>
            <a:custGeom>
              <a:avLst/>
              <a:gdLst>
                <a:gd name="T0" fmla="*/ 2 w 2"/>
                <a:gd name="T1" fmla="*/ 1 h 2"/>
                <a:gd name="T2" fmla="*/ 1 w 2"/>
                <a:gd name="T3" fmla="*/ 0 h 2"/>
                <a:gd name="T4" fmla="*/ 0 w 2"/>
                <a:gd name="T5" fmla="*/ 2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1" y="1"/>
                    <a:pt x="1" y="0"/>
                  </a:cubicBezTo>
                  <a:cubicBezTo>
                    <a:pt x="1" y="1"/>
                    <a:pt x="0" y="1"/>
                    <a:pt x="0" y="2"/>
                  </a:cubicBezTo>
                  <a:cubicBezTo>
                    <a:pt x="0" y="2"/>
                    <a:pt x="1" y="2"/>
                    <a:pt x="1" y="2"/>
                  </a:cubicBezTo>
                  <a:cubicBezTo>
                    <a:pt x="1" y="2"/>
                    <a:pt x="2" y="1"/>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29" name="Freeform 3238"/>
            <p:cNvSpPr/>
            <p:nvPr/>
          </p:nvSpPr>
          <p:spPr bwMode="auto">
            <a:xfrm>
              <a:off x="1611616" y="9302528"/>
              <a:ext cx="4763" cy="4763"/>
            </a:xfrm>
            <a:custGeom>
              <a:avLst/>
              <a:gdLst>
                <a:gd name="T0" fmla="*/ 2 w 2"/>
                <a:gd name="T1" fmla="*/ 1 h 2"/>
                <a:gd name="T2" fmla="*/ 1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0"/>
                    <a:pt x="1" y="0"/>
                    <a:pt x="1" y="0"/>
                  </a:cubicBezTo>
                  <a:cubicBezTo>
                    <a:pt x="1" y="0"/>
                    <a:pt x="0" y="1"/>
                    <a:pt x="0" y="1"/>
                  </a:cubicBezTo>
                  <a:cubicBezTo>
                    <a:pt x="0" y="1"/>
                    <a:pt x="1" y="2"/>
                    <a:pt x="1" y="2"/>
                  </a:cubicBezTo>
                  <a:cubicBezTo>
                    <a:pt x="2" y="2"/>
                    <a:pt x="2" y="1"/>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30" name="Freeform 3239"/>
            <p:cNvSpPr/>
            <p:nvPr/>
          </p:nvSpPr>
          <p:spPr bwMode="auto">
            <a:xfrm>
              <a:off x="1816404" y="9175528"/>
              <a:ext cx="6350" cy="7938"/>
            </a:xfrm>
            <a:custGeom>
              <a:avLst/>
              <a:gdLst>
                <a:gd name="T0" fmla="*/ 2 w 2"/>
                <a:gd name="T1" fmla="*/ 2 h 3"/>
                <a:gd name="T2" fmla="*/ 1 w 2"/>
                <a:gd name="T3" fmla="*/ 0 h 3"/>
                <a:gd name="T4" fmla="*/ 0 w 2"/>
                <a:gd name="T5" fmla="*/ 1 h 3"/>
                <a:gd name="T6" fmla="*/ 1 w 2"/>
                <a:gd name="T7" fmla="*/ 3 h 3"/>
                <a:gd name="T8" fmla="*/ 2 w 2"/>
                <a:gd name="T9" fmla="*/ 2 h 3"/>
              </a:gdLst>
              <a:ahLst/>
              <a:cxnLst>
                <a:cxn ang="0">
                  <a:pos x="T0" y="T1"/>
                </a:cxn>
                <a:cxn ang="0">
                  <a:pos x="T2" y="T3"/>
                </a:cxn>
                <a:cxn ang="0">
                  <a:pos x="T4" y="T5"/>
                </a:cxn>
                <a:cxn ang="0">
                  <a:pos x="T6" y="T7"/>
                </a:cxn>
                <a:cxn ang="0">
                  <a:pos x="T8" y="T9"/>
                </a:cxn>
              </a:cxnLst>
              <a:rect l="0" t="0" r="r" b="b"/>
              <a:pathLst>
                <a:path w="2" h="3">
                  <a:moveTo>
                    <a:pt x="2" y="2"/>
                  </a:moveTo>
                  <a:cubicBezTo>
                    <a:pt x="2" y="1"/>
                    <a:pt x="1" y="1"/>
                    <a:pt x="1" y="0"/>
                  </a:cubicBezTo>
                  <a:cubicBezTo>
                    <a:pt x="1" y="1"/>
                    <a:pt x="0" y="1"/>
                    <a:pt x="0" y="1"/>
                  </a:cubicBezTo>
                  <a:cubicBezTo>
                    <a:pt x="0" y="2"/>
                    <a:pt x="1" y="2"/>
                    <a:pt x="1" y="3"/>
                  </a:cubicBezTo>
                  <a:cubicBezTo>
                    <a:pt x="1" y="2"/>
                    <a:pt x="2" y="2"/>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31" name="Freeform 3240"/>
            <p:cNvSpPr/>
            <p:nvPr/>
          </p:nvSpPr>
          <p:spPr bwMode="auto">
            <a:xfrm>
              <a:off x="2022779" y="9053290"/>
              <a:ext cx="6350" cy="7938"/>
            </a:xfrm>
            <a:custGeom>
              <a:avLst/>
              <a:gdLst>
                <a:gd name="T0" fmla="*/ 2 w 2"/>
                <a:gd name="T1" fmla="*/ 2 h 3"/>
                <a:gd name="T2" fmla="*/ 1 w 2"/>
                <a:gd name="T3" fmla="*/ 0 h 3"/>
                <a:gd name="T4" fmla="*/ 0 w 2"/>
                <a:gd name="T5" fmla="*/ 1 h 3"/>
                <a:gd name="T6" fmla="*/ 1 w 2"/>
                <a:gd name="T7" fmla="*/ 3 h 3"/>
                <a:gd name="T8" fmla="*/ 2 w 2"/>
                <a:gd name="T9" fmla="*/ 2 h 3"/>
              </a:gdLst>
              <a:ahLst/>
              <a:cxnLst>
                <a:cxn ang="0">
                  <a:pos x="T0" y="T1"/>
                </a:cxn>
                <a:cxn ang="0">
                  <a:pos x="T2" y="T3"/>
                </a:cxn>
                <a:cxn ang="0">
                  <a:pos x="T4" y="T5"/>
                </a:cxn>
                <a:cxn ang="0">
                  <a:pos x="T6" y="T7"/>
                </a:cxn>
                <a:cxn ang="0">
                  <a:pos x="T8" y="T9"/>
                </a:cxn>
              </a:cxnLst>
              <a:rect l="0" t="0" r="r" b="b"/>
              <a:pathLst>
                <a:path w="2" h="3">
                  <a:moveTo>
                    <a:pt x="2" y="2"/>
                  </a:moveTo>
                  <a:cubicBezTo>
                    <a:pt x="2" y="1"/>
                    <a:pt x="2" y="1"/>
                    <a:pt x="1" y="0"/>
                  </a:cubicBezTo>
                  <a:cubicBezTo>
                    <a:pt x="1" y="0"/>
                    <a:pt x="0" y="1"/>
                    <a:pt x="0" y="1"/>
                  </a:cubicBezTo>
                  <a:cubicBezTo>
                    <a:pt x="1" y="2"/>
                    <a:pt x="1" y="2"/>
                    <a:pt x="1" y="3"/>
                  </a:cubicBezTo>
                  <a:cubicBezTo>
                    <a:pt x="2" y="3"/>
                    <a:pt x="2" y="2"/>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32" name="Freeform 3241"/>
            <p:cNvSpPr/>
            <p:nvPr/>
          </p:nvSpPr>
          <p:spPr bwMode="auto">
            <a:xfrm>
              <a:off x="2232329" y="8932640"/>
              <a:ext cx="4763" cy="11113"/>
            </a:xfrm>
            <a:custGeom>
              <a:avLst/>
              <a:gdLst>
                <a:gd name="T0" fmla="*/ 1 w 2"/>
                <a:gd name="T1" fmla="*/ 4 h 4"/>
                <a:gd name="T2" fmla="*/ 2 w 2"/>
                <a:gd name="T3" fmla="*/ 1 h 4"/>
                <a:gd name="T4" fmla="*/ 0 w 2"/>
                <a:gd name="T5" fmla="*/ 0 h 4"/>
                <a:gd name="T6" fmla="*/ 0 w 2"/>
                <a:gd name="T7" fmla="*/ 3 h 4"/>
                <a:gd name="T8" fmla="*/ 1 w 2"/>
                <a:gd name="T9" fmla="*/ 4 h 4"/>
              </a:gdLst>
              <a:ahLst/>
              <a:cxnLst>
                <a:cxn ang="0">
                  <a:pos x="T0" y="T1"/>
                </a:cxn>
                <a:cxn ang="0">
                  <a:pos x="T2" y="T3"/>
                </a:cxn>
                <a:cxn ang="0">
                  <a:pos x="T4" y="T5"/>
                </a:cxn>
                <a:cxn ang="0">
                  <a:pos x="T6" y="T7"/>
                </a:cxn>
                <a:cxn ang="0">
                  <a:pos x="T8" y="T9"/>
                </a:cxn>
              </a:cxnLst>
              <a:rect l="0" t="0" r="r" b="b"/>
              <a:pathLst>
                <a:path w="2" h="4">
                  <a:moveTo>
                    <a:pt x="1" y="4"/>
                  </a:moveTo>
                  <a:cubicBezTo>
                    <a:pt x="1" y="3"/>
                    <a:pt x="1" y="2"/>
                    <a:pt x="2" y="1"/>
                  </a:cubicBezTo>
                  <a:cubicBezTo>
                    <a:pt x="1" y="1"/>
                    <a:pt x="1" y="1"/>
                    <a:pt x="0" y="0"/>
                  </a:cubicBezTo>
                  <a:cubicBezTo>
                    <a:pt x="0" y="1"/>
                    <a:pt x="0" y="2"/>
                    <a:pt x="0" y="3"/>
                  </a:cubicBezTo>
                  <a:cubicBezTo>
                    <a:pt x="0" y="3"/>
                    <a:pt x="0"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33" name="Freeform 3242"/>
            <p:cNvSpPr/>
            <p:nvPr/>
          </p:nvSpPr>
          <p:spPr bwMode="auto">
            <a:xfrm>
              <a:off x="2438704" y="8821515"/>
              <a:ext cx="4763" cy="7938"/>
            </a:xfrm>
            <a:custGeom>
              <a:avLst/>
              <a:gdLst>
                <a:gd name="T0" fmla="*/ 1 w 2"/>
                <a:gd name="T1" fmla="*/ 3 h 3"/>
                <a:gd name="T2" fmla="*/ 2 w 2"/>
                <a:gd name="T3" fmla="*/ 0 h 3"/>
                <a:gd name="T4" fmla="*/ 1 w 2"/>
                <a:gd name="T5" fmla="*/ 0 h 3"/>
                <a:gd name="T6" fmla="*/ 0 w 2"/>
                <a:gd name="T7" fmla="*/ 3 h 3"/>
                <a:gd name="T8" fmla="*/ 1 w 2"/>
                <a:gd name="T9" fmla="*/ 3 h 3"/>
              </a:gdLst>
              <a:ahLst/>
              <a:cxnLst>
                <a:cxn ang="0">
                  <a:pos x="T0" y="T1"/>
                </a:cxn>
                <a:cxn ang="0">
                  <a:pos x="T2" y="T3"/>
                </a:cxn>
                <a:cxn ang="0">
                  <a:pos x="T4" y="T5"/>
                </a:cxn>
                <a:cxn ang="0">
                  <a:pos x="T6" y="T7"/>
                </a:cxn>
                <a:cxn ang="0">
                  <a:pos x="T8" y="T9"/>
                </a:cxn>
              </a:cxnLst>
              <a:rect l="0" t="0" r="r" b="b"/>
              <a:pathLst>
                <a:path w="2" h="3">
                  <a:moveTo>
                    <a:pt x="1" y="3"/>
                  </a:moveTo>
                  <a:cubicBezTo>
                    <a:pt x="1" y="2"/>
                    <a:pt x="2" y="1"/>
                    <a:pt x="2" y="0"/>
                  </a:cubicBezTo>
                  <a:cubicBezTo>
                    <a:pt x="2" y="0"/>
                    <a:pt x="1" y="0"/>
                    <a:pt x="1" y="0"/>
                  </a:cubicBezTo>
                  <a:cubicBezTo>
                    <a:pt x="1" y="1"/>
                    <a:pt x="0" y="2"/>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34" name="Freeform 3243"/>
            <p:cNvSpPr/>
            <p:nvPr/>
          </p:nvSpPr>
          <p:spPr bwMode="auto">
            <a:xfrm>
              <a:off x="2648254" y="8716740"/>
              <a:ext cx="4763" cy="9525"/>
            </a:xfrm>
            <a:custGeom>
              <a:avLst/>
              <a:gdLst>
                <a:gd name="T0" fmla="*/ 2 w 2"/>
                <a:gd name="T1" fmla="*/ 2 h 4"/>
                <a:gd name="T2" fmla="*/ 1 w 2"/>
                <a:gd name="T3" fmla="*/ 0 h 4"/>
                <a:gd name="T4" fmla="*/ 0 w 2"/>
                <a:gd name="T5" fmla="*/ 1 h 4"/>
                <a:gd name="T6" fmla="*/ 1 w 2"/>
                <a:gd name="T7" fmla="*/ 4 h 4"/>
                <a:gd name="T8" fmla="*/ 2 w 2"/>
                <a:gd name="T9" fmla="*/ 2 h 4"/>
              </a:gdLst>
              <a:ahLst/>
              <a:cxnLst>
                <a:cxn ang="0">
                  <a:pos x="T0" y="T1"/>
                </a:cxn>
                <a:cxn ang="0">
                  <a:pos x="T2" y="T3"/>
                </a:cxn>
                <a:cxn ang="0">
                  <a:pos x="T4" y="T5"/>
                </a:cxn>
                <a:cxn ang="0">
                  <a:pos x="T6" y="T7"/>
                </a:cxn>
                <a:cxn ang="0">
                  <a:pos x="T8" y="T9"/>
                </a:cxn>
              </a:cxnLst>
              <a:rect l="0" t="0" r="r" b="b"/>
              <a:pathLst>
                <a:path w="2" h="4">
                  <a:moveTo>
                    <a:pt x="2" y="2"/>
                  </a:moveTo>
                  <a:cubicBezTo>
                    <a:pt x="1" y="1"/>
                    <a:pt x="1" y="0"/>
                    <a:pt x="1" y="0"/>
                  </a:cubicBezTo>
                  <a:cubicBezTo>
                    <a:pt x="0" y="0"/>
                    <a:pt x="0" y="1"/>
                    <a:pt x="0" y="1"/>
                  </a:cubicBezTo>
                  <a:cubicBezTo>
                    <a:pt x="0" y="2"/>
                    <a:pt x="1" y="3"/>
                    <a:pt x="1" y="4"/>
                  </a:cubicBezTo>
                  <a:cubicBezTo>
                    <a:pt x="1" y="3"/>
                    <a:pt x="2" y="2"/>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35" name="Freeform 3244"/>
            <p:cNvSpPr/>
            <p:nvPr/>
          </p:nvSpPr>
          <p:spPr bwMode="auto">
            <a:xfrm>
              <a:off x="2856216" y="8618315"/>
              <a:ext cx="6350" cy="11113"/>
            </a:xfrm>
            <a:custGeom>
              <a:avLst/>
              <a:gdLst>
                <a:gd name="T0" fmla="*/ 1 w 2"/>
                <a:gd name="T1" fmla="*/ 4 h 4"/>
                <a:gd name="T2" fmla="*/ 2 w 2"/>
                <a:gd name="T3" fmla="*/ 0 h 4"/>
                <a:gd name="T4" fmla="*/ 1 w 2"/>
                <a:gd name="T5" fmla="*/ 0 h 4"/>
                <a:gd name="T6" fmla="*/ 0 w 2"/>
                <a:gd name="T7" fmla="*/ 3 h 4"/>
                <a:gd name="T8" fmla="*/ 1 w 2"/>
                <a:gd name="T9" fmla="*/ 4 h 4"/>
              </a:gdLst>
              <a:ahLst/>
              <a:cxnLst>
                <a:cxn ang="0">
                  <a:pos x="T0" y="T1"/>
                </a:cxn>
                <a:cxn ang="0">
                  <a:pos x="T2" y="T3"/>
                </a:cxn>
                <a:cxn ang="0">
                  <a:pos x="T4" y="T5"/>
                </a:cxn>
                <a:cxn ang="0">
                  <a:pos x="T6" y="T7"/>
                </a:cxn>
                <a:cxn ang="0">
                  <a:pos x="T8" y="T9"/>
                </a:cxn>
              </a:cxnLst>
              <a:rect l="0" t="0" r="r" b="b"/>
              <a:pathLst>
                <a:path w="2" h="4">
                  <a:moveTo>
                    <a:pt x="1" y="4"/>
                  </a:moveTo>
                  <a:cubicBezTo>
                    <a:pt x="1" y="3"/>
                    <a:pt x="2" y="1"/>
                    <a:pt x="2" y="0"/>
                  </a:cubicBezTo>
                  <a:cubicBezTo>
                    <a:pt x="1" y="0"/>
                    <a:pt x="1" y="0"/>
                    <a:pt x="1" y="0"/>
                  </a:cubicBezTo>
                  <a:cubicBezTo>
                    <a:pt x="0" y="1"/>
                    <a:pt x="0" y="2"/>
                    <a:pt x="0" y="3"/>
                  </a:cubicBezTo>
                  <a:cubicBezTo>
                    <a:pt x="0" y="3"/>
                    <a:pt x="1"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36" name="Freeform 3245"/>
            <p:cNvSpPr/>
            <p:nvPr/>
          </p:nvSpPr>
          <p:spPr bwMode="auto">
            <a:xfrm>
              <a:off x="3065766" y="8531003"/>
              <a:ext cx="4763" cy="11113"/>
            </a:xfrm>
            <a:custGeom>
              <a:avLst/>
              <a:gdLst>
                <a:gd name="T0" fmla="*/ 1 w 2"/>
                <a:gd name="T1" fmla="*/ 4 h 4"/>
                <a:gd name="T2" fmla="*/ 2 w 2"/>
                <a:gd name="T3" fmla="*/ 0 h 4"/>
                <a:gd name="T4" fmla="*/ 1 w 2"/>
                <a:gd name="T5" fmla="*/ 0 h 4"/>
                <a:gd name="T6" fmla="*/ 0 w 2"/>
                <a:gd name="T7" fmla="*/ 3 h 4"/>
                <a:gd name="T8" fmla="*/ 1 w 2"/>
                <a:gd name="T9" fmla="*/ 4 h 4"/>
              </a:gdLst>
              <a:ahLst/>
              <a:cxnLst>
                <a:cxn ang="0">
                  <a:pos x="T0" y="T1"/>
                </a:cxn>
                <a:cxn ang="0">
                  <a:pos x="T2" y="T3"/>
                </a:cxn>
                <a:cxn ang="0">
                  <a:pos x="T4" y="T5"/>
                </a:cxn>
                <a:cxn ang="0">
                  <a:pos x="T6" y="T7"/>
                </a:cxn>
                <a:cxn ang="0">
                  <a:pos x="T8" y="T9"/>
                </a:cxn>
              </a:cxnLst>
              <a:rect l="0" t="0" r="r" b="b"/>
              <a:pathLst>
                <a:path w="2" h="4">
                  <a:moveTo>
                    <a:pt x="1" y="4"/>
                  </a:moveTo>
                  <a:cubicBezTo>
                    <a:pt x="2" y="3"/>
                    <a:pt x="2" y="1"/>
                    <a:pt x="2" y="0"/>
                  </a:cubicBezTo>
                  <a:cubicBezTo>
                    <a:pt x="2" y="0"/>
                    <a:pt x="1" y="0"/>
                    <a:pt x="1" y="0"/>
                  </a:cubicBezTo>
                  <a:cubicBezTo>
                    <a:pt x="1" y="1"/>
                    <a:pt x="0" y="2"/>
                    <a:pt x="0" y="3"/>
                  </a:cubicBezTo>
                  <a:cubicBezTo>
                    <a:pt x="0" y="3"/>
                    <a:pt x="1" y="3"/>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37" name="Freeform 3246"/>
            <p:cNvSpPr/>
            <p:nvPr/>
          </p:nvSpPr>
          <p:spPr bwMode="auto">
            <a:xfrm>
              <a:off x="3276904" y="8454803"/>
              <a:ext cx="6350" cy="14288"/>
            </a:xfrm>
            <a:custGeom>
              <a:avLst/>
              <a:gdLst>
                <a:gd name="T0" fmla="*/ 2 w 2"/>
                <a:gd name="T1" fmla="*/ 3 h 5"/>
                <a:gd name="T2" fmla="*/ 1 w 2"/>
                <a:gd name="T3" fmla="*/ 0 h 5"/>
                <a:gd name="T4" fmla="*/ 0 w 2"/>
                <a:gd name="T5" fmla="*/ 2 h 5"/>
                <a:gd name="T6" fmla="*/ 1 w 2"/>
                <a:gd name="T7" fmla="*/ 5 h 5"/>
                <a:gd name="T8" fmla="*/ 2 w 2"/>
                <a:gd name="T9" fmla="*/ 3 h 5"/>
              </a:gdLst>
              <a:ahLst/>
              <a:cxnLst>
                <a:cxn ang="0">
                  <a:pos x="T0" y="T1"/>
                </a:cxn>
                <a:cxn ang="0">
                  <a:pos x="T2" y="T3"/>
                </a:cxn>
                <a:cxn ang="0">
                  <a:pos x="T4" y="T5"/>
                </a:cxn>
                <a:cxn ang="0">
                  <a:pos x="T6" y="T7"/>
                </a:cxn>
                <a:cxn ang="0">
                  <a:pos x="T8" y="T9"/>
                </a:cxn>
              </a:cxnLst>
              <a:rect l="0" t="0" r="r" b="b"/>
              <a:pathLst>
                <a:path w="2" h="5">
                  <a:moveTo>
                    <a:pt x="2" y="3"/>
                  </a:moveTo>
                  <a:cubicBezTo>
                    <a:pt x="2" y="2"/>
                    <a:pt x="1" y="1"/>
                    <a:pt x="1" y="0"/>
                  </a:cubicBezTo>
                  <a:cubicBezTo>
                    <a:pt x="1" y="1"/>
                    <a:pt x="0" y="1"/>
                    <a:pt x="0" y="2"/>
                  </a:cubicBezTo>
                  <a:cubicBezTo>
                    <a:pt x="0" y="3"/>
                    <a:pt x="1" y="4"/>
                    <a:pt x="1" y="5"/>
                  </a:cubicBezTo>
                  <a:cubicBezTo>
                    <a:pt x="1" y="4"/>
                    <a:pt x="2" y="4"/>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38" name="Freeform 3247"/>
            <p:cNvSpPr/>
            <p:nvPr/>
          </p:nvSpPr>
          <p:spPr bwMode="auto">
            <a:xfrm>
              <a:off x="3489629" y="8399240"/>
              <a:ext cx="4763" cy="9525"/>
            </a:xfrm>
            <a:custGeom>
              <a:avLst/>
              <a:gdLst>
                <a:gd name="T0" fmla="*/ 1 w 2"/>
                <a:gd name="T1" fmla="*/ 4 h 4"/>
                <a:gd name="T2" fmla="*/ 2 w 2"/>
                <a:gd name="T3" fmla="*/ 1 h 4"/>
                <a:gd name="T4" fmla="*/ 1 w 2"/>
                <a:gd name="T5" fmla="*/ 0 h 4"/>
                <a:gd name="T6" fmla="*/ 0 w 2"/>
                <a:gd name="T7" fmla="*/ 3 h 4"/>
                <a:gd name="T8" fmla="*/ 1 w 2"/>
                <a:gd name="T9" fmla="*/ 4 h 4"/>
              </a:gdLst>
              <a:ahLst/>
              <a:cxnLst>
                <a:cxn ang="0">
                  <a:pos x="T0" y="T1"/>
                </a:cxn>
                <a:cxn ang="0">
                  <a:pos x="T2" y="T3"/>
                </a:cxn>
                <a:cxn ang="0">
                  <a:pos x="T4" y="T5"/>
                </a:cxn>
                <a:cxn ang="0">
                  <a:pos x="T6" y="T7"/>
                </a:cxn>
                <a:cxn ang="0">
                  <a:pos x="T8" y="T9"/>
                </a:cxn>
              </a:cxnLst>
              <a:rect l="0" t="0" r="r" b="b"/>
              <a:pathLst>
                <a:path w="2" h="4">
                  <a:moveTo>
                    <a:pt x="1" y="4"/>
                  </a:moveTo>
                  <a:cubicBezTo>
                    <a:pt x="2" y="3"/>
                    <a:pt x="2" y="2"/>
                    <a:pt x="2" y="1"/>
                  </a:cubicBezTo>
                  <a:cubicBezTo>
                    <a:pt x="2" y="1"/>
                    <a:pt x="1" y="0"/>
                    <a:pt x="1" y="0"/>
                  </a:cubicBezTo>
                  <a:cubicBezTo>
                    <a:pt x="1" y="1"/>
                    <a:pt x="0" y="2"/>
                    <a:pt x="0" y="3"/>
                  </a:cubicBezTo>
                  <a:cubicBezTo>
                    <a:pt x="0" y="3"/>
                    <a:pt x="1"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39" name="Freeform 3248"/>
            <p:cNvSpPr/>
            <p:nvPr/>
          </p:nvSpPr>
          <p:spPr bwMode="auto">
            <a:xfrm>
              <a:off x="3703941" y="8373840"/>
              <a:ext cx="4763" cy="11113"/>
            </a:xfrm>
            <a:custGeom>
              <a:avLst/>
              <a:gdLst>
                <a:gd name="T0" fmla="*/ 2 w 2"/>
                <a:gd name="T1" fmla="*/ 3 h 4"/>
                <a:gd name="T2" fmla="*/ 1 w 2"/>
                <a:gd name="T3" fmla="*/ 0 h 4"/>
                <a:gd name="T4" fmla="*/ 0 w 2"/>
                <a:gd name="T5" fmla="*/ 1 h 4"/>
                <a:gd name="T6" fmla="*/ 1 w 2"/>
                <a:gd name="T7" fmla="*/ 4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2"/>
                    <a:pt x="2" y="1"/>
                    <a:pt x="1" y="0"/>
                  </a:cubicBezTo>
                  <a:cubicBezTo>
                    <a:pt x="1" y="0"/>
                    <a:pt x="0" y="0"/>
                    <a:pt x="0" y="1"/>
                  </a:cubicBezTo>
                  <a:cubicBezTo>
                    <a:pt x="0" y="2"/>
                    <a:pt x="1" y="3"/>
                    <a:pt x="1" y="4"/>
                  </a:cubicBezTo>
                  <a:cubicBezTo>
                    <a:pt x="2" y="3"/>
                    <a:pt x="2" y="3"/>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40" name="Freeform 3249"/>
            <p:cNvSpPr/>
            <p:nvPr/>
          </p:nvSpPr>
          <p:spPr bwMode="auto">
            <a:xfrm>
              <a:off x="3919841" y="8381778"/>
              <a:ext cx="6350" cy="11113"/>
            </a:xfrm>
            <a:custGeom>
              <a:avLst/>
              <a:gdLst>
                <a:gd name="T0" fmla="*/ 2 w 2"/>
                <a:gd name="T1" fmla="*/ 3 h 4"/>
                <a:gd name="T2" fmla="*/ 1 w 2"/>
                <a:gd name="T3" fmla="*/ 0 h 4"/>
                <a:gd name="T4" fmla="*/ 0 w 2"/>
                <a:gd name="T5" fmla="*/ 1 h 4"/>
                <a:gd name="T6" fmla="*/ 1 w 2"/>
                <a:gd name="T7" fmla="*/ 4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2"/>
                    <a:pt x="1" y="1"/>
                    <a:pt x="1" y="0"/>
                  </a:cubicBezTo>
                  <a:cubicBezTo>
                    <a:pt x="1" y="0"/>
                    <a:pt x="0" y="0"/>
                    <a:pt x="0" y="1"/>
                  </a:cubicBezTo>
                  <a:cubicBezTo>
                    <a:pt x="0" y="2"/>
                    <a:pt x="1" y="3"/>
                    <a:pt x="1" y="4"/>
                  </a:cubicBezTo>
                  <a:cubicBezTo>
                    <a:pt x="2" y="4"/>
                    <a:pt x="2" y="3"/>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41" name="Freeform 3250"/>
            <p:cNvSpPr/>
            <p:nvPr/>
          </p:nvSpPr>
          <p:spPr bwMode="auto">
            <a:xfrm>
              <a:off x="4137329" y="8408765"/>
              <a:ext cx="6350" cy="14288"/>
            </a:xfrm>
            <a:custGeom>
              <a:avLst/>
              <a:gdLst>
                <a:gd name="T0" fmla="*/ 2 w 2"/>
                <a:gd name="T1" fmla="*/ 1 h 5"/>
                <a:gd name="T2" fmla="*/ 1 w 2"/>
                <a:gd name="T3" fmla="*/ 0 h 5"/>
                <a:gd name="T4" fmla="*/ 0 w 2"/>
                <a:gd name="T5" fmla="*/ 3 h 5"/>
                <a:gd name="T6" fmla="*/ 2 w 2"/>
                <a:gd name="T7" fmla="*/ 5 h 5"/>
                <a:gd name="T8" fmla="*/ 2 w 2"/>
                <a:gd name="T9" fmla="*/ 1 h 5"/>
              </a:gdLst>
              <a:ahLst/>
              <a:cxnLst>
                <a:cxn ang="0">
                  <a:pos x="T0" y="T1"/>
                </a:cxn>
                <a:cxn ang="0">
                  <a:pos x="T2" y="T3"/>
                </a:cxn>
                <a:cxn ang="0">
                  <a:pos x="T4" y="T5"/>
                </a:cxn>
                <a:cxn ang="0">
                  <a:pos x="T6" y="T7"/>
                </a:cxn>
                <a:cxn ang="0">
                  <a:pos x="T8" y="T9"/>
                </a:cxn>
              </a:cxnLst>
              <a:rect l="0" t="0" r="r" b="b"/>
              <a:pathLst>
                <a:path w="2" h="5">
                  <a:moveTo>
                    <a:pt x="2" y="1"/>
                  </a:moveTo>
                  <a:cubicBezTo>
                    <a:pt x="2" y="1"/>
                    <a:pt x="2" y="0"/>
                    <a:pt x="1" y="0"/>
                  </a:cubicBezTo>
                  <a:cubicBezTo>
                    <a:pt x="1" y="1"/>
                    <a:pt x="1" y="2"/>
                    <a:pt x="0" y="3"/>
                  </a:cubicBezTo>
                  <a:cubicBezTo>
                    <a:pt x="0" y="4"/>
                    <a:pt x="1" y="4"/>
                    <a:pt x="2" y="5"/>
                  </a:cubicBezTo>
                  <a:cubicBezTo>
                    <a:pt x="2" y="4"/>
                    <a:pt x="2" y="3"/>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42" name="Freeform 3251"/>
            <p:cNvSpPr/>
            <p:nvPr/>
          </p:nvSpPr>
          <p:spPr bwMode="auto">
            <a:xfrm>
              <a:off x="4357991" y="8446865"/>
              <a:ext cx="4763" cy="14288"/>
            </a:xfrm>
            <a:custGeom>
              <a:avLst/>
              <a:gdLst>
                <a:gd name="T0" fmla="*/ 2 w 2"/>
                <a:gd name="T1" fmla="*/ 4 h 5"/>
                <a:gd name="T2" fmla="*/ 1 w 2"/>
                <a:gd name="T3" fmla="*/ 0 h 5"/>
                <a:gd name="T4" fmla="*/ 0 w 2"/>
                <a:gd name="T5" fmla="*/ 1 h 5"/>
                <a:gd name="T6" fmla="*/ 1 w 2"/>
                <a:gd name="T7" fmla="*/ 5 h 5"/>
                <a:gd name="T8" fmla="*/ 2 w 2"/>
                <a:gd name="T9" fmla="*/ 4 h 5"/>
              </a:gdLst>
              <a:ahLst/>
              <a:cxnLst>
                <a:cxn ang="0">
                  <a:pos x="T0" y="T1"/>
                </a:cxn>
                <a:cxn ang="0">
                  <a:pos x="T2" y="T3"/>
                </a:cxn>
                <a:cxn ang="0">
                  <a:pos x="T4" y="T5"/>
                </a:cxn>
                <a:cxn ang="0">
                  <a:pos x="T6" y="T7"/>
                </a:cxn>
                <a:cxn ang="0">
                  <a:pos x="T8" y="T9"/>
                </a:cxn>
              </a:cxnLst>
              <a:rect l="0" t="0" r="r" b="b"/>
              <a:pathLst>
                <a:path w="2" h="5">
                  <a:moveTo>
                    <a:pt x="2" y="4"/>
                  </a:moveTo>
                  <a:cubicBezTo>
                    <a:pt x="1" y="3"/>
                    <a:pt x="1" y="1"/>
                    <a:pt x="1" y="0"/>
                  </a:cubicBezTo>
                  <a:cubicBezTo>
                    <a:pt x="0" y="0"/>
                    <a:pt x="0" y="1"/>
                    <a:pt x="0" y="1"/>
                  </a:cubicBezTo>
                  <a:cubicBezTo>
                    <a:pt x="0" y="3"/>
                    <a:pt x="1" y="4"/>
                    <a:pt x="1" y="5"/>
                  </a:cubicBezTo>
                  <a:cubicBezTo>
                    <a:pt x="1" y="5"/>
                    <a:pt x="2"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43" name="Freeform 3252"/>
            <p:cNvSpPr/>
            <p:nvPr/>
          </p:nvSpPr>
          <p:spPr bwMode="auto">
            <a:xfrm>
              <a:off x="4575479" y="8488140"/>
              <a:ext cx="4763" cy="15875"/>
            </a:xfrm>
            <a:custGeom>
              <a:avLst/>
              <a:gdLst>
                <a:gd name="T0" fmla="*/ 2 w 2"/>
                <a:gd name="T1" fmla="*/ 4 h 6"/>
                <a:gd name="T2" fmla="*/ 1 w 2"/>
                <a:gd name="T3" fmla="*/ 0 h 6"/>
                <a:gd name="T4" fmla="*/ 0 w 2"/>
                <a:gd name="T5" fmla="*/ 1 h 6"/>
                <a:gd name="T6" fmla="*/ 2 w 2"/>
                <a:gd name="T7" fmla="*/ 6 h 6"/>
                <a:gd name="T8" fmla="*/ 2 w 2"/>
                <a:gd name="T9" fmla="*/ 4 h 6"/>
              </a:gdLst>
              <a:ahLst/>
              <a:cxnLst>
                <a:cxn ang="0">
                  <a:pos x="T0" y="T1"/>
                </a:cxn>
                <a:cxn ang="0">
                  <a:pos x="T2" y="T3"/>
                </a:cxn>
                <a:cxn ang="0">
                  <a:pos x="T4" y="T5"/>
                </a:cxn>
                <a:cxn ang="0">
                  <a:pos x="T6" y="T7"/>
                </a:cxn>
                <a:cxn ang="0">
                  <a:pos x="T8" y="T9"/>
                </a:cxn>
              </a:cxnLst>
              <a:rect l="0" t="0" r="r" b="b"/>
              <a:pathLst>
                <a:path w="2" h="6">
                  <a:moveTo>
                    <a:pt x="2" y="4"/>
                  </a:moveTo>
                  <a:cubicBezTo>
                    <a:pt x="2" y="3"/>
                    <a:pt x="2" y="1"/>
                    <a:pt x="1" y="0"/>
                  </a:cubicBezTo>
                  <a:cubicBezTo>
                    <a:pt x="1" y="0"/>
                    <a:pt x="0" y="1"/>
                    <a:pt x="0" y="1"/>
                  </a:cubicBezTo>
                  <a:cubicBezTo>
                    <a:pt x="1" y="3"/>
                    <a:pt x="1" y="4"/>
                    <a:pt x="2" y="6"/>
                  </a:cubicBezTo>
                  <a:cubicBezTo>
                    <a:pt x="2" y="5"/>
                    <a:pt x="2" y="5"/>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44" name="Freeform 3253"/>
            <p:cNvSpPr/>
            <p:nvPr/>
          </p:nvSpPr>
          <p:spPr bwMode="auto">
            <a:xfrm>
              <a:off x="4794554" y="8529415"/>
              <a:ext cx="4763" cy="15875"/>
            </a:xfrm>
            <a:custGeom>
              <a:avLst/>
              <a:gdLst>
                <a:gd name="T0" fmla="*/ 2 w 2"/>
                <a:gd name="T1" fmla="*/ 2 h 6"/>
                <a:gd name="T2" fmla="*/ 0 w 2"/>
                <a:gd name="T3" fmla="*/ 0 h 6"/>
                <a:gd name="T4" fmla="*/ 0 w 2"/>
                <a:gd name="T5" fmla="*/ 4 h 6"/>
                <a:gd name="T6" fmla="*/ 1 w 2"/>
                <a:gd name="T7" fmla="*/ 6 h 6"/>
                <a:gd name="T8" fmla="*/ 2 w 2"/>
                <a:gd name="T9" fmla="*/ 2 h 6"/>
              </a:gdLst>
              <a:ahLst/>
              <a:cxnLst>
                <a:cxn ang="0">
                  <a:pos x="T0" y="T1"/>
                </a:cxn>
                <a:cxn ang="0">
                  <a:pos x="T2" y="T3"/>
                </a:cxn>
                <a:cxn ang="0">
                  <a:pos x="T4" y="T5"/>
                </a:cxn>
                <a:cxn ang="0">
                  <a:pos x="T6" y="T7"/>
                </a:cxn>
                <a:cxn ang="0">
                  <a:pos x="T8" y="T9"/>
                </a:cxn>
              </a:cxnLst>
              <a:rect l="0" t="0" r="r" b="b"/>
              <a:pathLst>
                <a:path w="2" h="6">
                  <a:moveTo>
                    <a:pt x="2" y="2"/>
                  </a:moveTo>
                  <a:cubicBezTo>
                    <a:pt x="1" y="1"/>
                    <a:pt x="1" y="0"/>
                    <a:pt x="0" y="0"/>
                  </a:cubicBezTo>
                  <a:cubicBezTo>
                    <a:pt x="0" y="1"/>
                    <a:pt x="0" y="2"/>
                    <a:pt x="0" y="4"/>
                  </a:cubicBezTo>
                  <a:cubicBezTo>
                    <a:pt x="0" y="4"/>
                    <a:pt x="0" y="5"/>
                    <a:pt x="1" y="6"/>
                  </a:cubicBezTo>
                  <a:cubicBezTo>
                    <a:pt x="1" y="4"/>
                    <a:pt x="1" y="3"/>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45" name="Freeform 3254"/>
            <p:cNvSpPr/>
            <p:nvPr/>
          </p:nvSpPr>
          <p:spPr bwMode="auto">
            <a:xfrm>
              <a:off x="5012041" y="8564340"/>
              <a:ext cx="4763" cy="15875"/>
            </a:xfrm>
            <a:custGeom>
              <a:avLst/>
              <a:gdLst>
                <a:gd name="T0" fmla="*/ 2 w 2"/>
                <a:gd name="T1" fmla="*/ 2 h 6"/>
                <a:gd name="T2" fmla="*/ 1 w 2"/>
                <a:gd name="T3" fmla="*/ 0 h 6"/>
                <a:gd name="T4" fmla="*/ 0 w 2"/>
                <a:gd name="T5" fmla="*/ 4 h 6"/>
                <a:gd name="T6" fmla="*/ 1 w 2"/>
                <a:gd name="T7" fmla="*/ 6 h 6"/>
                <a:gd name="T8" fmla="*/ 2 w 2"/>
                <a:gd name="T9" fmla="*/ 2 h 6"/>
              </a:gdLst>
              <a:ahLst/>
              <a:cxnLst>
                <a:cxn ang="0">
                  <a:pos x="T0" y="T1"/>
                </a:cxn>
                <a:cxn ang="0">
                  <a:pos x="T2" y="T3"/>
                </a:cxn>
                <a:cxn ang="0">
                  <a:pos x="T4" y="T5"/>
                </a:cxn>
                <a:cxn ang="0">
                  <a:pos x="T6" y="T7"/>
                </a:cxn>
                <a:cxn ang="0">
                  <a:pos x="T8" y="T9"/>
                </a:cxn>
              </a:cxnLst>
              <a:rect l="0" t="0" r="r" b="b"/>
              <a:pathLst>
                <a:path w="2" h="6">
                  <a:moveTo>
                    <a:pt x="2" y="2"/>
                  </a:moveTo>
                  <a:cubicBezTo>
                    <a:pt x="1" y="1"/>
                    <a:pt x="1" y="0"/>
                    <a:pt x="1" y="0"/>
                  </a:cubicBezTo>
                  <a:cubicBezTo>
                    <a:pt x="0" y="1"/>
                    <a:pt x="0" y="2"/>
                    <a:pt x="0" y="4"/>
                  </a:cubicBezTo>
                  <a:cubicBezTo>
                    <a:pt x="0" y="4"/>
                    <a:pt x="1" y="5"/>
                    <a:pt x="1" y="6"/>
                  </a:cubicBezTo>
                  <a:cubicBezTo>
                    <a:pt x="1" y="4"/>
                    <a:pt x="2" y="3"/>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46" name="Freeform 3255"/>
            <p:cNvSpPr/>
            <p:nvPr/>
          </p:nvSpPr>
          <p:spPr bwMode="auto">
            <a:xfrm>
              <a:off x="5226354" y="8594503"/>
              <a:ext cx="7938" cy="15875"/>
            </a:xfrm>
            <a:custGeom>
              <a:avLst/>
              <a:gdLst>
                <a:gd name="T0" fmla="*/ 3 w 3"/>
                <a:gd name="T1" fmla="*/ 4 h 6"/>
                <a:gd name="T2" fmla="*/ 1 w 3"/>
                <a:gd name="T3" fmla="*/ 0 h 6"/>
                <a:gd name="T4" fmla="*/ 1 w 3"/>
                <a:gd name="T5" fmla="*/ 2 h 6"/>
                <a:gd name="T6" fmla="*/ 2 w 3"/>
                <a:gd name="T7" fmla="*/ 6 h 6"/>
                <a:gd name="T8" fmla="*/ 3 w 3"/>
                <a:gd name="T9" fmla="*/ 4 h 6"/>
              </a:gdLst>
              <a:ahLst/>
              <a:cxnLst>
                <a:cxn ang="0">
                  <a:pos x="T0" y="T1"/>
                </a:cxn>
                <a:cxn ang="0">
                  <a:pos x="T2" y="T3"/>
                </a:cxn>
                <a:cxn ang="0">
                  <a:pos x="T4" y="T5"/>
                </a:cxn>
                <a:cxn ang="0">
                  <a:pos x="T6" y="T7"/>
                </a:cxn>
                <a:cxn ang="0">
                  <a:pos x="T8" y="T9"/>
                </a:cxn>
              </a:cxnLst>
              <a:rect l="0" t="0" r="r" b="b"/>
              <a:pathLst>
                <a:path w="3" h="6">
                  <a:moveTo>
                    <a:pt x="3" y="4"/>
                  </a:moveTo>
                  <a:cubicBezTo>
                    <a:pt x="2" y="3"/>
                    <a:pt x="2" y="2"/>
                    <a:pt x="1" y="0"/>
                  </a:cubicBezTo>
                  <a:cubicBezTo>
                    <a:pt x="1" y="1"/>
                    <a:pt x="0" y="1"/>
                    <a:pt x="1" y="2"/>
                  </a:cubicBezTo>
                  <a:cubicBezTo>
                    <a:pt x="1" y="3"/>
                    <a:pt x="1" y="4"/>
                    <a:pt x="2" y="6"/>
                  </a:cubicBezTo>
                  <a:cubicBezTo>
                    <a:pt x="2" y="5"/>
                    <a:pt x="3" y="5"/>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47" name="Freeform 3256"/>
            <p:cNvSpPr/>
            <p:nvPr/>
          </p:nvSpPr>
          <p:spPr bwMode="auto">
            <a:xfrm>
              <a:off x="5570841" y="8843740"/>
              <a:ext cx="11113" cy="11113"/>
            </a:xfrm>
            <a:custGeom>
              <a:avLst/>
              <a:gdLst>
                <a:gd name="T0" fmla="*/ 1 w 4"/>
                <a:gd name="T1" fmla="*/ 4 h 4"/>
                <a:gd name="T2" fmla="*/ 4 w 4"/>
                <a:gd name="T3" fmla="*/ 2 h 4"/>
                <a:gd name="T4" fmla="*/ 3 w 4"/>
                <a:gd name="T5" fmla="*/ 0 h 4"/>
                <a:gd name="T6" fmla="*/ 0 w 4"/>
                <a:gd name="T7" fmla="*/ 2 h 4"/>
                <a:gd name="T8" fmla="*/ 1 w 4"/>
                <a:gd name="T9" fmla="*/ 4 h 4"/>
              </a:gdLst>
              <a:ahLst/>
              <a:cxnLst>
                <a:cxn ang="0">
                  <a:pos x="T0" y="T1"/>
                </a:cxn>
                <a:cxn ang="0">
                  <a:pos x="T2" y="T3"/>
                </a:cxn>
                <a:cxn ang="0">
                  <a:pos x="T4" y="T5"/>
                </a:cxn>
                <a:cxn ang="0">
                  <a:pos x="T6" y="T7"/>
                </a:cxn>
                <a:cxn ang="0">
                  <a:pos x="T8" y="T9"/>
                </a:cxn>
              </a:cxnLst>
              <a:rect l="0" t="0" r="r" b="b"/>
              <a:pathLst>
                <a:path w="4" h="4">
                  <a:moveTo>
                    <a:pt x="1" y="4"/>
                  </a:moveTo>
                  <a:cubicBezTo>
                    <a:pt x="2" y="4"/>
                    <a:pt x="3" y="3"/>
                    <a:pt x="4" y="2"/>
                  </a:cubicBezTo>
                  <a:cubicBezTo>
                    <a:pt x="3" y="1"/>
                    <a:pt x="3" y="0"/>
                    <a:pt x="3" y="0"/>
                  </a:cubicBezTo>
                  <a:cubicBezTo>
                    <a:pt x="2" y="0"/>
                    <a:pt x="1" y="1"/>
                    <a:pt x="0" y="2"/>
                  </a:cubicBezTo>
                  <a:cubicBezTo>
                    <a:pt x="1" y="2"/>
                    <a:pt x="1"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48" name="Freeform 3257"/>
            <p:cNvSpPr/>
            <p:nvPr/>
          </p:nvSpPr>
          <p:spPr bwMode="auto">
            <a:xfrm>
              <a:off x="5788329" y="8867553"/>
              <a:ext cx="7938" cy="9525"/>
            </a:xfrm>
            <a:custGeom>
              <a:avLst/>
              <a:gdLst>
                <a:gd name="T0" fmla="*/ 3 w 3"/>
                <a:gd name="T1" fmla="*/ 2 h 3"/>
                <a:gd name="T2" fmla="*/ 2 w 3"/>
                <a:gd name="T3" fmla="*/ 0 h 3"/>
                <a:gd name="T4" fmla="*/ 0 w 3"/>
                <a:gd name="T5" fmla="*/ 1 h 3"/>
                <a:gd name="T6" fmla="*/ 3 w 3"/>
                <a:gd name="T7" fmla="*/ 3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1"/>
                    <a:pt x="3" y="0"/>
                    <a:pt x="2" y="0"/>
                  </a:cubicBezTo>
                  <a:cubicBezTo>
                    <a:pt x="2" y="0"/>
                    <a:pt x="1" y="1"/>
                    <a:pt x="0" y="1"/>
                  </a:cubicBezTo>
                  <a:cubicBezTo>
                    <a:pt x="1" y="2"/>
                    <a:pt x="2" y="3"/>
                    <a:pt x="3" y="3"/>
                  </a:cubicBezTo>
                  <a:cubicBezTo>
                    <a:pt x="3" y="3"/>
                    <a:pt x="3" y="2"/>
                    <a:pt x="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49" name="Freeform 3258"/>
            <p:cNvSpPr/>
            <p:nvPr/>
          </p:nvSpPr>
          <p:spPr bwMode="auto">
            <a:xfrm>
              <a:off x="6005816" y="8896128"/>
              <a:ext cx="7938" cy="4763"/>
            </a:xfrm>
            <a:custGeom>
              <a:avLst/>
              <a:gdLst>
                <a:gd name="T0" fmla="*/ 1 w 3"/>
                <a:gd name="T1" fmla="*/ 2 h 2"/>
                <a:gd name="T2" fmla="*/ 3 w 3"/>
                <a:gd name="T3" fmla="*/ 2 h 2"/>
                <a:gd name="T4" fmla="*/ 2 w 3"/>
                <a:gd name="T5" fmla="*/ 0 h 2"/>
                <a:gd name="T6" fmla="*/ 0 w 3"/>
                <a:gd name="T7" fmla="*/ 1 h 2"/>
                <a:gd name="T8" fmla="*/ 1 w 3"/>
                <a:gd name="T9" fmla="*/ 2 h 2"/>
              </a:gdLst>
              <a:ahLst/>
              <a:cxnLst>
                <a:cxn ang="0">
                  <a:pos x="T0" y="T1"/>
                </a:cxn>
                <a:cxn ang="0">
                  <a:pos x="T2" y="T3"/>
                </a:cxn>
                <a:cxn ang="0">
                  <a:pos x="T4" y="T5"/>
                </a:cxn>
                <a:cxn ang="0">
                  <a:pos x="T6" y="T7"/>
                </a:cxn>
                <a:cxn ang="0">
                  <a:pos x="T8" y="T9"/>
                </a:cxn>
              </a:cxnLst>
              <a:rect l="0" t="0" r="r" b="b"/>
              <a:pathLst>
                <a:path w="3" h="2">
                  <a:moveTo>
                    <a:pt x="1" y="2"/>
                  </a:moveTo>
                  <a:cubicBezTo>
                    <a:pt x="2" y="2"/>
                    <a:pt x="3" y="2"/>
                    <a:pt x="3" y="2"/>
                  </a:cubicBezTo>
                  <a:cubicBezTo>
                    <a:pt x="3" y="1"/>
                    <a:pt x="3" y="0"/>
                    <a:pt x="2" y="0"/>
                  </a:cubicBezTo>
                  <a:cubicBezTo>
                    <a:pt x="2" y="0"/>
                    <a:pt x="1" y="0"/>
                    <a:pt x="0" y="1"/>
                  </a:cubicBezTo>
                  <a:cubicBezTo>
                    <a:pt x="0" y="1"/>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50" name="Freeform 3259"/>
            <p:cNvSpPr/>
            <p:nvPr/>
          </p:nvSpPr>
          <p:spPr bwMode="auto">
            <a:xfrm>
              <a:off x="6221716" y="8924703"/>
              <a:ext cx="7938" cy="6350"/>
            </a:xfrm>
            <a:custGeom>
              <a:avLst/>
              <a:gdLst>
                <a:gd name="T0" fmla="*/ 1 w 3"/>
                <a:gd name="T1" fmla="*/ 2 h 2"/>
                <a:gd name="T2" fmla="*/ 3 w 3"/>
                <a:gd name="T3" fmla="*/ 2 h 2"/>
                <a:gd name="T4" fmla="*/ 2 w 3"/>
                <a:gd name="T5" fmla="*/ 0 h 2"/>
                <a:gd name="T6" fmla="*/ 0 w 3"/>
                <a:gd name="T7" fmla="*/ 1 h 2"/>
                <a:gd name="T8" fmla="*/ 1 w 3"/>
                <a:gd name="T9" fmla="*/ 2 h 2"/>
              </a:gdLst>
              <a:ahLst/>
              <a:cxnLst>
                <a:cxn ang="0">
                  <a:pos x="T0" y="T1"/>
                </a:cxn>
                <a:cxn ang="0">
                  <a:pos x="T2" y="T3"/>
                </a:cxn>
                <a:cxn ang="0">
                  <a:pos x="T4" y="T5"/>
                </a:cxn>
                <a:cxn ang="0">
                  <a:pos x="T6" y="T7"/>
                </a:cxn>
                <a:cxn ang="0">
                  <a:pos x="T8" y="T9"/>
                </a:cxn>
              </a:cxnLst>
              <a:rect l="0" t="0" r="r" b="b"/>
              <a:pathLst>
                <a:path w="3" h="2">
                  <a:moveTo>
                    <a:pt x="1" y="2"/>
                  </a:moveTo>
                  <a:cubicBezTo>
                    <a:pt x="2" y="2"/>
                    <a:pt x="3" y="2"/>
                    <a:pt x="3" y="2"/>
                  </a:cubicBezTo>
                  <a:cubicBezTo>
                    <a:pt x="3" y="1"/>
                    <a:pt x="3" y="0"/>
                    <a:pt x="2" y="0"/>
                  </a:cubicBezTo>
                  <a:cubicBezTo>
                    <a:pt x="2" y="0"/>
                    <a:pt x="1" y="1"/>
                    <a:pt x="0" y="1"/>
                  </a:cubicBezTo>
                  <a:cubicBezTo>
                    <a:pt x="0" y="2"/>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51" name="Freeform 3260"/>
            <p:cNvSpPr/>
            <p:nvPr/>
          </p:nvSpPr>
          <p:spPr bwMode="auto">
            <a:xfrm>
              <a:off x="6439204" y="8961215"/>
              <a:ext cx="7938" cy="1588"/>
            </a:xfrm>
            <a:custGeom>
              <a:avLst/>
              <a:gdLst>
                <a:gd name="T0" fmla="*/ 1 w 3"/>
                <a:gd name="T1" fmla="*/ 1 h 1"/>
                <a:gd name="T2" fmla="*/ 3 w 3"/>
                <a:gd name="T3" fmla="*/ 1 h 1"/>
                <a:gd name="T4" fmla="*/ 2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cubicBezTo>
                    <a:pt x="2" y="1"/>
                    <a:pt x="2" y="1"/>
                    <a:pt x="3" y="1"/>
                  </a:cubicBezTo>
                  <a:cubicBezTo>
                    <a:pt x="3" y="1"/>
                    <a:pt x="3" y="0"/>
                    <a:pt x="2" y="0"/>
                  </a:cubicBezTo>
                  <a:cubicBezTo>
                    <a:pt x="2" y="0"/>
                    <a:pt x="1" y="0"/>
                    <a:pt x="0" y="0"/>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52" name="Freeform 3261"/>
            <p:cNvSpPr/>
            <p:nvPr/>
          </p:nvSpPr>
          <p:spPr bwMode="auto">
            <a:xfrm>
              <a:off x="6656691" y="8996140"/>
              <a:ext cx="7938" cy="1588"/>
            </a:xfrm>
            <a:custGeom>
              <a:avLst/>
              <a:gdLst>
                <a:gd name="T0" fmla="*/ 3 w 3"/>
                <a:gd name="T1" fmla="*/ 1 h 1"/>
                <a:gd name="T2" fmla="*/ 2 w 3"/>
                <a:gd name="T3" fmla="*/ 0 h 1"/>
                <a:gd name="T4" fmla="*/ 0 w 3"/>
                <a:gd name="T5" fmla="*/ 0 h 1"/>
                <a:gd name="T6" fmla="*/ 2 w 3"/>
                <a:gd name="T7" fmla="*/ 1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3" y="0"/>
                    <a:pt x="2" y="0"/>
                    <a:pt x="2" y="0"/>
                  </a:cubicBezTo>
                  <a:cubicBezTo>
                    <a:pt x="1" y="0"/>
                    <a:pt x="0" y="0"/>
                    <a:pt x="0" y="0"/>
                  </a:cubicBezTo>
                  <a:cubicBezTo>
                    <a:pt x="1" y="0"/>
                    <a:pt x="1" y="1"/>
                    <a:pt x="2" y="1"/>
                  </a:cubicBezTo>
                  <a:cubicBezTo>
                    <a:pt x="3" y="1"/>
                    <a:pt x="3" y="1"/>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53" name="Freeform 3262"/>
            <p:cNvSpPr/>
            <p:nvPr/>
          </p:nvSpPr>
          <p:spPr bwMode="auto">
            <a:xfrm>
              <a:off x="6874179" y="9027890"/>
              <a:ext cx="7938" cy="3175"/>
            </a:xfrm>
            <a:custGeom>
              <a:avLst/>
              <a:gdLst>
                <a:gd name="T0" fmla="*/ 3 w 3"/>
                <a:gd name="T1" fmla="*/ 1 h 1"/>
                <a:gd name="T2" fmla="*/ 2 w 3"/>
                <a:gd name="T3" fmla="*/ 0 h 1"/>
                <a:gd name="T4" fmla="*/ 0 w 3"/>
                <a:gd name="T5" fmla="*/ 0 h 1"/>
                <a:gd name="T6" fmla="*/ 1 w 3"/>
                <a:gd name="T7" fmla="*/ 1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3" y="1"/>
                    <a:pt x="2" y="0"/>
                    <a:pt x="2" y="0"/>
                  </a:cubicBezTo>
                  <a:cubicBezTo>
                    <a:pt x="1" y="0"/>
                    <a:pt x="0" y="0"/>
                    <a:pt x="0" y="0"/>
                  </a:cubicBezTo>
                  <a:cubicBezTo>
                    <a:pt x="0" y="1"/>
                    <a:pt x="0" y="1"/>
                    <a:pt x="1" y="1"/>
                  </a:cubicBezTo>
                  <a:cubicBezTo>
                    <a:pt x="2" y="1"/>
                    <a:pt x="2" y="1"/>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54" name="Freeform 3263"/>
            <p:cNvSpPr/>
            <p:nvPr/>
          </p:nvSpPr>
          <p:spPr bwMode="auto">
            <a:xfrm>
              <a:off x="7090079" y="9058053"/>
              <a:ext cx="9525" cy="3175"/>
            </a:xfrm>
            <a:custGeom>
              <a:avLst/>
              <a:gdLst>
                <a:gd name="T0" fmla="*/ 3 w 3"/>
                <a:gd name="T1" fmla="*/ 1 h 1"/>
                <a:gd name="T2" fmla="*/ 2 w 3"/>
                <a:gd name="T3" fmla="*/ 0 h 1"/>
                <a:gd name="T4" fmla="*/ 0 w 3"/>
                <a:gd name="T5" fmla="*/ 0 h 1"/>
                <a:gd name="T6" fmla="*/ 1 w 3"/>
                <a:gd name="T7" fmla="*/ 1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3" y="1"/>
                    <a:pt x="2" y="0"/>
                    <a:pt x="2" y="0"/>
                  </a:cubicBezTo>
                  <a:cubicBezTo>
                    <a:pt x="1" y="0"/>
                    <a:pt x="0" y="0"/>
                    <a:pt x="0" y="0"/>
                  </a:cubicBezTo>
                  <a:cubicBezTo>
                    <a:pt x="0" y="0"/>
                    <a:pt x="0" y="1"/>
                    <a:pt x="1" y="1"/>
                  </a:cubicBezTo>
                  <a:cubicBezTo>
                    <a:pt x="1" y="1"/>
                    <a:pt x="2" y="1"/>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55" name="Freeform 3264"/>
            <p:cNvSpPr/>
            <p:nvPr/>
          </p:nvSpPr>
          <p:spPr bwMode="auto">
            <a:xfrm>
              <a:off x="7304391" y="9083453"/>
              <a:ext cx="11113" cy="0"/>
            </a:xfrm>
            <a:custGeom>
              <a:avLst/>
              <a:gdLst>
                <a:gd name="T0" fmla="*/ 4 w 4"/>
                <a:gd name="T1" fmla="*/ 3 w 4"/>
                <a:gd name="T2" fmla="*/ 0 w 4"/>
                <a:gd name="T3" fmla="*/ 1 w 4"/>
                <a:gd name="T4" fmla="*/ 4 w 4"/>
              </a:gdLst>
              <a:ahLst/>
              <a:cxnLst>
                <a:cxn ang="0">
                  <a:pos x="T0" y="0"/>
                </a:cxn>
                <a:cxn ang="0">
                  <a:pos x="T1" y="0"/>
                </a:cxn>
                <a:cxn ang="0">
                  <a:pos x="T2" y="0"/>
                </a:cxn>
                <a:cxn ang="0">
                  <a:pos x="T3" y="0"/>
                </a:cxn>
                <a:cxn ang="0">
                  <a:pos x="T4" y="0"/>
                </a:cxn>
              </a:cxnLst>
              <a:rect l="0" t="0" r="r" b="b"/>
              <a:pathLst>
                <a:path w="4">
                  <a:moveTo>
                    <a:pt x="4" y="0"/>
                  </a:moveTo>
                  <a:cubicBezTo>
                    <a:pt x="3" y="0"/>
                    <a:pt x="3" y="0"/>
                    <a:pt x="3" y="0"/>
                  </a:cubicBezTo>
                  <a:cubicBezTo>
                    <a:pt x="2" y="0"/>
                    <a:pt x="1" y="0"/>
                    <a:pt x="0" y="0"/>
                  </a:cubicBezTo>
                  <a:cubicBezTo>
                    <a:pt x="0" y="0"/>
                    <a:pt x="1" y="0"/>
                    <a:pt x="1" y="0"/>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56" name="Freeform 3265"/>
            <p:cNvSpPr/>
            <p:nvPr/>
          </p:nvSpPr>
          <p:spPr bwMode="auto">
            <a:xfrm>
              <a:off x="7521879" y="9096153"/>
              <a:ext cx="7938" cy="0"/>
            </a:xfrm>
            <a:custGeom>
              <a:avLst/>
              <a:gdLst>
                <a:gd name="T0" fmla="*/ 3 w 3"/>
                <a:gd name="T1" fmla="*/ 2 w 3"/>
                <a:gd name="T2" fmla="*/ 0 w 3"/>
                <a:gd name="T3" fmla="*/ 1 w 3"/>
                <a:gd name="T4" fmla="*/ 3 w 3"/>
              </a:gdLst>
              <a:ahLst/>
              <a:cxnLst>
                <a:cxn ang="0">
                  <a:pos x="T0" y="0"/>
                </a:cxn>
                <a:cxn ang="0">
                  <a:pos x="T1" y="0"/>
                </a:cxn>
                <a:cxn ang="0">
                  <a:pos x="T2" y="0"/>
                </a:cxn>
                <a:cxn ang="0">
                  <a:pos x="T3" y="0"/>
                </a:cxn>
                <a:cxn ang="0">
                  <a:pos x="T4" y="0"/>
                </a:cxn>
              </a:cxnLst>
              <a:rect l="0" t="0" r="r" b="b"/>
              <a:pathLst>
                <a:path w="3">
                  <a:moveTo>
                    <a:pt x="3" y="0"/>
                  </a:moveTo>
                  <a:cubicBezTo>
                    <a:pt x="3" y="0"/>
                    <a:pt x="2" y="0"/>
                    <a:pt x="2" y="0"/>
                  </a:cubicBezTo>
                  <a:cubicBezTo>
                    <a:pt x="1" y="0"/>
                    <a:pt x="1" y="0"/>
                    <a:pt x="0" y="0"/>
                  </a:cubicBezTo>
                  <a:cubicBezTo>
                    <a:pt x="0" y="0"/>
                    <a:pt x="0" y="0"/>
                    <a:pt x="1" y="0"/>
                  </a:cubicBezTo>
                  <a:cubicBezTo>
                    <a:pt x="2" y="0"/>
                    <a:pt x="2"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57" name="Freeform 3266"/>
            <p:cNvSpPr/>
            <p:nvPr/>
          </p:nvSpPr>
          <p:spPr bwMode="auto">
            <a:xfrm>
              <a:off x="7736191" y="9092978"/>
              <a:ext cx="7938" cy="3175"/>
            </a:xfrm>
            <a:custGeom>
              <a:avLst/>
              <a:gdLst>
                <a:gd name="T0" fmla="*/ 3 w 3"/>
                <a:gd name="T1" fmla="*/ 0 h 1"/>
                <a:gd name="T2" fmla="*/ 2 w 3"/>
                <a:gd name="T3" fmla="*/ 0 h 1"/>
                <a:gd name="T4" fmla="*/ 0 w 3"/>
                <a:gd name="T5" fmla="*/ 0 h 1"/>
                <a:gd name="T6" fmla="*/ 1 w 3"/>
                <a:gd name="T7" fmla="*/ 1 h 1"/>
                <a:gd name="T8" fmla="*/ 3 w 3"/>
                <a:gd name="T9" fmla="*/ 0 h 1"/>
              </a:gdLst>
              <a:ahLst/>
              <a:cxnLst>
                <a:cxn ang="0">
                  <a:pos x="T0" y="T1"/>
                </a:cxn>
                <a:cxn ang="0">
                  <a:pos x="T2" y="T3"/>
                </a:cxn>
                <a:cxn ang="0">
                  <a:pos x="T4" y="T5"/>
                </a:cxn>
                <a:cxn ang="0">
                  <a:pos x="T6" y="T7"/>
                </a:cxn>
                <a:cxn ang="0">
                  <a:pos x="T8" y="T9"/>
                </a:cxn>
              </a:cxnLst>
              <a:rect l="0" t="0" r="r" b="b"/>
              <a:pathLst>
                <a:path w="3" h="1">
                  <a:moveTo>
                    <a:pt x="3" y="0"/>
                  </a:moveTo>
                  <a:cubicBezTo>
                    <a:pt x="3" y="0"/>
                    <a:pt x="3" y="0"/>
                    <a:pt x="2" y="0"/>
                  </a:cubicBezTo>
                  <a:cubicBezTo>
                    <a:pt x="1" y="0"/>
                    <a:pt x="1" y="0"/>
                    <a:pt x="0" y="0"/>
                  </a:cubicBezTo>
                  <a:cubicBezTo>
                    <a:pt x="0" y="1"/>
                    <a:pt x="1" y="1"/>
                    <a:pt x="1" y="1"/>
                  </a:cubicBezTo>
                  <a:cubicBezTo>
                    <a:pt x="2" y="1"/>
                    <a:pt x="2" y="1"/>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58" name="Freeform 3267"/>
            <p:cNvSpPr/>
            <p:nvPr/>
          </p:nvSpPr>
          <p:spPr bwMode="auto">
            <a:xfrm>
              <a:off x="7948916" y="9065990"/>
              <a:ext cx="11113" cy="3175"/>
            </a:xfrm>
            <a:custGeom>
              <a:avLst/>
              <a:gdLst>
                <a:gd name="T0" fmla="*/ 2 w 4"/>
                <a:gd name="T1" fmla="*/ 1 h 1"/>
                <a:gd name="T2" fmla="*/ 4 w 4"/>
                <a:gd name="T3" fmla="*/ 1 h 1"/>
                <a:gd name="T4" fmla="*/ 3 w 4"/>
                <a:gd name="T5" fmla="*/ 0 h 1"/>
                <a:gd name="T6" fmla="*/ 0 w 4"/>
                <a:gd name="T7" fmla="*/ 1 h 1"/>
                <a:gd name="T8" fmla="*/ 2 w 4"/>
                <a:gd name="T9" fmla="*/ 1 h 1"/>
              </a:gdLst>
              <a:ahLst/>
              <a:cxnLst>
                <a:cxn ang="0">
                  <a:pos x="T0" y="T1"/>
                </a:cxn>
                <a:cxn ang="0">
                  <a:pos x="T2" y="T3"/>
                </a:cxn>
                <a:cxn ang="0">
                  <a:pos x="T4" y="T5"/>
                </a:cxn>
                <a:cxn ang="0">
                  <a:pos x="T6" y="T7"/>
                </a:cxn>
                <a:cxn ang="0">
                  <a:pos x="T8" y="T9"/>
                </a:cxn>
              </a:cxnLst>
              <a:rect l="0" t="0" r="r" b="b"/>
              <a:pathLst>
                <a:path w="4" h="1">
                  <a:moveTo>
                    <a:pt x="2" y="1"/>
                  </a:moveTo>
                  <a:cubicBezTo>
                    <a:pt x="2" y="1"/>
                    <a:pt x="3" y="1"/>
                    <a:pt x="4" y="1"/>
                  </a:cubicBezTo>
                  <a:cubicBezTo>
                    <a:pt x="3" y="0"/>
                    <a:pt x="3" y="0"/>
                    <a:pt x="3" y="0"/>
                  </a:cubicBezTo>
                  <a:cubicBezTo>
                    <a:pt x="2" y="1"/>
                    <a:pt x="1" y="1"/>
                    <a:pt x="0" y="1"/>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59" name="Freeform 3268"/>
            <p:cNvSpPr/>
            <p:nvPr/>
          </p:nvSpPr>
          <p:spPr bwMode="auto">
            <a:xfrm>
              <a:off x="8163229" y="9007253"/>
              <a:ext cx="7938" cy="1588"/>
            </a:xfrm>
            <a:custGeom>
              <a:avLst/>
              <a:gdLst>
                <a:gd name="T0" fmla="*/ 3 w 3"/>
                <a:gd name="T1" fmla="*/ 0 h 1"/>
                <a:gd name="T2" fmla="*/ 2 w 3"/>
                <a:gd name="T3" fmla="*/ 0 h 1"/>
                <a:gd name="T4" fmla="*/ 0 w 3"/>
                <a:gd name="T5" fmla="*/ 1 h 1"/>
                <a:gd name="T6" fmla="*/ 3 w 3"/>
                <a:gd name="T7" fmla="*/ 1 h 1"/>
                <a:gd name="T8" fmla="*/ 3 w 3"/>
                <a:gd name="T9" fmla="*/ 0 h 1"/>
              </a:gdLst>
              <a:ahLst/>
              <a:cxnLst>
                <a:cxn ang="0">
                  <a:pos x="T0" y="T1"/>
                </a:cxn>
                <a:cxn ang="0">
                  <a:pos x="T2" y="T3"/>
                </a:cxn>
                <a:cxn ang="0">
                  <a:pos x="T4" y="T5"/>
                </a:cxn>
                <a:cxn ang="0">
                  <a:pos x="T6" y="T7"/>
                </a:cxn>
                <a:cxn ang="0">
                  <a:pos x="T8" y="T9"/>
                </a:cxn>
              </a:cxnLst>
              <a:rect l="0" t="0" r="r" b="b"/>
              <a:pathLst>
                <a:path w="3" h="1">
                  <a:moveTo>
                    <a:pt x="3" y="0"/>
                  </a:moveTo>
                  <a:cubicBezTo>
                    <a:pt x="3" y="0"/>
                    <a:pt x="3" y="0"/>
                    <a:pt x="2" y="0"/>
                  </a:cubicBezTo>
                  <a:cubicBezTo>
                    <a:pt x="2" y="0"/>
                    <a:pt x="1" y="1"/>
                    <a:pt x="0" y="1"/>
                  </a:cubicBezTo>
                  <a:cubicBezTo>
                    <a:pt x="1" y="1"/>
                    <a:pt x="2" y="1"/>
                    <a:pt x="3" y="1"/>
                  </a:cubicBezTo>
                  <a:cubicBezTo>
                    <a:pt x="3" y="1"/>
                    <a:pt x="3"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60" name="Freeform 3269"/>
            <p:cNvSpPr/>
            <p:nvPr/>
          </p:nvSpPr>
          <p:spPr bwMode="auto">
            <a:xfrm>
              <a:off x="8374366" y="8913590"/>
              <a:ext cx="11113" cy="6350"/>
            </a:xfrm>
            <a:custGeom>
              <a:avLst/>
              <a:gdLst>
                <a:gd name="T0" fmla="*/ 4 w 4"/>
                <a:gd name="T1" fmla="*/ 0 h 2"/>
                <a:gd name="T2" fmla="*/ 3 w 4"/>
                <a:gd name="T3" fmla="*/ 0 h 2"/>
                <a:gd name="T4" fmla="*/ 0 w 4"/>
                <a:gd name="T5" fmla="*/ 2 h 2"/>
                <a:gd name="T6" fmla="*/ 1 w 4"/>
                <a:gd name="T7" fmla="*/ 1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0"/>
                    <a:pt x="3" y="0"/>
                    <a:pt x="3" y="0"/>
                  </a:cubicBezTo>
                  <a:cubicBezTo>
                    <a:pt x="2" y="1"/>
                    <a:pt x="1" y="1"/>
                    <a:pt x="0" y="2"/>
                  </a:cubicBezTo>
                  <a:cubicBezTo>
                    <a:pt x="0" y="2"/>
                    <a:pt x="1" y="2"/>
                    <a:pt x="1" y="1"/>
                  </a:cubicBezTo>
                  <a:cubicBezTo>
                    <a:pt x="2" y="1"/>
                    <a:pt x="3"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61" name="Freeform 3270"/>
            <p:cNvSpPr/>
            <p:nvPr/>
          </p:nvSpPr>
          <p:spPr bwMode="auto">
            <a:xfrm>
              <a:off x="8585504" y="8792940"/>
              <a:ext cx="9525" cy="4763"/>
            </a:xfrm>
            <a:custGeom>
              <a:avLst/>
              <a:gdLst>
                <a:gd name="T0" fmla="*/ 3 w 3"/>
                <a:gd name="T1" fmla="*/ 0 h 2"/>
                <a:gd name="T2" fmla="*/ 1 w 3"/>
                <a:gd name="T3" fmla="*/ 1 h 2"/>
                <a:gd name="T4" fmla="*/ 0 w 3"/>
                <a:gd name="T5" fmla="*/ 2 h 2"/>
                <a:gd name="T6" fmla="*/ 3 w 3"/>
                <a:gd name="T7" fmla="*/ 1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3" y="0"/>
                    <a:pt x="2" y="1"/>
                    <a:pt x="1" y="1"/>
                  </a:cubicBezTo>
                  <a:cubicBezTo>
                    <a:pt x="1" y="1"/>
                    <a:pt x="0" y="2"/>
                    <a:pt x="0" y="2"/>
                  </a:cubicBezTo>
                  <a:cubicBezTo>
                    <a:pt x="1" y="2"/>
                    <a:pt x="2" y="1"/>
                    <a:pt x="3" y="1"/>
                  </a:cubicBezTo>
                  <a:cubicBezTo>
                    <a:pt x="3" y="1"/>
                    <a:pt x="3"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62" name="Freeform 3271"/>
            <p:cNvSpPr/>
            <p:nvPr/>
          </p:nvSpPr>
          <p:spPr bwMode="auto">
            <a:xfrm>
              <a:off x="8798229" y="8642128"/>
              <a:ext cx="7938" cy="6350"/>
            </a:xfrm>
            <a:custGeom>
              <a:avLst/>
              <a:gdLst>
                <a:gd name="T0" fmla="*/ 1 w 3"/>
                <a:gd name="T1" fmla="*/ 2 h 2"/>
                <a:gd name="T2" fmla="*/ 3 w 3"/>
                <a:gd name="T3" fmla="*/ 0 h 2"/>
                <a:gd name="T4" fmla="*/ 2 w 3"/>
                <a:gd name="T5" fmla="*/ 0 h 2"/>
                <a:gd name="T6" fmla="*/ 0 w 3"/>
                <a:gd name="T7" fmla="*/ 2 h 2"/>
                <a:gd name="T8" fmla="*/ 1 w 3"/>
                <a:gd name="T9" fmla="*/ 2 h 2"/>
              </a:gdLst>
              <a:ahLst/>
              <a:cxnLst>
                <a:cxn ang="0">
                  <a:pos x="T0" y="T1"/>
                </a:cxn>
                <a:cxn ang="0">
                  <a:pos x="T2" y="T3"/>
                </a:cxn>
                <a:cxn ang="0">
                  <a:pos x="T4" y="T5"/>
                </a:cxn>
                <a:cxn ang="0">
                  <a:pos x="T6" y="T7"/>
                </a:cxn>
                <a:cxn ang="0">
                  <a:pos x="T8" y="T9"/>
                </a:cxn>
              </a:cxnLst>
              <a:rect l="0" t="0" r="r" b="b"/>
              <a:pathLst>
                <a:path w="3" h="2">
                  <a:moveTo>
                    <a:pt x="1" y="2"/>
                  </a:moveTo>
                  <a:cubicBezTo>
                    <a:pt x="1" y="2"/>
                    <a:pt x="2" y="1"/>
                    <a:pt x="3" y="0"/>
                  </a:cubicBezTo>
                  <a:cubicBezTo>
                    <a:pt x="3" y="0"/>
                    <a:pt x="2" y="0"/>
                    <a:pt x="2" y="0"/>
                  </a:cubicBezTo>
                  <a:cubicBezTo>
                    <a:pt x="1" y="1"/>
                    <a:pt x="0" y="2"/>
                    <a:pt x="0" y="2"/>
                  </a:cubicBezTo>
                  <a:cubicBezTo>
                    <a:pt x="0" y="2"/>
                    <a:pt x="0"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63" name="Freeform 3272"/>
            <p:cNvSpPr/>
            <p:nvPr/>
          </p:nvSpPr>
          <p:spPr bwMode="auto">
            <a:xfrm>
              <a:off x="9006191" y="8469090"/>
              <a:ext cx="9525" cy="7938"/>
            </a:xfrm>
            <a:custGeom>
              <a:avLst/>
              <a:gdLst>
                <a:gd name="T0" fmla="*/ 1 w 3"/>
                <a:gd name="T1" fmla="*/ 3 h 3"/>
                <a:gd name="T2" fmla="*/ 3 w 3"/>
                <a:gd name="T3" fmla="*/ 0 h 3"/>
                <a:gd name="T4" fmla="*/ 2 w 3"/>
                <a:gd name="T5" fmla="*/ 0 h 3"/>
                <a:gd name="T6" fmla="*/ 0 w 3"/>
                <a:gd name="T7" fmla="*/ 3 h 3"/>
                <a:gd name="T8" fmla="*/ 1 w 3"/>
                <a:gd name="T9" fmla="*/ 3 h 3"/>
              </a:gdLst>
              <a:ahLst/>
              <a:cxnLst>
                <a:cxn ang="0">
                  <a:pos x="T0" y="T1"/>
                </a:cxn>
                <a:cxn ang="0">
                  <a:pos x="T2" y="T3"/>
                </a:cxn>
                <a:cxn ang="0">
                  <a:pos x="T4" y="T5"/>
                </a:cxn>
                <a:cxn ang="0">
                  <a:pos x="T6" y="T7"/>
                </a:cxn>
                <a:cxn ang="0">
                  <a:pos x="T8" y="T9"/>
                </a:cxn>
              </a:cxnLst>
              <a:rect l="0" t="0" r="r" b="b"/>
              <a:pathLst>
                <a:path w="3" h="3">
                  <a:moveTo>
                    <a:pt x="1" y="3"/>
                  </a:moveTo>
                  <a:cubicBezTo>
                    <a:pt x="2" y="2"/>
                    <a:pt x="2" y="1"/>
                    <a:pt x="3" y="0"/>
                  </a:cubicBezTo>
                  <a:cubicBezTo>
                    <a:pt x="3" y="0"/>
                    <a:pt x="2" y="0"/>
                    <a:pt x="2" y="0"/>
                  </a:cubicBezTo>
                  <a:cubicBezTo>
                    <a:pt x="1" y="1"/>
                    <a:pt x="1" y="2"/>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64" name="Freeform 3273"/>
            <p:cNvSpPr/>
            <p:nvPr/>
          </p:nvSpPr>
          <p:spPr bwMode="auto">
            <a:xfrm>
              <a:off x="9212566" y="8277003"/>
              <a:ext cx="11113" cy="9525"/>
            </a:xfrm>
            <a:custGeom>
              <a:avLst/>
              <a:gdLst>
                <a:gd name="T0" fmla="*/ 1 w 4"/>
                <a:gd name="T1" fmla="*/ 3 h 4"/>
                <a:gd name="T2" fmla="*/ 4 w 4"/>
                <a:gd name="T3" fmla="*/ 0 h 4"/>
                <a:gd name="T4" fmla="*/ 3 w 4"/>
                <a:gd name="T5" fmla="*/ 0 h 4"/>
                <a:gd name="T6" fmla="*/ 0 w 4"/>
                <a:gd name="T7" fmla="*/ 3 h 4"/>
                <a:gd name="T8" fmla="*/ 1 w 4"/>
                <a:gd name="T9" fmla="*/ 3 h 4"/>
              </a:gdLst>
              <a:ahLst/>
              <a:cxnLst>
                <a:cxn ang="0">
                  <a:pos x="T0" y="T1"/>
                </a:cxn>
                <a:cxn ang="0">
                  <a:pos x="T2" y="T3"/>
                </a:cxn>
                <a:cxn ang="0">
                  <a:pos x="T4" y="T5"/>
                </a:cxn>
                <a:cxn ang="0">
                  <a:pos x="T6" y="T7"/>
                </a:cxn>
                <a:cxn ang="0">
                  <a:pos x="T8" y="T9"/>
                </a:cxn>
              </a:cxnLst>
              <a:rect l="0" t="0" r="r" b="b"/>
              <a:pathLst>
                <a:path w="4" h="4">
                  <a:moveTo>
                    <a:pt x="1" y="3"/>
                  </a:moveTo>
                  <a:cubicBezTo>
                    <a:pt x="2" y="2"/>
                    <a:pt x="3" y="1"/>
                    <a:pt x="4" y="0"/>
                  </a:cubicBezTo>
                  <a:cubicBezTo>
                    <a:pt x="3" y="0"/>
                    <a:pt x="3" y="0"/>
                    <a:pt x="3" y="0"/>
                  </a:cubicBezTo>
                  <a:cubicBezTo>
                    <a:pt x="2" y="1"/>
                    <a:pt x="1" y="2"/>
                    <a:pt x="0" y="3"/>
                  </a:cubicBezTo>
                  <a:cubicBezTo>
                    <a:pt x="1" y="3"/>
                    <a:pt x="1" y="4"/>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65" name="Freeform 3274"/>
            <p:cNvSpPr/>
            <p:nvPr/>
          </p:nvSpPr>
          <p:spPr bwMode="auto">
            <a:xfrm>
              <a:off x="9422116" y="8064278"/>
              <a:ext cx="7938" cy="14288"/>
            </a:xfrm>
            <a:custGeom>
              <a:avLst/>
              <a:gdLst>
                <a:gd name="T0" fmla="*/ 1 w 3"/>
                <a:gd name="T1" fmla="*/ 4 h 5"/>
                <a:gd name="T2" fmla="*/ 3 w 3"/>
                <a:gd name="T3" fmla="*/ 1 h 5"/>
                <a:gd name="T4" fmla="*/ 2 w 3"/>
                <a:gd name="T5" fmla="*/ 0 h 5"/>
                <a:gd name="T6" fmla="*/ 0 w 3"/>
                <a:gd name="T7" fmla="*/ 4 h 5"/>
                <a:gd name="T8" fmla="*/ 1 w 3"/>
                <a:gd name="T9" fmla="*/ 4 h 5"/>
              </a:gdLst>
              <a:ahLst/>
              <a:cxnLst>
                <a:cxn ang="0">
                  <a:pos x="T0" y="T1"/>
                </a:cxn>
                <a:cxn ang="0">
                  <a:pos x="T2" y="T3"/>
                </a:cxn>
                <a:cxn ang="0">
                  <a:pos x="T4" y="T5"/>
                </a:cxn>
                <a:cxn ang="0">
                  <a:pos x="T6" y="T7"/>
                </a:cxn>
                <a:cxn ang="0">
                  <a:pos x="T8" y="T9"/>
                </a:cxn>
              </a:cxnLst>
              <a:rect l="0" t="0" r="r" b="b"/>
              <a:pathLst>
                <a:path w="3" h="5">
                  <a:moveTo>
                    <a:pt x="1" y="4"/>
                  </a:moveTo>
                  <a:cubicBezTo>
                    <a:pt x="2" y="3"/>
                    <a:pt x="2" y="2"/>
                    <a:pt x="3" y="1"/>
                  </a:cubicBezTo>
                  <a:cubicBezTo>
                    <a:pt x="3" y="1"/>
                    <a:pt x="2" y="0"/>
                    <a:pt x="2" y="0"/>
                  </a:cubicBezTo>
                  <a:cubicBezTo>
                    <a:pt x="1" y="1"/>
                    <a:pt x="1" y="3"/>
                    <a:pt x="0" y="4"/>
                  </a:cubicBezTo>
                  <a:cubicBezTo>
                    <a:pt x="0" y="4"/>
                    <a:pt x="1" y="5"/>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66" name="Freeform 3275"/>
            <p:cNvSpPr/>
            <p:nvPr/>
          </p:nvSpPr>
          <p:spPr bwMode="auto">
            <a:xfrm>
              <a:off x="9628491" y="7842028"/>
              <a:ext cx="7938" cy="14288"/>
            </a:xfrm>
            <a:custGeom>
              <a:avLst/>
              <a:gdLst>
                <a:gd name="T0" fmla="*/ 1 w 3"/>
                <a:gd name="T1" fmla="*/ 5 h 5"/>
                <a:gd name="T2" fmla="*/ 3 w 3"/>
                <a:gd name="T3" fmla="*/ 1 h 5"/>
                <a:gd name="T4" fmla="*/ 2 w 3"/>
                <a:gd name="T5" fmla="*/ 1 h 5"/>
                <a:gd name="T6" fmla="*/ 0 w 3"/>
                <a:gd name="T7" fmla="*/ 5 h 5"/>
                <a:gd name="T8" fmla="*/ 1 w 3"/>
                <a:gd name="T9" fmla="*/ 5 h 5"/>
              </a:gdLst>
              <a:ahLst/>
              <a:cxnLst>
                <a:cxn ang="0">
                  <a:pos x="T0" y="T1"/>
                </a:cxn>
                <a:cxn ang="0">
                  <a:pos x="T2" y="T3"/>
                </a:cxn>
                <a:cxn ang="0">
                  <a:pos x="T4" y="T5"/>
                </a:cxn>
                <a:cxn ang="0">
                  <a:pos x="T6" y="T7"/>
                </a:cxn>
                <a:cxn ang="0">
                  <a:pos x="T8" y="T9"/>
                </a:cxn>
              </a:cxnLst>
              <a:rect l="0" t="0" r="r" b="b"/>
              <a:pathLst>
                <a:path w="3" h="5">
                  <a:moveTo>
                    <a:pt x="1" y="5"/>
                  </a:moveTo>
                  <a:cubicBezTo>
                    <a:pt x="2" y="4"/>
                    <a:pt x="2" y="3"/>
                    <a:pt x="3" y="1"/>
                  </a:cubicBezTo>
                  <a:cubicBezTo>
                    <a:pt x="3" y="1"/>
                    <a:pt x="2" y="0"/>
                    <a:pt x="2" y="1"/>
                  </a:cubicBezTo>
                  <a:cubicBezTo>
                    <a:pt x="1" y="2"/>
                    <a:pt x="1" y="3"/>
                    <a:pt x="0" y="5"/>
                  </a:cubicBezTo>
                  <a:cubicBezTo>
                    <a:pt x="0" y="5"/>
                    <a:pt x="1" y="5"/>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67" name="Freeform 3276"/>
            <p:cNvSpPr/>
            <p:nvPr/>
          </p:nvSpPr>
          <p:spPr bwMode="auto">
            <a:xfrm>
              <a:off x="9834866" y="7613428"/>
              <a:ext cx="7938" cy="17463"/>
            </a:xfrm>
            <a:custGeom>
              <a:avLst/>
              <a:gdLst>
                <a:gd name="T0" fmla="*/ 1 w 3"/>
                <a:gd name="T1" fmla="*/ 5 h 6"/>
                <a:gd name="T2" fmla="*/ 3 w 3"/>
                <a:gd name="T3" fmla="*/ 1 h 6"/>
                <a:gd name="T4" fmla="*/ 2 w 3"/>
                <a:gd name="T5" fmla="*/ 0 h 6"/>
                <a:gd name="T6" fmla="*/ 0 w 3"/>
                <a:gd name="T7" fmla="*/ 5 h 6"/>
                <a:gd name="T8" fmla="*/ 1 w 3"/>
                <a:gd name="T9" fmla="*/ 5 h 6"/>
              </a:gdLst>
              <a:ahLst/>
              <a:cxnLst>
                <a:cxn ang="0">
                  <a:pos x="T0" y="T1"/>
                </a:cxn>
                <a:cxn ang="0">
                  <a:pos x="T2" y="T3"/>
                </a:cxn>
                <a:cxn ang="0">
                  <a:pos x="T4" y="T5"/>
                </a:cxn>
                <a:cxn ang="0">
                  <a:pos x="T6" y="T7"/>
                </a:cxn>
                <a:cxn ang="0">
                  <a:pos x="T8" y="T9"/>
                </a:cxn>
              </a:cxnLst>
              <a:rect l="0" t="0" r="r" b="b"/>
              <a:pathLst>
                <a:path w="3" h="6">
                  <a:moveTo>
                    <a:pt x="1" y="5"/>
                  </a:moveTo>
                  <a:cubicBezTo>
                    <a:pt x="2" y="4"/>
                    <a:pt x="2" y="3"/>
                    <a:pt x="3" y="1"/>
                  </a:cubicBezTo>
                  <a:cubicBezTo>
                    <a:pt x="2" y="1"/>
                    <a:pt x="2" y="0"/>
                    <a:pt x="2" y="0"/>
                  </a:cubicBezTo>
                  <a:cubicBezTo>
                    <a:pt x="1" y="2"/>
                    <a:pt x="0" y="3"/>
                    <a:pt x="0" y="5"/>
                  </a:cubicBezTo>
                  <a:cubicBezTo>
                    <a:pt x="0" y="5"/>
                    <a:pt x="0" y="6"/>
                    <a:pt x="1"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68" name="Freeform 3277"/>
            <p:cNvSpPr/>
            <p:nvPr/>
          </p:nvSpPr>
          <p:spPr bwMode="auto">
            <a:xfrm>
              <a:off x="10038066" y="7383240"/>
              <a:ext cx="7938" cy="15875"/>
            </a:xfrm>
            <a:custGeom>
              <a:avLst/>
              <a:gdLst>
                <a:gd name="T0" fmla="*/ 1 w 3"/>
                <a:gd name="T1" fmla="*/ 6 h 6"/>
                <a:gd name="T2" fmla="*/ 3 w 3"/>
                <a:gd name="T3" fmla="*/ 2 h 6"/>
                <a:gd name="T4" fmla="*/ 3 w 3"/>
                <a:gd name="T5" fmla="*/ 0 h 6"/>
                <a:gd name="T6" fmla="*/ 0 w 3"/>
                <a:gd name="T7" fmla="*/ 5 h 6"/>
                <a:gd name="T8" fmla="*/ 1 w 3"/>
                <a:gd name="T9" fmla="*/ 6 h 6"/>
              </a:gdLst>
              <a:ahLst/>
              <a:cxnLst>
                <a:cxn ang="0">
                  <a:pos x="T0" y="T1"/>
                </a:cxn>
                <a:cxn ang="0">
                  <a:pos x="T2" y="T3"/>
                </a:cxn>
                <a:cxn ang="0">
                  <a:pos x="T4" y="T5"/>
                </a:cxn>
                <a:cxn ang="0">
                  <a:pos x="T6" y="T7"/>
                </a:cxn>
                <a:cxn ang="0">
                  <a:pos x="T8" y="T9"/>
                </a:cxn>
              </a:cxnLst>
              <a:rect l="0" t="0" r="r" b="b"/>
              <a:pathLst>
                <a:path w="3" h="6">
                  <a:moveTo>
                    <a:pt x="1" y="6"/>
                  </a:moveTo>
                  <a:cubicBezTo>
                    <a:pt x="2" y="5"/>
                    <a:pt x="3" y="3"/>
                    <a:pt x="3" y="2"/>
                  </a:cubicBezTo>
                  <a:cubicBezTo>
                    <a:pt x="3" y="1"/>
                    <a:pt x="3" y="0"/>
                    <a:pt x="3" y="0"/>
                  </a:cubicBezTo>
                  <a:cubicBezTo>
                    <a:pt x="2" y="1"/>
                    <a:pt x="1" y="3"/>
                    <a:pt x="0" y="5"/>
                  </a:cubicBezTo>
                  <a:cubicBezTo>
                    <a:pt x="1" y="5"/>
                    <a:pt x="1"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69" name="Freeform 3278"/>
            <p:cNvSpPr/>
            <p:nvPr/>
          </p:nvSpPr>
          <p:spPr bwMode="auto">
            <a:xfrm>
              <a:off x="10244441" y="7157815"/>
              <a:ext cx="7938" cy="14288"/>
            </a:xfrm>
            <a:custGeom>
              <a:avLst/>
              <a:gdLst>
                <a:gd name="T0" fmla="*/ 2 w 3"/>
                <a:gd name="T1" fmla="*/ 5 h 5"/>
                <a:gd name="T2" fmla="*/ 3 w 3"/>
                <a:gd name="T3" fmla="*/ 1 h 5"/>
                <a:gd name="T4" fmla="*/ 2 w 3"/>
                <a:gd name="T5" fmla="*/ 0 h 5"/>
                <a:gd name="T6" fmla="*/ 0 w 3"/>
                <a:gd name="T7" fmla="*/ 5 h 5"/>
                <a:gd name="T8" fmla="*/ 2 w 3"/>
                <a:gd name="T9" fmla="*/ 5 h 5"/>
              </a:gdLst>
              <a:ahLst/>
              <a:cxnLst>
                <a:cxn ang="0">
                  <a:pos x="T0" y="T1"/>
                </a:cxn>
                <a:cxn ang="0">
                  <a:pos x="T2" y="T3"/>
                </a:cxn>
                <a:cxn ang="0">
                  <a:pos x="T4" y="T5"/>
                </a:cxn>
                <a:cxn ang="0">
                  <a:pos x="T6" y="T7"/>
                </a:cxn>
                <a:cxn ang="0">
                  <a:pos x="T8" y="T9"/>
                </a:cxn>
              </a:cxnLst>
              <a:rect l="0" t="0" r="r" b="b"/>
              <a:pathLst>
                <a:path w="3" h="5">
                  <a:moveTo>
                    <a:pt x="2" y="5"/>
                  </a:moveTo>
                  <a:cubicBezTo>
                    <a:pt x="2" y="4"/>
                    <a:pt x="3" y="2"/>
                    <a:pt x="3" y="1"/>
                  </a:cubicBezTo>
                  <a:cubicBezTo>
                    <a:pt x="3" y="1"/>
                    <a:pt x="2" y="0"/>
                    <a:pt x="2" y="0"/>
                  </a:cubicBezTo>
                  <a:cubicBezTo>
                    <a:pt x="1" y="1"/>
                    <a:pt x="0" y="3"/>
                    <a:pt x="0" y="5"/>
                  </a:cubicBezTo>
                  <a:cubicBezTo>
                    <a:pt x="0" y="5"/>
                    <a:pt x="1" y="5"/>
                    <a:pt x="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70" name="Freeform 3279"/>
            <p:cNvSpPr/>
            <p:nvPr/>
          </p:nvSpPr>
          <p:spPr bwMode="auto">
            <a:xfrm>
              <a:off x="10447641" y="6940328"/>
              <a:ext cx="7938" cy="19050"/>
            </a:xfrm>
            <a:custGeom>
              <a:avLst/>
              <a:gdLst>
                <a:gd name="T0" fmla="*/ 1 w 3"/>
                <a:gd name="T1" fmla="*/ 7 h 7"/>
                <a:gd name="T2" fmla="*/ 3 w 3"/>
                <a:gd name="T3" fmla="*/ 2 h 7"/>
                <a:gd name="T4" fmla="*/ 2 w 3"/>
                <a:gd name="T5" fmla="*/ 0 h 7"/>
                <a:gd name="T6" fmla="*/ 0 w 3"/>
                <a:gd name="T7" fmla="*/ 5 h 7"/>
                <a:gd name="T8" fmla="*/ 1 w 3"/>
                <a:gd name="T9" fmla="*/ 7 h 7"/>
              </a:gdLst>
              <a:ahLst/>
              <a:cxnLst>
                <a:cxn ang="0">
                  <a:pos x="T0" y="T1"/>
                </a:cxn>
                <a:cxn ang="0">
                  <a:pos x="T2" y="T3"/>
                </a:cxn>
                <a:cxn ang="0">
                  <a:pos x="T4" y="T5"/>
                </a:cxn>
                <a:cxn ang="0">
                  <a:pos x="T6" y="T7"/>
                </a:cxn>
                <a:cxn ang="0">
                  <a:pos x="T8" y="T9"/>
                </a:cxn>
              </a:cxnLst>
              <a:rect l="0" t="0" r="r" b="b"/>
              <a:pathLst>
                <a:path w="3" h="7">
                  <a:moveTo>
                    <a:pt x="1" y="7"/>
                  </a:moveTo>
                  <a:cubicBezTo>
                    <a:pt x="2" y="5"/>
                    <a:pt x="3" y="4"/>
                    <a:pt x="3" y="2"/>
                  </a:cubicBezTo>
                  <a:cubicBezTo>
                    <a:pt x="3" y="1"/>
                    <a:pt x="2" y="0"/>
                    <a:pt x="2" y="0"/>
                  </a:cubicBezTo>
                  <a:cubicBezTo>
                    <a:pt x="1" y="1"/>
                    <a:pt x="1" y="3"/>
                    <a:pt x="0" y="5"/>
                  </a:cubicBezTo>
                  <a:cubicBezTo>
                    <a:pt x="0" y="5"/>
                    <a:pt x="1" y="7"/>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71" name="Freeform 3280"/>
            <p:cNvSpPr/>
            <p:nvPr/>
          </p:nvSpPr>
          <p:spPr bwMode="auto">
            <a:xfrm>
              <a:off x="10652429" y="6741890"/>
              <a:ext cx="9525" cy="19050"/>
            </a:xfrm>
            <a:custGeom>
              <a:avLst/>
              <a:gdLst>
                <a:gd name="T0" fmla="*/ 2 w 4"/>
                <a:gd name="T1" fmla="*/ 7 h 7"/>
                <a:gd name="T2" fmla="*/ 4 w 4"/>
                <a:gd name="T3" fmla="*/ 2 h 7"/>
                <a:gd name="T4" fmla="*/ 2 w 4"/>
                <a:gd name="T5" fmla="*/ 0 h 7"/>
                <a:gd name="T6" fmla="*/ 0 w 4"/>
                <a:gd name="T7" fmla="*/ 5 h 7"/>
                <a:gd name="T8" fmla="*/ 2 w 4"/>
                <a:gd name="T9" fmla="*/ 7 h 7"/>
              </a:gdLst>
              <a:ahLst/>
              <a:cxnLst>
                <a:cxn ang="0">
                  <a:pos x="T0" y="T1"/>
                </a:cxn>
                <a:cxn ang="0">
                  <a:pos x="T2" y="T3"/>
                </a:cxn>
                <a:cxn ang="0">
                  <a:pos x="T4" y="T5"/>
                </a:cxn>
                <a:cxn ang="0">
                  <a:pos x="T6" y="T7"/>
                </a:cxn>
                <a:cxn ang="0">
                  <a:pos x="T8" y="T9"/>
                </a:cxn>
              </a:cxnLst>
              <a:rect l="0" t="0" r="r" b="b"/>
              <a:pathLst>
                <a:path w="4" h="7">
                  <a:moveTo>
                    <a:pt x="2" y="7"/>
                  </a:moveTo>
                  <a:cubicBezTo>
                    <a:pt x="2" y="6"/>
                    <a:pt x="3" y="4"/>
                    <a:pt x="4" y="2"/>
                  </a:cubicBezTo>
                  <a:cubicBezTo>
                    <a:pt x="3" y="2"/>
                    <a:pt x="3" y="0"/>
                    <a:pt x="2" y="0"/>
                  </a:cubicBezTo>
                  <a:cubicBezTo>
                    <a:pt x="2" y="2"/>
                    <a:pt x="1" y="4"/>
                    <a:pt x="0" y="5"/>
                  </a:cubicBezTo>
                  <a:cubicBezTo>
                    <a:pt x="1" y="6"/>
                    <a:pt x="1" y="7"/>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72" name="Freeform 3281"/>
            <p:cNvSpPr/>
            <p:nvPr/>
          </p:nvSpPr>
          <p:spPr bwMode="auto">
            <a:xfrm>
              <a:off x="10857216" y="6572028"/>
              <a:ext cx="9525" cy="15875"/>
            </a:xfrm>
            <a:custGeom>
              <a:avLst/>
              <a:gdLst>
                <a:gd name="T0" fmla="*/ 3 w 3"/>
                <a:gd name="T1" fmla="*/ 2 h 6"/>
                <a:gd name="T2" fmla="*/ 1 w 3"/>
                <a:gd name="T3" fmla="*/ 1 h 6"/>
                <a:gd name="T4" fmla="*/ 0 w 3"/>
                <a:gd name="T5" fmla="*/ 4 h 6"/>
                <a:gd name="T6" fmla="*/ 3 w 3"/>
                <a:gd name="T7" fmla="*/ 6 h 6"/>
                <a:gd name="T8" fmla="*/ 3 w 3"/>
                <a:gd name="T9" fmla="*/ 2 h 6"/>
              </a:gdLst>
              <a:ahLst/>
              <a:cxnLst>
                <a:cxn ang="0">
                  <a:pos x="T0" y="T1"/>
                </a:cxn>
                <a:cxn ang="0">
                  <a:pos x="T2" y="T3"/>
                </a:cxn>
                <a:cxn ang="0">
                  <a:pos x="T4" y="T5"/>
                </a:cxn>
                <a:cxn ang="0">
                  <a:pos x="T6" y="T7"/>
                </a:cxn>
                <a:cxn ang="0">
                  <a:pos x="T8" y="T9"/>
                </a:cxn>
              </a:cxnLst>
              <a:rect l="0" t="0" r="r" b="b"/>
              <a:pathLst>
                <a:path w="3" h="6">
                  <a:moveTo>
                    <a:pt x="3" y="2"/>
                  </a:moveTo>
                  <a:cubicBezTo>
                    <a:pt x="2" y="1"/>
                    <a:pt x="2" y="0"/>
                    <a:pt x="1" y="1"/>
                  </a:cubicBezTo>
                  <a:cubicBezTo>
                    <a:pt x="0" y="1"/>
                    <a:pt x="0" y="3"/>
                    <a:pt x="0" y="4"/>
                  </a:cubicBezTo>
                  <a:cubicBezTo>
                    <a:pt x="1" y="5"/>
                    <a:pt x="2" y="5"/>
                    <a:pt x="3" y="6"/>
                  </a:cubicBezTo>
                  <a:cubicBezTo>
                    <a:pt x="3" y="4"/>
                    <a:pt x="3" y="3"/>
                    <a:pt x="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73" name="Freeform 3282"/>
            <p:cNvSpPr/>
            <p:nvPr/>
          </p:nvSpPr>
          <p:spPr bwMode="auto">
            <a:xfrm>
              <a:off x="11069941" y="6419628"/>
              <a:ext cx="11113" cy="15875"/>
            </a:xfrm>
            <a:custGeom>
              <a:avLst/>
              <a:gdLst>
                <a:gd name="T0" fmla="*/ 4 w 4"/>
                <a:gd name="T1" fmla="*/ 3 h 6"/>
                <a:gd name="T2" fmla="*/ 2 w 4"/>
                <a:gd name="T3" fmla="*/ 0 h 6"/>
                <a:gd name="T4" fmla="*/ 0 w 4"/>
                <a:gd name="T5" fmla="*/ 5 h 6"/>
                <a:gd name="T6" fmla="*/ 3 w 4"/>
                <a:gd name="T7" fmla="*/ 6 h 6"/>
                <a:gd name="T8" fmla="*/ 4 w 4"/>
                <a:gd name="T9" fmla="*/ 3 h 6"/>
              </a:gdLst>
              <a:ahLst/>
              <a:cxnLst>
                <a:cxn ang="0">
                  <a:pos x="T0" y="T1"/>
                </a:cxn>
                <a:cxn ang="0">
                  <a:pos x="T2" y="T3"/>
                </a:cxn>
                <a:cxn ang="0">
                  <a:pos x="T4" y="T5"/>
                </a:cxn>
                <a:cxn ang="0">
                  <a:pos x="T6" y="T7"/>
                </a:cxn>
                <a:cxn ang="0">
                  <a:pos x="T8" y="T9"/>
                </a:cxn>
              </a:cxnLst>
              <a:rect l="0" t="0" r="r" b="b"/>
              <a:pathLst>
                <a:path w="4" h="6">
                  <a:moveTo>
                    <a:pt x="4" y="3"/>
                  </a:moveTo>
                  <a:cubicBezTo>
                    <a:pt x="4" y="2"/>
                    <a:pt x="3" y="0"/>
                    <a:pt x="2" y="0"/>
                  </a:cubicBezTo>
                  <a:cubicBezTo>
                    <a:pt x="2" y="1"/>
                    <a:pt x="1" y="3"/>
                    <a:pt x="0" y="5"/>
                  </a:cubicBezTo>
                  <a:cubicBezTo>
                    <a:pt x="1" y="5"/>
                    <a:pt x="2" y="6"/>
                    <a:pt x="3" y="6"/>
                  </a:cubicBezTo>
                  <a:cubicBezTo>
                    <a:pt x="3" y="6"/>
                    <a:pt x="4" y="4"/>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74" name="Freeform 3283"/>
            <p:cNvSpPr/>
            <p:nvPr/>
          </p:nvSpPr>
          <p:spPr bwMode="auto">
            <a:xfrm>
              <a:off x="11322354" y="6310090"/>
              <a:ext cx="11113" cy="17463"/>
            </a:xfrm>
            <a:custGeom>
              <a:avLst/>
              <a:gdLst>
                <a:gd name="T0" fmla="*/ 1 w 4"/>
                <a:gd name="T1" fmla="*/ 6 h 6"/>
                <a:gd name="T2" fmla="*/ 4 w 4"/>
                <a:gd name="T3" fmla="*/ 3 h 6"/>
                <a:gd name="T4" fmla="*/ 3 w 4"/>
                <a:gd name="T5" fmla="*/ 0 h 6"/>
                <a:gd name="T6" fmla="*/ 0 w 4"/>
                <a:gd name="T7" fmla="*/ 3 h 6"/>
                <a:gd name="T8" fmla="*/ 1 w 4"/>
                <a:gd name="T9" fmla="*/ 6 h 6"/>
              </a:gdLst>
              <a:ahLst/>
              <a:cxnLst>
                <a:cxn ang="0">
                  <a:pos x="T0" y="T1"/>
                </a:cxn>
                <a:cxn ang="0">
                  <a:pos x="T2" y="T3"/>
                </a:cxn>
                <a:cxn ang="0">
                  <a:pos x="T4" y="T5"/>
                </a:cxn>
                <a:cxn ang="0">
                  <a:pos x="T6" y="T7"/>
                </a:cxn>
                <a:cxn ang="0">
                  <a:pos x="T8" y="T9"/>
                </a:cxn>
              </a:cxnLst>
              <a:rect l="0" t="0" r="r" b="b"/>
              <a:pathLst>
                <a:path w="4" h="6">
                  <a:moveTo>
                    <a:pt x="1" y="6"/>
                  </a:moveTo>
                  <a:cubicBezTo>
                    <a:pt x="2" y="5"/>
                    <a:pt x="3" y="4"/>
                    <a:pt x="4" y="3"/>
                  </a:cubicBezTo>
                  <a:cubicBezTo>
                    <a:pt x="4" y="2"/>
                    <a:pt x="3" y="0"/>
                    <a:pt x="3" y="0"/>
                  </a:cubicBezTo>
                  <a:cubicBezTo>
                    <a:pt x="2" y="1"/>
                    <a:pt x="1" y="2"/>
                    <a:pt x="0" y="3"/>
                  </a:cubicBezTo>
                  <a:cubicBezTo>
                    <a:pt x="0" y="4"/>
                    <a:pt x="1"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75" name="Freeform 3284"/>
            <p:cNvSpPr/>
            <p:nvPr/>
          </p:nvSpPr>
          <p:spPr bwMode="auto">
            <a:xfrm>
              <a:off x="11414429" y="5998940"/>
              <a:ext cx="7938" cy="20638"/>
            </a:xfrm>
            <a:custGeom>
              <a:avLst/>
              <a:gdLst>
                <a:gd name="T0" fmla="*/ 3 w 3"/>
                <a:gd name="T1" fmla="*/ 6 h 8"/>
                <a:gd name="T2" fmla="*/ 1 w 3"/>
                <a:gd name="T3" fmla="*/ 0 h 8"/>
                <a:gd name="T4" fmla="*/ 0 w 3"/>
                <a:gd name="T5" fmla="*/ 2 h 8"/>
                <a:gd name="T6" fmla="*/ 2 w 3"/>
                <a:gd name="T7" fmla="*/ 8 h 8"/>
                <a:gd name="T8" fmla="*/ 3 w 3"/>
                <a:gd name="T9" fmla="*/ 6 h 8"/>
              </a:gdLst>
              <a:ahLst/>
              <a:cxnLst>
                <a:cxn ang="0">
                  <a:pos x="T0" y="T1"/>
                </a:cxn>
                <a:cxn ang="0">
                  <a:pos x="T2" y="T3"/>
                </a:cxn>
                <a:cxn ang="0">
                  <a:pos x="T4" y="T5"/>
                </a:cxn>
                <a:cxn ang="0">
                  <a:pos x="T6" y="T7"/>
                </a:cxn>
                <a:cxn ang="0">
                  <a:pos x="T8" y="T9"/>
                </a:cxn>
              </a:cxnLst>
              <a:rect l="0" t="0" r="r" b="b"/>
              <a:pathLst>
                <a:path w="3" h="8">
                  <a:moveTo>
                    <a:pt x="3" y="6"/>
                  </a:moveTo>
                  <a:cubicBezTo>
                    <a:pt x="3" y="4"/>
                    <a:pt x="2" y="2"/>
                    <a:pt x="1" y="0"/>
                  </a:cubicBezTo>
                  <a:cubicBezTo>
                    <a:pt x="1" y="0"/>
                    <a:pt x="0" y="1"/>
                    <a:pt x="0" y="2"/>
                  </a:cubicBezTo>
                  <a:cubicBezTo>
                    <a:pt x="1" y="4"/>
                    <a:pt x="2" y="6"/>
                    <a:pt x="2" y="8"/>
                  </a:cubicBezTo>
                  <a:cubicBezTo>
                    <a:pt x="3" y="8"/>
                    <a:pt x="3" y="7"/>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76" name="Freeform 3285"/>
            <p:cNvSpPr/>
            <p:nvPr/>
          </p:nvSpPr>
          <p:spPr bwMode="auto">
            <a:xfrm>
              <a:off x="-345771" y="10602690"/>
              <a:ext cx="7938" cy="6350"/>
            </a:xfrm>
            <a:custGeom>
              <a:avLst/>
              <a:gdLst>
                <a:gd name="T0" fmla="*/ 3 w 3"/>
                <a:gd name="T1" fmla="*/ 0 h 2"/>
                <a:gd name="T2" fmla="*/ 2 w 3"/>
                <a:gd name="T3" fmla="*/ 0 h 2"/>
                <a:gd name="T4" fmla="*/ 0 w 3"/>
                <a:gd name="T5" fmla="*/ 1 h 2"/>
                <a:gd name="T6" fmla="*/ 1 w 3"/>
                <a:gd name="T7" fmla="*/ 2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3" y="0"/>
                    <a:pt x="2" y="0"/>
                    <a:pt x="2" y="0"/>
                  </a:cubicBezTo>
                  <a:cubicBezTo>
                    <a:pt x="1" y="0"/>
                    <a:pt x="0" y="1"/>
                    <a:pt x="0" y="1"/>
                  </a:cubicBezTo>
                  <a:cubicBezTo>
                    <a:pt x="0" y="1"/>
                    <a:pt x="0" y="2"/>
                    <a:pt x="1" y="2"/>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77" name="Freeform 3286"/>
            <p:cNvSpPr/>
            <p:nvPr/>
          </p:nvSpPr>
          <p:spPr bwMode="auto">
            <a:xfrm>
              <a:off x="-136221" y="10510615"/>
              <a:ext cx="7938" cy="4763"/>
            </a:xfrm>
            <a:custGeom>
              <a:avLst/>
              <a:gdLst>
                <a:gd name="T0" fmla="*/ 3 w 3"/>
                <a:gd name="T1" fmla="*/ 0 h 2"/>
                <a:gd name="T2" fmla="*/ 1 w 3"/>
                <a:gd name="T3" fmla="*/ 1 h 2"/>
                <a:gd name="T4" fmla="*/ 0 w 3"/>
                <a:gd name="T5" fmla="*/ 2 h 2"/>
                <a:gd name="T6" fmla="*/ 2 w 3"/>
                <a:gd name="T7" fmla="*/ 2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2" y="1"/>
                    <a:pt x="2" y="1"/>
                    <a:pt x="1" y="1"/>
                  </a:cubicBezTo>
                  <a:cubicBezTo>
                    <a:pt x="1" y="1"/>
                    <a:pt x="0" y="2"/>
                    <a:pt x="0" y="2"/>
                  </a:cubicBezTo>
                  <a:cubicBezTo>
                    <a:pt x="1" y="2"/>
                    <a:pt x="2" y="2"/>
                    <a:pt x="2" y="2"/>
                  </a:cubicBezTo>
                  <a:cubicBezTo>
                    <a:pt x="3" y="1"/>
                    <a:pt x="3" y="1"/>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78" name="Freeform 3287"/>
            <p:cNvSpPr/>
            <p:nvPr/>
          </p:nvSpPr>
          <p:spPr bwMode="auto">
            <a:xfrm>
              <a:off x="71741" y="10383615"/>
              <a:ext cx="7938" cy="4763"/>
            </a:xfrm>
            <a:custGeom>
              <a:avLst/>
              <a:gdLst>
                <a:gd name="T0" fmla="*/ 3 w 3"/>
                <a:gd name="T1" fmla="*/ 0 h 2"/>
                <a:gd name="T2" fmla="*/ 2 w 3"/>
                <a:gd name="T3" fmla="*/ 0 h 2"/>
                <a:gd name="T4" fmla="*/ 0 w 3"/>
                <a:gd name="T5" fmla="*/ 2 h 2"/>
                <a:gd name="T6" fmla="*/ 2 w 3"/>
                <a:gd name="T7" fmla="*/ 1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3" y="0"/>
                    <a:pt x="2" y="0"/>
                    <a:pt x="2" y="0"/>
                  </a:cubicBezTo>
                  <a:cubicBezTo>
                    <a:pt x="1" y="1"/>
                    <a:pt x="0" y="2"/>
                    <a:pt x="0" y="2"/>
                  </a:cubicBezTo>
                  <a:cubicBezTo>
                    <a:pt x="1" y="2"/>
                    <a:pt x="1" y="2"/>
                    <a:pt x="2" y="1"/>
                  </a:cubicBezTo>
                  <a:cubicBezTo>
                    <a:pt x="2" y="1"/>
                    <a:pt x="3" y="1"/>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79" name="Freeform 3288"/>
            <p:cNvSpPr/>
            <p:nvPr/>
          </p:nvSpPr>
          <p:spPr bwMode="auto">
            <a:xfrm>
              <a:off x="278116" y="10235978"/>
              <a:ext cx="7938" cy="6350"/>
            </a:xfrm>
            <a:custGeom>
              <a:avLst/>
              <a:gdLst>
                <a:gd name="T0" fmla="*/ 3 w 3"/>
                <a:gd name="T1" fmla="*/ 0 h 2"/>
                <a:gd name="T2" fmla="*/ 3 w 3"/>
                <a:gd name="T3" fmla="*/ 0 h 2"/>
                <a:gd name="T4" fmla="*/ 0 w 3"/>
                <a:gd name="T5" fmla="*/ 2 h 2"/>
                <a:gd name="T6" fmla="*/ 1 w 3"/>
                <a:gd name="T7" fmla="*/ 2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3" y="0"/>
                    <a:pt x="3" y="0"/>
                    <a:pt x="3" y="0"/>
                  </a:cubicBezTo>
                  <a:cubicBezTo>
                    <a:pt x="2" y="0"/>
                    <a:pt x="1" y="1"/>
                    <a:pt x="0" y="2"/>
                  </a:cubicBezTo>
                  <a:cubicBezTo>
                    <a:pt x="1" y="2"/>
                    <a:pt x="1" y="2"/>
                    <a:pt x="1" y="2"/>
                  </a:cubicBezTo>
                  <a:cubicBezTo>
                    <a:pt x="2" y="1"/>
                    <a:pt x="3"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80" name="Freeform 3289"/>
            <p:cNvSpPr/>
            <p:nvPr/>
          </p:nvSpPr>
          <p:spPr bwMode="auto">
            <a:xfrm>
              <a:off x="484491" y="10078815"/>
              <a:ext cx="11113" cy="7938"/>
            </a:xfrm>
            <a:custGeom>
              <a:avLst/>
              <a:gdLst>
                <a:gd name="T0" fmla="*/ 4 w 4"/>
                <a:gd name="T1" fmla="*/ 0 h 3"/>
                <a:gd name="T2" fmla="*/ 1 w 4"/>
                <a:gd name="T3" fmla="*/ 2 h 3"/>
                <a:gd name="T4" fmla="*/ 0 w 4"/>
                <a:gd name="T5" fmla="*/ 3 h 3"/>
                <a:gd name="T6" fmla="*/ 3 w 4"/>
                <a:gd name="T7" fmla="*/ 1 h 3"/>
                <a:gd name="T8" fmla="*/ 4 w 4"/>
                <a:gd name="T9" fmla="*/ 0 h 3"/>
              </a:gdLst>
              <a:ahLst/>
              <a:cxnLst>
                <a:cxn ang="0">
                  <a:pos x="T0" y="T1"/>
                </a:cxn>
                <a:cxn ang="0">
                  <a:pos x="T2" y="T3"/>
                </a:cxn>
                <a:cxn ang="0">
                  <a:pos x="T4" y="T5"/>
                </a:cxn>
                <a:cxn ang="0">
                  <a:pos x="T6" y="T7"/>
                </a:cxn>
                <a:cxn ang="0">
                  <a:pos x="T8" y="T9"/>
                </a:cxn>
              </a:cxnLst>
              <a:rect l="0" t="0" r="r" b="b"/>
              <a:pathLst>
                <a:path w="4" h="3">
                  <a:moveTo>
                    <a:pt x="4" y="0"/>
                  </a:moveTo>
                  <a:cubicBezTo>
                    <a:pt x="3" y="1"/>
                    <a:pt x="2" y="1"/>
                    <a:pt x="1" y="2"/>
                  </a:cubicBezTo>
                  <a:cubicBezTo>
                    <a:pt x="1" y="2"/>
                    <a:pt x="1" y="2"/>
                    <a:pt x="0" y="3"/>
                  </a:cubicBezTo>
                  <a:cubicBezTo>
                    <a:pt x="1" y="2"/>
                    <a:pt x="2" y="2"/>
                    <a:pt x="3" y="1"/>
                  </a:cubicBezTo>
                  <a:cubicBezTo>
                    <a:pt x="3" y="1"/>
                    <a:pt x="3" y="1"/>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81" name="Freeform 3290"/>
            <p:cNvSpPr/>
            <p:nvPr/>
          </p:nvSpPr>
          <p:spPr bwMode="auto">
            <a:xfrm>
              <a:off x="690866" y="9926415"/>
              <a:ext cx="11113" cy="6350"/>
            </a:xfrm>
            <a:custGeom>
              <a:avLst/>
              <a:gdLst>
                <a:gd name="T0" fmla="*/ 4 w 4"/>
                <a:gd name="T1" fmla="*/ 0 h 2"/>
                <a:gd name="T2" fmla="*/ 3 w 4"/>
                <a:gd name="T3" fmla="*/ 1 h 2"/>
                <a:gd name="T4" fmla="*/ 0 w 4"/>
                <a:gd name="T5" fmla="*/ 2 h 2"/>
                <a:gd name="T6" fmla="*/ 1 w 4"/>
                <a:gd name="T7" fmla="*/ 2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0"/>
                    <a:pt x="3" y="0"/>
                    <a:pt x="3" y="1"/>
                  </a:cubicBezTo>
                  <a:cubicBezTo>
                    <a:pt x="2" y="1"/>
                    <a:pt x="1" y="2"/>
                    <a:pt x="0" y="2"/>
                  </a:cubicBezTo>
                  <a:cubicBezTo>
                    <a:pt x="1" y="2"/>
                    <a:pt x="1" y="2"/>
                    <a:pt x="1" y="2"/>
                  </a:cubicBezTo>
                  <a:cubicBezTo>
                    <a:pt x="2" y="1"/>
                    <a:pt x="3" y="1"/>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82" name="Freeform 3291"/>
            <p:cNvSpPr/>
            <p:nvPr/>
          </p:nvSpPr>
          <p:spPr bwMode="auto">
            <a:xfrm>
              <a:off x="900416" y="9788303"/>
              <a:ext cx="7938" cy="6350"/>
            </a:xfrm>
            <a:custGeom>
              <a:avLst/>
              <a:gdLst>
                <a:gd name="T0" fmla="*/ 3 w 3"/>
                <a:gd name="T1" fmla="*/ 0 h 2"/>
                <a:gd name="T2" fmla="*/ 2 w 3"/>
                <a:gd name="T3" fmla="*/ 0 h 2"/>
                <a:gd name="T4" fmla="*/ 0 w 3"/>
                <a:gd name="T5" fmla="*/ 2 h 2"/>
                <a:gd name="T6" fmla="*/ 1 w 3"/>
                <a:gd name="T7" fmla="*/ 2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3" y="0"/>
                    <a:pt x="2" y="0"/>
                    <a:pt x="2" y="0"/>
                  </a:cubicBezTo>
                  <a:cubicBezTo>
                    <a:pt x="1" y="1"/>
                    <a:pt x="0" y="1"/>
                    <a:pt x="0" y="2"/>
                  </a:cubicBezTo>
                  <a:cubicBezTo>
                    <a:pt x="0" y="2"/>
                    <a:pt x="0" y="2"/>
                    <a:pt x="1" y="2"/>
                  </a:cubicBezTo>
                  <a:cubicBezTo>
                    <a:pt x="1" y="1"/>
                    <a:pt x="2"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83" name="Freeform 3292"/>
            <p:cNvSpPr/>
            <p:nvPr/>
          </p:nvSpPr>
          <p:spPr bwMode="auto">
            <a:xfrm>
              <a:off x="1106791" y="9661303"/>
              <a:ext cx="7938" cy="4763"/>
            </a:xfrm>
            <a:custGeom>
              <a:avLst/>
              <a:gdLst>
                <a:gd name="T0" fmla="*/ 3 w 3"/>
                <a:gd name="T1" fmla="*/ 0 h 2"/>
                <a:gd name="T2" fmla="*/ 2 w 3"/>
                <a:gd name="T3" fmla="*/ 0 h 2"/>
                <a:gd name="T4" fmla="*/ 0 w 3"/>
                <a:gd name="T5" fmla="*/ 2 h 2"/>
                <a:gd name="T6" fmla="*/ 1 w 3"/>
                <a:gd name="T7" fmla="*/ 2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3" y="0"/>
                    <a:pt x="2" y="0"/>
                    <a:pt x="2" y="0"/>
                  </a:cubicBezTo>
                  <a:cubicBezTo>
                    <a:pt x="1" y="1"/>
                    <a:pt x="0" y="2"/>
                    <a:pt x="0" y="2"/>
                  </a:cubicBezTo>
                  <a:cubicBezTo>
                    <a:pt x="0" y="2"/>
                    <a:pt x="1" y="2"/>
                    <a:pt x="1" y="2"/>
                  </a:cubicBezTo>
                  <a:cubicBezTo>
                    <a:pt x="2" y="1"/>
                    <a:pt x="2" y="1"/>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84" name="Freeform 3293"/>
            <p:cNvSpPr/>
            <p:nvPr/>
          </p:nvSpPr>
          <p:spPr bwMode="auto">
            <a:xfrm>
              <a:off x="1311579" y="9542240"/>
              <a:ext cx="9525" cy="4763"/>
            </a:xfrm>
            <a:custGeom>
              <a:avLst/>
              <a:gdLst>
                <a:gd name="T0" fmla="*/ 3 w 3"/>
                <a:gd name="T1" fmla="*/ 0 h 2"/>
                <a:gd name="T2" fmla="*/ 2 w 3"/>
                <a:gd name="T3" fmla="*/ 1 h 2"/>
                <a:gd name="T4" fmla="*/ 0 w 3"/>
                <a:gd name="T5" fmla="*/ 2 h 2"/>
                <a:gd name="T6" fmla="*/ 1 w 3"/>
                <a:gd name="T7" fmla="*/ 2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3" y="0"/>
                    <a:pt x="2" y="0"/>
                    <a:pt x="2" y="1"/>
                  </a:cubicBezTo>
                  <a:cubicBezTo>
                    <a:pt x="1" y="1"/>
                    <a:pt x="1" y="2"/>
                    <a:pt x="0" y="2"/>
                  </a:cubicBezTo>
                  <a:cubicBezTo>
                    <a:pt x="0" y="2"/>
                    <a:pt x="1" y="2"/>
                    <a:pt x="1" y="2"/>
                  </a:cubicBezTo>
                  <a:cubicBezTo>
                    <a:pt x="2" y="2"/>
                    <a:pt x="3" y="1"/>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85" name="Freeform 3294"/>
            <p:cNvSpPr/>
            <p:nvPr/>
          </p:nvSpPr>
          <p:spPr bwMode="auto">
            <a:xfrm>
              <a:off x="1517954" y="9427940"/>
              <a:ext cx="11113" cy="7938"/>
            </a:xfrm>
            <a:custGeom>
              <a:avLst/>
              <a:gdLst>
                <a:gd name="T0" fmla="*/ 1 w 4"/>
                <a:gd name="T1" fmla="*/ 2 h 3"/>
                <a:gd name="T2" fmla="*/ 4 w 4"/>
                <a:gd name="T3" fmla="*/ 1 h 3"/>
                <a:gd name="T4" fmla="*/ 3 w 4"/>
                <a:gd name="T5" fmla="*/ 1 h 3"/>
                <a:gd name="T6" fmla="*/ 0 w 4"/>
                <a:gd name="T7" fmla="*/ 2 h 3"/>
                <a:gd name="T8" fmla="*/ 1 w 4"/>
                <a:gd name="T9" fmla="*/ 2 h 3"/>
              </a:gdLst>
              <a:ahLst/>
              <a:cxnLst>
                <a:cxn ang="0">
                  <a:pos x="T0" y="T1"/>
                </a:cxn>
                <a:cxn ang="0">
                  <a:pos x="T2" y="T3"/>
                </a:cxn>
                <a:cxn ang="0">
                  <a:pos x="T4" y="T5"/>
                </a:cxn>
                <a:cxn ang="0">
                  <a:pos x="T6" y="T7"/>
                </a:cxn>
                <a:cxn ang="0">
                  <a:pos x="T8" y="T9"/>
                </a:cxn>
              </a:cxnLst>
              <a:rect l="0" t="0" r="r" b="b"/>
              <a:pathLst>
                <a:path w="4" h="3">
                  <a:moveTo>
                    <a:pt x="1" y="2"/>
                  </a:moveTo>
                  <a:cubicBezTo>
                    <a:pt x="2" y="2"/>
                    <a:pt x="3" y="1"/>
                    <a:pt x="4" y="1"/>
                  </a:cubicBezTo>
                  <a:cubicBezTo>
                    <a:pt x="3" y="1"/>
                    <a:pt x="3" y="0"/>
                    <a:pt x="3" y="1"/>
                  </a:cubicBezTo>
                  <a:cubicBezTo>
                    <a:pt x="2" y="1"/>
                    <a:pt x="1" y="2"/>
                    <a:pt x="0" y="2"/>
                  </a:cubicBezTo>
                  <a:cubicBezTo>
                    <a:pt x="1" y="2"/>
                    <a:pt x="1" y="3"/>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86" name="Freeform 3295"/>
            <p:cNvSpPr/>
            <p:nvPr/>
          </p:nvSpPr>
          <p:spPr bwMode="auto">
            <a:xfrm>
              <a:off x="1727504" y="9316815"/>
              <a:ext cx="7938" cy="7938"/>
            </a:xfrm>
            <a:custGeom>
              <a:avLst/>
              <a:gdLst>
                <a:gd name="T0" fmla="*/ 3 w 3"/>
                <a:gd name="T1" fmla="*/ 1 h 3"/>
                <a:gd name="T2" fmla="*/ 2 w 3"/>
                <a:gd name="T3" fmla="*/ 0 h 3"/>
                <a:gd name="T4" fmla="*/ 0 w 3"/>
                <a:gd name="T5" fmla="*/ 2 h 3"/>
                <a:gd name="T6" fmla="*/ 0 w 3"/>
                <a:gd name="T7" fmla="*/ 3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1"/>
                    <a:pt x="2" y="0"/>
                    <a:pt x="2" y="0"/>
                  </a:cubicBezTo>
                  <a:cubicBezTo>
                    <a:pt x="1" y="1"/>
                    <a:pt x="0" y="2"/>
                    <a:pt x="0" y="2"/>
                  </a:cubicBezTo>
                  <a:cubicBezTo>
                    <a:pt x="0" y="3"/>
                    <a:pt x="0" y="3"/>
                    <a:pt x="0" y="3"/>
                  </a:cubicBezTo>
                  <a:cubicBezTo>
                    <a:pt x="1" y="2"/>
                    <a:pt x="2" y="2"/>
                    <a:pt x="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87" name="Freeform 3296"/>
            <p:cNvSpPr/>
            <p:nvPr/>
          </p:nvSpPr>
          <p:spPr bwMode="auto">
            <a:xfrm>
              <a:off x="1933879" y="9207278"/>
              <a:ext cx="7938" cy="7938"/>
            </a:xfrm>
            <a:custGeom>
              <a:avLst/>
              <a:gdLst>
                <a:gd name="T0" fmla="*/ 1 w 3"/>
                <a:gd name="T1" fmla="*/ 3 h 3"/>
                <a:gd name="T2" fmla="*/ 3 w 3"/>
                <a:gd name="T3" fmla="*/ 1 h 3"/>
                <a:gd name="T4" fmla="*/ 2 w 3"/>
                <a:gd name="T5" fmla="*/ 0 h 3"/>
                <a:gd name="T6" fmla="*/ 0 w 3"/>
                <a:gd name="T7" fmla="*/ 2 h 3"/>
                <a:gd name="T8" fmla="*/ 1 w 3"/>
                <a:gd name="T9" fmla="*/ 3 h 3"/>
              </a:gdLst>
              <a:ahLst/>
              <a:cxnLst>
                <a:cxn ang="0">
                  <a:pos x="T0" y="T1"/>
                </a:cxn>
                <a:cxn ang="0">
                  <a:pos x="T2" y="T3"/>
                </a:cxn>
                <a:cxn ang="0">
                  <a:pos x="T4" y="T5"/>
                </a:cxn>
                <a:cxn ang="0">
                  <a:pos x="T6" y="T7"/>
                </a:cxn>
                <a:cxn ang="0">
                  <a:pos x="T8" y="T9"/>
                </a:cxn>
              </a:cxnLst>
              <a:rect l="0" t="0" r="r" b="b"/>
              <a:pathLst>
                <a:path w="3" h="3">
                  <a:moveTo>
                    <a:pt x="1" y="3"/>
                  </a:moveTo>
                  <a:cubicBezTo>
                    <a:pt x="1" y="2"/>
                    <a:pt x="2" y="2"/>
                    <a:pt x="3" y="1"/>
                  </a:cubicBezTo>
                  <a:cubicBezTo>
                    <a:pt x="3" y="1"/>
                    <a:pt x="2" y="0"/>
                    <a:pt x="2" y="0"/>
                  </a:cubicBezTo>
                  <a:cubicBezTo>
                    <a:pt x="1" y="1"/>
                    <a:pt x="0" y="2"/>
                    <a:pt x="0" y="2"/>
                  </a:cubicBezTo>
                  <a:cubicBezTo>
                    <a:pt x="0" y="3"/>
                    <a:pt x="0"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88" name="Freeform 3297"/>
            <p:cNvSpPr/>
            <p:nvPr/>
          </p:nvSpPr>
          <p:spPr bwMode="auto">
            <a:xfrm>
              <a:off x="2140254" y="9100915"/>
              <a:ext cx="7938" cy="9525"/>
            </a:xfrm>
            <a:custGeom>
              <a:avLst/>
              <a:gdLst>
                <a:gd name="T0" fmla="*/ 1 w 3"/>
                <a:gd name="T1" fmla="*/ 3 h 3"/>
                <a:gd name="T2" fmla="*/ 3 w 3"/>
                <a:gd name="T3" fmla="*/ 1 h 3"/>
                <a:gd name="T4" fmla="*/ 2 w 3"/>
                <a:gd name="T5" fmla="*/ 0 h 3"/>
                <a:gd name="T6" fmla="*/ 0 w 3"/>
                <a:gd name="T7" fmla="*/ 2 h 3"/>
                <a:gd name="T8" fmla="*/ 1 w 3"/>
                <a:gd name="T9" fmla="*/ 3 h 3"/>
              </a:gdLst>
              <a:ahLst/>
              <a:cxnLst>
                <a:cxn ang="0">
                  <a:pos x="T0" y="T1"/>
                </a:cxn>
                <a:cxn ang="0">
                  <a:pos x="T2" y="T3"/>
                </a:cxn>
                <a:cxn ang="0">
                  <a:pos x="T4" y="T5"/>
                </a:cxn>
                <a:cxn ang="0">
                  <a:pos x="T6" y="T7"/>
                </a:cxn>
                <a:cxn ang="0">
                  <a:pos x="T8" y="T9"/>
                </a:cxn>
              </a:cxnLst>
              <a:rect l="0" t="0" r="r" b="b"/>
              <a:pathLst>
                <a:path w="3" h="3">
                  <a:moveTo>
                    <a:pt x="1" y="3"/>
                  </a:moveTo>
                  <a:cubicBezTo>
                    <a:pt x="2" y="3"/>
                    <a:pt x="2" y="2"/>
                    <a:pt x="3" y="1"/>
                  </a:cubicBezTo>
                  <a:cubicBezTo>
                    <a:pt x="3" y="1"/>
                    <a:pt x="3" y="0"/>
                    <a:pt x="2" y="0"/>
                  </a:cubicBezTo>
                  <a:cubicBezTo>
                    <a:pt x="2" y="1"/>
                    <a:pt x="1" y="2"/>
                    <a:pt x="0" y="2"/>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89" name="Freeform 3298"/>
            <p:cNvSpPr/>
            <p:nvPr/>
          </p:nvSpPr>
          <p:spPr bwMode="auto">
            <a:xfrm>
              <a:off x="2346629" y="9000903"/>
              <a:ext cx="11113" cy="7938"/>
            </a:xfrm>
            <a:custGeom>
              <a:avLst/>
              <a:gdLst>
                <a:gd name="T0" fmla="*/ 1 w 4"/>
                <a:gd name="T1" fmla="*/ 3 h 3"/>
                <a:gd name="T2" fmla="*/ 4 w 4"/>
                <a:gd name="T3" fmla="*/ 1 h 3"/>
                <a:gd name="T4" fmla="*/ 3 w 4"/>
                <a:gd name="T5" fmla="*/ 0 h 3"/>
                <a:gd name="T6" fmla="*/ 0 w 4"/>
                <a:gd name="T7" fmla="*/ 2 h 3"/>
                <a:gd name="T8" fmla="*/ 1 w 4"/>
                <a:gd name="T9" fmla="*/ 3 h 3"/>
              </a:gdLst>
              <a:ahLst/>
              <a:cxnLst>
                <a:cxn ang="0">
                  <a:pos x="T0" y="T1"/>
                </a:cxn>
                <a:cxn ang="0">
                  <a:pos x="T2" y="T3"/>
                </a:cxn>
                <a:cxn ang="0">
                  <a:pos x="T4" y="T5"/>
                </a:cxn>
                <a:cxn ang="0">
                  <a:pos x="T6" y="T7"/>
                </a:cxn>
                <a:cxn ang="0">
                  <a:pos x="T8" y="T9"/>
                </a:cxn>
              </a:cxnLst>
              <a:rect l="0" t="0" r="r" b="b"/>
              <a:pathLst>
                <a:path w="4" h="3">
                  <a:moveTo>
                    <a:pt x="1" y="3"/>
                  </a:moveTo>
                  <a:cubicBezTo>
                    <a:pt x="2" y="2"/>
                    <a:pt x="3" y="2"/>
                    <a:pt x="4" y="1"/>
                  </a:cubicBezTo>
                  <a:cubicBezTo>
                    <a:pt x="3" y="0"/>
                    <a:pt x="3" y="0"/>
                    <a:pt x="3" y="0"/>
                  </a:cubicBezTo>
                  <a:cubicBezTo>
                    <a:pt x="2" y="0"/>
                    <a:pt x="1" y="1"/>
                    <a:pt x="0" y="2"/>
                  </a:cubicBezTo>
                  <a:cubicBezTo>
                    <a:pt x="1" y="2"/>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90" name="Freeform 3299"/>
            <p:cNvSpPr/>
            <p:nvPr/>
          </p:nvSpPr>
          <p:spPr bwMode="auto">
            <a:xfrm>
              <a:off x="2556179" y="8900890"/>
              <a:ext cx="7938" cy="11113"/>
            </a:xfrm>
            <a:custGeom>
              <a:avLst/>
              <a:gdLst>
                <a:gd name="T0" fmla="*/ 1 w 3"/>
                <a:gd name="T1" fmla="*/ 4 h 4"/>
                <a:gd name="T2" fmla="*/ 3 w 3"/>
                <a:gd name="T3" fmla="*/ 2 h 4"/>
                <a:gd name="T4" fmla="*/ 2 w 3"/>
                <a:gd name="T5" fmla="*/ 1 h 4"/>
                <a:gd name="T6" fmla="*/ 0 w 3"/>
                <a:gd name="T7" fmla="*/ 3 h 4"/>
                <a:gd name="T8" fmla="*/ 1 w 3"/>
                <a:gd name="T9" fmla="*/ 4 h 4"/>
              </a:gdLst>
              <a:ahLst/>
              <a:cxnLst>
                <a:cxn ang="0">
                  <a:pos x="T0" y="T1"/>
                </a:cxn>
                <a:cxn ang="0">
                  <a:pos x="T2" y="T3"/>
                </a:cxn>
                <a:cxn ang="0">
                  <a:pos x="T4" y="T5"/>
                </a:cxn>
                <a:cxn ang="0">
                  <a:pos x="T6" y="T7"/>
                </a:cxn>
                <a:cxn ang="0">
                  <a:pos x="T8" y="T9"/>
                </a:cxn>
              </a:cxnLst>
              <a:rect l="0" t="0" r="r" b="b"/>
              <a:pathLst>
                <a:path w="3" h="4">
                  <a:moveTo>
                    <a:pt x="1" y="4"/>
                  </a:moveTo>
                  <a:cubicBezTo>
                    <a:pt x="2" y="4"/>
                    <a:pt x="2" y="3"/>
                    <a:pt x="3" y="2"/>
                  </a:cubicBezTo>
                  <a:cubicBezTo>
                    <a:pt x="3" y="1"/>
                    <a:pt x="3" y="0"/>
                    <a:pt x="2" y="1"/>
                  </a:cubicBezTo>
                  <a:cubicBezTo>
                    <a:pt x="2" y="1"/>
                    <a:pt x="1" y="2"/>
                    <a:pt x="0" y="3"/>
                  </a:cubicBezTo>
                  <a:cubicBezTo>
                    <a:pt x="0" y="3"/>
                    <a:pt x="1"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91" name="Freeform 3300"/>
            <p:cNvSpPr/>
            <p:nvPr/>
          </p:nvSpPr>
          <p:spPr bwMode="auto">
            <a:xfrm>
              <a:off x="2764141" y="8810403"/>
              <a:ext cx="7938" cy="11113"/>
            </a:xfrm>
            <a:custGeom>
              <a:avLst/>
              <a:gdLst>
                <a:gd name="T0" fmla="*/ 1 w 3"/>
                <a:gd name="T1" fmla="*/ 3 h 4"/>
                <a:gd name="T2" fmla="*/ 3 w 3"/>
                <a:gd name="T3" fmla="*/ 1 h 4"/>
                <a:gd name="T4" fmla="*/ 2 w 3"/>
                <a:gd name="T5" fmla="*/ 0 h 4"/>
                <a:gd name="T6" fmla="*/ 0 w 3"/>
                <a:gd name="T7" fmla="*/ 2 h 4"/>
                <a:gd name="T8" fmla="*/ 1 w 3"/>
                <a:gd name="T9" fmla="*/ 3 h 4"/>
              </a:gdLst>
              <a:ahLst/>
              <a:cxnLst>
                <a:cxn ang="0">
                  <a:pos x="T0" y="T1"/>
                </a:cxn>
                <a:cxn ang="0">
                  <a:pos x="T2" y="T3"/>
                </a:cxn>
                <a:cxn ang="0">
                  <a:pos x="T4" y="T5"/>
                </a:cxn>
                <a:cxn ang="0">
                  <a:pos x="T6" y="T7"/>
                </a:cxn>
                <a:cxn ang="0">
                  <a:pos x="T8" y="T9"/>
                </a:cxn>
              </a:cxnLst>
              <a:rect l="0" t="0" r="r" b="b"/>
              <a:pathLst>
                <a:path w="3" h="4">
                  <a:moveTo>
                    <a:pt x="1" y="3"/>
                  </a:moveTo>
                  <a:cubicBezTo>
                    <a:pt x="2" y="3"/>
                    <a:pt x="2" y="2"/>
                    <a:pt x="3" y="1"/>
                  </a:cubicBezTo>
                  <a:cubicBezTo>
                    <a:pt x="3" y="0"/>
                    <a:pt x="2" y="0"/>
                    <a:pt x="2" y="0"/>
                  </a:cubicBezTo>
                  <a:cubicBezTo>
                    <a:pt x="1" y="0"/>
                    <a:pt x="0" y="1"/>
                    <a:pt x="0" y="2"/>
                  </a:cubicBezTo>
                  <a:cubicBezTo>
                    <a:pt x="0" y="3"/>
                    <a:pt x="1" y="4"/>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92" name="Freeform 3301"/>
            <p:cNvSpPr/>
            <p:nvPr/>
          </p:nvSpPr>
          <p:spPr bwMode="auto">
            <a:xfrm>
              <a:off x="2973691" y="8724678"/>
              <a:ext cx="7938" cy="11113"/>
            </a:xfrm>
            <a:custGeom>
              <a:avLst/>
              <a:gdLst>
                <a:gd name="T0" fmla="*/ 1 w 3"/>
                <a:gd name="T1" fmla="*/ 4 h 4"/>
                <a:gd name="T2" fmla="*/ 3 w 3"/>
                <a:gd name="T3" fmla="*/ 2 h 4"/>
                <a:gd name="T4" fmla="*/ 2 w 3"/>
                <a:gd name="T5" fmla="*/ 0 h 4"/>
                <a:gd name="T6" fmla="*/ 0 w 3"/>
                <a:gd name="T7" fmla="*/ 3 h 4"/>
                <a:gd name="T8" fmla="*/ 1 w 3"/>
                <a:gd name="T9" fmla="*/ 4 h 4"/>
              </a:gdLst>
              <a:ahLst/>
              <a:cxnLst>
                <a:cxn ang="0">
                  <a:pos x="T0" y="T1"/>
                </a:cxn>
                <a:cxn ang="0">
                  <a:pos x="T2" y="T3"/>
                </a:cxn>
                <a:cxn ang="0">
                  <a:pos x="T4" y="T5"/>
                </a:cxn>
                <a:cxn ang="0">
                  <a:pos x="T6" y="T7"/>
                </a:cxn>
                <a:cxn ang="0">
                  <a:pos x="T8" y="T9"/>
                </a:cxn>
              </a:cxnLst>
              <a:rect l="0" t="0" r="r" b="b"/>
              <a:pathLst>
                <a:path w="3" h="4">
                  <a:moveTo>
                    <a:pt x="1" y="4"/>
                  </a:moveTo>
                  <a:cubicBezTo>
                    <a:pt x="2" y="3"/>
                    <a:pt x="2" y="3"/>
                    <a:pt x="3" y="2"/>
                  </a:cubicBezTo>
                  <a:cubicBezTo>
                    <a:pt x="3" y="1"/>
                    <a:pt x="2" y="0"/>
                    <a:pt x="2" y="0"/>
                  </a:cubicBezTo>
                  <a:cubicBezTo>
                    <a:pt x="2" y="1"/>
                    <a:pt x="1" y="2"/>
                    <a:pt x="0" y="3"/>
                  </a:cubicBezTo>
                  <a:cubicBezTo>
                    <a:pt x="0" y="3"/>
                    <a:pt x="1"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93" name="Freeform 3302"/>
            <p:cNvSpPr/>
            <p:nvPr/>
          </p:nvSpPr>
          <p:spPr bwMode="auto">
            <a:xfrm>
              <a:off x="3181654" y="8648478"/>
              <a:ext cx="11113" cy="11113"/>
            </a:xfrm>
            <a:custGeom>
              <a:avLst/>
              <a:gdLst>
                <a:gd name="T0" fmla="*/ 1 w 4"/>
                <a:gd name="T1" fmla="*/ 4 h 4"/>
                <a:gd name="T2" fmla="*/ 4 w 4"/>
                <a:gd name="T3" fmla="*/ 1 h 4"/>
                <a:gd name="T4" fmla="*/ 3 w 4"/>
                <a:gd name="T5" fmla="*/ 0 h 4"/>
                <a:gd name="T6" fmla="*/ 0 w 4"/>
                <a:gd name="T7" fmla="*/ 3 h 4"/>
                <a:gd name="T8" fmla="*/ 1 w 4"/>
                <a:gd name="T9" fmla="*/ 4 h 4"/>
              </a:gdLst>
              <a:ahLst/>
              <a:cxnLst>
                <a:cxn ang="0">
                  <a:pos x="T0" y="T1"/>
                </a:cxn>
                <a:cxn ang="0">
                  <a:pos x="T2" y="T3"/>
                </a:cxn>
                <a:cxn ang="0">
                  <a:pos x="T4" y="T5"/>
                </a:cxn>
                <a:cxn ang="0">
                  <a:pos x="T6" y="T7"/>
                </a:cxn>
                <a:cxn ang="0">
                  <a:pos x="T8" y="T9"/>
                </a:cxn>
              </a:cxnLst>
              <a:rect l="0" t="0" r="r" b="b"/>
              <a:pathLst>
                <a:path w="4" h="4">
                  <a:moveTo>
                    <a:pt x="1" y="4"/>
                  </a:moveTo>
                  <a:cubicBezTo>
                    <a:pt x="2" y="3"/>
                    <a:pt x="3" y="2"/>
                    <a:pt x="4" y="1"/>
                  </a:cubicBezTo>
                  <a:cubicBezTo>
                    <a:pt x="3" y="1"/>
                    <a:pt x="3" y="0"/>
                    <a:pt x="3" y="0"/>
                  </a:cubicBezTo>
                  <a:cubicBezTo>
                    <a:pt x="2" y="1"/>
                    <a:pt x="1" y="2"/>
                    <a:pt x="0" y="3"/>
                  </a:cubicBezTo>
                  <a:cubicBezTo>
                    <a:pt x="1" y="3"/>
                    <a:pt x="1"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94" name="Freeform 3303"/>
            <p:cNvSpPr/>
            <p:nvPr/>
          </p:nvSpPr>
          <p:spPr bwMode="auto">
            <a:xfrm>
              <a:off x="3394379" y="8583390"/>
              <a:ext cx="11113" cy="7938"/>
            </a:xfrm>
            <a:custGeom>
              <a:avLst/>
              <a:gdLst>
                <a:gd name="T0" fmla="*/ 1 w 4"/>
                <a:gd name="T1" fmla="*/ 3 h 3"/>
                <a:gd name="T2" fmla="*/ 4 w 4"/>
                <a:gd name="T3" fmla="*/ 1 h 3"/>
                <a:gd name="T4" fmla="*/ 3 w 4"/>
                <a:gd name="T5" fmla="*/ 0 h 3"/>
                <a:gd name="T6" fmla="*/ 0 w 4"/>
                <a:gd name="T7" fmla="*/ 2 h 3"/>
                <a:gd name="T8" fmla="*/ 1 w 4"/>
                <a:gd name="T9" fmla="*/ 3 h 3"/>
              </a:gdLst>
              <a:ahLst/>
              <a:cxnLst>
                <a:cxn ang="0">
                  <a:pos x="T0" y="T1"/>
                </a:cxn>
                <a:cxn ang="0">
                  <a:pos x="T2" y="T3"/>
                </a:cxn>
                <a:cxn ang="0">
                  <a:pos x="T4" y="T5"/>
                </a:cxn>
                <a:cxn ang="0">
                  <a:pos x="T6" y="T7"/>
                </a:cxn>
                <a:cxn ang="0">
                  <a:pos x="T8" y="T9"/>
                </a:cxn>
              </a:cxnLst>
              <a:rect l="0" t="0" r="r" b="b"/>
              <a:pathLst>
                <a:path w="4" h="3">
                  <a:moveTo>
                    <a:pt x="1" y="3"/>
                  </a:moveTo>
                  <a:cubicBezTo>
                    <a:pt x="2" y="3"/>
                    <a:pt x="3" y="2"/>
                    <a:pt x="4" y="1"/>
                  </a:cubicBezTo>
                  <a:cubicBezTo>
                    <a:pt x="3" y="1"/>
                    <a:pt x="3" y="0"/>
                    <a:pt x="3" y="0"/>
                  </a:cubicBezTo>
                  <a:cubicBezTo>
                    <a:pt x="2" y="0"/>
                    <a:pt x="1" y="1"/>
                    <a:pt x="0" y="2"/>
                  </a:cubicBezTo>
                  <a:cubicBezTo>
                    <a:pt x="1" y="2"/>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95" name="Freeform 3304"/>
            <p:cNvSpPr/>
            <p:nvPr/>
          </p:nvSpPr>
          <p:spPr bwMode="auto">
            <a:xfrm>
              <a:off x="3608691" y="8534178"/>
              <a:ext cx="7938" cy="11113"/>
            </a:xfrm>
            <a:custGeom>
              <a:avLst/>
              <a:gdLst>
                <a:gd name="T0" fmla="*/ 1 w 3"/>
                <a:gd name="T1" fmla="*/ 4 h 4"/>
                <a:gd name="T2" fmla="*/ 3 w 3"/>
                <a:gd name="T3" fmla="*/ 2 h 4"/>
                <a:gd name="T4" fmla="*/ 2 w 3"/>
                <a:gd name="T5" fmla="*/ 0 h 4"/>
                <a:gd name="T6" fmla="*/ 0 w 3"/>
                <a:gd name="T7" fmla="*/ 2 h 4"/>
                <a:gd name="T8" fmla="*/ 1 w 3"/>
                <a:gd name="T9" fmla="*/ 4 h 4"/>
              </a:gdLst>
              <a:ahLst/>
              <a:cxnLst>
                <a:cxn ang="0">
                  <a:pos x="T0" y="T1"/>
                </a:cxn>
                <a:cxn ang="0">
                  <a:pos x="T2" y="T3"/>
                </a:cxn>
                <a:cxn ang="0">
                  <a:pos x="T4" y="T5"/>
                </a:cxn>
                <a:cxn ang="0">
                  <a:pos x="T6" y="T7"/>
                </a:cxn>
                <a:cxn ang="0">
                  <a:pos x="T8" y="T9"/>
                </a:cxn>
              </a:cxnLst>
              <a:rect l="0" t="0" r="r" b="b"/>
              <a:pathLst>
                <a:path w="3" h="4">
                  <a:moveTo>
                    <a:pt x="1" y="4"/>
                  </a:moveTo>
                  <a:cubicBezTo>
                    <a:pt x="1" y="3"/>
                    <a:pt x="2" y="2"/>
                    <a:pt x="3" y="2"/>
                  </a:cubicBezTo>
                  <a:cubicBezTo>
                    <a:pt x="3" y="1"/>
                    <a:pt x="2" y="0"/>
                    <a:pt x="2" y="0"/>
                  </a:cubicBezTo>
                  <a:cubicBezTo>
                    <a:pt x="1" y="1"/>
                    <a:pt x="0" y="1"/>
                    <a:pt x="0" y="2"/>
                  </a:cubicBezTo>
                  <a:cubicBezTo>
                    <a:pt x="0" y="3"/>
                    <a:pt x="0"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96" name="Freeform 3305"/>
            <p:cNvSpPr/>
            <p:nvPr/>
          </p:nvSpPr>
          <p:spPr bwMode="auto">
            <a:xfrm>
              <a:off x="3823004" y="8537353"/>
              <a:ext cx="11113" cy="11113"/>
            </a:xfrm>
            <a:custGeom>
              <a:avLst/>
              <a:gdLst>
                <a:gd name="T0" fmla="*/ 4 w 4"/>
                <a:gd name="T1" fmla="*/ 2 h 4"/>
                <a:gd name="T2" fmla="*/ 3 w 4"/>
                <a:gd name="T3" fmla="*/ 0 h 4"/>
                <a:gd name="T4" fmla="*/ 0 w 4"/>
                <a:gd name="T5" fmla="*/ 2 h 4"/>
                <a:gd name="T6" fmla="*/ 3 w 4"/>
                <a:gd name="T7" fmla="*/ 4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1"/>
                    <a:pt x="3" y="0"/>
                    <a:pt x="3" y="0"/>
                  </a:cubicBezTo>
                  <a:cubicBezTo>
                    <a:pt x="2" y="0"/>
                    <a:pt x="1" y="1"/>
                    <a:pt x="0" y="2"/>
                  </a:cubicBezTo>
                  <a:cubicBezTo>
                    <a:pt x="1" y="2"/>
                    <a:pt x="2" y="3"/>
                    <a:pt x="3" y="4"/>
                  </a:cubicBezTo>
                  <a:cubicBezTo>
                    <a:pt x="3" y="4"/>
                    <a:pt x="4" y="3"/>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97" name="Freeform 3306"/>
            <p:cNvSpPr/>
            <p:nvPr/>
          </p:nvSpPr>
          <p:spPr bwMode="auto">
            <a:xfrm>
              <a:off x="4042079" y="8572278"/>
              <a:ext cx="9525" cy="7938"/>
            </a:xfrm>
            <a:custGeom>
              <a:avLst/>
              <a:gdLst>
                <a:gd name="T0" fmla="*/ 1 w 3"/>
                <a:gd name="T1" fmla="*/ 3 h 3"/>
                <a:gd name="T2" fmla="*/ 3 w 3"/>
                <a:gd name="T3" fmla="*/ 2 h 3"/>
                <a:gd name="T4" fmla="*/ 2 w 3"/>
                <a:gd name="T5" fmla="*/ 0 h 3"/>
                <a:gd name="T6" fmla="*/ 0 w 3"/>
                <a:gd name="T7" fmla="*/ 1 h 3"/>
                <a:gd name="T8" fmla="*/ 1 w 3"/>
                <a:gd name="T9" fmla="*/ 3 h 3"/>
              </a:gdLst>
              <a:ahLst/>
              <a:cxnLst>
                <a:cxn ang="0">
                  <a:pos x="T0" y="T1"/>
                </a:cxn>
                <a:cxn ang="0">
                  <a:pos x="T2" y="T3"/>
                </a:cxn>
                <a:cxn ang="0">
                  <a:pos x="T4" y="T5"/>
                </a:cxn>
                <a:cxn ang="0">
                  <a:pos x="T6" y="T7"/>
                </a:cxn>
                <a:cxn ang="0">
                  <a:pos x="T8" y="T9"/>
                </a:cxn>
              </a:cxnLst>
              <a:rect l="0" t="0" r="r" b="b"/>
              <a:pathLst>
                <a:path w="3" h="3">
                  <a:moveTo>
                    <a:pt x="1" y="3"/>
                  </a:moveTo>
                  <a:cubicBezTo>
                    <a:pt x="2" y="3"/>
                    <a:pt x="3" y="2"/>
                    <a:pt x="3" y="2"/>
                  </a:cubicBezTo>
                  <a:cubicBezTo>
                    <a:pt x="3" y="1"/>
                    <a:pt x="2" y="0"/>
                    <a:pt x="2" y="0"/>
                  </a:cubicBezTo>
                  <a:cubicBezTo>
                    <a:pt x="1" y="0"/>
                    <a:pt x="1" y="1"/>
                    <a:pt x="0" y="1"/>
                  </a:cubicBezTo>
                  <a:cubicBezTo>
                    <a:pt x="0" y="2"/>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98" name="Freeform 3307"/>
            <p:cNvSpPr/>
            <p:nvPr/>
          </p:nvSpPr>
          <p:spPr bwMode="auto">
            <a:xfrm>
              <a:off x="4262741" y="8623078"/>
              <a:ext cx="7938" cy="11113"/>
            </a:xfrm>
            <a:custGeom>
              <a:avLst/>
              <a:gdLst>
                <a:gd name="T0" fmla="*/ 1 w 3"/>
                <a:gd name="T1" fmla="*/ 4 h 4"/>
                <a:gd name="T2" fmla="*/ 3 w 3"/>
                <a:gd name="T3" fmla="*/ 2 h 4"/>
                <a:gd name="T4" fmla="*/ 2 w 3"/>
                <a:gd name="T5" fmla="*/ 0 h 4"/>
                <a:gd name="T6" fmla="*/ 0 w 3"/>
                <a:gd name="T7" fmla="*/ 1 h 4"/>
                <a:gd name="T8" fmla="*/ 1 w 3"/>
                <a:gd name="T9" fmla="*/ 4 h 4"/>
              </a:gdLst>
              <a:ahLst/>
              <a:cxnLst>
                <a:cxn ang="0">
                  <a:pos x="T0" y="T1"/>
                </a:cxn>
                <a:cxn ang="0">
                  <a:pos x="T2" y="T3"/>
                </a:cxn>
                <a:cxn ang="0">
                  <a:pos x="T4" y="T5"/>
                </a:cxn>
                <a:cxn ang="0">
                  <a:pos x="T6" y="T7"/>
                </a:cxn>
                <a:cxn ang="0">
                  <a:pos x="T8" y="T9"/>
                </a:cxn>
              </a:cxnLst>
              <a:rect l="0" t="0" r="r" b="b"/>
              <a:pathLst>
                <a:path w="3" h="4">
                  <a:moveTo>
                    <a:pt x="1" y="4"/>
                  </a:moveTo>
                  <a:cubicBezTo>
                    <a:pt x="2" y="4"/>
                    <a:pt x="3" y="3"/>
                    <a:pt x="3" y="2"/>
                  </a:cubicBezTo>
                  <a:cubicBezTo>
                    <a:pt x="3" y="2"/>
                    <a:pt x="3" y="0"/>
                    <a:pt x="2" y="0"/>
                  </a:cubicBezTo>
                  <a:cubicBezTo>
                    <a:pt x="1" y="0"/>
                    <a:pt x="1" y="1"/>
                    <a:pt x="0" y="1"/>
                  </a:cubicBezTo>
                  <a:cubicBezTo>
                    <a:pt x="0" y="2"/>
                    <a:pt x="1"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299" name="Freeform 3308"/>
            <p:cNvSpPr/>
            <p:nvPr/>
          </p:nvSpPr>
          <p:spPr bwMode="auto">
            <a:xfrm>
              <a:off x="4481816" y="8683403"/>
              <a:ext cx="11113" cy="7938"/>
            </a:xfrm>
            <a:custGeom>
              <a:avLst/>
              <a:gdLst>
                <a:gd name="T0" fmla="*/ 4 w 4"/>
                <a:gd name="T1" fmla="*/ 2 h 3"/>
                <a:gd name="T2" fmla="*/ 3 w 4"/>
                <a:gd name="T3" fmla="*/ 0 h 3"/>
                <a:gd name="T4" fmla="*/ 0 w 4"/>
                <a:gd name="T5" fmla="*/ 1 h 3"/>
                <a:gd name="T6" fmla="*/ 1 w 4"/>
                <a:gd name="T7" fmla="*/ 3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3" y="1"/>
                    <a:pt x="3" y="0"/>
                    <a:pt x="3" y="0"/>
                  </a:cubicBezTo>
                  <a:cubicBezTo>
                    <a:pt x="2" y="0"/>
                    <a:pt x="1" y="0"/>
                    <a:pt x="0" y="1"/>
                  </a:cubicBezTo>
                  <a:cubicBezTo>
                    <a:pt x="1" y="2"/>
                    <a:pt x="1" y="3"/>
                    <a:pt x="1" y="3"/>
                  </a:cubicBezTo>
                  <a:cubicBezTo>
                    <a:pt x="2" y="3"/>
                    <a:pt x="3" y="3"/>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00" name="Freeform 3309"/>
            <p:cNvSpPr/>
            <p:nvPr/>
          </p:nvSpPr>
          <p:spPr bwMode="auto">
            <a:xfrm>
              <a:off x="4702479" y="8737378"/>
              <a:ext cx="11113" cy="11113"/>
            </a:xfrm>
            <a:custGeom>
              <a:avLst/>
              <a:gdLst>
                <a:gd name="T0" fmla="*/ 1 w 4"/>
                <a:gd name="T1" fmla="*/ 4 h 4"/>
                <a:gd name="T2" fmla="*/ 4 w 4"/>
                <a:gd name="T3" fmla="*/ 2 h 4"/>
                <a:gd name="T4" fmla="*/ 2 w 4"/>
                <a:gd name="T5" fmla="*/ 0 h 4"/>
                <a:gd name="T6" fmla="*/ 0 w 4"/>
                <a:gd name="T7" fmla="*/ 2 h 4"/>
                <a:gd name="T8" fmla="*/ 1 w 4"/>
                <a:gd name="T9" fmla="*/ 4 h 4"/>
              </a:gdLst>
              <a:ahLst/>
              <a:cxnLst>
                <a:cxn ang="0">
                  <a:pos x="T0" y="T1"/>
                </a:cxn>
                <a:cxn ang="0">
                  <a:pos x="T2" y="T3"/>
                </a:cxn>
                <a:cxn ang="0">
                  <a:pos x="T4" y="T5"/>
                </a:cxn>
                <a:cxn ang="0">
                  <a:pos x="T6" y="T7"/>
                </a:cxn>
                <a:cxn ang="0">
                  <a:pos x="T8" y="T9"/>
                </a:cxn>
              </a:cxnLst>
              <a:rect l="0" t="0" r="r" b="b"/>
              <a:pathLst>
                <a:path w="4" h="4">
                  <a:moveTo>
                    <a:pt x="1" y="4"/>
                  </a:moveTo>
                  <a:cubicBezTo>
                    <a:pt x="2" y="4"/>
                    <a:pt x="3" y="3"/>
                    <a:pt x="4" y="2"/>
                  </a:cubicBezTo>
                  <a:cubicBezTo>
                    <a:pt x="3" y="1"/>
                    <a:pt x="3" y="0"/>
                    <a:pt x="2" y="0"/>
                  </a:cubicBezTo>
                  <a:cubicBezTo>
                    <a:pt x="2" y="0"/>
                    <a:pt x="1" y="1"/>
                    <a:pt x="0" y="2"/>
                  </a:cubicBezTo>
                  <a:cubicBezTo>
                    <a:pt x="0" y="2"/>
                    <a:pt x="1" y="4"/>
                    <a:pt x="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01" name="Freeform 3310"/>
            <p:cNvSpPr/>
            <p:nvPr/>
          </p:nvSpPr>
          <p:spPr bwMode="auto">
            <a:xfrm>
              <a:off x="4921554" y="8781828"/>
              <a:ext cx="9525" cy="11113"/>
            </a:xfrm>
            <a:custGeom>
              <a:avLst/>
              <a:gdLst>
                <a:gd name="T0" fmla="*/ 3 w 3"/>
                <a:gd name="T1" fmla="*/ 3 h 4"/>
                <a:gd name="T2" fmla="*/ 2 w 3"/>
                <a:gd name="T3" fmla="*/ 0 h 4"/>
                <a:gd name="T4" fmla="*/ 0 w 3"/>
                <a:gd name="T5" fmla="*/ 2 h 4"/>
                <a:gd name="T6" fmla="*/ 1 w 3"/>
                <a:gd name="T7" fmla="*/ 4 h 4"/>
                <a:gd name="T8" fmla="*/ 3 w 3"/>
                <a:gd name="T9" fmla="*/ 3 h 4"/>
              </a:gdLst>
              <a:ahLst/>
              <a:cxnLst>
                <a:cxn ang="0">
                  <a:pos x="T0" y="T1"/>
                </a:cxn>
                <a:cxn ang="0">
                  <a:pos x="T2" y="T3"/>
                </a:cxn>
                <a:cxn ang="0">
                  <a:pos x="T4" y="T5"/>
                </a:cxn>
                <a:cxn ang="0">
                  <a:pos x="T6" y="T7"/>
                </a:cxn>
                <a:cxn ang="0">
                  <a:pos x="T8" y="T9"/>
                </a:cxn>
              </a:cxnLst>
              <a:rect l="0" t="0" r="r" b="b"/>
              <a:pathLst>
                <a:path w="3" h="4">
                  <a:moveTo>
                    <a:pt x="3" y="3"/>
                  </a:moveTo>
                  <a:cubicBezTo>
                    <a:pt x="3" y="2"/>
                    <a:pt x="2" y="0"/>
                    <a:pt x="2" y="0"/>
                  </a:cubicBezTo>
                  <a:cubicBezTo>
                    <a:pt x="1" y="0"/>
                    <a:pt x="1" y="1"/>
                    <a:pt x="0" y="2"/>
                  </a:cubicBezTo>
                  <a:cubicBezTo>
                    <a:pt x="0" y="3"/>
                    <a:pt x="1" y="4"/>
                    <a:pt x="1" y="4"/>
                  </a:cubicBezTo>
                  <a:cubicBezTo>
                    <a:pt x="2" y="4"/>
                    <a:pt x="3" y="3"/>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02" name="Freeform 3311"/>
            <p:cNvSpPr/>
            <p:nvPr/>
          </p:nvSpPr>
          <p:spPr bwMode="auto">
            <a:xfrm>
              <a:off x="5139041" y="8808815"/>
              <a:ext cx="7938" cy="12700"/>
            </a:xfrm>
            <a:custGeom>
              <a:avLst/>
              <a:gdLst>
                <a:gd name="T0" fmla="*/ 3 w 3"/>
                <a:gd name="T1" fmla="*/ 3 h 5"/>
                <a:gd name="T2" fmla="*/ 1 w 3"/>
                <a:gd name="T3" fmla="*/ 0 h 5"/>
                <a:gd name="T4" fmla="*/ 0 w 3"/>
                <a:gd name="T5" fmla="*/ 2 h 5"/>
                <a:gd name="T6" fmla="*/ 3 w 3"/>
                <a:gd name="T7" fmla="*/ 5 h 5"/>
                <a:gd name="T8" fmla="*/ 3 w 3"/>
                <a:gd name="T9" fmla="*/ 3 h 5"/>
              </a:gdLst>
              <a:ahLst/>
              <a:cxnLst>
                <a:cxn ang="0">
                  <a:pos x="T0" y="T1"/>
                </a:cxn>
                <a:cxn ang="0">
                  <a:pos x="T2" y="T3"/>
                </a:cxn>
                <a:cxn ang="0">
                  <a:pos x="T4" y="T5"/>
                </a:cxn>
                <a:cxn ang="0">
                  <a:pos x="T6" y="T7"/>
                </a:cxn>
                <a:cxn ang="0">
                  <a:pos x="T8" y="T9"/>
                </a:cxn>
              </a:cxnLst>
              <a:rect l="0" t="0" r="r" b="b"/>
              <a:pathLst>
                <a:path w="3" h="5">
                  <a:moveTo>
                    <a:pt x="3" y="3"/>
                  </a:moveTo>
                  <a:cubicBezTo>
                    <a:pt x="2" y="2"/>
                    <a:pt x="2" y="1"/>
                    <a:pt x="1" y="0"/>
                  </a:cubicBezTo>
                  <a:cubicBezTo>
                    <a:pt x="0" y="0"/>
                    <a:pt x="0" y="2"/>
                    <a:pt x="0" y="2"/>
                  </a:cubicBezTo>
                  <a:cubicBezTo>
                    <a:pt x="1" y="3"/>
                    <a:pt x="2" y="4"/>
                    <a:pt x="3" y="5"/>
                  </a:cubicBezTo>
                  <a:cubicBezTo>
                    <a:pt x="3" y="4"/>
                    <a:pt x="3" y="4"/>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sp>
          <p:nvSpPr>
            <p:cNvPr id="3303" name="Freeform 3312"/>
            <p:cNvSpPr/>
            <p:nvPr/>
          </p:nvSpPr>
          <p:spPr bwMode="auto">
            <a:xfrm>
              <a:off x="5356529" y="8824690"/>
              <a:ext cx="7938" cy="11113"/>
            </a:xfrm>
            <a:custGeom>
              <a:avLst/>
              <a:gdLst>
                <a:gd name="T0" fmla="*/ 3 w 3"/>
                <a:gd name="T1" fmla="*/ 2 h 4"/>
                <a:gd name="T2" fmla="*/ 2 w 3"/>
                <a:gd name="T3" fmla="*/ 0 h 4"/>
                <a:gd name="T4" fmla="*/ 0 w 3"/>
                <a:gd name="T5" fmla="*/ 2 h 4"/>
                <a:gd name="T6" fmla="*/ 1 w 3"/>
                <a:gd name="T7" fmla="*/ 4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3" y="2"/>
                    <a:pt x="2" y="0"/>
                    <a:pt x="2" y="0"/>
                  </a:cubicBezTo>
                  <a:cubicBezTo>
                    <a:pt x="1" y="0"/>
                    <a:pt x="0" y="1"/>
                    <a:pt x="0" y="2"/>
                  </a:cubicBezTo>
                  <a:cubicBezTo>
                    <a:pt x="0" y="2"/>
                    <a:pt x="0" y="4"/>
                    <a:pt x="1" y="4"/>
                  </a:cubicBezTo>
                  <a:cubicBezTo>
                    <a:pt x="2" y="4"/>
                    <a:pt x="2" y="3"/>
                    <a:pt x="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Franklin Gothic Book" panose="020B0503020102020204"/>
                <a:ea typeface="华文楷体" panose="02010600040101010101" pitchFamily="2" charset="-122"/>
                <a:cs typeface="+mn-cs"/>
              </a:endParaRPr>
            </a:p>
          </p:txBody>
        </p:sp>
      </p:gr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0582722" y="269083"/>
            <a:ext cx="1287333" cy="49053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12.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a:xfrm>
            <a:off x="0" y="0"/>
            <a:ext cx="12192000" cy="876300"/>
          </a:xfrm>
          <a:prstGeom prst="rect">
            <a:avLst/>
          </a:prstGeom>
          <a:gradFill flip="none" rotWithShape="1">
            <a:gsLst>
              <a:gs pos="0">
                <a:srgbClr val="1F497D">
                  <a:alpha val="80000"/>
                </a:srgbClr>
              </a:gs>
              <a:gs pos="50000">
                <a:schemeClr val="tx2">
                  <a:lumMod val="60000"/>
                  <a:lumOff val="40000"/>
                  <a:shade val="67500"/>
                  <a:satMod val="115000"/>
                </a:schemeClr>
              </a:gs>
              <a:gs pos="100000">
                <a:srgbClr val="558ED5">
                  <a:alpha val="8000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pitchFamily="34" charset="0"/>
              <a:ea typeface="华文楷体" panose="02010600040101010101" pitchFamily="2" charset="-122"/>
              <a:cs typeface="Calibri" panose="020F0502020204030204" pitchFamily="34" charset="0"/>
            </a:endParaRPr>
          </a:p>
        </p:txBody>
      </p:sp>
      <p:sp>
        <p:nvSpPr>
          <p:cNvPr id="17" name="矩形 16"/>
          <p:cNvSpPr/>
          <p:nvPr/>
        </p:nvSpPr>
        <p:spPr>
          <a:xfrm>
            <a:off x="0" y="6572250"/>
            <a:ext cx="12192000" cy="28575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pitchFamily="34" charset="0"/>
              <a:ea typeface="华文楷体" panose="02010600040101010101" pitchFamily="2" charset="-122"/>
              <a:cs typeface="Calibri" panose="020F0502020204030204" pitchFamily="34" charset="0"/>
            </a:endParaRPr>
          </a:p>
        </p:txBody>
      </p:sp>
      <p:grpSp>
        <p:nvGrpSpPr>
          <p:cNvPr id="2" name="组合 17"/>
          <p:cNvGrpSpPr/>
          <p:nvPr/>
        </p:nvGrpSpPr>
        <p:grpSpPr>
          <a:xfrm>
            <a:off x="0" y="6572272"/>
            <a:ext cx="8477261" cy="285728"/>
            <a:chOff x="0" y="0"/>
            <a:chExt cx="6643702" cy="214314"/>
          </a:xfrm>
          <a:solidFill>
            <a:srgbClr val="1F497D"/>
          </a:solidFill>
        </p:grpSpPr>
        <p:sp>
          <p:nvSpPr>
            <p:cNvPr id="19" name="矩形 18"/>
            <p:cNvSpPr/>
            <p:nvPr/>
          </p:nvSpPr>
          <p:spPr>
            <a:xfrm>
              <a:off x="0" y="0"/>
              <a:ext cx="6357950" cy="21431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pitchFamily="34" charset="0"/>
                <a:ea typeface="华文楷体" panose="02010600040101010101" pitchFamily="2" charset="-122"/>
                <a:cs typeface="Calibri" panose="020F0502020204030204" pitchFamily="34" charset="0"/>
              </a:endParaRPr>
            </a:p>
          </p:txBody>
        </p:sp>
        <p:sp>
          <p:nvSpPr>
            <p:cNvPr id="20" name="直角三角形 19"/>
            <p:cNvSpPr/>
            <p:nvPr/>
          </p:nvSpPr>
          <p:spPr>
            <a:xfrm flipV="1">
              <a:off x="6357950" y="0"/>
              <a:ext cx="285752" cy="21431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pitchFamily="34" charset="0"/>
                <a:ea typeface="华文楷体" panose="02010600040101010101" pitchFamily="2" charset="-122"/>
                <a:cs typeface="Calibri" panose="020F0502020204030204" pitchFamily="34" charset="0"/>
              </a:endParaRPr>
            </a:p>
          </p:txBody>
        </p:sp>
      </p:grpSp>
      <p:sp>
        <p:nvSpPr>
          <p:cNvPr id="25" name="矩形 24"/>
          <p:cNvSpPr/>
          <p:nvPr/>
        </p:nvSpPr>
        <p:spPr>
          <a:xfrm>
            <a:off x="0" y="6572250"/>
            <a:ext cx="12192000" cy="285750"/>
          </a:xfrm>
          <a:prstGeom prst="rect">
            <a:avLst/>
          </a:prstGeom>
          <a:solidFill>
            <a:srgbClr val="7F7F7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pitchFamily="34" charset="0"/>
              <a:ea typeface="华文楷体" panose="02010600040101010101" pitchFamily="2" charset="-122"/>
              <a:cs typeface="Calibri" panose="020F0502020204030204" pitchFamily="34" charset="0"/>
            </a:endParaRPr>
          </a:p>
        </p:txBody>
      </p:sp>
      <p:sp>
        <p:nvSpPr>
          <p:cNvPr id="15" name="矩形 23"/>
          <p:cNvSpPr/>
          <p:nvPr/>
        </p:nvSpPr>
        <p:spPr>
          <a:xfrm>
            <a:off x="0" y="0"/>
            <a:ext cx="12192000" cy="876300"/>
          </a:xfrm>
          <a:prstGeom prst="rect">
            <a:avLst/>
          </a:prstGeom>
          <a:noFill/>
          <a:ln w="9525">
            <a:noFill/>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1" i="0" u="none" strike="noStrike" kern="1200" cap="none" spc="0" normalizeH="0" baseline="0" noProof="0" dirty="0">
              <a:ln>
                <a:noFill/>
              </a:ln>
              <a:solidFill>
                <a:prstClr val="white"/>
              </a:solidFill>
              <a:effectLst/>
              <a:uLnTx/>
              <a:uFillTx/>
              <a:latin typeface="Calibri" panose="020F0502020204030204" pitchFamily="34" charset="0"/>
              <a:ea typeface="思源黑体 CN Regular" panose="020B0500000000000000" pitchFamily="34" charset="-122"/>
              <a:cs typeface="Calibri" panose="020F0502020204030204" pitchFamily="34" charset="0"/>
            </a:endParaRPr>
          </a:p>
        </p:txBody>
      </p:sp>
      <p:sp>
        <p:nvSpPr>
          <p:cNvPr id="1027" name="文本占位符 2"/>
          <p:cNvSpPr>
            <a:spLocks noGrp="1"/>
          </p:cNvSpPr>
          <p:nvPr>
            <p:ph type="body"/>
          </p:nvPr>
        </p:nvSpPr>
        <p:spPr>
          <a:xfrm>
            <a:off x="191344" y="1066800"/>
            <a:ext cx="11391056" cy="5362575"/>
          </a:xfrm>
          <a:prstGeom prst="rect">
            <a:avLst/>
          </a:prstGeom>
          <a:noFill/>
          <a:ln w="9525">
            <a:noFill/>
          </a:ln>
        </p:spPr>
        <p:txBody>
          <a:bodyPr anchor="t"/>
          <a:lstStyle/>
          <a:p>
            <a:pPr lvl="0" indent="-342900"/>
            <a:r>
              <a:rPr lang="en-US" altLang="zh-CN" dirty="0"/>
              <a:t>1st Level</a:t>
            </a:r>
            <a:endParaRPr lang="en-US" altLang="zh-CN" dirty="0"/>
          </a:p>
          <a:p>
            <a:pPr lvl="1" indent="-285750"/>
            <a:r>
              <a:rPr lang="en-US" altLang="zh-CN" dirty="0"/>
              <a:t>2nd Level</a:t>
            </a:r>
            <a:endParaRPr lang="en-US" altLang="zh-CN" dirty="0"/>
          </a:p>
          <a:p>
            <a:pPr lvl="2" indent="-228600"/>
            <a:r>
              <a:rPr lang="en-US" altLang="zh-CN" dirty="0"/>
              <a:t>3rd Level</a:t>
            </a:r>
            <a:endParaRPr lang="en-US" altLang="zh-CN" dirty="0"/>
          </a:p>
        </p:txBody>
      </p:sp>
      <p:sp>
        <p:nvSpPr>
          <p:cNvPr id="14" name="矩形 20"/>
          <p:cNvSpPr>
            <a:spLocks noChangeArrowheads="1"/>
          </p:cNvSpPr>
          <p:nvPr/>
        </p:nvSpPr>
        <p:spPr bwMode="auto">
          <a:xfrm>
            <a:off x="4856284" y="6534279"/>
            <a:ext cx="21430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Regular" panose="020B0500000000000000" pitchFamily="34" charset="-122"/>
                <a:cs typeface="Calibri" panose="020F0502020204030204" pitchFamily="34" charset="0"/>
                <a:sym typeface="+mn-ea"/>
              </a:rPr>
              <a:t>All rights reserved </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Regular" panose="020B0500000000000000" pitchFamily="34" charset="-122"/>
              <a:cs typeface="Calibri" panose="020F0502020204030204" pitchFamily="34" charset="0"/>
              <a:sym typeface="+mn-ea"/>
            </a:endParaRPr>
          </a:p>
        </p:txBody>
      </p:sp>
      <p:sp>
        <p:nvSpPr>
          <p:cNvPr id="1034" name="标题占位符 1"/>
          <p:cNvSpPr>
            <a:spLocks noGrp="1"/>
          </p:cNvSpPr>
          <p:nvPr>
            <p:ph type="title"/>
          </p:nvPr>
        </p:nvSpPr>
        <p:spPr>
          <a:xfrm>
            <a:off x="191135" y="117475"/>
            <a:ext cx="10011410" cy="714375"/>
          </a:xfrm>
          <a:prstGeom prst="rect">
            <a:avLst/>
          </a:prstGeom>
          <a:noFill/>
          <a:ln w="9525">
            <a:noFill/>
          </a:ln>
        </p:spPr>
        <p:txBody>
          <a:bodyPr anchor="ctr"/>
          <a:lstStyle/>
          <a:p>
            <a:pPr lvl="0"/>
            <a:endParaRPr lang="zh-CN" altLang="en-US" dirty="0"/>
          </a:p>
        </p:txBody>
      </p:sp>
      <p:sp>
        <p:nvSpPr>
          <p:cNvPr id="13" name="矩形 20"/>
          <p:cNvSpPr>
            <a:spLocks noChangeArrowheads="1"/>
          </p:cNvSpPr>
          <p:nvPr/>
        </p:nvSpPr>
        <p:spPr bwMode="auto">
          <a:xfrm>
            <a:off x="99764" y="6534279"/>
            <a:ext cx="17251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Regular" panose="020B0500000000000000" pitchFamily="34" charset="-122"/>
                <a:cs typeface="Calibri" panose="020F0502020204030204" pitchFamily="34" charset="0"/>
                <a:sym typeface="+mn-ea"/>
              </a:rPr>
              <a:t>Confidential</a:t>
            </a: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Regular" panose="020B0500000000000000" pitchFamily="34" charset="-122"/>
                <a:cs typeface="Calibri" panose="020F0502020204030204" pitchFamily="34" charset="0"/>
                <a:sym typeface="+mn-ea"/>
              </a:rPr>
              <a:t>▲</a:t>
            </a:r>
            <a:endParaRPr kumimoji="0" lang="en-US" altLang="zh-CN" sz="1800" b="0" i="0" u="none" strike="noStrike" kern="1200" cap="none" spc="0" normalizeH="0" baseline="0" noProof="0" dirty="0">
              <a:ln>
                <a:noFill/>
              </a:ln>
              <a:solidFill>
                <a:prstClr val="white"/>
              </a:solidFill>
              <a:effectLst/>
              <a:uLnTx/>
              <a:uFillTx/>
              <a:latin typeface="思源黑体 CN Normal" panose="020B0400000000000000" pitchFamily="34" charset="-122"/>
              <a:ea typeface="思源黑体 CN Regular" panose="020B0500000000000000" pitchFamily="34" charset="-122"/>
              <a:cs typeface="Calibri" panose="020F0502020204030204" pitchFamily="34" charset="0"/>
              <a:sym typeface="+mn-ea"/>
            </a:endParaRPr>
          </a:p>
        </p:txBody>
      </p:sp>
      <p:pic>
        <p:nvPicPr>
          <p:cNvPr id="5" name="图片 4"/>
          <p:cNvPicPr>
            <a:picLocks noChangeAspect="1"/>
          </p:cNvPicPr>
          <p:nvPr/>
        </p:nvPicPr>
        <p:blipFill rotWithShape="1">
          <a:blip r:embed="rId11" cstate="print">
            <a:extLst>
              <a:ext uri="{28A0092B-C50C-407E-A947-70E740481C1C}">
                <a14:useLocalDpi xmlns:a14="http://schemas.microsoft.com/office/drawing/2010/main" val="0"/>
              </a:ext>
            </a:extLst>
          </a:blip>
          <a:srcRect l="-3035" t="-7422" r="-2294" b="-8162"/>
          <a:stretch>
            <a:fillRect/>
          </a:stretch>
        </p:blipFill>
        <p:spPr>
          <a:xfrm>
            <a:off x="10479405" y="219710"/>
            <a:ext cx="1419860" cy="593725"/>
          </a:xfrm>
          <a:prstGeom prst="rect">
            <a:avLst/>
          </a:prstGeom>
        </p:spPr>
      </p:pic>
      <p:sp>
        <p:nvSpPr>
          <p:cNvPr id="4" name="灯片编号占位符 3"/>
          <p:cNvSpPr>
            <a:spLocks noGrp="1"/>
          </p:cNvSpPr>
          <p:nvPr>
            <p:ph type="sldNum" sz="quarter" idx="4"/>
          </p:nvPr>
        </p:nvSpPr>
        <p:spPr>
          <a:xfrm>
            <a:off x="9273563" y="6536383"/>
            <a:ext cx="2743200" cy="365125"/>
          </a:xfrm>
          <a:prstGeom prst="rect">
            <a:avLst/>
          </a:prstGeom>
        </p:spPr>
        <p:txBody>
          <a:bodyPr vert="horz" lIns="91440" tIns="45720" rIns="91440" bIns="45720" rtlCol="0" anchor="ctr"/>
          <a:lstStyle>
            <a:lvl1pPr algn="r">
              <a:defRPr sz="1800">
                <a:solidFill>
                  <a:schemeClr val="bg1"/>
                </a:solidFill>
                <a:latin typeface="思源黑体 CN Normal" panose="020B0400000000000000" pitchFamily="34" charset="-122"/>
              </a:defRPr>
            </a:lvl1pPr>
          </a:lstStyle>
          <a:p>
            <a:fld id="{C2F56AAE-D930-4DA8-972B-D83885EC21DE}"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dt="0"/>
  <p:txStyles>
    <p:titleStyle>
      <a:lvl1pPr algn="l" rtl="0" eaLnBrk="1" fontAlgn="base" hangingPunct="1">
        <a:spcBef>
          <a:spcPct val="0"/>
        </a:spcBef>
        <a:spcAft>
          <a:spcPct val="0"/>
        </a:spcAft>
        <a:defRPr sz="3200" b="1" kern="1200" baseline="0">
          <a:solidFill>
            <a:schemeClr val="bg1"/>
          </a:solidFill>
          <a:latin typeface="+mj-ea"/>
          <a:ea typeface="+mj-ea"/>
          <a:cs typeface="Calibri" panose="020F0502020204030204" pitchFamily="34" charset="0"/>
        </a:defRPr>
      </a:lvl1pPr>
      <a:lvl2pPr algn="l" rtl="0" eaLnBrk="1" fontAlgn="base" hangingPunct="1">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2pPr>
      <a:lvl3pPr algn="l" rtl="0" eaLnBrk="1" fontAlgn="base" hangingPunct="1">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3pPr>
      <a:lvl4pPr algn="l" rtl="0" eaLnBrk="1" fontAlgn="base" hangingPunct="1">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4pPr>
      <a:lvl5pPr algn="l" rtl="0" eaLnBrk="1" fontAlgn="base" hangingPunct="1">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5pPr>
      <a:lvl6pPr marL="457200" algn="l" rtl="0" eaLnBrk="1" fontAlgn="base" hangingPunct="1">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6pPr>
      <a:lvl7pPr marL="914400" algn="l" rtl="0" eaLnBrk="1" fontAlgn="base" hangingPunct="1">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7pPr>
      <a:lvl8pPr marL="1371600" algn="l" rtl="0" eaLnBrk="1" fontAlgn="base" hangingPunct="1">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8pPr>
      <a:lvl9pPr marL="1828800" algn="l" rtl="0" eaLnBrk="1" fontAlgn="base" hangingPunct="1">
        <a:spcBef>
          <a:spcPct val="0"/>
        </a:spcBef>
        <a:spcAft>
          <a:spcPct val="0"/>
        </a:spcAft>
        <a:defRPr sz="3600">
          <a:solidFill>
            <a:schemeClr val="bg1"/>
          </a:solidFill>
          <a:latin typeface="微软雅黑" panose="020B0503020204020204" pitchFamily="34" charset="-122"/>
          <a:ea typeface="微软雅黑" panose="020B0503020204020204" pitchFamily="34" charset="-122"/>
        </a:defRPr>
      </a:lvl9pPr>
    </p:titleStyle>
    <p:bodyStyle>
      <a:lvl1pPr marL="342900" indent="-342900" algn="l" rtl="0" eaLnBrk="1" fontAlgn="base" hangingPunct="1">
        <a:spcBef>
          <a:spcPct val="20000"/>
        </a:spcBef>
        <a:spcAft>
          <a:spcPct val="0"/>
        </a:spcAft>
        <a:buFont typeface="Arial" panose="020B0604020202020204" pitchFamily="34" charset="0"/>
        <a:buChar char="•"/>
        <a:defRPr sz="2400" b="1" kern="1200" baseline="0">
          <a:solidFill>
            <a:schemeClr val="tx1">
              <a:lumMod val="75000"/>
              <a:lumOff val="25000"/>
            </a:schemeClr>
          </a:solidFill>
          <a:latin typeface="+mn-ea"/>
          <a:ea typeface="+mn-ea"/>
          <a:cs typeface="Calibri" panose="020F050202020403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2000" kern="1200" baseline="0">
          <a:solidFill>
            <a:schemeClr val="tx1">
              <a:lumMod val="75000"/>
              <a:lumOff val="25000"/>
            </a:schemeClr>
          </a:solidFill>
          <a:latin typeface="+mn-ea"/>
          <a:ea typeface="+mn-ea"/>
          <a:cs typeface="Calibri" panose="020F0502020204030204" pitchFamily="34" charset="0"/>
        </a:defRPr>
      </a:lvl2pPr>
      <a:lvl3pPr marL="1143000" indent="-228600" algn="l" rtl="0" eaLnBrk="1" fontAlgn="base" hangingPunct="1">
        <a:spcBef>
          <a:spcPct val="20000"/>
        </a:spcBef>
        <a:spcAft>
          <a:spcPct val="0"/>
        </a:spcAft>
        <a:buFont typeface="Arial" panose="020B0604020202020204" pitchFamily="34" charset="0"/>
        <a:buChar char="•"/>
        <a:defRPr sz="1800" i="1" kern="1200" baseline="0">
          <a:solidFill>
            <a:schemeClr val="tx1">
              <a:lumMod val="75000"/>
              <a:lumOff val="25000"/>
            </a:schemeClr>
          </a:solidFill>
          <a:latin typeface="+mn-ea"/>
          <a:ea typeface="+mn-ea"/>
          <a:cs typeface="Calibri" panose="020F0502020204030204" pitchFamily="34" charset="0"/>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Times New Roman" panose="02020603050405020304" pitchFamily="18" charset="0"/>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image" Target="../media/image1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8.xml"/><Relationship Id="rId5" Type="http://schemas.openxmlformats.org/officeDocument/2006/relationships/hyperlink" Target="https://yosyshq.readthedocs.io/projects/eqy/en/stable/" TargetMode="External"/><Relationship Id="rId4" Type="http://schemas.openxmlformats.org/officeDocument/2006/relationships/hyperlink" Target="https://arxiv.org/abs/2401.12224" TargetMode="External"/><Relationship Id="rId3" Type="http://schemas.openxmlformats.org/officeDocument/2006/relationships/hyperlink" Target="https://arxiv.org/abs/2308.10204" TargetMode="External"/><Relationship Id="rId2" Type="http://schemas.openxmlformats.org/officeDocument/2006/relationships/hyperlink" Target="https://link.springer.com/book/10.1007/b117406" TargetMode="External"/><Relationship Id="rId1" Type="http://schemas.openxmlformats.org/officeDocument/2006/relationships/hyperlink" Target="https://shop.elsevier.com/books/vlsi-test-principles-and-architectures/wang/978-0-12-370597-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1135" y="117475"/>
            <a:ext cx="10295890" cy="714375"/>
          </a:xfrm>
        </p:spPr>
        <p:txBody>
          <a:bodyPr/>
          <a:lstStyle/>
          <a:p>
            <a:pPr algn="l"/>
            <a:r>
              <a:rPr sz="3000" b="0" dirty="0" err="1">
                <a:solidFill>
                  <a:srgbClr val="FFFFFF"/>
                </a:solidFill>
                <a:latin typeface="思源黑体 CN Regular"/>
              </a:rPr>
              <a:t>任务一</a:t>
            </a:r>
            <a:r>
              <a:rPr sz="3000" b="0" dirty="0">
                <a:solidFill>
                  <a:srgbClr val="FFFFFF"/>
                </a:solidFill>
                <a:latin typeface="思源黑体 CN Regular"/>
              </a:rPr>
              <a:t>：</a:t>
            </a:r>
            <a:r>
              <a:rPr lang="zh-CN" altLang="en-US" sz="3000" b="0" dirty="0">
                <a:solidFill>
                  <a:srgbClr val="FFFFFF"/>
                </a:solidFill>
                <a:latin typeface="思源黑体 CN Regular"/>
              </a:rPr>
              <a:t>自然语言驱动的</a:t>
            </a:r>
            <a:r>
              <a:rPr lang="en-US" altLang="zh-CN" sz="3000" b="0" dirty="0">
                <a:solidFill>
                  <a:srgbClr val="FFFFFF"/>
                </a:solidFill>
                <a:latin typeface="思源黑体 CN Regular"/>
              </a:rPr>
              <a:t>Scan Insertion </a:t>
            </a:r>
            <a:r>
              <a:rPr lang="en-US" altLang="zh-CN" sz="3000" b="0" dirty="0" err="1">
                <a:solidFill>
                  <a:srgbClr val="FFFFFF"/>
                </a:solidFill>
                <a:latin typeface="思源黑体 CN Regular"/>
              </a:rPr>
              <a:t>Dofile</a:t>
            </a:r>
            <a:r>
              <a:rPr lang="zh-CN" altLang="en-US" sz="3000" b="0" dirty="0">
                <a:solidFill>
                  <a:srgbClr val="FFFFFF"/>
                </a:solidFill>
                <a:latin typeface="思源黑体 CN Regular"/>
              </a:rPr>
              <a:t>编写与执行</a:t>
            </a:r>
            <a:endParaRPr sz="3000" b="0" dirty="0">
              <a:solidFill>
                <a:srgbClr val="FFFFFF"/>
              </a:solidFill>
              <a:latin typeface="思源黑体 CN Regular"/>
            </a:endParaRPr>
          </a:p>
        </p:txBody>
      </p:sp>
      <p:sp>
        <p:nvSpPr>
          <p:cNvPr id="4" name="灯片编号占位符 3"/>
          <p:cNvSpPr>
            <a:spLocks noGrp="1"/>
          </p:cNvSpPr>
          <p:nvPr>
            <p:ph type="sldNum" sz="quarter" idx="12"/>
          </p:nvPr>
        </p:nvSpPr>
        <p:spPr/>
        <p:txBody>
          <a:bodyPr/>
          <a:lstStyle/>
          <a:p>
            <a:r>
              <a:rPr lang="en-US" dirty="0"/>
              <a:t>6</a:t>
            </a:r>
            <a:endParaRPr dirty="0"/>
          </a:p>
        </p:txBody>
      </p:sp>
      <p:sp>
        <p:nvSpPr>
          <p:cNvPr id="5" name="Rectangle 4"/>
          <p:cNvSpPr/>
          <p:nvPr/>
        </p:nvSpPr>
        <p:spPr>
          <a:xfrm>
            <a:off x="502920" y="1771269"/>
            <a:ext cx="3154680" cy="310896"/>
          </a:xfrm>
          <a:prstGeom prst="rect">
            <a:avLst/>
          </a:prstGeom>
          <a:solidFill>
            <a:srgbClr val="1F497D"/>
          </a:solidFill>
          <a:ln w="635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b="1">
                <a:solidFill>
                  <a:srgbClr val="FFFFFF"/>
                </a:solidFill>
                <a:latin typeface="思源黑体 CN Regular"/>
              </a:rPr>
              <a:t>输入</a:t>
            </a:r>
            <a:endParaRPr sz="1400" b="1">
              <a:solidFill>
                <a:srgbClr val="FFFFFF"/>
              </a:solidFill>
              <a:latin typeface="思源黑体 CN Regular"/>
            </a:endParaRPr>
          </a:p>
        </p:txBody>
      </p:sp>
      <p:sp>
        <p:nvSpPr>
          <p:cNvPr id="6" name="Rectangle 5"/>
          <p:cNvSpPr/>
          <p:nvPr/>
        </p:nvSpPr>
        <p:spPr>
          <a:xfrm>
            <a:off x="4096512" y="1771269"/>
            <a:ext cx="3794760" cy="310896"/>
          </a:xfrm>
          <a:prstGeom prst="rect">
            <a:avLst/>
          </a:prstGeom>
          <a:solidFill>
            <a:srgbClr val="558ED5"/>
          </a:solidFill>
          <a:ln w="6350">
            <a:solidFill>
              <a:srgbClr val="558ED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b="1">
                <a:solidFill>
                  <a:srgbClr val="FFFFFF"/>
                </a:solidFill>
                <a:latin typeface="思源黑体 CN Regular"/>
              </a:rPr>
              <a:t>Agent 执行边界</a:t>
            </a:r>
            <a:endParaRPr sz="1400" b="1">
              <a:solidFill>
                <a:srgbClr val="FFFFFF"/>
              </a:solidFill>
              <a:latin typeface="思源黑体 CN Regular"/>
            </a:endParaRPr>
          </a:p>
        </p:txBody>
      </p:sp>
      <p:sp>
        <p:nvSpPr>
          <p:cNvPr id="7" name="Rectangle 6"/>
          <p:cNvSpPr/>
          <p:nvPr/>
        </p:nvSpPr>
        <p:spPr>
          <a:xfrm>
            <a:off x="8302752" y="1771269"/>
            <a:ext cx="3383280" cy="310896"/>
          </a:xfrm>
          <a:prstGeom prst="rect">
            <a:avLst/>
          </a:prstGeom>
          <a:solidFill>
            <a:srgbClr val="1F497D"/>
          </a:solidFill>
          <a:ln w="635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b="1">
                <a:solidFill>
                  <a:srgbClr val="FFFFFF"/>
                </a:solidFill>
                <a:latin typeface="思源黑体 CN Regular"/>
              </a:rPr>
              <a:t>输出与验收</a:t>
            </a:r>
            <a:endParaRPr sz="1400" b="1">
              <a:solidFill>
                <a:srgbClr val="FFFFFF"/>
              </a:solidFill>
              <a:latin typeface="思源黑体 CN Regular"/>
            </a:endParaRPr>
          </a:p>
        </p:txBody>
      </p:sp>
      <p:sp>
        <p:nvSpPr>
          <p:cNvPr id="8" name="Rectangle 7"/>
          <p:cNvSpPr/>
          <p:nvPr/>
        </p:nvSpPr>
        <p:spPr>
          <a:xfrm>
            <a:off x="502920" y="2420493"/>
            <a:ext cx="3154680" cy="713232"/>
          </a:xfrm>
          <a:prstGeom prst="rect">
            <a:avLst/>
          </a:prstGeom>
          <a:solidFill>
            <a:srgbClr val="F5F8FC"/>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b="0">
                <a:solidFill>
                  <a:srgbClr val="263445"/>
                </a:solidFill>
                <a:latin typeface="思源黑体 CN Regular"/>
              </a:rPr>
              <a:t>Pre-scan 门级网表</a:t>
            </a:r>
            <a:endParaRPr sz="1400" b="0">
              <a:solidFill>
                <a:srgbClr val="263445"/>
              </a:solidFill>
              <a:latin typeface="思源黑体 CN Regular"/>
            </a:endParaRPr>
          </a:p>
        </p:txBody>
      </p:sp>
      <p:sp>
        <p:nvSpPr>
          <p:cNvPr id="9" name="Rectangle 8"/>
          <p:cNvSpPr/>
          <p:nvPr/>
        </p:nvSpPr>
        <p:spPr>
          <a:xfrm>
            <a:off x="502920" y="3408045"/>
            <a:ext cx="3154680" cy="713232"/>
          </a:xfrm>
          <a:prstGeom prst="rect">
            <a:avLst/>
          </a:prstGeom>
          <a:solidFill>
            <a:srgbClr val="F5F8FC"/>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b="0">
                <a:solidFill>
                  <a:srgbClr val="263445"/>
                </a:solidFill>
                <a:latin typeface="思源黑体 CN Regular"/>
              </a:rPr>
              <a:t>Liberty 标准单元库</a:t>
            </a:r>
            <a:endParaRPr sz="1400" b="0">
              <a:solidFill>
                <a:srgbClr val="263445"/>
              </a:solidFill>
              <a:latin typeface="思源黑体 CN Regular"/>
            </a:endParaRPr>
          </a:p>
        </p:txBody>
      </p:sp>
      <p:sp>
        <p:nvSpPr>
          <p:cNvPr id="10" name="Rectangle 9"/>
          <p:cNvSpPr/>
          <p:nvPr/>
        </p:nvSpPr>
        <p:spPr>
          <a:xfrm>
            <a:off x="502920" y="4395597"/>
            <a:ext cx="3154680" cy="713232"/>
          </a:xfrm>
          <a:prstGeom prst="rect">
            <a:avLst/>
          </a:prstGeom>
          <a:solidFill>
            <a:srgbClr val="F5F8FC"/>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dirty="0" err="1">
                <a:solidFill>
                  <a:srgbClr val="263445"/>
                </a:solidFill>
                <a:latin typeface="思源黑体 CN Regular"/>
              </a:rPr>
              <a:t>自然语言任务说明</a:t>
            </a:r>
            <a:r>
              <a:rPr sz="1400" dirty="0">
                <a:solidFill>
                  <a:srgbClr val="263445"/>
                </a:solidFill>
                <a:latin typeface="思源黑体 CN Regular"/>
              </a:rPr>
              <a:t> + limitations</a:t>
            </a:r>
            <a:endParaRPr sz="1400" dirty="0">
              <a:solidFill>
                <a:srgbClr val="263445"/>
              </a:solidFill>
              <a:latin typeface="思源黑体 CN Regular"/>
            </a:endParaRPr>
          </a:p>
        </p:txBody>
      </p:sp>
      <p:cxnSp>
        <p:nvCxnSpPr>
          <p:cNvPr id="11" name="Connector 10"/>
          <p:cNvCxnSpPr/>
          <p:nvPr/>
        </p:nvCxnSpPr>
        <p:spPr>
          <a:xfrm>
            <a:off x="3703320" y="3526917"/>
            <a:ext cx="338328" cy="0"/>
          </a:xfrm>
          <a:prstGeom prst="line">
            <a:avLst/>
          </a:prstGeom>
          <a:ln w="20320">
            <a:solidFill>
              <a:srgbClr val="558ED5"/>
            </a:solidFill>
          </a:ln>
        </p:spPr>
        <p:style>
          <a:lnRef idx="2">
            <a:schemeClr val="accent1"/>
          </a:lnRef>
          <a:fillRef idx="0">
            <a:schemeClr val="accent1"/>
          </a:fillRef>
          <a:effectRef idx="1">
            <a:schemeClr val="accent1"/>
          </a:effectRef>
          <a:fontRef idx="minor">
            <a:schemeClr val="tx1"/>
          </a:fontRef>
        </p:style>
      </p:cxnSp>
      <p:sp>
        <p:nvSpPr>
          <p:cNvPr id="12" name="Isosceles Triangle 11"/>
          <p:cNvSpPr/>
          <p:nvPr/>
        </p:nvSpPr>
        <p:spPr>
          <a:xfrm rot="5400000">
            <a:off x="3949446" y="3453765"/>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96512" y="2827401"/>
            <a:ext cx="3794760" cy="1005840"/>
          </a:xfrm>
          <a:prstGeom prst="rect">
            <a:avLst/>
          </a:prstGeom>
          <a:solidFill>
            <a:srgbClr val="EAF2FB"/>
          </a:solidFill>
          <a:ln w="15240">
            <a:solidFill>
              <a:srgbClr val="558ED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500" dirty="0" err="1">
                <a:solidFill>
                  <a:srgbClr val="263445"/>
                </a:solidFill>
                <a:latin typeface="思源黑体 CN Regular"/>
              </a:rPr>
              <a:t>读取</a:t>
            </a:r>
            <a:r>
              <a:rPr lang="zh-CN" altLang="en-US" sz="1500" dirty="0">
                <a:solidFill>
                  <a:srgbClr val="263445"/>
                </a:solidFill>
                <a:latin typeface="思源黑体 CN Regular"/>
              </a:rPr>
              <a:t>任务书</a:t>
            </a:r>
            <a:r>
              <a:rPr sz="1500" dirty="0">
                <a:solidFill>
                  <a:srgbClr val="263445"/>
                </a:solidFill>
                <a:latin typeface="思源黑体 CN Regular"/>
              </a:rPr>
              <a:t> → </a:t>
            </a:r>
            <a:r>
              <a:rPr sz="1500" dirty="0" err="1">
                <a:solidFill>
                  <a:srgbClr val="263445"/>
                </a:solidFill>
                <a:latin typeface="思源黑体 CN Regular"/>
              </a:rPr>
              <a:t>检索手册</a:t>
            </a:r>
            <a:r>
              <a:rPr sz="1500" dirty="0">
                <a:solidFill>
                  <a:srgbClr val="263445"/>
                </a:solidFill>
                <a:latin typeface="思源黑体 CN Regular"/>
              </a:rPr>
              <a:t> → </a:t>
            </a:r>
            <a:r>
              <a:rPr sz="1500" dirty="0" err="1">
                <a:solidFill>
                  <a:srgbClr val="263445"/>
                </a:solidFill>
                <a:latin typeface="思源黑体 CN Regular"/>
              </a:rPr>
              <a:t>分析网表</a:t>
            </a:r>
            <a:br>
              <a:rPr dirty="0"/>
            </a:br>
            <a:r>
              <a:rPr sz="1500" dirty="0">
                <a:solidFill>
                  <a:srgbClr val="263445"/>
                </a:solidFill>
                <a:latin typeface="思源黑体 CN Regular"/>
              </a:rPr>
              <a:t>→ </a:t>
            </a:r>
            <a:r>
              <a:rPr sz="1500" dirty="0" err="1">
                <a:solidFill>
                  <a:srgbClr val="263445"/>
                </a:solidFill>
                <a:latin typeface="思源黑体 CN Regular"/>
              </a:rPr>
              <a:t>生成</a:t>
            </a:r>
            <a:r>
              <a:rPr sz="1500" dirty="0">
                <a:solidFill>
                  <a:srgbClr val="263445"/>
                </a:solidFill>
                <a:latin typeface="思源黑体 CN Regular"/>
              </a:rPr>
              <a:t> </a:t>
            </a:r>
            <a:r>
              <a:rPr sz="1500" dirty="0" err="1">
                <a:solidFill>
                  <a:srgbClr val="263445"/>
                </a:solidFill>
                <a:latin typeface="思源黑体 CN Regular"/>
              </a:rPr>
              <a:t>Dofile</a:t>
            </a:r>
            <a:r>
              <a:rPr sz="1500" dirty="0">
                <a:solidFill>
                  <a:srgbClr val="263445"/>
                </a:solidFill>
                <a:latin typeface="思源黑体 CN Regular"/>
              </a:rPr>
              <a:t> → </a:t>
            </a:r>
            <a:r>
              <a:rPr sz="1500" dirty="0" err="1">
                <a:solidFill>
                  <a:srgbClr val="263445"/>
                </a:solidFill>
                <a:latin typeface="思源黑体 CN Regular"/>
              </a:rPr>
              <a:t>调用工具</a:t>
            </a:r>
            <a:r>
              <a:rPr sz="1500" dirty="0">
                <a:solidFill>
                  <a:srgbClr val="263445"/>
                </a:solidFill>
                <a:latin typeface="思源黑体 CN Regular"/>
              </a:rPr>
              <a:t> → </a:t>
            </a:r>
            <a:r>
              <a:rPr sz="1500" dirty="0" err="1">
                <a:solidFill>
                  <a:srgbClr val="263445"/>
                </a:solidFill>
                <a:latin typeface="思源黑体 CN Regular"/>
              </a:rPr>
              <a:t>验证结果</a:t>
            </a:r>
            <a:endParaRPr sz="1500" dirty="0">
              <a:solidFill>
                <a:srgbClr val="263445"/>
              </a:solidFill>
              <a:latin typeface="思源黑体 CN Regular"/>
            </a:endParaRPr>
          </a:p>
        </p:txBody>
      </p:sp>
      <p:sp>
        <p:nvSpPr>
          <p:cNvPr id="14" name="Rectangle 13"/>
          <p:cNvSpPr/>
          <p:nvPr/>
        </p:nvSpPr>
        <p:spPr>
          <a:xfrm>
            <a:off x="4096512" y="4121277"/>
            <a:ext cx="3794760" cy="804672"/>
          </a:xfrm>
          <a:prstGeom prst="rect">
            <a:avLst/>
          </a:prstGeom>
          <a:solidFill>
            <a:srgbClr val="FFFFFF"/>
          </a:solidFill>
          <a:ln w="22860">
            <a:solidFill>
              <a:srgbClr val="C0504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600" dirty="0" err="1">
                <a:solidFill>
                  <a:srgbClr val="C0504D"/>
                </a:solidFill>
                <a:latin typeface="思源黑体 CN Regular"/>
              </a:rPr>
              <a:t>禁止修改输入</a:t>
            </a:r>
            <a:r>
              <a:rPr sz="1600" dirty="0">
                <a:solidFill>
                  <a:srgbClr val="C0504D"/>
                </a:solidFill>
                <a:latin typeface="思源黑体 CN Regular"/>
              </a:rPr>
              <a:t> Pre-scan </a:t>
            </a:r>
            <a:r>
              <a:rPr sz="1600" dirty="0" err="1">
                <a:solidFill>
                  <a:srgbClr val="C0504D"/>
                </a:solidFill>
                <a:latin typeface="思源黑体 CN Regular"/>
              </a:rPr>
              <a:t>网表</a:t>
            </a:r>
            <a:endParaRPr sz="1600" dirty="0">
              <a:solidFill>
                <a:srgbClr val="C0504D"/>
              </a:solidFill>
              <a:latin typeface="思源黑体 CN Regular"/>
            </a:endParaRPr>
          </a:p>
        </p:txBody>
      </p:sp>
      <p:cxnSp>
        <p:nvCxnSpPr>
          <p:cNvPr id="16" name="Connector 15"/>
          <p:cNvCxnSpPr/>
          <p:nvPr/>
        </p:nvCxnSpPr>
        <p:spPr>
          <a:xfrm>
            <a:off x="7936992" y="3526917"/>
            <a:ext cx="310896" cy="0"/>
          </a:xfrm>
          <a:prstGeom prst="line">
            <a:avLst/>
          </a:prstGeom>
          <a:ln w="20320">
            <a:solidFill>
              <a:srgbClr val="558ED5"/>
            </a:solidFill>
          </a:ln>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8155686" y="3453765"/>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02752" y="2420493"/>
            <a:ext cx="3383280" cy="713232"/>
          </a:xfrm>
          <a:prstGeom prst="rect">
            <a:avLst/>
          </a:prstGeom>
          <a:solidFill>
            <a:srgbClr val="F5F8FC"/>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a:solidFill>
                  <a:srgbClr val="263445"/>
                </a:solidFill>
                <a:latin typeface="思源黑体 CN Regular"/>
              </a:rPr>
              <a:t>final.dofile + Post-scan 网表</a:t>
            </a:r>
            <a:endParaRPr sz="1400">
              <a:solidFill>
                <a:srgbClr val="263445"/>
              </a:solidFill>
              <a:latin typeface="思源黑体 CN Regular"/>
            </a:endParaRPr>
          </a:p>
        </p:txBody>
      </p:sp>
      <p:sp>
        <p:nvSpPr>
          <p:cNvPr id="19" name="Rectangle 18"/>
          <p:cNvSpPr/>
          <p:nvPr/>
        </p:nvSpPr>
        <p:spPr>
          <a:xfrm>
            <a:off x="8302752" y="3408045"/>
            <a:ext cx="3383280" cy="713232"/>
          </a:xfrm>
          <a:prstGeom prst="rect">
            <a:avLst/>
          </a:prstGeom>
          <a:solidFill>
            <a:srgbClr val="F5F8FC"/>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b="0" dirty="0">
                <a:solidFill>
                  <a:srgbClr val="263445"/>
                </a:solidFill>
                <a:latin typeface="思源黑体 CN Regular"/>
              </a:rPr>
              <a:t>CTL / SCANDEF / </a:t>
            </a:r>
            <a:r>
              <a:rPr sz="1400" b="0" dirty="0" err="1">
                <a:solidFill>
                  <a:srgbClr val="263445"/>
                </a:solidFill>
                <a:latin typeface="思源黑体 CN Regular"/>
              </a:rPr>
              <a:t>各类报告</a:t>
            </a:r>
            <a:endParaRPr sz="1400" b="0" dirty="0">
              <a:solidFill>
                <a:srgbClr val="263445"/>
              </a:solidFill>
              <a:latin typeface="思源黑体 CN Regular"/>
            </a:endParaRPr>
          </a:p>
        </p:txBody>
      </p:sp>
      <p:sp>
        <p:nvSpPr>
          <p:cNvPr id="20" name="Rectangle 19"/>
          <p:cNvSpPr/>
          <p:nvPr/>
        </p:nvSpPr>
        <p:spPr>
          <a:xfrm>
            <a:off x="8302752" y="4395597"/>
            <a:ext cx="3383280" cy="713232"/>
          </a:xfrm>
          <a:prstGeom prst="rect">
            <a:avLst/>
          </a:prstGeom>
          <a:solidFill>
            <a:srgbClr val="F5F8FC"/>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b="0" dirty="0" err="1">
                <a:solidFill>
                  <a:srgbClr val="263445"/>
                </a:solidFill>
                <a:latin typeface="思源黑体 CN Regular"/>
              </a:rPr>
              <a:t>每轮完整日志</a:t>
            </a:r>
            <a:r>
              <a:rPr sz="1400" b="0" dirty="0">
                <a:solidFill>
                  <a:srgbClr val="263445"/>
                </a:solidFill>
                <a:latin typeface="思源黑体 CN Regular"/>
              </a:rPr>
              <a:t> + </a:t>
            </a:r>
            <a:r>
              <a:rPr sz="1400" b="0" dirty="0" err="1">
                <a:solidFill>
                  <a:srgbClr val="263445"/>
                </a:solidFill>
                <a:latin typeface="思源黑体 CN Regular"/>
              </a:rPr>
              <a:t>decision_log.json</a:t>
            </a:r>
            <a:endParaRPr sz="1400" b="0" dirty="0">
              <a:solidFill>
                <a:srgbClr val="263445"/>
              </a:solidFill>
              <a:latin typeface="思源黑体 CN Regular"/>
            </a:endParaRPr>
          </a:p>
        </p:txBody>
      </p:sp>
      <p:sp>
        <p:nvSpPr>
          <p:cNvPr id="21" name="Oval 20"/>
          <p:cNvSpPr/>
          <p:nvPr/>
        </p:nvSpPr>
        <p:spPr>
          <a:xfrm>
            <a:off x="8695944" y="5611749"/>
            <a:ext cx="201168" cy="201168"/>
          </a:xfrm>
          <a:prstGeom prst="ellipse">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思源黑体 CN Regular"/>
              </a:rPr>
              <a:t>✓</a:t>
            </a:r>
            <a:endParaRPr sz="1000" b="1">
              <a:solidFill>
                <a:srgbClr val="FFFFFF"/>
              </a:solidFill>
              <a:latin typeface="思源黑体 CN Regular"/>
            </a:endParaRPr>
          </a:p>
        </p:txBody>
      </p:sp>
      <p:sp>
        <p:nvSpPr>
          <p:cNvPr id="22" name="TextBox 21"/>
          <p:cNvSpPr txBox="1"/>
          <p:nvPr/>
        </p:nvSpPr>
        <p:spPr>
          <a:xfrm>
            <a:off x="8970264" y="5556885"/>
            <a:ext cx="2971800" cy="347472"/>
          </a:xfrm>
          <a:prstGeom prst="rect">
            <a:avLst/>
          </a:prstGeom>
          <a:noFill/>
        </p:spPr>
        <p:txBody>
          <a:bodyPr wrap="square" lIns="54864" tIns="54864" rIns="54864" bIns="54864" anchor="ctr">
            <a:spAutoFit/>
          </a:bodyPr>
          <a:lstStyle/>
          <a:p>
            <a:pPr algn="l">
              <a:spcAft>
                <a:spcPts val="0"/>
              </a:spcAft>
            </a:pPr>
            <a:r>
              <a:rPr sz="1300" b="0">
                <a:solidFill>
                  <a:srgbClr val="263445"/>
                </a:solidFill>
                <a:latin typeface="思源黑体 CN Regular"/>
              </a:rPr>
              <a:t>文件齐全、可读取、引用闭合</a:t>
            </a:r>
            <a:endParaRPr sz="1300" b="0">
              <a:solidFill>
                <a:srgbClr val="263445"/>
              </a:solidFill>
              <a:latin typeface="思源黑体 CN Regular"/>
            </a:endParaRPr>
          </a:p>
        </p:txBody>
      </p:sp>
      <p:pic>
        <p:nvPicPr>
          <p:cNvPr id="23" name="图片 22"/>
          <p:cNvPicPr>
            <a:picLocks noChangeAspect="1"/>
          </p:cNvPicPr>
          <p:nvPr/>
        </p:nvPicPr>
        <p:blipFill>
          <a:blip r:embed="rId1"/>
          <a:stretch>
            <a:fillRect/>
          </a:stretch>
        </p:blipFill>
        <p:spPr>
          <a:xfrm>
            <a:off x="2103501" y="4893183"/>
            <a:ext cx="6162675" cy="163830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5" name="TextBox 11"/>
          <p:cNvSpPr txBox="1"/>
          <p:nvPr/>
        </p:nvSpPr>
        <p:spPr>
          <a:xfrm>
            <a:off x="515304" y="1026033"/>
            <a:ext cx="7160894" cy="418576"/>
          </a:xfrm>
          <a:prstGeom prst="rect">
            <a:avLst/>
          </a:prstGeom>
          <a:noFill/>
        </p:spPr>
        <p:txBody>
          <a:bodyPr wrap="square" lIns="54864" tIns="54864" rIns="54864" bIns="54864" anchor="ctr">
            <a:spAutoFit/>
          </a:bodyPr>
          <a:lstStyle/>
          <a:p>
            <a:pPr algn="l">
              <a:spcAft>
                <a:spcPts val="0"/>
              </a:spcAft>
            </a:pPr>
            <a:r>
              <a:rPr lang="zh-CN" altLang="en-US" sz="2000" b="1" dirty="0">
                <a:solidFill>
                  <a:srgbClr val="1F497D"/>
                </a:solidFill>
                <a:latin typeface="思源黑体 CN Regular"/>
              </a:rPr>
              <a:t>输入、边界与输出：</a:t>
            </a:r>
            <a:endParaRPr sz="2000" b="1" dirty="0">
              <a:solidFill>
                <a:srgbClr val="1F497D"/>
              </a:solidFill>
              <a:latin typeface="思源黑体 CN Regul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1134" y="117475"/>
            <a:ext cx="10324465" cy="714375"/>
          </a:xfrm>
        </p:spPr>
        <p:txBody>
          <a:bodyPr/>
          <a:lstStyle/>
          <a:p>
            <a:r>
              <a:rPr lang="zh-CN" altLang="en-US" sz="3000" b="0" dirty="0">
                <a:solidFill>
                  <a:srgbClr val="FFFFFF"/>
                </a:solidFill>
                <a:latin typeface="思源黑体 CN Regular"/>
              </a:rPr>
              <a:t>任务一：自然语言驱动的</a:t>
            </a:r>
            <a:r>
              <a:rPr lang="en-US" altLang="zh-CN" sz="3000" b="0" dirty="0">
                <a:solidFill>
                  <a:srgbClr val="FFFFFF"/>
                </a:solidFill>
                <a:latin typeface="思源黑体 CN Regular"/>
              </a:rPr>
              <a:t>Scan Insertion </a:t>
            </a:r>
            <a:r>
              <a:rPr lang="en-US" altLang="zh-CN" sz="3000" b="0" dirty="0" err="1">
                <a:solidFill>
                  <a:srgbClr val="FFFFFF"/>
                </a:solidFill>
                <a:latin typeface="思源黑体 CN Regular"/>
              </a:rPr>
              <a:t>Dofile</a:t>
            </a:r>
            <a:r>
              <a:rPr lang="zh-CN" altLang="en-US" sz="3000" b="0" dirty="0">
                <a:solidFill>
                  <a:srgbClr val="FFFFFF"/>
                </a:solidFill>
                <a:latin typeface="思源黑体 CN Regular"/>
              </a:rPr>
              <a:t>编写与执行</a:t>
            </a:r>
            <a:endParaRPr sz="3000" b="0" dirty="0">
              <a:solidFill>
                <a:srgbClr val="FFFFFF"/>
              </a:solidFill>
              <a:latin typeface="思源黑体 CN Regular"/>
            </a:endParaRPr>
          </a:p>
        </p:txBody>
      </p:sp>
      <p:sp>
        <p:nvSpPr>
          <p:cNvPr id="4" name="灯片编号占位符 3"/>
          <p:cNvSpPr>
            <a:spLocks noGrp="1"/>
          </p:cNvSpPr>
          <p:nvPr>
            <p:ph type="sldNum" sz="quarter" idx="12"/>
          </p:nvPr>
        </p:nvSpPr>
        <p:spPr/>
        <p:txBody>
          <a:bodyPr/>
          <a:lstStyle/>
          <a:p>
            <a:r>
              <a:rPr lang="en-US" dirty="0"/>
              <a:t>7</a:t>
            </a:r>
            <a:endParaRPr dirty="0"/>
          </a:p>
        </p:txBody>
      </p:sp>
      <p:sp>
        <p:nvSpPr>
          <p:cNvPr id="5" name="Rectangle 4"/>
          <p:cNvSpPr/>
          <p:nvPr/>
        </p:nvSpPr>
        <p:spPr>
          <a:xfrm>
            <a:off x="502920" y="1801368"/>
            <a:ext cx="3246120" cy="310896"/>
          </a:xfrm>
          <a:prstGeom prst="rect">
            <a:avLst/>
          </a:prstGeom>
          <a:solidFill>
            <a:srgbClr val="1F497D"/>
          </a:solidFill>
          <a:ln w="635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dirty="0" err="1">
                <a:solidFill>
                  <a:srgbClr val="FFFFFF"/>
                </a:solidFill>
                <a:latin typeface="思源黑体 CN Regular"/>
              </a:rPr>
              <a:t>任务说明中的要求</a:t>
            </a:r>
            <a:endParaRPr sz="1300" b="1" dirty="0">
              <a:solidFill>
                <a:srgbClr val="FFFFFF"/>
              </a:solidFill>
              <a:latin typeface="思源黑体 CN Regular"/>
            </a:endParaRPr>
          </a:p>
        </p:txBody>
      </p:sp>
      <p:sp>
        <p:nvSpPr>
          <p:cNvPr id="6" name="Rectangle 5"/>
          <p:cNvSpPr/>
          <p:nvPr/>
        </p:nvSpPr>
        <p:spPr>
          <a:xfrm>
            <a:off x="4160520" y="1801368"/>
            <a:ext cx="3246120" cy="310896"/>
          </a:xfrm>
          <a:prstGeom prst="rect">
            <a:avLst/>
          </a:prstGeom>
          <a:solidFill>
            <a:srgbClr val="558ED5"/>
          </a:solidFill>
          <a:ln w="6350">
            <a:solidFill>
              <a:srgbClr val="558ED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a:solidFill>
                  <a:srgbClr val="FFFFFF"/>
                </a:solidFill>
                <a:latin typeface="思源黑体 CN Regular"/>
              </a:rPr>
              <a:t>Dofile 中的配置对象</a:t>
            </a:r>
            <a:endParaRPr sz="1300" b="1">
              <a:solidFill>
                <a:srgbClr val="FFFFFF"/>
              </a:solidFill>
              <a:latin typeface="思源黑体 CN Regular"/>
            </a:endParaRPr>
          </a:p>
        </p:txBody>
      </p:sp>
      <p:sp>
        <p:nvSpPr>
          <p:cNvPr id="7" name="Rectangle 6"/>
          <p:cNvSpPr/>
          <p:nvPr/>
        </p:nvSpPr>
        <p:spPr>
          <a:xfrm>
            <a:off x="7818120" y="1801368"/>
            <a:ext cx="3246120" cy="310896"/>
          </a:xfrm>
          <a:prstGeom prst="rect">
            <a:avLst/>
          </a:prstGeom>
          <a:solidFill>
            <a:srgbClr val="1F497D"/>
          </a:solidFill>
          <a:ln w="635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a:solidFill>
                  <a:srgbClr val="FFFFFF"/>
                </a:solidFill>
                <a:latin typeface="思源黑体 CN Regular"/>
              </a:rPr>
              <a:t>工具结果中的验证证据</a:t>
            </a:r>
            <a:endParaRPr sz="1300" b="1">
              <a:solidFill>
                <a:srgbClr val="FFFFFF"/>
              </a:solidFill>
              <a:latin typeface="思源黑体 CN Regular"/>
            </a:endParaRPr>
          </a:p>
        </p:txBody>
      </p:sp>
      <p:sp>
        <p:nvSpPr>
          <p:cNvPr id="8" name="Rectangle 7"/>
          <p:cNvSpPr/>
          <p:nvPr/>
        </p:nvSpPr>
        <p:spPr>
          <a:xfrm>
            <a:off x="502920" y="2423160"/>
            <a:ext cx="3246120" cy="658368"/>
          </a:xfrm>
          <a:prstGeom prst="rect">
            <a:avLst/>
          </a:prstGeom>
          <a:solidFill>
            <a:srgbClr val="F5F8FC"/>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a:solidFill>
                  <a:srgbClr val="263445"/>
                </a:solidFill>
                <a:latin typeface="思源黑体 CN Regular"/>
              </a:rPr>
              <a:t>测试时钟 / 复位 / SE</a:t>
            </a:r>
            <a:endParaRPr sz="1300">
              <a:solidFill>
                <a:srgbClr val="263445"/>
              </a:solidFill>
              <a:latin typeface="思源黑体 CN Regular"/>
            </a:endParaRPr>
          </a:p>
        </p:txBody>
      </p:sp>
      <p:sp>
        <p:nvSpPr>
          <p:cNvPr id="9" name="Rectangle 8"/>
          <p:cNvSpPr/>
          <p:nvPr/>
        </p:nvSpPr>
        <p:spPr>
          <a:xfrm>
            <a:off x="4160520" y="2423160"/>
            <a:ext cx="3246120" cy="658368"/>
          </a:xfrm>
          <a:prstGeom prst="rect">
            <a:avLst/>
          </a:prstGeom>
          <a:solidFill>
            <a:srgbClr val="F5F8FC"/>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b="0">
                <a:solidFill>
                  <a:srgbClr val="263445"/>
                </a:solidFill>
                <a:latin typeface="思源黑体 CN Regular"/>
              </a:rPr>
              <a:t>DFT Signal 配置</a:t>
            </a:r>
            <a:endParaRPr sz="1300" b="0">
              <a:solidFill>
                <a:srgbClr val="263445"/>
              </a:solidFill>
              <a:latin typeface="思源黑体 CN Regular"/>
            </a:endParaRPr>
          </a:p>
        </p:txBody>
      </p:sp>
      <p:sp>
        <p:nvSpPr>
          <p:cNvPr id="10" name="Rectangle 9"/>
          <p:cNvSpPr/>
          <p:nvPr/>
        </p:nvSpPr>
        <p:spPr>
          <a:xfrm>
            <a:off x="7818120" y="2423160"/>
            <a:ext cx="3246120" cy="658368"/>
          </a:xfrm>
          <a:prstGeom prst="rect">
            <a:avLst/>
          </a:prstGeom>
          <a:solidFill>
            <a:srgbClr val="F5F8FC"/>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b="0">
                <a:solidFill>
                  <a:srgbClr val="263445"/>
                </a:solidFill>
                <a:latin typeface="思源黑体 CN Regular"/>
              </a:rPr>
              <a:t>scan_signal / DRC 报告</a:t>
            </a:r>
            <a:endParaRPr sz="1300" b="0">
              <a:solidFill>
                <a:srgbClr val="263445"/>
              </a:solidFill>
              <a:latin typeface="思源黑体 CN Regular"/>
            </a:endParaRPr>
          </a:p>
        </p:txBody>
      </p:sp>
      <p:cxnSp>
        <p:nvCxnSpPr>
          <p:cNvPr id="11" name="Connector 10"/>
          <p:cNvCxnSpPr/>
          <p:nvPr/>
        </p:nvCxnSpPr>
        <p:spPr>
          <a:xfrm>
            <a:off x="3767328" y="2752343"/>
            <a:ext cx="329184" cy="0"/>
          </a:xfrm>
          <a:prstGeom prst="line">
            <a:avLst/>
          </a:prstGeom>
          <a:ln w="16510">
            <a:solidFill>
              <a:srgbClr val="558ED5"/>
            </a:solidFill>
          </a:ln>
        </p:spPr>
        <p:style>
          <a:lnRef idx="2">
            <a:schemeClr val="accent1"/>
          </a:lnRef>
          <a:fillRef idx="0">
            <a:schemeClr val="accent1"/>
          </a:fillRef>
          <a:effectRef idx="1">
            <a:schemeClr val="accent1"/>
          </a:effectRef>
          <a:fontRef idx="minor">
            <a:schemeClr val="tx1"/>
          </a:fontRef>
        </p:style>
      </p:cxnSp>
      <p:sp>
        <p:nvSpPr>
          <p:cNvPr id="12" name="Isosceles Triangle 11"/>
          <p:cNvSpPr/>
          <p:nvPr/>
        </p:nvSpPr>
        <p:spPr>
          <a:xfrm rot="5400000">
            <a:off x="4023360" y="2679191"/>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7424927" y="2752343"/>
            <a:ext cx="329185" cy="0"/>
          </a:xfrm>
          <a:prstGeom prst="line">
            <a:avLst/>
          </a:prstGeom>
          <a:ln w="16510">
            <a:solidFill>
              <a:srgbClr val="558ED5"/>
            </a:solidFill>
          </a:ln>
        </p:spPr>
        <p:style>
          <a:lnRef idx="2">
            <a:schemeClr val="accent1"/>
          </a:lnRef>
          <a:fillRef idx="0">
            <a:schemeClr val="accent1"/>
          </a:fillRef>
          <a:effectRef idx="1">
            <a:schemeClr val="accent1"/>
          </a:effectRef>
          <a:fontRef idx="minor">
            <a:schemeClr val="tx1"/>
          </a:fontRef>
        </p:style>
      </p:cxnSp>
      <p:sp>
        <p:nvSpPr>
          <p:cNvPr id="14" name="Isosceles Triangle 13"/>
          <p:cNvSpPr/>
          <p:nvPr/>
        </p:nvSpPr>
        <p:spPr>
          <a:xfrm rot="5400000">
            <a:off x="7680960" y="2679191"/>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374136"/>
            <a:ext cx="3246120" cy="658368"/>
          </a:xfrm>
          <a:prstGeom prst="rect">
            <a:avLst/>
          </a:prstGeom>
          <a:solidFill>
            <a:srgbClr val="FFFFFF"/>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a:solidFill>
                  <a:srgbClr val="263445"/>
                </a:solidFill>
                <a:latin typeface="思源黑体 CN Regular"/>
              </a:rPr>
              <a:t>链数、链长、时钟域</a:t>
            </a:r>
            <a:endParaRPr sz="1300">
              <a:solidFill>
                <a:srgbClr val="263445"/>
              </a:solidFill>
              <a:latin typeface="思源黑体 CN Regular"/>
            </a:endParaRPr>
          </a:p>
        </p:txBody>
      </p:sp>
      <p:sp>
        <p:nvSpPr>
          <p:cNvPr id="16" name="Rectangle 15"/>
          <p:cNvSpPr/>
          <p:nvPr/>
        </p:nvSpPr>
        <p:spPr>
          <a:xfrm>
            <a:off x="4160520" y="3374136"/>
            <a:ext cx="3246120" cy="658368"/>
          </a:xfrm>
          <a:prstGeom prst="rect">
            <a:avLst/>
          </a:prstGeom>
          <a:solidFill>
            <a:srgbClr val="FFFFFF"/>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b="0">
                <a:solidFill>
                  <a:srgbClr val="263445"/>
                </a:solidFill>
                <a:latin typeface="思源黑体 CN Regular"/>
              </a:rPr>
              <a:t>Internal Scan / Lockup</a:t>
            </a:r>
            <a:endParaRPr sz="1300" b="0">
              <a:solidFill>
                <a:srgbClr val="263445"/>
              </a:solidFill>
              <a:latin typeface="思源黑体 CN Regular"/>
            </a:endParaRPr>
          </a:p>
        </p:txBody>
      </p:sp>
      <p:sp>
        <p:nvSpPr>
          <p:cNvPr id="17" name="Rectangle 16"/>
          <p:cNvSpPr/>
          <p:nvPr/>
        </p:nvSpPr>
        <p:spPr>
          <a:xfrm>
            <a:off x="7818120" y="3374136"/>
            <a:ext cx="3246120" cy="658368"/>
          </a:xfrm>
          <a:prstGeom prst="rect">
            <a:avLst/>
          </a:prstGeom>
          <a:solidFill>
            <a:srgbClr val="FFFFFF"/>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b="0">
                <a:solidFill>
                  <a:srgbClr val="263445"/>
                </a:solidFill>
                <a:latin typeface="思源黑体 CN Regular"/>
              </a:rPr>
              <a:t>scan_chain / configuration</a:t>
            </a:r>
            <a:endParaRPr sz="1300" b="0">
              <a:solidFill>
                <a:srgbClr val="263445"/>
              </a:solidFill>
              <a:latin typeface="思源黑体 CN Regular"/>
            </a:endParaRPr>
          </a:p>
        </p:txBody>
      </p:sp>
      <p:cxnSp>
        <p:nvCxnSpPr>
          <p:cNvPr id="18" name="Connector 17"/>
          <p:cNvCxnSpPr/>
          <p:nvPr/>
        </p:nvCxnSpPr>
        <p:spPr>
          <a:xfrm>
            <a:off x="3767328" y="3703320"/>
            <a:ext cx="329184" cy="0"/>
          </a:xfrm>
          <a:prstGeom prst="line">
            <a:avLst/>
          </a:prstGeom>
          <a:ln w="16510">
            <a:solidFill>
              <a:srgbClr val="558ED5"/>
            </a:solidFill>
          </a:ln>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5400000">
            <a:off x="4023360" y="3630168"/>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7424927" y="3703320"/>
            <a:ext cx="329185" cy="0"/>
          </a:xfrm>
          <a:prstGeom prst="line">
            <a:avLst/>
          </a:prstGeom>
          <a:ln w="16510">
            <a:solidFill>
              <a:srgbClr val="558ED5"/>
            </a:solidFill>
          </a:ln>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5400000">
            <a:off x="7680960" y="3630168"/>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4325112"/>
            <a:ext cx="3246120" cy="658368"/>
          </a:xfrm>
          <a:prstGeom prst="rect">
            <a:avLst/>
          </a:prstGeom>
          <a:solidFill>
            <a:srgbClr val="F5F8FC"/>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a:solidFill>
                  <a:srgbClr val="263445"/>
                </a:solidFill>
                <a:latin typeface="思源黑体 CN Regular"/>
              </a:rPr>
              <a:t>Wrapper 范围与控制</a:t>
            </a:r>
            <a:endParaRPr sz="1300">
              <a:solidFill>
                <a:srgbClr val="263445"/>
              </a:solidFill>
              <a:latin typeface="思源黑体 CN Regular"/>
            </a:endParaRPr>
          </a:p>
        </p:txBody>
      </p:sp>
      <p:sp>
        <p:nvSpPr>
          <p:cNvPr id="23" name="Rectangle 22"/>
          <p:cNvSpPr/>
          <p:nvPr/>
        </p:nvSpPr>
        <p:spPr>
          <a:xfrm>
            <a:off x="4160520" y="4325112"/>
            <a:ext cx="3246120" cy="658368"/>
          </a:xfrm>
          <a:prstGeom prst="rect">
            <a:avLst/>
          </a:prstGeom>
          <a:solidFill>
            <a:srgbClr val="F5F8FC"/>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b="0">
                <a:solidFill>
                  <a:srgbClr val="263445"/>
                </a:solidFill>
                <a:latin typeface="思源黑体 CN Regular"/>
              </a:rPr>
              <a:t>Wrapper Scan 配置</a:t>
            </a:r>
            <a:endParaRPr sz="1300" b="0">
              <a:solidFill>
                <a:srgbClr val="263445"/>
              </a:solidFill>
              <a:latin typeface="思源黑体 CN Regular"/>
            </a:endParaRPr>
          </a:p>
        </p:txBody>
      </p:sp>
      <p:sp>
        <p:nvSpPr>
          <p:cNvPr id="24" name="Rectangle 23"/>
          <p:cNvSpPr/>
          <p:nvPr/>
        </p:nvSpPr>
        <p:spPr>
          <a:xfrm>
            <a:off x="7818120" y="4325112"/>
            <a:ext cx="3246120" cy="658368"/>
          </a:xfrm>
          <a:prstGeom prst="rect">
            <a:avLst/>
          </a:prstGeom>
          <a:solidFill>
            <a:srgbClr val="F5F8FC"/>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b="0">
                <a:solidFill>
                  <a:srgbClr val="263445"/>
                </a:solidFill>
                <a:latin typeface="思源黑体 CN Regular"/>
              </a:rPr>
              <a:t>wrapper configuration / implementation</a:t>
            </a:r>
            <a:endParaRPr sz="1300" b="0">
              <a:solidFill>
                <a:srgbClr val="263445"/>
              </a:solidFill>
              <a:latin typeface="思源黑体 CN Regular"/>
            </a:endParaRPr>
          </a:p>
        </p:txBody>
      </p:sp>
      <p:cxnSp>
        <p:nvCxnSpPr>
          <p:cNvPr id="25" name="Connector 24"/>
          <p:cNvCxnSpPr/>
          <p:nvPr/>
        </p:nvCxnSpPr>
        <p:spPr>
          <a:xfrm>
            <a:off x="3767328" y="4654296"/>
            <a:ext cx="329184" cy="0"/>
          </a:xfrm>
          <a:prstGeom prst="line">
            <a:avLst/>
          </a:prstGeom>
          <a:ln w="16510">
            <a:solidFill>
              <a:srgbClr val="558ED5"/>
            </a:solidFill>
          </a:ln>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5400000">
            <a:off x="4023360" y="4581144"/>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7424927" y="4654296"/>
            <a:ext cx="329185" cy="0"/>
          </a:xfrm>
          <a:prstGeom prst="line">
            <a:avLst/>
          </a:prstGeom>
          <a:ln w="16510">
            <a:solidFill>
              <a:srgbClr val="558ED5"/>
            </a:solidFill>
          </a:ln>
        </p:spPr>
        <p:style>
          <a:lnRef idx="2">
            <a:schemeClr val="accent1"/>
          </a:lnRef>
          <a:fillRef idx="0">
            <a:schemeClr val="accent1"/>
          </a:fillRef>
          <a:effectRef idx="1">
            <a:schemeClr val="accent1"/>
          </a:effectRef>
          <a:fontRef idx="minor">
            <a:schemeClr val="tx1"/>
          </a:fontRef>
        </p:style>
      </p:cxnSp>
      <p:sp>
        <p:nvSpPr>
          <p:cNvPr id="28" name="Isosceles Triangle 27"/>
          <p:cNvSpPr/>
          <p:nvPr/>
        </p:nvSpPr>
        <p:spPr>
          <a:xfrm rot="5400000">
            <a:off x="7680960" y="4581144"/>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276088"/>
            <a:ext cx="3246120" cy="658368"/>
          </a:xfrm>
          <a:prstGeom prst="rect">
            <a:avLst/>
          </a:prstGeom>
          <a:solidFill>
            <a:srgbClr val="FFFFFF"/>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a:solidFill>
                  <a:srgbClr val="263445"/>
                </a:solidFill>
                <a:latin typeface="思源黑体 CN Regular"/>
              </a:rPr>
              <a:t>要求的输出文件</a:t>
            </a:r>
            <a:endParaRPr sz="1300">
              <a:solidFill>
                <a:srgbClr val="263445"/>
              </a:solidFill>
              <a:latin typeface="思源黑体 CN Regular"/>
            </a:endParaRPr>
          </a:p>
        </p:txBody>
      </p:sp>
      <p:sp>
        <p:nvSpPr>
          <p:cNvPr id="30" name="Rectangle 29"/>
          <p:cNvSpPr/>
          <p:nvPr/>
        </p:nvSpPr>
        <p:spPr>
          <a:xfrm>
            <a:off x="4160520" y="5276088"/>
            <a:ext cx="3246120" cy="658368"/>
          </a:xfrm>
          <a:prstGeom prst="rect">
            <a:avLst/>
          </a:prstGeom>
          <a:solidFill>
            <a:srgbClr val="FFFFFF"/>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b="0">
                <a:solidFill>
                  <a:srgbClr val="263445"/>
                </a:solidFill>
                <a:latin typeface="思源黑体 CN Regular"/>
              </a:rPr>
              <a:t>write / report 命令</a:t>
            </a:r>
            <a:endParaRPr sz="1300" b="0">
              <a:solidFill>
                <a:srgbClr val="263445"/>
              </a:solidFill>
              <a:latin typeface="思源黑体 CN Regular"/>
            </a:endParaRPr>
          </a:p>
        </p:txBody>
      </p:sp>
      <p:sp>
        <p:nvSpPr>
          <p:cNvPr id="31" name="Rectangle 30"/>
          <p:cNvSpPr/>
          <p:nvPr/>
        </p:nvSpPr>
        <p:spPr>
          <a:xfrm>
            <a:off x="7818120" y="5276088"/>
            <a:ext cx="3246120" cy="658368"/>
          </a:xfrm>
          <a:prstGeom prst="rect">
            <a:avLst/>
          </a:prstGeom>
          <a:solidFill>
            <a:srgbClr val="FFFFFF"/>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b="0">
                <a:solidFill>
                  <a:srgbClr val="263445"/>
                </a:solidFill>
                <a:latin typeface="思源黑体 CN Regular"/>
              </a:rPr>
              <a:t>Post-scan / CTL / SCANDEF / logs</a:t>
            </a:r>
            <a:endParaRPr sz="1300" b="0">
              <a:solidFill>
                <a:srgbClr val="263445"/>
              </a:solidFill>
              <a:latin typeface="思源黑体 CN Regular"/>
            </a:endParaRPr>
          </a:p>
        </p:txBody>
      </p:sp>
      <p:cxnSp>
        <p:nvCxnSpPr>
          <p:cNvPr id="32" name="Connector 31"/>
          <p:cNvCxnSpPr/>
          <p:nvPr/>
        </p:nvCxnSpPr>
        <p:spPr>
          <a:xfrm>
            <a:off x="3767328" y="5605272"/>
            <a:ext cx="329184" cy="0"/>
          </a:xfrm>
          <a:prstGeom prst="line">
            <a:avLst/>
          </a:prstGeom>
          <a:ln w="16510">
            <a:solidFill>
              <a:srgbClr val="558ED5"/>
            </a:solidFill>
          </a:ln>
        </p:spPr>
        <p:style>
          <a:lnRef idx="2">
            <a:schemeClr val="accent1"/>
          </a:lnRef>
          <a:fillRef idx="0">
            <a:schemeClr val="accent1"/>
          </a:fillRef>
          <a:effectRef idx="1">
            <a:schemeClr val="accent1"/>
          </a:effectRef>
          <a:fontRef idx="minor">
            <a:schemeClr val="tx1"/>
          </a:fontRef>
        </p:style>
      </p:cxnSp>
      <p:sp>
        <p:nvSpPr>
          <p:cNvPr id="33" name="Isosceles Triangle 32"/>
          <p:cNvSpPr/>
          <p:nvPr/>
        </p:nvSpPr>
        <p:spPr>
          <a:xfrm rot="5400000">
            <a:off x="4023360" y="5532120"/>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7424927" y="5605272"/>
            <a:ext cx="329185" cy="0"/>
          </a:xfrm>
          <a:prstGeom prst="line">
            <a:avLst/>
          </a:prstGeom>
          <a:ln w="16510">
            <a:solidFill>
              <a:srgbClr val="558ED5"/>
            </a:solidFill>
          </a:ln>
        </p:spPr>
        <p:style>
          <a:lnRef idx="2">
            <a:schemeClr val="accent1"/>
          </a:lnRef>
          <a:fillRef idx="0">
            <a:schemeClr val="accent1"/>
          </a:fillRef>
          <a:effectRef idx="1">
            <a:schemeClr val="accent1"/>
          </a:effectRef>
          <a:fontRef idx="minor">
            <a:schemeClr val="tx1"/>
          </a:fontRef>
        </p:style>
      </p:cxnSp>
      <p:sp>
        <p:nvSpPr>
          <p:cNvPr id="35" name="Isosceles Triangle 34"/>
          <p:cNvSpPr/>
          <p:nvPr/>
        </p:nvSpPr>
        <p:spPr>
          <a:xfrm rot="5400000">
            <a:off x="7680960" y="5532120"/>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图片 36"/>
          <p:cNvPicPr>
            <a:picLocks noChangeAspect="1"/>
          </p:cNvPicPr>
          <p:nvPr/>
        </p:nvPicPr>
        <p:blipFill>
          <a:blip r:embed="rId1"/>
          <a:stretch>
            <a:fillRect/>
          </a:stretch>
        </p:blipFill>
        <p:spPr>
          <a:xfrm>
            <a:off x="1881505" y="4114800"/>
            <a:ext cx="8296275" cy="225742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1" name="TextBox 11"/>
          <p:cNvSpPr txBox="1"/>
          <p:nvPr/>
        </p:nvSpPr>
        <p:spPr>
          <a:xfrm>
            <a:off x="442913" y="1068348"/>
            <a:ext cx="7160894" cy="418576"/>
          </a:xfrm>
          <a:prstGeom prst="rect">
            <a:avLst/>
          </a:prstGeom>
          <a:noFill/>
        </p:spPr>
        <p:txBody>
          <a:bodyPr wrap="square" lIns="54864" tIns="54864" rIns="54864" bIns="54864" anchor="ctr">
            <a:spAutoFit/>
          </a:bodyPr>
          <a:lstStyle/>
          <a:p>
            <a:pPr algn="l">
              <a:spcAft>
                <a:spcPts val="0"/>
              </a:spcAft>
            </a:pPr>
            <a:r>
              <a:rPr lang="zh-CN" altLang="en-US" sz="2000" b="1" dirty="0">
                <a:solidFill>
                  <a:srgbClr val="1F497D"/>
                </a:solidFill>
                <a:latin typeface="思源黑体 CN Regular"/>
              </a:rPr>
              <a:t>从任务要求映射到工具配置与结果：</a:t>
            </a:r>
            <a:endParaRPr sz="2000" b="1" dirty="0">
              <a:solidFill>
                <a:srgbClr val="1F497D"/>
              </a:solidFill>
              <a:latin typeface="思源黑体 CN Regul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sz="3000" b="0" dirty="0" err="1">
                <a:solidFill>
                  <a:srgbClr val="FFFFFF"/>
                </a:solidFill>
                <a:latin typeface="思源黑体 CN Regular"/>
              </a:rPr>
              <a:t>任务二：</a:t>
            </a:r>
            <a:r>
              <a:rPr lang="en-US" sz="3000" b="0" dirty="0" err="1">
                <a:solidFill>
                  <a:srgbClr val="FFFFFF"/>
                </a:solidFill>
                <a:latin typeface="思源黑体 CN Regular"/>
              </a:rPr>
              <a:t>S</a:t>
            </a:r>
            <a:r>
              <a:rPr lang="en-US" altLang="zh-CN" sz="3000" b="0" dirty="0" err="1">
                <a:solidFill>
                  <a:srgbClr val="FFFFFF"/>
                </a:solidFill>
                <a:latin typeface="思源黑体 CN Regular"/>
              </a:rPr>
              <a:t>can</a:t>
            </a:r>
            <a:r>
              <a:rPr lang="en-US" altLang="zh-CN" sz="3000" b="0" dirty="0">
                <a:solidFill>
                  <a:srgbClr val="FFFFFF"/>
                </a:solidFill>
                <a:latin typeface="思源黑体 CN Regular"/>
              </a:rPr>
              <a:t> Insertion</a:t>
            </a:r>
            <a:r>
              <a:rPr lang="zh-CN" altLang="en-US" sz="3000" b="0" dirty="0">
                <a:solidFill>
                  <a:srgbClr val="FFFFFF"/>
                </a:solidFill>
                <a:latin typeface="思源黑体 CN Regular"/>
              </a:rPr>
              <a:t>执行过程中问题的定位与修复</a:t>
            </a:r>
            <a:endParaRPr sz="3000" b="0" dirty="0">
              <a:solidFill>
                <a:srgbClr val="FFFFFF"/>
              </a:solidFill>
              <a:latin typeface="思源黑体 CN Regular"/>
            </a:endParaRPr>
          </a:p>
        </p:txBody>
      </p:sp>
      <p:sp>
        <p:nvSpPr>
          <p:cNvPr id="4" name="灯片编号占位符 3"/>
          <p:cNvSpPr>
            <a:spLocks noGrp="1"/>
          </p:cNvSpPr>
          <p:nvPr>
            <p:ph type="sldNum" sz="quarter" idx="12"/>
          </p:nvPr>
        </p:nvSpPr>
        <p:spPr/>
        <p:txBody>
          <a:bodyPr/>
          <a:lstStyle/>
          <a:p>
            <a:r>
              <a:rPr lang="en-US" dirty="0"/>
              <a:t>8</a:t>
            </a:r>
            <a:endParaRPr dirty="0"/>
          </a:p>
        </p:txBody>
      </p:sp>
      <p:sp>
        <p:nvSpPr>
          <p:cNvPr id="5" name="Rectangle 4"/>
          <p:cNvSpPr/>
          <p:nvPr/>
        </p:nvSpPr>
        <p:spPr>
          <a:xfrm>
            <a:off x="502920" y="1628394"/>
            <a:ext cx="3154680" cy="310896"/>
          </a:xfrm>
          <a:prstGeom prst="rect">
            <a:avLst/>
          </a:prstGeom>
          <a:solidFill>
            <a:srgbClr val="1F497D"/>
          </a:solidFill>
          <a:ln w="635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b="1">
                <a:solidFill>
                  <a:srgbClr val="FFFFFF"/>
                </a:solidFill>
                <a:latin typeface="思源黑体 CN Regular"/>
              </a:rPr>
              <a:t>输入</a:t>
            </a:r>
            <a:endParaRPr sz="1400" b="1">
              <a:solidFill>
                <a:srgbClr val="FFFFFF"/>
              </a:solidFill>
              <a:latin typeface="思源黑体 CN Regular"/>
            </a:endParaRPr>
          </a:p>
        </p:txBody>
      </p:sp>
      <p:sp>
        <p:nvSpPr>
          <p:cNvPr id="6" name="Rectangle 5"/>
          <p:cNvSpPr/>
          <p:nvPr/>
        </p:nvSpPr>
        <p:spPr>
          <a:xfrm>
            <a:off x="4096512" y="1628394"/>
            <a:ext cx="3794760" cy="310896"/>
          </a:xfrm>
          <a:prstGeom prst="rect">
            <a:avLst/>
          </a:prstGeom>
          <a:solidFill>
            <a:srgbClr val="558ED5"/>
          </a:solidFill>
          <a:ln w="6350">
            <a:solidFill>
              <a:srgbClr val="558ED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b="1">
                <a:solidFill>
                  <a:srgbClr val="FFFFFF"/>
                </a:solidFill>
                <a:latin typeface="思源黑体 CN Regular"/>
              </a:rPr>
              <a:t>Agent 执行边界</a:t>
            </a:r>
            <a:endParaRPr sz="1400" b="1">
              <a:solidFill>
                <a:srgbClr val="FFFFFF"/>
              </a:solidFill>
              <a:latin typeface="思源黑体 CN Regular"/>
            </a:endParaRPr>
          </a:p>
        </p:txBody>
      </p:sp>
      <p:sp>
        <p:nvSpPr>
          <p:cNvPr id="7" name="Rectangle 6"/>
          <p:cNvSpPr/>
          <p:nvPr/>
        </p:nvSpPr>
        <p:spPr>
          <a:xfrm>
            <a:off x="8302752" y="1628394"/>
            <a:ext cx="3383280" cy="310896"/>
          </a:xfrm>
          <a:prstGeom prst="rect">
            <a:avLst/>
          </a:prstGeom>
          <a:solidFill>
            <a:srgbClr val="1F497D"/>
          </a:solidFill>
          <a:ln w="635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b="1">
                <a:solidFill>
                  <a:srgbClr val="FFFFFF"/>
                </a:solidFill>
                <a:latin typeface="思源黑体 CN Regular"/>
              </a:rPr>
              <a:t>输出与验收</a:t>
            </a:r>
            <a:endParaRPr sz="1400" b="1">
              <a:solidFill>
                <a:srgbClr val="FFFFFF"/>
              </a:solidFill>
              <a:latin typeface="思源黑体 CN Regular"/>
            </a:endParaRPr>
          </a:p>
        </p:txBody>
      </p:sp>
      <p:sp>
        <p:nvSpPr>
          <p:cNvPr id="8" name="Rectangle 7"/>
          <p:cNvSpPr/>
          <p:nvPr/>
        </p:nvSpPr>
        <p:spPr>
          <a:xfrm>
            <a:off x="502920" y="2195322"/>
            <a:ext cx="3154680" cy="749808"/>
          </a:xfrm>
          <a:prstGeom prst="rect">
            <a:avLst/>
          </a:prstGeom>
          <a:solidFill>
            <a:srgbClr val="F5F8FC"/>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dirty="0">
                <a:solidFill>
                  <a:srgbClr val="263445"/>
                </a:solidFill>
                <a:latin typeface="思源黑体 CN Regular"/>
              </a:rPr>
              <a:t>Original </a:t>
            </a:r>
            <a:r>
              <a:rPr sz="1300" dirty="0" err="1">
                <a:solidFill>
                  <a:srgbClr val="263445"/>
                </a:solidFill>
                <a:latin typeface="思源黑体 CN Regular"/>
              </a:rPr>
              <a:t>Dofile</a:t>
            </a:r>
            <a:br>
              <a:rPr dirty="0"/>
            </a:br>
            <a:r>
              <a:rPr sz="1300" dirty="0">
                <a:solidFill>
                  <a:srgbClr val="263445"/>
                </a:solidFill>
                <a:latin typeface="思源黑体 CN Regular"/>
              </a:rPr>
              <a:t>（</a:t>
            </a:r>
            <a:r>
              <a:rPr lang="zh-CN" altLang="en-US" sz="1300" dirty="0">
                <a:solidFill>
                  <a:srgbClr val="263445"/>
                </a:solidFill>
                <a:latin typeface="思源黑体 CN Regular"/>
              </a:rPr>
              <a:t>可能</a:t>
            </a:r>
            <a:r>
              <a:rPr sz="1300" dirty="0" err="1">
                <a:solidFill>
                  <a:srgbClr val="263445"/>
                </a:solidFill>
                <a:latin typeface="思源黑体 CN Regular"/>
              </a:rPr>
              <a:t>失败或仅完成部分阶段</a:t>
            </a:r>
            <a:r>
              <a:rPr sz="1300" dirty="0">
                <a:solidFill>
                  <a:srgbClr val="263445"/>
                </a:solidFill>
                <a:latin typeface="思源黑体 CN Regular"/>
              </a:rPr>
              <a:t>）</a:t>
            </a:r>
            <a:endParaRPr sz="1300" dirty="0">
              <a:solidFill>
                <a:srgbClr val="263445"/>
              </a:solidFill>
              <a:latin typeface="思源黑体 CN Regular"/>
            </a:endParaRPr>
          </a:p>
        </p:txBody>
      </p:sp>
      <p:sp>
        <p:nvSpPr>
          <p:cNvPr id="9" name="Rectangle 8"/>
          <p:cNvSpPr/>
          <p:nvPr/>
        </p:nvSpPr>
        <p:spPr>
          <a:xfrm>
            <a:off x="502920" y="3182874"/>
            <a:ext cx="3154680" cy="749808"/>
          </a:xfrm>
          <a:prstGeom prst="rect">
            <a:avLst/>
          </a:prstGeom>
          <a:solidFill>
            <a:srgbClr val="F5F8FC"/>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0" dirty="0">
                <a:solidFill>
                  <a:srgbClr val="263445"/>
                </a:solidFill>
                <a:latin typeface="思源黑体 CN Regular"/>
              </a:rPr>
              <a:t>Pre-scan </a:t>
            </a:r>
            <a:r>
              <a:rPr sz="1300" b="0" dirty="0" err="1">
                <a:solidFill>
                  <a:srgbClr val="263445"/>
                </a:solidFill>
                <a:latin typeface="思源黑体 CN Regular"/>
              </a:rPr>
              <a:t>门级网表</a:t>
            </a:r>
            <a:r>
              <a:rPr sz="1300" b="0" dirty="0">
                <a:solidFill>
                  <a:srgbClr val="263445"/>
                </a:solidFill>
                <a:latin typeface="思源黑体 CN Regular"/>
              </a:rPr>
              <a:t> + Liberty</a:t>
            </a:r>
            <a:r>
              <a:rPr lang="en-US" sz="1300" b="0" dirty="0">
                <a:solidFill>
                  <a:srgbClr val="263445"/>
                </a:solidFill>
                <a:latin typeface="思源黑体 CN Regular"/>
              </a:rPr>
              <a:t> </a:t>
            </a:r>
            <a:r>
              <a:rPr lang="zh-CN" altLang="en-US" sz="1300" b="0" dirty="0">
                <a:solidFill>
                  <a:srgbClr val="263445"/>
                </a:solidFill>
                <a:latin typeface="思源黑体 CN Regular"/>
              </a:rPr>
              <a:t>库</a:t>
            </a:r>
            <a:endParaRPr sz="1300" b="0" dirty="0">
              <a:solidFill>
                <a:srgbClr val="263445"/>
              </a:solidFill>
              <a:latin typeface="思源黑体 CN Regular"/>
            </a:endParaRPr>
          </a:p>
        </p:txBody>
      </p:sp>
      <p:sp>
        <p:nvSpPr>
          <p:cNvPr id="10" name="Rectangle 9"/>
          <p:cNvSpPr/>
          <p:nvPr/>
        </p:nvSpPr>
        <p:spPr>
          <a:xfrm>
            <a:off x="502920" y="4170426"/>
            <a:ext cx="3154680" cy="749808"/>
          </a:xfrm>
          <a:prstGeom prst="rect">
            <a:avLst/>
          </a:prstGeom>
          <a:solidFill>
            <a:srgbClr val="F5F8FC"/>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0">
                <a:solidFill>
                  <a:srgbClr val="263445"/>
                </a:solidFill>
                <a:latin typeface="思源黑体 CN Regular"/>
              </a:rPr>
              <a:t>自然语言任务说明 + limitations</a:t>
            </a:r>
            <a:endParaRPr sz="1300" b="0">
              <a:solidFill>
                <a:srgbClr val="263445"/>
              </a:solidFill>
              <a:latin typeface="思源黑体 CN Regular"/>
            </a:endParaRPr>
          </a:p>
        </p:txBody>
      </p:sp>
      <p:sp>
        <p:nvSpPr>
          <p:cNvPr id="11" name="Rectangle 10"/>
          <p:cNvSpPr/>
          <p:nvPr/>
        </p:nvSpPr>
        <p:spPr>
          <a:xfrm>
            <a:off x="502920" y="5322570"/>
            <a:ext cx="3154680" cy="420624"/>
          </a:xfrm>
          <a:prstGeom prst="rect">
            <a:avLst/>
          </a:prstGeom>
          <a:solidFill>
            <a:srgbClr val="FFFFFF"/>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100" b="1" dirty="0" err="1">
                <a:solidFill>
                  <a:srgbClr val="1F497D"/>
                </a:solidFill>
                <a:latin typeface="思源黑体 CN Regular"/>
              </a:rPr>
              <a:t>问题范围：执行流程</a:t>
            </a:r>
            <a:r>
              <a:rPr sz="1100" b="1" dirty="0">
                <a:solidFill>
                  <a:srgbClr val="1F497D"/>
                </a:solidFill>
                <a:latin typeface="思源黑体 CN Regular"/>
              </a:rPr>
              <a:t> · DRC  · </a:t>
            </a:r>
            <a:r>
              <a:rPr lang="zh-CN" altLang="en-US" sz="1100" b="1" dirty="0">
                <a:solidFill>
                  <a:srgbClr val="1F497D"/>
                </a:solidFill>
                <a:latin typeface="思源黑体 CN Regular"/>
              </a:rPr>
              <a:t>插链</a:t>
            </a:r>
            <a:r>
              <a:rPr sz="1100" b="1" dirty="0" err="1">
                <a:solidFill>
                  <a:srgbClr val="1F497D"/>
                </a:solidFill>
                <a:latin typeface="思源黑体 CN Regular"/>
              </a:rPr>
              <a:t>配置</a:t>
            </a:r>
            <a:endParaRPr sz="1100" b="1" dirty="0">
              <a:solidFill>
                <a:srgbClr val="1F497D"/>
              </a:solidFill>
              <a:latin typeface="思源黑体 CN Regular"/>
            </a:endParaRPr>
          </a:p>
        </p:txBody>
      </p:sp>
      <p:cxnSp>
        <p:nvCxnSpPr>
          <p:cNvPr id="12" name="Connector 11"/>
          <p:cNvCxnSpPr/>
          <p:nvPr/>
        </p:nvCxnSpPr>
        <p:spPr>
          <a:xfrm>
            <a:off x="3703320" y="3365754"/>
            <a:ext cx="338328" cy="0"/>
          </a:xfrm>
          <a:prstGeom prst="line">
            <a:avLst/>
          </a:prstGeom>
          <a:ln w="20320">
            <a:solidFill>
              <a:srgbClr val="558ED5"/>
            </a:solidFill>
          </a:ln>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5400000">
            <a:off x="3968496" y="3292602"/>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96512" y="2195322"/>
            <a:ext cx="3794760" cy="1024128"/>
          </a:xfrm>
          <a:prstGeom prst="rect">
            <a:avLst/>
          </a:prstGeom>
          <a:solidFill>
            <a:srgbClr val="EAF2FB"/>
          </a:solidFill>
          <a:ln w="15240">
            <a:solidFill>
              <a:srgbClr val="558ED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dirty="0" err="1">
                <a:solidFill>
                  <a:srgbClr val="263445"/>
                </a:solidFill>
                <a:latin typeface="思源黑体 CN Regular"/>
              </a:rPr>
              <a:t>真实运行</a:t>
            </a:r>
            <a:r>
              <a:rPr sz="1400" dirty="0">
                <a:solidFill>
                  <a:srgbClr val="263445"/>
                </a:solidFill>
                <a:latin typeface="思源黑体 CN Regular"/>
              </a:rPr>
              <a:t> → </a:t>
            </a:r>
            <a:r>
              <a:rPr sz="1400" dirty="0" err="1">
                <a:solidFill>
                  <a:srgbClr val="263445"/>
                </a:solidFill>
                <a:latin typeface="思源黑体 CN Regular"/>
              </a:rPr>
              <a:t>识别失败</a:t>
            </a:r>
            <a:r>
              <a:rPr sz="1400" dirty="0">
                <a:solidFill>
                  <a:srgbClr val="263445"/>
                </a:solidFill>
                <a:latin typeface="思源黑体 CN Regular"/>
              </a:rPr>
              <a:t> → </a:t>
            </a:r>
            <a:r>
              <a:rPr sz="1400" dirty="0" err="1">
                <a:solidFill>
                  <a:srgbClr val="263445"/>
                </a:solidFill>
                <a:latin typeface="思源黑体 CN Regular"/>
              </a:rPr>
              <a:t>定位根因</a:t>
            </a:r>
            <a:br>
              <a:rPr dirty="0"/>
            </a:br>
            <a:r>
              <a:rPr sz="1400" dirty="0">
                <a:solidFill>
                  <a:srgbClr val="263445"/>
                </a:solidFill>
                <a:latin typeface="思源黑体 CN Regular"/>
              </a:rPr>
              <a:t>→ </a:t>
            </a:r>
            <a:r>
              <a:rPr sz="1400" dirty="0" err="1">
                <a:solidFill>
                  <a:srgbClr val="263445"/>
                </a:solidFill>
                <a:latin typeface="思源黑体 CN Regular"/>
              </a:rPr>
              <a:t>最小修复</a:t>
            </a:r>
            <a:r>
              <a:rPr sz="1400" dirty="0">
                <a:solidFill>
                  <a:srgbClr val="263445"/>
                </a:solidFill>
                <a:latin typeface="思源黑体 CN Regular"/>
              </a:rPr>
              <a:t> → </a:t>
            </a:r>
            <a:r>
              <a:rPr sz="1400" dirty="0" err="1">
                <a:solidFill>
                  <a:srgbClr val="263445"/>
                </a:solidFill>
                <a:latin typeface="思源黑体 CN Regular"/>
              </a:rPr>
              <a:t>条件</a:t>
            </a:r>
            <a:r>
              <a:rPr sz="1400" dirty="0">
                <a:solidFill>
                  <a:srgbClr val="263445"/>
                </a:solidFill>
                <a:latin typeface="思源黑体 CN Regular"/>
              </a:rPr>
              <a:t> LEC → </a:t>
            </a:r>
            <a:r>
              <a:rPr sz="1400" dirty="0" err="1">
                <a:solidFill>
                  <a:srgbClr val="263445"/>
                </a:solidFill>
                <a:latin typeface="思源黑体 CN Regular"/>
              </a:rPr>
              <a:t>完整复跑</a:t>
            </a:r>
            <a:endParaRPr sz="1400" dirty="0">
              <a:solidFill>
                <a:srgbClr val="263445"/>
              </a:solidFill>
              <a:latin typeface="思源黑体 CN Regular"/>
            </a:endParaRPr>
          </a:p>
        </p:txBody>
      </p:sp>
      <p:sp>
        <p:nvSpPr>
          <p:cNvPr id="15" name="Rectangle 14"/>
          <p:cNvSpPr/>
          <p:nvPr/>
        </p:nvSpPr>
        <p:spPr>
          <a:xfrm>
            <a:off x="4096512" y="3475482"/>
            <a:ext cx="3794760" cy="804672"/>
          </a:xfrm>
          <a:prstGeom prst="rect">
            <a:avLst/>
          </a:prstGeom>
          <a:solidFill>
            <a:srgbClr val="FFFFFF"/>
          </a:solidFill>
          <a:ln w="1651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500" dirty="0" err="1">
                <a:solidFill>
                  <a:srgbClr val="1F497D"/>
                </a:solidFill>
                <a:latin typeface="思源黑体 CN Regular"/>
              </a:rPr>
              <a:t>允许修改</a:t>
            </a:r>
            <a:r>
              <a:rPr sz="1500" dirty="0">
                <a:solidFill>
                  <a:srgbClr val="1F497D"/>
                </a:solidFill>
                <a:latin typeface="思源黑体 CN Regular"/>
              </a:rPr>
              <a:t> </a:t>
            </a:r>
            <a:r>
              <a:rPr sz="1500" dirty="0" err="1">
                <a:solidFill>
                  <a:srgbClr val="1F497D"/>
                </a:solidFill>
                <a:latin typeface="思源黑体 CN Regular"/>
              </a:rPr>
              <a:t>Dofile</a:t>
            </a:r>
            <a:r>
              <a:rPr sz="1500" dirty="0">
                <a:solidFill>
                  <a:srgbClr val="1F497D"/>
                </a:solidFill>
                <a:latin typeface="思源黑体 CN Regular"/>
              </a:rPr>
              <a:t>；</a:t>
            </a:r>
            <a:endParaRPr lang="en-US" sz="1500" dirty="0">
              <a:solidFill>
                <a:srgbClr val="1F497D"/>
              </a:solidFill>
              <a:latin typeface="思源黑体 CN Regular"/>
            </a:endParaRPr>
          </a:p>
          <a:p>
            <a:pPr algn="ctr">
              <a:spcAft>
                <a:spcPts val="0"/>
              </a:spcAft>
            </a:pPr>
            <a:r>
              <a:rPr sz="1500" dirty="0" err="1">
                <a:solidFill>
                  <a:srgbClr val="1F497D"/>
                </a:solidFill>
                <a:latin typeface="思源黑体 CN Regular"/>
              </a:rPr>
              <a:t>必要时可修改</a:t>
            </a:r>
            <a:r>
              <a:rPr lang="en-US" sz="1500" dirty="0">
                <a:solidFill>
                  <a:srgbClr val="1F497D"/>
                </a:solidFill>
                <a:latin typeface="思源黑体 CN Regular"/>
              </a:rPr>
              <a:t> </a:t>
            </a:r>
            <a:r>
              <a:rPr lang="en-US" altLang="zh-CN" sz="1500" dirty="0">
                <a:solidFill>
                  <a:srgbClr val="1F497D"/>
                </a:solidFill>
                <a:latin typeface="思源黑体 CN Regular"/>
              </a:rPr>
              <a:t>pre-scan </a:t>
            </a:r>
            <a:r>
              <a:rPr sz="1500" dirty="0" err="1">
                <a:solidFill>
                  <a:srgbClr val="1F497D"/>
                </a:solidFill>
                <a:latin typeface="思源黑体 CN Regular"/>
              </a:rPr>
              <a:t>网表</a:t>
            </a:r>
            <a:endParaRPr sz="1500" dirty="0">
              <a:solidFill>
                <a:srgbClr val="1F497D"/>
              </a:solidFill>
              <a:latin typeface="思源黑体 CN Regular"/>
            </a:endParaRPr>
          </a:p>
        </p:txBody>
      </p:sp>
      <p:sp>
        <p:nvSpPr>
          <p:cNvPr id="16" name="Rectangle 15"/>
          <p:cNvSpPr/>
          <p:nvPr/>
        </p:nvSpPr>
        <p:spPr>
          <a:xfrm>
            <a:off x="4096512" y="4572762"/>
            <a:ext cx="3794760" cy="932688"/>
          </a:xfrm>
          <a:prstGeom prst="rect">
            <a:avLst/>
          </a:prstGeom>
          <a:solidFill>
            <a:srgbClr val="F9ECEA"/>
          </a:solidFill>
          <a:ln w="19050">
            <a:solidFill>
              <a:srgbClr val="C0504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dirty="0" err="1">
                <a:solidFill>
                  <a:srgbClr val="C0504D"/>
                </a:solidFill>
                <a:latin typeface="思源黑体 CN Regular"/>
              </a:rPr>
              <a:t>若修改</a:t>
            </a:r>
            <a:r>
              <a:rPr sz="1400" dirty="0">
                <a:solidFill>
                  <a:srgbClr val="C0504D"/>
                </a:solidFill>
                <a:latin typeface="思源黑体 CN Regular"/>
              </a:rPr>
              <a:t> Pre-scan </a:t>
            </a:r>
            <a:r>
              <a:rPr sz="1400" dirty="0" err="1">
                <a:solidFill>
                  <a:srgbClr val="C0504D"/>
                </a:solidFill>
                <a:latin typeface="思源黑体 CN Regular"/>
              </a:rPr>
              <a:t>网表：须通过</a:t>
            </a:r>
            <a:r>
              <a:rPr sz="1400" dirty="0">
                <a:solidFill>
                  <a:srgbClr val="C0504D"/>
                </a:solidFill>
                <a:latin typeface="思源黑体 CN Regular"/>
              </a:rPr>
              <a:t> LEC</a:t>
            </a:r>
            <a:endParaRPr sz="1400" dirty="0">
              <a:solidFill>
                <a:srgbClr val="C0504D"/>
              </a:solidFill>
              <a:latin typeface="思源黑体 CN Regular"/>
            </a:endParaRPr>
          </a:p>
        </p:txBody>
      </p:sp>
      <p:cxnSp>
        <p:nvCxnSpPr>
          <p:cNvPr id="17" name="Connector 16"/>
          <p:cNvCxnSpPr/>
          <p:nvPr/>
        </p:nvCxnSpPr>
        <p:spPr>
          <a:xfrm>
            <a:off x="7936992" y="3365754"/>
            <a:ext cx="310896" cy="0"/>
          </a:xfrm>
          <a:prstGeom prst="line">
            <a:avLst/>
          </a:prstGeom>
          <a:ln w="20320">
            <a:solidFill>
              <a:srgbClr val="558ED5"/>
            </a:solidFill>
          </a:ln>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rot="5400000">
            <a:off x="8155686" y="3292602"/>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02752" y="2195322"/>
            <a:ext cx="3383280" cy="749808"/>
          </a:xfrm>
          <a:prstGeom prst="rect">
            <a:avLst/>
          </a:prstGeom>
          <a:solidFill>
            <a:srgbClr val="F5F8FC"/>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0" dirty="0" err="1">
                <a:solidFill>
                  <a:srgbClr val="263445"/>
                </a:solidFill>
                <a:latin typeface="思源黑体 CN Regular"/>
              </a:rPr>
              <a:t>每轮</a:t>
            </a:r>
            <a:r>
              <a:rPr sz="1300" b="0" dirty="0">
                <a:solidFill>
                  <a:srgbClr val="263445"/>
                </a:solidFill>
                <a:latin typeface="思源黑体 CN Regular"/>
              </a:rPr>
              <a:t> </a:t>
            </a:r>
            <a:r>
              <a:rPr sz="1300" b="0" dirty="0" err="1">
                <a:solidFill>
                  <a:srgbClr val="263445"/>
                </a:solidFill>
                <a:latin typeface="思源黑体 CN Regular"/>
              </a:rPr>
              <a:t>Dofile；必要时每轮</a:t>
            </a:r>
            <a:r>
              <a:rPr lang="en-US" sz="1300" b="0" dirty="0">
                <a:solidFill>
                  <a:srgbClr val="263445"/>
                </a:solidFill>
                <a:latin typeface="思源黑体 CN Regular"/>
              </a:rPr>
              <a:t> </a:t>
            </a:r>
            <a:r>
              <a:rPr lang="en-US" altLang="zh-CN" sz="1300" b="0" dirty="0">
                <a:solidFill>
                  <a:srgbClr val="263445"/>
                </a:solidFill>
                <a:latin typeface="思源黑体 CN Regular"/>
              </a:rPr>
              <a:t>pre-scan </a:t>
            </a:r>
            <a:r>
              <a:rPr sz="1300" b="0" dirty="0" err="1">
                <a:solidFill>
                  <a:srgbClr val="263445"/>
                </a:solidFill>
                <a:latin typeface="思源黑体 CN Regular"/>
              </a:rPr>
              <a:t>网表</a:t>
            </a:r>
            <a:endParaRPr sz="1300" b="0" dirty="0">
              <a:solidFill>
                <a:srgbClr val="263445"/>
              </a:solidFill>
              <a:latin typeface="思源黑体 CN Regular"/>
            </a:endParaRPr>
          </a:p>
        </p:txBody>
      </p:sp>
      <p:sp>
        <p:nvSpPr>
          <p:cNvPr id="20" name="Rectangle 19"/>
          <p:cNvSpPr/>
          <p:nvPr/>
        </p:nvSpPr>
        <p:spPr>
          <a:xfrm>
            <a:off x="8302752" y="3182874"/>
            <a:ext cx="3383280" cy="749808"/>
          </a:xfrm>
          <a:prstGeom prst="rect">
            <a:avLst/>
          </a:prstGeom>
          <a:solidFill>
            <a:srgbClr val="F5F8FC"/>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a:solidFill>
                  <a:srgbClr val="263445"/>
                </a:solidFill>
                <a:latin typeface="思源黑体 CN Regular"/>
              </a:rPr>
              <a:t>Post-scan 网表 + CTL / SCANDEF / 报告</a:t>
            </a:r>
            <a:endParaRPr sz="1300">
              <a:solidFill>
                <a:srgbClr val="263445"/>
              </a:solidFill>
              <a:latin typeface="思源黑体 CN Regular"/>
            </a:endParaRPr>
          </a:p>
        </p:txBody>
      </p:sp>
      <p:sp>
        <p:nvSpPr>
          <p:cNvPr id="21" name="Rectangle 20"/>
          <p:cNvSpPr/>
          <p:nvPr/>
        </p:nvSpPr>
        <p:spPr>
          <a:xfrm>
            <a:off x="8302752" y="4170426"/>
            <a:ext cx="3383280" cy="749808"/>
          </a:xfrm>
          <a:prstGeom prst="rect">
            <a:avLst/>
          </a:prstGeom>
          <a:solidFill>
            <a:srgbClr val="F5F8FC"/>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0" dirty="0" err="1">
                <a:solidFill>
                  <a:srgbClr val="263445"/>
                </a:solidFill>
                <a:latin typeface="思源黑体 CN Regular"/>
              </a:rPr>
              <a:t>完整日志</a:t>
            </a:r>
            <a:r>
              <a:rPr sz="1300" b="0" dirty="0">
                <a:solidFill>
                  <a:srgbClr val="263445"/>
                </a:solidFill>
                <a:latin typeface="思源黑体 CN Regular"/>
              </a:rPr>
              <a:t> + </a:t>
            </a:r>
            <a:r>
              <a:rPr sz="1300" b="0" dirty="0" err="1">
                <a:solidFill>
                  <a:srgbClr val="263445"/>
                </a:solidFill>
                <a:latin typeface="思源黑体 CN Regular"/>
              </a:rPr>
              <a:t>条件</a:t>
            </a:r>
            <a:r>
              <a:rPr sz="1300" b="0" dirty="0">
                <a:solidFill>
                  <a:srgbClr val="263445"/>
                </a:solidFill>
                <a:latin typeface="思源黑体 CN Regular"/>
              </a:rPr>
              <a:t> LEC </a:t>
            </a:r>
            <a:r>
              <a:rPr sz="1300" b="0" dirty="0" err="1">
                <a:solidFill>
                  <a:srgbClr val="263445"/>
                </a:solidFill>
                <a:latin typeface="思源黑体 CN Regular"/>
              </a:rPr>
              <a:t>报告</a:t>
            </a:r>
            <a:br>
              <a:rPr dirty="0"/>
            </a:br>
            <a:r>
              <a:rPr sz="1300" b="0" dirty="0">
                <a:solidFill>
                  <a:srgbClr val="263445"/>
                </a:solidFill>
                <a:latin typeface="思源黑体 CN Regular"/>
              </a:rPr>
              <a:t>+ </a:t>
            </a:r>
            <a:r>
              <a:rPr sz="1300" b="0" dirty="0" err="1">
                <a:solidFill>
                  <a:srgbClr val="263445"/>
                </a:solidFill>
                <a:latin typeface="思源黑体 CN Regular"/>
              </a:rPr>
              <a:t>decision_log.json</a:t>
            </a:r>
            <a:endParaRPr sz="1300" b="0" dirty="0">
              <a:solidFill>
                <a:srgbClr val="263445"/>
              </a:solidFill>
              <a:latin typeface="思源黑体 CN Regular"/>
            </a:endParaRPr>
          </a:p>
        </p:txBody>
      </p:sp>
      <p:sp>
        <p:nvSpPr>
          <p:cNvPr id="22" name="Oval 21"/>
          <p:cNvSpPr/>
          <p:nvPr/>
        </p:nvSpPr>
        <p:spPr>
          <a:xfrm>
            <a:off x="8770643" y="5377434"/>
            <a:ext cx="201168" cy="201168"/>
          </a:xfrm>
          <a:prstGeom prst="ellipse">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思源黑体 CN Regular"/>
              </a:rPr>
              <a:t>✓</a:t>
            </a:r>
            <a:endParaRPr sz="1000" b="1">
              <a:solidFill>
                <a:srgbClr val="FFFFFF"/>
              </a:solidFill>
              <a:latin typeface="思源黑体 CN Regular"/>
            </a:endParaRPr>
          </a:p>
        </p:txBody>
      </p:sp>
      <p:sp>
        <p:nvSpPr>
          <p:cNvPr id="23" name="TextBox 22"/>
          <p:cNvSpPr txBox="1"/>
          <p:nvPr/>
        </p:nvSpPr>
        <p:spPr>
          <a:xfrm>
            <a:off x="9044963" y="5322570"/>
            <a:ext cx="2971800" cy="347472"/>
          </a:xfrm>
          <a:prstGeom prst="rect">
            <a:avLst/>
          </a:prstGeom>
          <a:noFill/>
        </p:spPr>
        <p:txBody>
          <a:bodyPr wrap="square" lIns="54864" tIns="54864" rIns="54864" bIns="54864" anchor="ctr">
            <a:spAutoFit/>
          </a:bodyPr>
          <a:lstStyle/>
          <a:p>
            <a:pPr algn="l">
              <a:spcAft>
                <a:spcPts val="0"/>
              </a:spcAft>
            </a:pPr>
            <a:r>
              <a:rPr sz="1200" b="0" dirty="0" err="1">
                <a:solidFill>
                  <a:srgbClr val="263445"/>
                </a:solidFill>
                <a:latin typeface="思源黑体 CN Regular"/>
              </a:rPr>
              <a:t>根因、修复</a:t>
            </a:r>
            <a:r>
              <a:rPr sz="1200" b="0" dirty="0">
                <a:solidFill>
                  <a:srgbClr val="263445"/>
                </a:solidFill>
                <a:latin typeface="思源黑体 CN Regular"/>
              </a:rPr>
              <a:t> diff </a:t>
            </a:r>
            <a:r>
              <a:rPr sz="1200" b="0" dirty="0" err="1">
                <a:solidFill>
                  <a:srgbClr val="263445"/>
                </a:solidFill>
                <a:latin typeface="思源黑体 CN Regular"/>
              </a:rPr>
              <a:t>与最终证据闭合</a:t>
            </a:r>
            <a:endParaRPr sz="1200" b="0" dirty="0">
              <a:solidFill>
                <a:srgbClr val="263445"/>
              </a:solidFill>
              <a:latin typeface="思源黑体 CN Regular"/>
            </a:endParaRPr>
          </a:p>
        </p:txBody>
      </p:sp>
      <p:pic>
        <p:nvPicPr>
          <p:cNvPr id="24" name="图片 23"/>
          <p:cNvPicPr>
            <a:picLocks noChangeAspect="1"/>
          </p:cNvPicPr>
          <p:nvPr/>
        </p:nvPicPr>
        <p:blipFill>
          <a:blip r:embed="rId1"/>
          <a:stretch>
            <a:fillRect/>
          </a:stretch>
        </p:blipFill>
        <p:spPr>
          <a:xfrm>
            <a:off x="4033266" y="4617593"/>
            <a:ext cx="6181725" cy="180022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3" name="TextBox 11"/>
          <p:cNvSpPr txBox="1"/>
          <p:nvPr/>
        </p:nvSpPr>
        <p:spPr>
          <a:xfrm>
            <a:off x="515304" y="1026033"/>
            <a:ext cx="7160894" cy="418576"/>
          </a:xfrm>
          <a:prstGeom prst="rect">
            <a:avLst/>
          </a:prstGeom>
          <a:noFill/>
        </p:spPr>
        <p:txBody>
          <a:bodyPr wrap="square" lIns="54864" tIns="54864" rIns="54864" bIns="54864" anchor="ctr">
            <a:spAutoFit/>
          </a:bodyPr>
          <a:lstStyle/>
          <a:p>
            <a:pPr algn="l">
              <a:spcAft>
                <a:spcPts val="0"/>
              </a:spcAft>
            </a:pPr>
            <a:r>
              <a:rPr lang="zh-CN" altLang="en-US" sz="2000" b="1" dirty="0">
                <a:solidFill>
                  <a:srgbClr val="1F497D"/>
                </a:solidFill>
                <a:latin typeface="思源黑体 CN Regular"/>
              </a:rPr>
              <a:t>输入、边界与输出：</a:t>
            </a:r>
            <a:endParaRPr sz="2000" b="1" dirty="0">
              <a:solidFill>
                <a:srgbClr val="1F497D"/>
              </a:solidFill>
              <a:latin typeface="思源黑体 CN Regul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extBox 11"/>
          <p:cNvSpPr txBox="1"/>
          <p:nvPr/>
        </p:nvSpPr>
        <p:spPr>
          <a:xfrm>
            <a:off x="396242" y="929783"/>
            <a:ext cx="7160894" cy="418576"/>
          </a:xfrm>
          <a:prstGeom prst="rect">
            <a:avLst/>
          </a:prstGeom>
          <a:noFill/>
        </p:spPr>
        <p:txBody>
          <a:bodyPr wrap="square" lIns="54864" tIns="54864" rIns="54864" bIns="54864" anchor="ctr">
            <a:spAutoFit/>
          </a:bodyPr>
          <a:lstStyle/>
          <a:p>
            <a:pPr algn="l">
              <a:spcAft>
                <a:spcPts val="0"/>
              </a:spcAft>
            </a:pPr>
            <a:r>
              <a:rPr lang="zh-CN" altLang="en-US" sz="2000" b="1" dirty="0">
                <a:solidFill>
                  <a:srgbClr val="1F497D"/>
                </a:solidFill>
                <a:latin typeface="思源黑体 CN Regular"/>
              </a:rPr>
              <a:t>修复、验证与复跑：</a:t>
            </a:r>
            <a:endParaRPr sz="2000" b="1" dirty="0">
              <a:solidFill>
                <a:srgbClr val="1F497D"/>
              </a:solidFill>
              <a:latin typeface="思源黑体 CN Regular"/>
            </a:endParaRPr>
          </a:p>
        </p:txBody>
      </p:sp>
      <p:cxnSp>
        <p:nvCxnSpPr>
          <p:cNvPr id="7" name="Connector 6"/>
          <p:cNvCxnSpPr/>
          <p:nvPr/>
        </p:nvCxnSpPr>
        <p:spPr>
          <a:xfrm>
            <a:off x="2304288" y="2166747"/>
            <a:ext cx="246888" cy="0"/>
          </a:xfrm>
          <a:prstGeom prst="line">
            <a:avLst/>
          </a:prstGeom>
          <a:ln w="17780">
            <a:solidFill>
              <a:srgbClr val="558ED5"/>
            </a:solidFill>
          </a:ln>
        </p:spPr>
        <p:style>
          <a:lnRef idx="2">
            <a:schemeClr val="accent1"/>
          </a:lnRef>
          <a:fillRef idx="0">
            <a:schemeClr val="accent1"/>
          </a:fillRef>
          <a:effectRef idx="1">
            <a:schemeClr val="accent1"/>
          </a:effectRef>
          <a:fontRef idx="minor">
            <a:schemeClr val="tx1"/>
          </a:fontRef>
        </p:style>
      </p:cxnSp>
      <p:sp>
        <p:nvSpPr>
          <p:cNvPr id="8" name="Isosceles Triangle 7"/>
          <p:cNvSpPr/>
          <p:nvPr/>
        </p:nvSpPr>
        <p:spPr>
          <a:xfrm rot="5400000">
            <a:off x="2478024" y="2093594"/>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498848" y="2166747"/>
            <a:ext cx="246888" cy="0"/>
          </a:xfrm>
          <a:prstGeom prst="line">
            <a:avLst/>
          </a:prstGeom>
          <a:ln w="17780">
            <a:solidFill>
              <a:srgbClr val="558ED5"/>
            </a:solidFill>
          </a:ln>
        </p:spPr>
        <p:style>
          <a:lnRef idx="2">
            <a:schemeClr val="accent1"/>
          </a:lnRef>
          <a:fillRef idx="0">
            <a:schemeClr val="accent1"/>
          </a:fillRef>
          <a:effectRef idx="1">
            <a:schemeClr val="accent1"/>
          </a:effectRef>
          <a:fontRef idx="minor">
            <a:schemeClr val="tx1"/>
          </a:fontRef>
        </p:style>
      </p:cxnSp>
      <p:sp>
        <p:nvSpPr>
          <p:cNvPr id="12" name="Isosceles Triangle 11"/>
          <p:cNvSpPr/>
          <p:nvPr/>
        </p:nvSpPr>
        <p:spPr>
          <a:xfrm rot="5400000">
            <a:off x="4672583" y="2093594"/>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sosceles Triangle 29"/>
          <p:cNvSpPr/>
          <p:nvPr/>
        </p:nvSpPr>
        <p:spPr>
          <a:xfrm rot="16200000">
            <a:off x="5187697" y="4964810"/>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flipH="1">
            <a:off x="1402081" y="5037962"/>
            <a:ext cx="1645920" cy="0"/>
          </a:xfrm>
          <a:prstGeom prst="line">
            <a:avLst/>
          </a:prstGeom>
          <a:ln w="17780">
            <a:solidFill>
              <a:srgbClr val="70AD47"/>
            </a:solidFill>
          </a:ln>
        </p:spPr>
        <p:style>
          <a:lnRef idx="2">
            <a:schemeClr val="accent1"/>
          </a:lnRef>
          <a:fillRef idx="0">
            <a:schemeClr val="accent1"/>
          </a:fillRef>
          <a:effectRef idx="1">
            <a:schemeClr val="accent1"/>
          </a:effectRef>
          <a:fontRef idx="minor">
            <a:schemeClr val="tx1"/>
          </a:fontRef>
        </p:style>
      </p:cxnSp>
      <p:sp>
        <p:nvSpPr>
          <p:cNvPr id="33" name="Isosceles Triangle 32"/>
          <p:cNvSpPr/>
          <p:nvPr/>
        </p:nvSpPr>
        <p:spPr>
          <a:xfrm rot="16200000">
            <a:off x="1328929" y="4964810"/>
            <a:ext cx="146304" cy="146304"/>
          </a:xfrm>
          <a:prstGeom prst="triangle">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96242" y="4672202"/>
            <a:ext cx="914400" cy="731520"/>
          </a:xfrm>
          <a:prstGeom prst="rect">
            <a:avLst/>
          </a:prstGeom>
          <a:solidFill>
            <a:srgbClr val="70AD47"/>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500" b="1">
                <a:solidFill>
                  <a:srgbClr val="FFFFFF"/>
                </a:solidFill>
                <a:latin typeface="思源黑体 CN Regular"/>
              </a:rPr>
              <a:t>输出</a:t>
            </a:r>
            <a:endParaRPr sz="1500" b="1">
              <a:solidFill>
                <a:srgbClr val="FFFFFF"/>
              </a:solidFill>
              <a:latin typeface="思源黑体 CN Regular"/>
            </a:endParaRPr>
          </a:p>
        </p:txBody>
      </p:sp>
      <p:sp>
        <p:nvSpPr>
          <p:cNvPr id="52" name="Diamond 14"/>
          <p:cNvSpPr/>
          <p:nvPr/>
        </p:nvSpPr>
        <p:spPr>
          <a:xfrm>
            <a:off x="3075433" y="4434457"/>
            <a:ext cx="2075688" cy="1216153"/>
          </a:xfrm>
          <a:prstGeom prst="diamond">
            <a:avLst/>
          </a:prstGeom>
          <a:solidFill>
            <a:srgbClr val="FFFFFF"/>
          </a:solidFill>
          <a:ln w="16510">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lang="zh-CN" altLang="en-US" sz="1400" b="1" dirty="0">
                <a:solidFill>
                  <a:srgbClr val="1F497D"/>
                </a:solidFill>
              </a:rPr>
              <a:t>问题消除？</a:t>
            </a:r>
            <a:endParaRPr lang="zh-CN" altLang="en-US" sz="1400" b="1" dirty="0">
              <a:solidFill>
                <a:srgbClr val="1F497D"/>
              </a:solidFill>
            </a:endParaRPr>
          </a:p>
        </p:txBody>
      </p:sp>
      <p:sp>
        <p:nvSpPr>
          <p:cNvPr id="61" name="TextBox 22"/>
          <p:cNvSpPr txBox="1"/>
          <p:nvPr/>
        </p:nvSpPr>
        <p:spPr>
          <a:xfrm>
            <a:off x="2124457" y="5101972"/>
            <a:ext cx="347472" cy="280077"/>
          </a:xfrm>
          <a:prstGeom prst="rect">
            <a:avLst/>
          </a:prstGeom>
          <a:noFill/>
        </p:spPr>
        <p:txBody>
          <a:bodyPr wrap="square" lIns="54864" tIns="54864" rIns="54864" bIns="54864" anchor="ctr">
            <a:spAutoFit/>
          </a:bodyPr>
          <a:lstStyle/>
          <a:p>
            <a:pPr algn="l">
              <a:spcAft>
                <a:spcPts val="0"/>
              </a:spcAft>
            </a:pPr>
            <a:r>
              <a:rPr lang="zh-CN" altLang="en-US" sz="1100" b="1" dirty="0">
                <a:solidFill>
                  <a:srgbClr val="6B7280"/>
                </a:solidFill>
                <a:latin typeface="思源黑体 CN Regular"/>
              </a:rPr>
              <a:t>是</a:t>
            </a:r>
            <a:endParaRPr sz="1100" b="1" dirty="0">
              <a:solidFill>
                <a:srgbClr val="6B7280"/>
              </a:solidFill>
              <a:latin typeface="思源黑体 CN Regular"/>
            </a:endParaRPr>
          </a:p>
        </p:txBody>
      </p:sp>
      <p:sp>
        <p:nvSpPr>
          <p:cNvPr id="65" name="TextBox 22"/>
          <p:cNvSpPr txBox="1"/>
          <p:nvPr/>
        </p:nvSpPr>
        <p:spPr>
          <a:xfrm>
            <a:off x="4157475" y="3669749"/>
            <a:ext cx="1852419" cy="280077"/>
          </a:xfrm>
          <a:prstGeom prst="rect">
            <a:avLst/>
          </a:prstGeom>
          <a:noFill/>
        </p:spPr>
        <p:txBody>
          <a:bodyPr wrap="square" lIns="54864" tIns="54864" rIns="54864" bIns="54864" anchor="ctr">
            <a:spAutoFit/>
          </a:bodyPr>
          <a:lstStyle/>
          <a:p>
            <a:pPr algn="l">
              <a:spcAft>
                <a:spcPts val="0"/>
              </a:spcAft>
            </a:pPr>
            <a:r>
              <a:rPr lang="zh-CN" altLang="en-US" sz="1100" b="1" dirty="0">
                <a:solidFill>
                  <a:srgbClr val="6B7280"/>
                </a:solidFill>
                <a:latin typeface="思源黑体 CN Regular"/>
              </a:rPr>
              <a:t>否：携带新证据返回诊断</a:t>
            </a:r>
            <a:endParaRPr sz="1100" b="1" dirty="0">
              <a:solidFill>
                <a:srgbClr val="6B7280"/>
              </a:solidFill>
              <a:latin typeface="思源黑体 CN Regular"/>
            </a:endParaRPr>
          </a:p>
        </p:txBody>
      </p:sp>
      <p:cxnSp>
        <p:nvCxnSpPr>
          <p:cNvPr id="66" name="Connector 21"/>
          <p:cNvCxnSpPr/>
          <p:nvPr/>
        </p:nvCxnSpPr>
        <p:spPr>
          <a:xfrm>
            <a:off x="4113277" y="3298063"/>
            <a:ext cx="0" cy="1136396"/>
          </a:xfrm>
          <a:prstGeom prst="line">
            <a:avLst/>
          </a:prstGeom>
          <a:ln w="17780">
            <a:solidFill>
              <a:srgbClr val="558ED5"/>
            </a:solidFill>
          </a:ln>
        </p:spPr>
        <p:style>
          <a:lnRef idx="2">
            <a:schemeClr val="accent1"/>
          </a:lnRef>
          <a:fillRef idx="0">
            <a:schemeClr val="accent1"/>
          </a:fillRef>
          <a:effectRef idx="1">
            <a:schemeClr val="accent1"/>
          </a:effectRef>
          <a:fontRef idx="minor">
            <a:schemeClr val="tx1"/>
          </a:fontRef>
        </p:style>
      </p:cxnSp>
      <p:cxnSp>
        <p:nvCxnSpPr>
          <p:cNvPr id="67" name="Connector 21"/>
          <p:cNvCxnSpPr/>
          <p:nvPr/>
        </p:nvCxnSpPr>
        <p:spPr>
          <a:xfrm flipV="1">
            <a:off x="1365507" y="3298063"/>
            <a:ext cx="2747770" cy="5419"/>
          </a:xfrm>
          <a:prstGeom prst="line">
            <a:avLst/>
          </a:prstGeom>
          <a:ln w="17780">
            <a:solidFill>
              <a:srgbClr val="558ED5"/>
            </a:solidFill>
          </a:ln>
        </p:spPr>
        <p:style>
          <a:lnRef idx="2">
            <a:schemeClr val="accent1"/>
          </a:lnRef>
          <a:fillRef idx="0">
            <a:schemeClr val="accent1"/>
          </a:fillRef>
          <a:effectRef idx="1">
            <a:schemeClr val="accent1"/>
          </a:effectRef>
          <a:fontRef idx="minor">
            <a:schemeClr val="tx1"/>
          </a:fontRef>
        </p:style>
      </p:cxnSp>
      <p:cxnSp>
        <p:nvCxnSpPr>
          <p:cNvPr id="69" name="Connector 21"/>
          <p:cNvCxnSpPr/>
          <p:nvPr/>
        </p:nvCxnSpPr>
        <p:spPr>
          <a:xfrm>
            <a:off x="1365507" y="2610231"/>
            <a:ext cx="0" cy="704088"/>
          </a:xfrm>
          <a:prstGeom prst="line">
            <a:avLst/>
          </a:prstGeom>
          <a:ln w="17780">
            <a:solidFill>
              <a:srgbClr val="558ED5"/>
            </a:solidFill>
          </a:ln>
        </p:spPr>
        <p:style>
          <a:lnRef idx="2">
            <a:schemeClr val="accent1"/>
          </a:lnRef>
          <a:fillRef idx="0">
            <a:schemeClr val="accent1"/>
          </a:fillRef>
          <a:effectRef idx="1">
            <a:schemeClr val="accent1"/>
          </a:effectRef>
          <a:fontRef idx="minor">
            <a:schemeClr val="tx1"/>
          </a:fontRef>
        </p:style>
      </p:cxnSp>
      <p:sp>
        <p:nvSpPr>
          <p:cNvPr id="76" name="Isosceles Triangle 16"/>
          <p:cNvSpPr/>
          <p:nvPr/>
        </p:nvSpPr>
        <p:spPr>
          <a:xfrm>
            <a:off x="1292355" y="2610231"/>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30"/>
          <p:cNvSpPr/>
          <p:nvPr/>
        </p:nvSpPr>
        <p:spPr>
          <a:xfrm>
            <a:off x="9488424" y="1745869"/>
            <a:ext cx="2103120" cy="731520"/>
          </a:xfrm>
          <a:prstGeom prst="rect">
            <a:avLst/>
          </a:prstGeom>
          <a:solidFill>
            <a:srgbClr val="FFFFFF"/>
          </a:solidFill>
          <a:ln w="1651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lang="en-US" sz="1500" b="1" dirty="0" err="1">
                <a:solidFill>
                  <a:srgbClr val="1F497D"/>
                </a:solidFill>
                <a:latin typeface="思源黑体 CN Regular"/>
              </a:rPr>
              <a:t>Y</a:t>
            </a:r>
            <a:r>
              <a:rPr lang="en-US" altLang="zh-CN" sz="1500" b="1" dirty="0" err="1">
                <a:solidFill>
                  <a:srgbClr val="1F497D"/>
                </a:solidFill>
                <a:latin typeface="思源黑体 CN Regular"/>
              </a:rPr>
              <a:t>osys</a:t>
            </a:r>
            <a:r>
              <a:rPr lang="en-US" altLang="zh-CN" sz="1500" b="1" dirty="0">
                <a:solidFill>
                  <a:srgbClr val="1F497D"/>
                </a:solidFill>
                <a:latin typeface="思源黑体 CN Regular"/>
              </a:rPr>
              <a:t> EQY</a:t>
            </a:r>
            <a:endParaRPr lang="en-US" altLang="zh-CN" sz="1500" b="1" dirty="0">
              <a:solidFill>
                <a:srgbClr val="1F497D"/>
              </a:solidFill>
              <a:latin typeface="思源黑体 CN Regular"/>
            </a:endParaRPr>
          </a:p>
          <a:p>
            <a:pPr algn="ctr">
              <a:spcAft>
                <a:spcPts val="0"/>
              </a:spcAft>
            </a:pPr>
            <a:r>
              <a:rPr lang="en-US" sz="1500" b="1" dirty="0">
                <a:solidFill>
                  <a:srgbClr val="1F497D"/>
                </a:solidFill>
                <a:latin typeface="思源黑体 CN Regular"/>
              </a:rPr>
              <a:t>LEC</a:t>
            </a:r>
            <a:endParaRPr sz="1500" b="1" dirty="0">
              <a:solidFill>
                <a:srgbClr val="1F497D"/>
              </a:solidFill>
              <a:latin typeface="思源黑体 CN Regular"/>
            </a:endParaRPr>
          </a:p>
        </p:txBody>
      </p:sp>
      <p:sp>
        <p:nvSpPr>
          <p:cNvPr id="46" name="TextBox 22"/>
          <p:cNvSpPr txBox="1"/>
          <p:nvPr/>
        </p:nvSpPr>
        <p:spPr>
          <a:xfrm>
            <a:off x="9006840" y="1734102"/>
            <a:ext cx="347472" cy="280077"/>
          </a:xfrm>
          <a:prstGeom prst="rect">
            <a:avLst/>
          </a:prstGeom>
          <a:noFill/>
        </p:spPr>
        <p:txBody>
          <a:bodyPr wrap="square" lIns="54864" tIns="54864" rIns="54864" bIns="54864" anchor="ctr">
            <a:spAutoFit/>
          </a:bodyPr>
          <a:lstStyle/>
          <a:p>
            <a:pPr algn="l">
              <a:spcAft>
                <a:spcPts val="0"/>
              </a:spcAft>
            </a:pPr>
            <a:r>
              <a:rPr lang="zh-CN" altLang="en-US" sz="1100" b="1" dirty="0">
                <a:solidFill>
                  <a:srgbClr val="6B7280"/>
                </a:solidFill>
                <a:latin typeface="思源黑体 CN Regular"/>
              </a:rPr>
              <a:t>是</a:t>
            </a:r>
            <a:endParaRPr sz="1100" b="1" dirty="0">
              <a:solidFill>
                <a:srgbClr val="6B7280"/>
              </a:solidFill>
              <a:latin typeface="思源黑体 CN Regular"/>
            </a:endParaRPr>
          </a:p>
        </p:txBody>
      </p:sp>
      <p:cxnSp>
        <p:nvCxnSpPr>
          <p:cNvPr id="47" name="Connector 15"/>
          <p:cNvCxnSpPr/>
          <p:nvPr/>
        </p:nvCxnSpPr>
        <p:spPr>
          <a:xfrm>
            <a:off x="8955024" y="2065429"/>
            <a:ext cx="320040" cy="0"/>
          </a:xfrm>
          <a:prstGeom prst="line">
            <a:avLst/>
          </a:prstGeom>
          <a:ln w="17780">
            <a:solidFill>
              <a:srgbClr val="558ED5"/>
            </a:solidFill>
          </a:ln>
        </p:spPr>
        <p:style>
          <a:lnRef idx="2">
            <a:schemeClr val="accent1"/>
          </a:lnRef>
          <a:fillRef idx="0">
            <a:schemeClr val="accent1"/>
          </a:fillRef>
          <a:effectRef idx="1">
            <a:schemeClr val="accent1"/>
          </a:effectRef>
          <a:fontRef idx="minor">
            <a:schemeClr val="tx1"/>
          </a:fontRef>
        </p:style>
      </p:cxnSp>
      <p:sp>
        <p:nvSpPr>
          <p:cNvPr id="48" name="Isosceles Triangle 16"/>
          <p:cNvSpPr/>
          <p:nvPr/>
        </p:nvSpPr>
        <p:spPr>
          <a:xfrm rot="5400000">
            <a:off x="9232392" y="1992276"/>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标题 1"/>
          <p:cNvSpPr>
            <a:spLocks noGrp="1"/>
          </p:cNvSpPr>
          <p:nvPr>
            <p:ph type="title"/>
          </p:nvPr>
        </p:nvSpPr>
        <p:spPr/>
        <p:txBody>
          <a:bodyPr/>
          <a:lstStyle/>
          <a:p>
            <a:r>
              <a:rPr lang="zh-CN" altLang="en-US" sz="3000" b="0" dirty="0">
                <a:solidFill>
                  <a:srgbClr val="FFFFFF"/>
                </a:solidFill>
                <a:latin typeface="思源黑体 CN Regular"/>
              </a:rPr>
              <a:t>任务二：</a:t>
            </a:r>
            <a:r>
              <a:rPr lang="en-US" altLang="zh-CN" sz="3000" b="0" dirty="0">
                <a:solidFill>
                  <a:srgbClr val="FFFFFF"/>
                </a:solidFill>
                <a:latin typeface="思源黑体 CN Regular"/>
              </a:rPr>
              <a:t>Scan Insertion</a:t>
            </a:r>
            <a:r>
              <a:rPr lang="zh-CN" altLang="en-US" sz="3000" b="0" dirty="0">
                <a:solidFill>
                  <a:srgbClr val="FFFFFF"/>
                </a:solidFill>
                <a:latin typeface="思源黑体 CN Regular"/>
              </a:rPr>
              <a:t>执行过程中问题的定位与修复</a:t>
            </a:r>
            <a:endParaRPr sz="3000" b="0" dirty="0">
              <a:solidFill>
                <a:srgbClr val="FFFFFF"/>
              </a:solidFill>
              <a:latin typeface="思源黑体 CN Regular"/>
            </a:endParaRPr>
          </a:p>
        </p:txBody>
      </p:sp>
      <p:sp>
        <p:nvSpPr>
          <p:cNvPr id="4" name="灯片编号占位符 3"/>
          <p:cNvSpPr>
            <a:spLocks noGrp="1"/>
          </p:cNvSpPr>
          <p:nvPr>
            <p:ph type="sldNum" sz="quarter" idx="12"/>
          </p:nvPr>
        </p:nvSpPr>
        <p:spPr/>
        <p:txBody>
          <a:bodyPr/>
          <a:lstStyle/>
          <a:p>
            <a:r>
              <a:rPr lang="en-US" dirty="0"/>
              <a:t>9</a:t>
            </a:r>
            <a:endParaRPr dirty="0"/>
          </a:p>
        </p:txBody>
      </p:sp>
      <p:sp>
        <p:nvSpPr>
          <p:cNvPr id="5" name="Rectangle 4"/>
          <p:cNvSpPr/>
          <p:nvPr/>
        </p:nvSpPr>
        <p:spPr>
          <a:xfrm>
            <a:off x="411480" y="1453515"/>
            <a:ext cx="1874519" cy="310896"/>
          </a:xfrm>
          <a:prstGeom prst="rect">
            <a:avLst/>
          </a:prstGeom>
          <a:solidFill>
            <a:srgbClr val="1F497D"/>
          </a:solidFill>
          <a:ln w="635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a:solidFill>
                  <a:srgbClr val="FFFFFF"/>
                </a:solidFill>
                <a:latin typeface="思源黑体 CN Regular"/>
              </a:rPr>
              <a:t>保留现场</a:t>
            </a:r>
            <a:endParaRPr sz="1300" b="1">
              <a:solidFill>
                <a:srgbClr val="FFFFFF"/>
              </a:solidFill>
              <a:latin typeface="思源黑体 CN Regular"/>
            </a:endParaRPr>
          </a:p>
        </p:txBody>
      </p:sp>
      <p:sp>
        <p:nvSpPr>
          <p:cNvPr id="6" name="Rectangle 5"/>
          <p:cNvSpPr/>
          <p:nvPr/>
        </p:nvSpPr>
        <p:spPr>
          <a:xfrm>
            <a:off x="411480" y="1764411"/>
            <a:ext cx="1874519" cy="804672"/>
          </a:xfrm>
          <a:prstGeom prst="rect">
            <a:avLst/>
          </a:prstGeom>
          <a:solidFill>
            <a:srgbClr val="F5F8FC"/>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0">
                <a:solidFill>
                  <a:srgbClr val="263445"/>
                </a:solidFill>
                <a:latin typeface="思源黑体 CN Regular"/>
              </a:rPr>
              <a:t>Dofile · log · reports</a:t>
            </a:r>
            <a:endParaRPr sz="1300" b="0">
              <a:solidFill>
                <a:srgbClr val="263445"/>
              </a:solidFill>
              <a:latin typeface="思源黑体 CN Regular"/>
            </a:endParaRPr>
          </a:p>
        </p:txBody>
      </p:sp>
      <p:sp>
        <p:nvSpPr>
          <p:cNvPr id="9" name="Rectangle 8"/>
          <p:cNvSpPr/>
          <p:nvPr/>
        </p:nvSpPr>
        <p:spPr>
          <a:xfrm>
            <a:off x="2606040" y="1453515"/>
            <a:ext cx="1874519" cy="310896"/>
          </a:xfrm>
          <a:prstGeom prst="rect">
            <a:avLst/>
          </a:prstGeom>
          <a:solidFill>
            <a:srgbClr val="558ED5"/>
          </a:solidFill>
          <a:ln w="6350">
            <a:solidFill>
              <a:srgbClr val="558ED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a:solidFill>
                  <a:srgbClr val="FFFFFF"/>
                </a:solidFill>
                <a:latin typeface="思源黑体 CN Regular"/>
              </a:rPr>
              <a:t>定位根因</a:t>
            </a:r>
            <a:endParaRPr sz="1300" b="1">
              <a:solidFill>
                <a:srgbClr val="FFFFFF"/>
              </a:solidFill>
              <a:latin typeface="思源黑体 CN Regular"/>
            </a:endParaRPr>
          </a:p>
        </p:txBody>
      </p:sp>
      <p:sp>
        <p:nvSpPr>
          <p:cNvPr id="10" name="Rectangle 9"/>
          <p:cNvSpPr/>
          <p:nvPr/>
        </p:nvSpPr>
        <p:spPr>
          <a:xfrm>
            <a:off x="2606040" y="1764411"/>
            <a:ext cx="1874519" cy="804672"/>
          </a:xfrm>
          <a:prstGeom prst="rect">
            <a:avLst/>
          </a:prstGeom>
          <a:solidFill>
            <a:srgbClr val="F5F8FC"/>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0">
                <a:solidFill>
                  <a:srgbClr val="263445"/>
                </a:solidFill>
                <a:latin typeface="思源黑体 CN Regular"/>
              </a:rPr>
              <a:t>手册 · 规则 · 网表</a:t>
            </a:r>
            <a:endParaRPr sz="1300" b="0">
              <a:solidFill>
                <a:srgbClr val="263445"/>
              </a:solidFill>
              <a:latin typeface="思源黑体 CN Regular"/>
            </a:endParaRPr>
          </a:p>
        </p:txBody>
      </p:sp>
      <p:sp>
        <p:nvSpPr>
          <p:cNvPr id="13" name="Rectangle 12"/>
          <p:cNvSpPr/>
          <p:nvPr/>
        </p:nvSpPr>
        <p:spPr>
          <a:xfrm>
            <a:off x="4800600" y="1453515"/>
            <a:ext cx="1874519" cy="310896"/>
          </a:xfrm>
          <a:prstGeom prst="rect">
            <a:avLst/>
          </a:prstGeom>
          <a:solidFill>
            <a:srgbClr val="558ED5"/>
          </a:solidFill>
          <a:ln w="6350">
            <a:solidFill>
              <a:srgbClr val="558ED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a:solidFill>
                  <a:srgbClr val="FFFFFF"/>
                </a:solidFill>
                <a:latin typeface="思源黑体 CN Regular"/>
              </a:rPr>
              <a:t>最小修复</a:t>
            </a:r>
            <a:endParaRPr sz="1300" b="1">
              <a:solidFill>
                <a:srgbClr val="FFFFFF"/>
              </a:solidFill>
              <a:latin typeface="思源黑体 CN Regular"/>
            </a:endParaRPr>
          </a:p>
        </p:txBody>
      </p:sp>
      <p:sp>
        <p:nvSpPr>
          <p:cNvPr id="14" name="Rectangle 13"/>
          <p:cNvSpPr/>
          <p:nvPr/>
        </p:nvSpPr>
        <p:spPr>
          <a:xfrm>
            <a:off x="4800600" y="1764411"/>
            <a:ext cx="1874519" cy="804672"/>
          </a:xfrm>
          <a:prstGeom prst="rect">
            <a:avLst/>
          </a:prstGeom>
          <a:solidFill>
            <a:srgbClr val="F5F8FC"/>
          </a:solidFill>
          <a:ln w="1016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0" dirty="0" err="1">
                <a:solidFill>
                  <a:srgbClr val="263445"/>
                </a:solidFill>
                <a:latin typeface="思源黑体 CN Regular"/>
              </a:rPr>
              <a:t>Dofile</a:t>
            </a:r>
            <a:r>
              <a:rPr sz="1300" b="0" dirty="0">
                <a:solidFill>
                  <a:srgbClr val="263445"/>
                </a:solidFill>
                <a:latin typeface="思源黑体 CN Regular"/>
              </a:rPr>
              <a:t> 或</a:t>
            </a:r>
            <a:r>
              <a:rPr lang="en-US" sz="1300" b="0" dirty="0">
                <a:solidFill>
                  <a:srgbClr val="263445"/>
                </a:solidFill>
                <a:latin typeface="思源黑体 CN Regular"/>
              </a:rPr>
              <a:t> </a:t>
            </a:r>
            <a:r>
              <a:rPr lang="en-US" altLang="zh-CN" sz="1300" b="0" dirty="0">
                <a:solidFill>
                  <a:srgbClr val="263445"/>
                </a:solidFill>
                <a:latin typeface="思源黑体 CN Regular"/>
              </a:rPr>
              <a:t>pre-scan </a:t>
            </a:r>
            <a:r>
              <a:rPr sz="1300" b="0" dirty="0" err="1">
                <a:solidFill>
                  <a:srgbClr val="263445"/>
                </a:solidFill>
                <a:latin typeface="思源黑体 CN Regular"/>
              </a:rPr>
              <a:t>网表</a:t>
            </a:r>
            <a:endParaRPr sz="1300" b="0" dirty="0">
              <a:solidFill>
                <a:srgbClr val="263445"/>
              </a:solidFill>
              <a:latin typeface="思源黑体 CN Regular"/>
            </a:endParaRPr>
          </a:p>
        </p:txBody>
      </p:sp>
      <p:sp>
        <p:nvSpPr>
          <p:cNvPr id="15" name="Diamond 14"/>
          <p:cNvSpPr/>
          <p:nvPr/>
        </p:nvSpPr>
        <p:spPr>
          <a:xfrm>
            <a:off x="7095745" y="1480947"/>
            <a:ext cx="1874519" cy="1170432"/>
          </a:xfrm>
          <a:prstGeom prst="diamond">
            <a:avLst/>
          </a:prstGeom>
          <a:solidFill>
            <a:srgbClr val="FFFFFF"/>
          </a:solidFill>
          <a:ln w="16510">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263445"/>
                </a:solidFill>
                <a:latin typeface="思源黑体 CN Regular"/>
              </a:rPr>
              <a:t>网表是否改变？</a:t>
            </a:r>
            <a:endParaRPr sz="1300" b="1">
              <a:solidFill>
                <a:srgbClr val="263445"/>
              </a:solidFill>
              <a:latin typeface="思源黑体 CN Regular"/>
            </a:endParaRPr>
          </a:p>
        </p:txBody>
      </p:sp>
      <p:cxnSp>
        <p:nvCxnSpPr>
          <p:cNvPr id="16" name="Connector 15"/>
          <p:cNvCxnSpPr/>
          <p:nvPr/>
        </p:nvCxnSpPr>
        <p:spPr>
          <a:xfrm>
            <a:off x="6693408" y="2166747"/>
            <a:ext cx="320040" cy="0"/>
          </a:xfrm>
          <a:prstGeom prst="line">
            <a:avLst/>
          </a:prstGeom>
          <a:ln w="17780">
            <a:solidFill>
              <a:srgbClr val="558ED5"/>
            </a:solidFill>
          </a:ln>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6940296" y="2093594"/>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7991856" y="2642235"/>
            <a:ext cx="0" cy="704088"/>
          </a:xfrm>
          <a:prstGeom prst="line">
            <a:avLst/>
          </a:prstGeom>
          <a:ln w="17780">
            <a:solidFill>
              <a:srgbClr val="558ED5"/>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138160" y="2779395"/>
            <a:ext cx="347472" cy="228600"/>
          </a:xfrm>
          <a:prstGeom prst="rect">
            <a:avLst/>
          </a:prstGeom>
          <a:noFill/>
        </p:spPr>
        <p:txBody>
          <a:bodyPr wrap="square" lIns="54864" tIns="54864" rIns="54864" bIns="54864" anchor="ctr">
            <a:spAutoFit/>
          </a:bodyPr>
          <a:lstStyle/>
          <a:p>
            <a:pPr algn="l">
              <a:spcAft>
                <a:spcPts val="0"/>
              </a:spcAft>
            </a:pPr>
            <a:r>
              <a:rPr sz="1100" b="1" dirty="0">
                <a:solidFill>
                  <a:srgbClr val="6B7280"/>
                </a:solidFill>
                <a:latin typeface="思源黑体 CN Regular"/>
              </a:rPr>
              <a:t>否</a:t>
            </a:r>
            <a:endParaRPr sz="1100" b="1" dirty="0">
              <a:solidFill>
                <a:srgbClr val="6B7280"/>
              </a:solidFill>
              <a:latin typeface="思源黑体 CN Regular"/>
            </a:endParaRPr>
          </a:p>
        </p:txBody>
      </p:sp>
      <p:sp>
        <p:nvSpPr>
          <p:cNvPr id="25" name="Rectangle 24"/>
          <p:cNvSpPr/>
          <p:nvPr/>
        </p:nvSpPr>
        <p:spPr>
          <a:xfrm>
            <a:off x="6858000" y="3364611"/>
            <a:ext cx="4297680" cy="731520"/>
          </a:xfrm>
          <a:prstGeom prst="rect">
            <a:avLst/>
          </a:prstGeom>
          <a:solidFill>
            <a:srgbClr val="EAF2FB"/>
          </a:solidFill>
          <a:ln w="1651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500" b="1">
                <a:solidFill>
                  <a:srgbClr val="1F497D"/>
                </a:solidFill>
                <a:latin typeface="思源黑体 CN Regular"/>
              </a:rPr>
              <a:t>重新运行完整 Scan Insertion 流程</a:t>
            </a:r>
            <a:endParaRPr sz="1500" b="1">
              <a:solidFill>
                <a:srgbClr val="1F497D"/>
              </a:solidFill>
              <a:latin typeface="思源黑体 CN Regular"/>
            </a:endParaRPr>
          </a:p>
        </p:txBody>
      </p:sp>
      <p:cxnSp>
        <p:nvCxnSpPr>
          <p:cNvPr id="26" name="Connector 25"/>
          <p:cNvCxnSpPr/>
          <p:nvPr/>
        </p:nvCxnSpPr>
        <p:spPr>
          <a:xfrm>
            <a:off x="9006840" y="4114419"/>
            <a:ext cx="0" cy="420624"/>
          </a:xfrm>
          <a:prstGeom prst="line">
            <a:avLst/>
          </a:prstGeom>
          <a:ln w="17780">
            <a:solidFill>
              <a:srgbClr val="558ED5"/>
            </a:solidFill>
          </a:ln>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10800000">
            <a:off x="8933688" y="4461891"/>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0" y="4635627"/>
            <a:ext cx="4297680" cy="731520"/>
          </a:xfrm>
          <a:prstGeom prst="rect">
            <a:avLst/>
          </a:prstGeom>
          <a:solidFill>
            <a:srgbClr val="F5F8FC"/>
          </a:solidFill>
          <a:ln w="15240">
            <a:solidFill>
              <a:srgbClr val="558ED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400" b="1">
                <a:solidFill>
                  <a:srgbClr val="263445"/>
                </a:solidFill>
                <a:latin typeface="思源黑体 CN Regular"/>
              </a:rPr>
              <a:t>比较新旧日志、DRC、报告与输出</a:t>
            </a:r>
            <a:endParaRPr sz="1400" b="1">
              <a:solidFill>
                <a:srgbClr val="263445"/>
              </a:solidFill>
              <a:latin typeface="思源黑体 CN Regular"/>
            </a:endParaRPr>
          </a:p>
        </p:txBody>
      </p:sp>
      <p:cxnSp>
        <p:nvCxnSpPr>
          <p:cNvPr id="29" name="Connector 28"/>
          <p:cNvCxnSpPr/>
          <p:nvPr/>
        </p:nvCxnSpPr>
        <p:spPr>
          <a:xfrm flipH="1">
            <a:off x="5260849" y="5037962"/>
            <a:ext cx="1554480" cy="0"/>
          </a:xfrm>
          <a:prstGeom prst="line">
            <a:avLst/>
          </a:prstGeom>
          <a:ln w="17780">
            <a:solidFill>
              <a:srgbClr val="558ED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411480" y="5943219"/>
            <a:ext cx="11155680" cy="502920"/>
          </a:xfrm>
          <a:prstGeom prst="rect">
            <a:avLst/>
          </a:prstGeom>
          <a:solidFill>
            <a:srgbClr val="FFFFFF"/>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a:solidFill>
                  <a:srgbClr val="6B7280"/>
                </a:solidFill>
                <a:latin typeface="思源黑体 CN Regular"/>
              </a:rPr>
              <a:t>中间尝试可以失败，但 final_run 必须指向真实完成且满足要求的最终轮次。</a:t>
            </a:r>
            <a:endParaRPr sz="1300" b="1">
              <a:solidFill>
                <a:srgbClr val="6B7280"/>
              </a:solidFill>
              <a:latin typeface="思源黑体 CN Regular"/>
            </a:endParaRPr>
          </a:p>
        </p:txBody>
      </p:sp>
      <p:pic>
        <p:nvPicPr>
          <p:cNvPr id="42" name="图片 41"/>
          <p:cNvPicPr>
            <a:picLocks noChangeAspect="1"/>
          </p:cNvPicPr>
          <p:nvPr/>
        </p:nvPicPr>
        <p:blipFill>
          <a:blip r:embed="rId1"/>
          <a:stretch>
            <a:fillRect/>
          </a:stretch>
        </p:blipFill>
        <p:spPr>
          <a:xfrm>
            <a:off x="2801797" y="1032990"/>
            <a:ext cx="7140092" cy="5458271"/>
          </a:xfrm>
          <a:prstGeom prst="rect">
            <a:avLst/>
          </a:prstGeom>
        </p:spPr>
      </p:pic>
      <p:cxnSp>
        <p:nvCxnSpPr>
          <p:cNvPr id="49" name="Connector 21"/>
          <p:cNvCxnSpPr/>
          <p:nvPr/>
        </p:nvCxnSpPr>
        <p:spPr>
          <a:xfrm>
            <a:off x="10453116" y="2509647"/>
            <a:ext cx="0" cy="836676"/>
          </a:xfrm>
          <a:prstGeom prst="line">
            <a:avLst/>
          </a:prstGeom>
          <a:ln w="17780">
            <a:solidFill>
              <a:srgbClr val="558ED5"/>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sz="3000" b="0">
                <a:solidFill>
                  <a:srgbClr val="FFFFFF"/>
                </a:solidFill>
                <a:latin typeface="思源黑体 CN Regular"/>
              </a:rPr>
              <a:t>任务一与任务二：起点不同，底座相同</a:t>
            </a:r>
            <a:endParaRPr sz="3000" b="0">
              <a:solidFill>
                <a:srgbClr val="FFFFFF"/>
              </a:solidFill>
              <a:latin typeface="思源黑体 CN Regular"/>
            </a:endParaRPr>
          </a:p>
        </p:txBody>
      </p:sp>
      <p:sp>
        <p:nvSpPr>
          <p:cNvPr id="4" name="灯片编号占位符 3"/>
          <p:cNvSpPr>
            <a:spLocks noGrp="1"/>
          </p:cNvSpPr>
          <p:nvPr>
            <p:ph type="sldNum" sz="quarter" idx="12"/>
          </p:nvPr>
        </p:nvSpPr>
        <p:spPr/>
        <p:txBody>
          <a:bodyPr/>
          <a:lstStyle/>
          <a:p>
            <a:r>
              <a:rPr dirty="0"/>
              <a:t>1</a:t>
            </a:r>
            <a:r>
              <a:rPr lang="en-US" dirty="0"/>
              <a:t>0</a:t>
            </a:r>
            <a:endParaRPr dirty="0"/>
          </a:p>
        </p:txBody>
      </p:sp>
      <p:graphicFrame>
        <p:nvGraphicFramePr>
          <p:cNvPr id="5" name="Table 4"/>
          <p:cNvGraphicFramePr>
            <a:graphicFrameLocks noGrp="1"/>
          </p:cNvGraphicFramePr>
          <p:nvPr/>
        </p:nvGraphicFramePr>
        <p:xfrm>
          <a:off x="218567" y="1408176"/>
          <a:ext cx="11686922" cy="3767328"/>
        </p:xfrm>
        <a:graphic>
          <a:graphicData uri="http://schemas.openxmlformats.org/drawingml/2006/table">
            <a:tbl>
              <a:tblPr firstRow="1" bandRow="1">
                <a:tableStyleId>{5C22544A-7EE6-4342-B048-85BDC9FD1C3A}</a:tableStyleId>
              </a:tblPr>
              <a:tblGrid>
                <a:gridCol w="1690257"/>
                <a:gridCol w="4974186"/>
                <a:gridCol w="5022479"/>
              </a:tblGrid>
              <a:tr h="566928">
                <a:tc>
                  <a:txBody>
                    <a:bodyPr/>
                    <a:lstStyle/>
                    <a:p>
                      <a:pPr algn="ctr"/>
                      <a:r>
                        <a:rPr sz="1500" b="1" dirty="0" err="1">
                          <a:solidFill>
                            <a:srgbClr val="FFFFFF"/>
                          </a:solidFill>
                          <a:latin typeface="思源黑体 CN Regular"/>
                        </a:rPr>
                        <a:t>比较维度</a:t>
                      </a:r>
                      <a:endParaRPr sz="1500" b="1" dirty="0">
                        <a:solidFill>
                          <a:srgbClr val="FFFFFF"/>
                        </a:solidFill>
                        <a:latin typeface="思源黑体 CN Regular"/>
                      </a:endParaRPr>
                    </a:p>
                  </a:txBody>
                  <a:tcPr>
                    <a:solidFill>
                      <a:srgbClr val="1F497D"/>
                    </a:solidFill>
                  </a:tcPr>
                </a:tc>
                <a:tc>
                  <a:txBody>
                    <a:bodyPr/>
                    <a:lstStyle/>
                    <a:p>
                      <a:pPr algn="ctr"/>
                      <a:r>
                        <a:rPr sz="1500" b="1">
                          <a:solidFill>
                            <a:srgbClr val="FFFFFF"/>
                          </a:solidFill>
                          <a:latin typeface="思源黑体 CN Regular"/>
                        </a:rPr>
                        <a:t>任务一</a:t>
                      </a:r>
                      <a:endParaRPr sz="1500" b="1">
                        <a:solidFill>
                          <a:srgbClr val="FFFFFF"/>
                        </a:solidFill>
                        <a:latin typeface="思源黑体 CN Regular"/>
                      </a:endParaRPr>
                    </a:p>
                  </a:txBody>
                  <a:tcPr>
                    <a:solidFill>
                      <a:srgbClr val="1F497D"/>
                    </a:solidFill>
                  </a:tcPr>
                </a:tc>
                <a:tc>
                  <a:txBody>
                    <a:bodyPr/>
                    <a:lstStyle/>
                    <a:p>
                      <a:pPr algn="ctr"/>
                      <a:r>
                        <a:rPr sz="1500" b="1">
                          <a:solidFill>
                            <a:srgbClr val="FFFFFF"/>
                          </a:solidFill>
                          <a:latin typeface="思源黑体 CN Regular"/>
                        </a:rPr>
                        <a:t>任务二</a:t>
                      </a:r>
                      <a:endParaRPr sz="1500" b="1">
                        <a:solidFill>
                          <a:srgbClr val="FFFFFF"/>
                        </a:solidFill>
                        <a:latin typeface="思源黑体 CN Regular"/>
                      </a:endParaRPr>
                    </a:p>
                  </a:txBody>
                  <a:tcPr>
                    <a:solidFill>
                      <a:srgbClr val="1F497D"/>
                    </a:solidFill>
                  </a:tcPr>
                </a:tc>
              </a:tr>
              <a:tr h="640080">
                <a:tc>
                  <a:txBody>
                    <a:bodyPr/>
                    <a:lstStyle/>
                    <a:p>
                      <a:pPr algn="ctr"/>
                      <a:r>
                        <a:rPr sz="1400" b="1" dirty="0" err="1">
                          <a:solidFill>
                            <a:srgbClr val="1F497D"/>
                          </a:solidFill>
                          <a:latin typeface="思源黑体 CN Regular"/>
                        </a:rPr>
                        <a:t>起点</a:t>
                      </a:r>
                      <a:endParaRPr sz="1400" b="1" dirty="0">
                        <a:solidFill>
                          <a:srgbClr val="1F497D"/>
                        </a:solidFill>
                        <a:latin typeface="思源黑体 CN Regular"/>
                      </a:endParaRPr>
                    </a:p>
                  </a:txBody>
                  <a:tcPr>
                    <a:solidFill>
                      <a:srgbClr val="EAF2FB"/>
                    </a:solidFill>
                  </a:tcPr>
                </a:tc>
                <a:tc>
                  <a:txBody>
                    <a:bodyPr/>
                    <a:lstStyle/>
                    <a:p>
                      <a:pPr algn="l"/>
                      <a:r>
                        <a:rPr sz="1400" b="0" dirty="0" err="1">
                          <a:solidFill>
                            <a:srgbClr val="263445"/>
                          </a:solidFill>
                          <a:latin typeface="思源黑体 CN Regular"/>
                        </a:rPr>
                        <a:t>自然语言</a:t>
                      </a:r>
                      <a:r>
                        <a:rPr lang="zh-CN" altLang="en-US" sz="1400" b="0" dirty="0">
                          <a:solidFill>
                            <a:srgbClr val="263445"/>
                          </a:solidFill>
                          <a:latin typeface="思源黑体 CN Regular"/>
                        </a:rPr>
                        <a:t>任务说明书</a:t>
                      </a:r>
                      <a:r>
                        <a:rPr sz="1400" b="0" dirty="0">
                          <a:solidFill>
                            <a:srgbClr val="263445"/>
                          </a:solidFill>
                          <a:latin typeface="思源黑体 CN Regular"/>
                        </a:rPr>
                        <a:t> + </a:t>
                      </a:r>
                      <a:r>
                        <a:rPr sz="1400" b="0" dirty="0" err="1">
                          <a:solidFill>
                            <a:srgbClr val="263445"/>
                          </a:solidFill>
                          <a:latin typeface="思源黑体 CN Regular"/>
                        </a:rPr>
                        <a:t>网表</a:t>
                      </a:r>
                      <a:r>
                        <a:rPr sz="1400" b="0" dirty="0">
                          <a:solidFill>
                            <a:srgbClr val="263445"/>
                          </a:solidFill>
                          <a:latin typeface="思源黑体 CN Regular"/>
                        </a:rPr>
                        <a:t> + Liberty</a:t>
                      </a:r>
                      <a:r>
                        <a:rPr lang="en-US" sz="1400" b="0" dirty="0">
                          <a:solidFill>
                            <a:srgbClr val="263445"/>
                          </a:solidFill>
                          <a:latin typeface="思源黑体 CN Regular"/>
                        </a:rPr>
                        <a:t> + </a:t>
                      </a:r>
                      <a:r>
                        <a:rPr lang="en-US" altLang="zh-CN" sz="1400" b="0" dirty="0">
                          <a:solidFill>
                            <a:srgbClr val="263445"/>
                          </a:solidFill>
                          <a:latin typeface="思源黑体 CN Regular"/>
                        </a:rPr>
                        <a:t>limitations</a:t>
                      </a:r>
                      <a:endParaRPr sz="1400" b="0" dirty="0">
                        <a:solidFill>
                          <a:srgbClr val="263445"/>
                        </a:solidFill>
                        <a:latin typeface="思源黑体 CN Regular"/>
                      </a:endParaRPr>
                    </a:p>
                  </a:txBody>
                  <a:tcPr>
                    <a:solidFill>
                      <a:srgbClr val="EAF2FB"/>
                    </a:solidFill>
                  </a:tcPr>
                </a:tc>
                <a:tc>
                  <a:txBody>
                    <a:bodyPr/>
                    <a:lstStyle/>
                    <a:p>
                      <a:pPr algn="l"/>
                      <a:r>
                        <a:rPr lang="zh-CN" altLang="en-US" sz="1400" b="0" dirty="0">
                          <a:solidFill>
                            <a:srgbClr val="263445"/>
                          </a:solidFill>
                          <a:latin typeface="+mn-lt"/>
                        </a:rPr>
                        <a:t>自然语言任务说明书 </a:t>
                      </a:r>
                      <a:r>
                        <a:rPr lang="en-US" altLang="zh-CN" sz="1400" b="0" dirty="0">
                          <a:solidFill>
                            <a:srgbClr val="263445"/>
                          </a:solidFill>
                          <a:latin typeface="+mn-lt"/>
                        </a:rPr>
                        <a:t>+ </a:t>
                      </a:r>
                      <a:r>
                        <a:rPr sz="1400" b="0" dirty="0" err="1">
                          <a:solidFill>
                            <a:srgbClr val="263445"/>
                          </a:solidFill>
                          <a:latin typeface="思源黑体 CN Regular"/>
                        </a:rPr>
                        <a:t>故障</a:t>
                      </a:r>
                      <a:r>
                        <a:rPr sz="1400" b="0" dirty="0">
                          <a:solidFill>
                            <a:srgbClr val="263445"/>
                          </a:solidFill>
                          <a:latin typeface="思源黑体 CN Regular"/>
                        </a:rPr>
                        <a:t> </a:t>
                      </a:r>
                      <a:r>
                        <a:rPr sz="1400" b="0" dirty="0" err="1">
                          <a:solidFill>
                            <a:srgbClr val="263445"/>
                          </a:solidFill>
                          <a:latin typeface="思源黑体 CN Regular"/>
                        </a:rPr>
                        <a:t>Dofile</a:t>
                      </a:r>
                      <a:r>
                        <a:rPr lang="en-US" sz="1400" b="0" dirty="0">
                          <a:solidFill>
                            <a:srgbClr val="263445"/>
                          </a:solidFill>
                          <a:latin typeface="思源黑体 CN Regular"/>
                        </a:rPr>
                        <a:t> + </a:t>
                      </a:r>
                      <a:r>
                        <a:rPr lang="zh-CN" altLang="en-US" sz="1400" b="0" dirty="0">
                          <a:solidFill>
                            <a:srgbClr val="263445"/>
                          </a:solidFill>
                          <a:latin typeface="+mn-lt"/>
                        </a:rPr>
                        <a:t>网表 </a:t>
                      </a:r>
                      <a:r>
                        <a:rPr lang="en-US" altLang="zh-CN" sz="1400" b="0" dirty="0">
                          <a:solidFill>
                            <a:srgbClr val="263445"/>
                          </a:solidFill>
                          <a:latin typeface="+mn-lt"/>
                        </a:rPr>
                        <a:t>+ Liberty + limitations</a:t>
                      </a:r>
                      <a:endParaRPr sz="1400" b="0" dirty="0">
                        <a:solidFill>
                          <a:srgbClr val="263445"/>
                        </a:solidFill>
                        <a:latin typeface="思源黑体 CN Regular"/>
                      </a:endParaRPr>
                    </a:p>
                  </a:txBody>
                  <a:tcPr>
                    <a:solidFill>
                      <a:srgbClr val="EAF2FB"/>
                    </a:solidFill>
                  </a:tcPr>
                </a:tc>
              </a:tr>
              <a:tr h="640080">
                <a:tc>
                  <a:txBody>
                    <a:bodyPr/>
                    <a:lstStyle/>
                    <a:p>
                      <a:pPr algn="ctr"/>
                      <a:r>
                        <a:rPr sz="1400" b="1">
                          <a:solidFill>
                            <a:srgbClr val="1F497D"/>
                          </a:solidFill>
                          <a:latin typeface="思源黑体 CN Regular"/>
                        </a:rPr>
                        <a:t>主要工作</a:t>
                      </a:r>
                      <a:endParaRPr sz="1400" b="1">
                        <a:solidFill>
                          <a:srgbClr val="1F497D"/>
                        </a:solidFill>
                        <a:latin typeface="思源黑体 CN Regular"/>
                      </a:endParaRPr>
                    </a:p>
                  </a:txBody>
                  <a:tcPr>
                    <a:solidFill>
                      <a:srgbClr val="FFFFFF"/>
                    </a:solidFill>
                  </a:tcPr>
                </a:tc>
                <a:tc>
                  <a:txBody>
                    <a:bodyPr/>
                    <a:lstStyle/>
                    <a:p>
                      <a:pPr algn="l"/>
                      <a:r>
                        <a:rPr sz="1400" b="0" dirty="0" err="1">
                          <a:solidFill>
                            <a:srgbClr val="263445"/>
                          </a:solidFill>
                          <a:latin typeface="思源黑体 CN Regular"/>
                        </a:rPr>
                        <a:t>生成并执行正确</a:t>
                      </a:r>
                      <a:r>
                        <a:rPr sz="1400" b="0" dirty="0">
                          <a:solidFill>
                            <a:srgbClr val="263445"/>
                          </a:solidFill>
                          <a:latin typeface="思源黑体 CN Regular"/>
                        </a:rPr>
                        <a:t> </a:t>
                      </a:r>
                      <a:r>
                        <a:rPr sz="1400" b="0" dirty="0" err="1">
                          <a:solidFill>
                            <a:srgbClr val="263445"/>
                          </a:solidFill>
                          <a:latin typeface="思源黑体 CN Regular"/>
                        </a:rPr>
                        <a:t>Dofile</a:t>
                      </a:r>
                      <a:endParaRPr sz="1400" b="0" dirty="0">
                        <a:solidFill>
                          <a:srgbClr val="263445"/>
                        </a:solidFill>
                        <a:latin typeface="思源黑体 CN Regular"/>
                      </a:endParaRPr>
                    </a:p>
                  </a:txBody>
                  <a:tcPr>
                    <a:solidFill>
                      <a:srgbClr val="FFFFFF"/>
                    </a:solidFill>
                  </a:tcPr>
                </a:tc>
                <a:tc>
                  <a:txBody>
                    <a:bodyPr/>
                    <a:lstStyle/>
                    <a:p>
                      <a:pPr algn="l"/>
                      <a:r>
                        <a:rPr sz="1400" b="0">
                          <a:solidFill>
                            <a:srgbClr val="263445"/>
                          </a:solidFill>
                          <a:latin typeface="思源黑体 CN Regular"/>
                        </a:rPr>
                        <a:t>识别根因并完成修复</a:t>
                      </a:r>
                      <a:endParaRPr sz="1400" b="0">
                        <a:solidFill>
                          <a:srgbClr val="263445"/>
                        </a:solidFill>
                        <a:latin typeface="思源黑体 CN Regular"/>
                      </a:endParaRPr>
                    </a:p>
                  </a:txBody>
                  <a:tcPr>
                    <a:solidFill>
                      <a:srgbClr val="FFFFFF"/>
                    </a:solidFill>
                  </a:tcPr>
                </a:tc>
              </a:tr>
              <a:tr h="640080">
                <a:tc>
                  <a:txBody>
                    <a:bodyPr/>
                    <a:lstStyle/>
                    <a:p>
                      <a:pPr algn="ctr"/>
                      <a:r>
                        <a:rPr sz="1400" b="1">
                          <a:solidFill>
                            <a:srgbClr val="1F497D"/>
                          </a:solidFill>
                          <a:latin typeface="思源黑体 CN Regular"/>
                        </a:rPr>
                        <a:t>网表边界</a:t>
                      </a:r>
                      <a:endParaRPr sz="1400" b="1">
                        <a:solidFill>
                          <a:srgbClr val="1F497D"/>
                        </a:solidFill>
                        <a:latin typeface="思源黑体 CN Regular"/>
                      </a:endParaRPr>
                    </a:p>
                  </a:txBody>
                  <a:tcPr>
                    <a:solidFill>
                      <a:srgbClr val="EAF2FB"/>
                    </a:solidFill>
                  </a:tcPr>
                </a:tc>
                <a:tc>
                  <a:txBody>
                    <a:bodyPr/>
                    <a:lstStyle/>
                    <a:p>
                      <a:pPr algn="l"/>
                      <a:r>
                        <a:rPr lang="zh-CN" altLang="en-US" sz="1400" b="0" dirty="0">
                          <a:solidFill>
                            <a:srgbClr val="263445"/>
                          </a:solidFill>
                          <a:latin typeface="思源黑体 CN Regular"/>
                        </a:rPr>
                        <a:t>不允许</a:t>
                      </a:r>
                      <a:r>
                        <a:rPr sz="1400" b="0" dirty="0" err="1">
                          <a:solidFill>
                            <a:srgbClr val="263445"/>
                          </a:solidFill>
                          <a:latin typeface="思源黑体 CN Regular"/>
                        </a:rPr>
                        <a:t>修改输入网表</a:t>
                      </a:r>
                      <a:endParaRPr sz="1400" b="0" dirty="0">
                        <a:solidFill>
                          <a:srgbClr val="263445"/>
                        </a:solidFill>
                        <a:latin typeface="思源黑体 CN Regular"/>
                      </a:endParaRPr>
                    </a:p>
                  </a:txBody>
                  <a:tcPr>
                    <a:solidFill>
                      <a:srgbClr val="EAF2FB"/>
                    </a:solidFill>
                  </a:tcPr>
                </a:tc>
                <a:tc>
                  <a:txBody>
                    <a:bodyPr/>
                    <a:lstStyle/>
                    <a:p>
                      <a:pPr algn="l"/>
                      <a:r>
                        <a:rPr sz="1400" b="0">
                          <a:solidFill>
                            <a:srgbClr val="263445"/>
                          </a:solidFill>
                          <a:latin typeface="思源黑体 CN Regular"/>
                        </a:rPr>
                        <a:t>必要时可修改工作网表</a:t>
                      </a:r>
                      <a:endParaRPr sz="1400" b="0">
                        <a:solidFill>
                          <a:srgbClr val="263445"/>
                        </a:solidFill>
                        <a:latin typeface="思源黑体 CN Regular"/>
                      </a:endParaRPr>
                    </a:p>
                  </a:txBody>
                  <a:tcPr>
                    <a:solidFill>
                      <a:srgbClr val="EAF2FB"/>
                    </a:solidFill>
                  </a:tcPr>
                </a:tc>
              </a:tr>
              <a:tr h="640080">
                <a:tc>
                  <a:txBody>
                    <a:bodyPr/>
                    <a:lstStyle/>
                    <a:p>
                      <a:pPr algn="ctr"/>
                      <a:r>
                        <a:rPr sz="1400" b="1">
                          <a:solidFill>
                            <a:srgbClr val="1F497D"/>
                          </a:solidFill>
                          <a:latin typeface="思源黑体 CN Regular"/>
                        </a:rPr>
                        <a:t>额外验证</a:t>
                      </a:r>
                      <a:endParaRPr sz="1400" b="1">
                        <a:solidFill>
                          <a:srgbClr val="1F497D"/>
                        </a:solidFill>
                        <a:latin typeface="思源黑体 CN Regular"/>
                      </a:endParaRPr>
                    </a:p>
                  </a:txBody>
                  <a:tcPr>
                    <a:solidFill>
                      <a:srgbClr val="FFFFFF"/>
                    </a:solidFill>
                  </a:tcPr>
                </a:tc>
                <a:tc>
                  <a:txBody>
                    <a:bodyPr/>
                    <a:lstStyle/>
                    <a:p>
                      <a:pPr algn="l"/>
                      <a:r>
                        <a:rPr sz="1400" b="0" dirty="0" err="1">
                          <a:solidFill>
                            <a:srgbClr val="263445"/>
                          </a:solidFill>
                          <a:latin typeface="思源黑体 CN Regular"/>
                        </a:rPr>
                        <a:t>工具结果与报告闭环</a:t>
                      </a:r>
                      <a:endParaRPr sz="1400" b="0" dirty="0">
                        <a:solidFill>
                          <a:srgbClr val="263445"/>
                        </a:solidFill>
                        <a:latin typeface="思源黑体 CN Regular"/>
                      </a:endParaRPr>
                    </a:p>
                  </a:txBody>
                  <a:tcP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solidFill>
                            <a:srgbClr val="263445"/>
                          </a:solidFill>
                          <a:latin typeface="+mn-lt"/>
                        </a:rPr>
                        <a:t>工具结果与报告闭环 </a:t>
                      </a:r>
                      <a:r>
                        <a:rPr lang="en-US" sz="1400" b="0" dirty="0">
                          <a:solidFill>
                            <a:srgbClr val="263445"/>
                          </a:solidFill>
                          <a:latin typeface="思源黑体 CN Regular"/>
                        </a:rPr>
                        <a:t>+ </a:t>
                      </a:r>
                      <a:r>
                        <a:rPr sz="1400" b="0" dirty="0" err="1">
                          <a:solidFill>
                            <a:srgbClr val="263445"/>
                          </a:solidFill>
                          <a:latin typeface="思源黑体 CN Regular"/>
                        </a:rPr>
                        <a:t>网表</a:t>
                      </a:r>
                      <a:r>
                        <a:rPr lang="zh-CN" altLang="en-US" sz="1400" b="0" dirty="0">
                          <a:solidFill>
                            <a:srgbClr val="263445"/>
                          </a:solidFill>
                          <a:latin typeface="思源黑体 CN Regular"/>
                        </a:rPr>
                        <a:t>修改</a:t>
                      </a:r>
                      <a:r>
                        <a:rPr sz="1400" b="0" dirty="0" err="1">
                          <a:solidFill>
                            <a:srgbClr val="263445"/>
                          </a:solidFill>
                          <a:latin typeface="思源黑体 CN Regular"/>
                        </a:rPr>
                        <a:t>时须</a:t>
                      </a:r>
                      <a:r>
                        <a:rPr lang="zh-CN" altLang="en-US" sz="1400" b="0" dirty="0">
                          <a:solidFill>
                            <a:srgbClr val="263445"/>
                          </a:solidFill>
                          <a:latin typeface="思源黑体 CN Regular"/>
                        </a:rPr>
                        <a:t>做</a:t>
                      </a:r>
                      <a:r>
                        <a:rPr sz="1400" b="0" dirty="0">
                          <a:solidFill>
                            <a:srgbClr val="263445"/>
                          </a:solidFill>
                          <a:latin typeface="思源黑体 CN Regular"/>
                        </a:rPr>
                        <a:t> LEC</a:t>
                      </a:r>
                      <a:endParaRPr sz="1400" b="0" dirty="0">
                        <a:solidFill>
                          <a:srgbClr val="263445"/>
                        </a:solidFill>
                        <a:latin typeface="思源黑体 CN Regular"/>
                      </a:endParaRPr>
                    </a:p>
                  </a:txBody>
                  <a:tcPr>
                    <a:solidFill>
                      <a:srgbClr val="FFFFFF"/>
                    </a:solidFill>
                  </a:tcPr>
                </a:tc>
              </a:tr>
              <a:tr h="640080">
                <a:tc>
                  <a:txBody>
                    <a:bodyPr/>
                    <a:lstStyle/>
                    <a:p>
                      <a:pPr algn="ctr"/>
                      <a:r>
                        <a:rPr sz="1400" b="1">
                          <a:solidFill>
                            <a:srgbClr val="1F497D"/>
                          </a:solidFill>
                          <a:latin typeface="思源黑体 CN Regular"/>
                        </a:rPr>
                        <a:t>共同底座</a:t>
                      </a:r>
                      <a:endParaRPr sz="1400" b="1">
                        <a:solidFill>
                          <a:srgbClr val="1F497D"/>
                        </a:solidFill>
                        <a:latin typeface="思源黑体 CN Regular"/>
                      </a:endParaRPr>
                    </a:p>
                  </a:txBody>
                  <a:tcPr>
                    <a:solidFill>
                      <a:srgbClr val="EAF2FB"/>
                    </a:solidFill>
                  </a:tcPr>
                </a:tc>
                <a:tc gridSpan="2">
                  <a:txBody>
                    <a:bodyPr/>
                    <a:lstStyle/>
                    <a:p>
                      <a:pPr algn="ctr"/>
                      <a:r>
                        <a:rPr sz="1400" b="0" dirty="0" err="1">
                          <a:solidFill>
                            <a:srgbClr val="263445"/>
                          </a:solidFill>
                          <a:latin typeface="思源黑体 CN Regular"/>
                        </a:rPr>
                        <a:t>固定</a:t>
                      </a:r>
                      <a:r>
                        <a:rPr sz="1400" b="0" dirty="0">
                          <a:solidFill>
                            <a:srgbClr val="263445"/>
                          </a:solidFill>
                          <a:latin typeface="思源黑体 CN Regular"/>
                        </a:rPr>
                        <a:t> </a:t>
                      </a:r>
                      <a:r>
                        <a:rPr sz="1400" b="0" dirty="0" err="1">
                          <a:solidFill>
                            <a:srgbClr val="263445"/>
                          </a:solidFill>
                          <a:latin typeface="思源黑体 CN Regular"/>
                        </a:rPr>
                        <a:t>LLM、容器调用、真实日志和</a:t>
                      </a:r>
                      <a:r>
                        <a:rPr sz="1400" b="0" dirty="0">
                          <a:solidFill>
                            <a:srgbClr val="263445"/>
                          </a:solidFill>
                          <a:latin typeface="思源黑体 CN Regular"/>
                        </a:rPr>
                        <a:t> decision log</a:t>
                      </a:r>
                      <a:endParaRPr sz="1400" b="0" dirty="0">
                        <a:solidFill>
                          <a:srgbClr val="263445"/>
                        </a:solidFill>
                        <a:latin typeface="思源黑体 CN Regular"/>
                      </a:endParaRPr>
                    </a:p>
                  </a:txBody>
                  <a:tcPr>
                    <a:solidFill>
                      <a:srgbClr val="EAF2FB"/>
                    </a:solidFill>
                  </a:tcPr>
                </a:tc>
                <a:tc hMerge="1">
                  <a:tcPr>
                    <a:solidFill>
                      <a:srgbClr val="EAF2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sz="2600" b="0" dirty="0" err="1">
                <a:solidFill>
                  <a:srgbClr val="FFFFFF"/>
                </a:solidFill>
                <a:latin typeface="思源黑体 CN Regular"/>
              </a:rPr>
              <a:t>有效性与合规检查：任一失败，本</a:t>
            </a:r>
            <a:r>
              <a:rPr sz="2600" b="0" dirty="0">
                <a:solidFill>
                  <a:srgbClr val="FFFFFF"/>
                </a:solidFill>
                <a:latin typeface="思源黑体 CN Regular"/>
              </a:rPr>
              <a:t> case 记 0 分</a:t>
            </a:r>
            <a:endParaRPr sz="2600" b="0" dirty="0">
              <a:solidFill>
                <a:srgbClr val="FFFFFF"/>
              </a:solidFill>
              <a:latin typeface="思源黑体 CN Regular"/>
            </a:endParaRPr>
          </a:p>
        </p:txBody>
      </p:sp>
      <p:sp>
        <p:nvSpPr>
          <p:cNvPr id="4" name="灯片编号占位符 3"/>
          <p:cNvSpPr>
            <a:spLocks noGrp="1"/>
          </p:cNvSpPr>
          <p:nvPr>
            <p:ph type="sldNum" sz="quarter" idx="12"/>
          </p:nvPr>
        </p:nvSpPr>
        <p:spPr/>
        <p:txBody>
          <a:bodyPr/>
          <a:lstStyle/>
          <a:p>
            <a:r>
              <a:rPr dirty="0"/>
              <a:t>1</a:t>
            </a:r>
            <a:r>
              <a:rPr lang="en-US" dirty="0"/>
              <a:t>1</a:t>
            </a:r>
            <a:endParaRPr dirty="0"/>
          </a:p>
        </p:txBody>
      </p:sp>
      <p:sp>
        <p:nvSpPr>
          <p:cNvPr id="5" name="TextBox 4"/>
          <p:cNvSpPr txBox="1"/>
          <p:nvPr/>
        </p:nvSpPr>
        <p:spPr>
          <a:xfrm>
            <a:off x="411480" y="1901952"/>
            <a:ext cx="2468880" cy="1965960"/>
          </a:xfrm>
          <a:prstGeom prst="rect">
            <a:avLst/>
          </a:prstGeom>
          <a:noFill/>
        </p:spPr>
        <p:txBody>
          <a:bodyPr wrap="square" lIns="54864" tIns="54864" rIns="54864" bIns="54864" anchor="ctr">
            <a:spAutoFit/>
          </a:bodyPr>
          <a:lstStyle/>
          <a:p>
            <a:pPr algn="ctr">
              <a:spcAft>
                <a:spcPts val="0"/>
              </a:spcAft>
            </a:pPr>
            <a:r>
              <a:rPr sz="9600" b="1" dirty="0">
                <a:solidFill>
                  <a:srgbClr val="C0504D"/>
                </a:solidFill>
                <a:latin typeface="思源黑体 CN Regular"/>
              </a:rPr>
              <a:t>0</a:t>
            </a:r>
            <a:endParaRPr sz="9600" b="1" dirty="0">
              <a:solidFill>
                <a:srgbClr val="C0504D"/>
              </a:solidFill>
              <a:latin typeface="思源黑体 CN Regular"/>
            </a:endParaRPr>
          </a:p>
        </p:txBody>
      </p:sp>
      <p:sp>
        <p:nvSpPr>
          <p:cNvPr id="6" name="TextBox 5"/>
          <p:cNvSpPr txBox="1"/>
          <p:nvPr/>
        </p:nvSpPr>
        <p:spPr>
          <a:xfrm>
            <a:off x="502920" y="3794891"/>
            <a:ext cx="2331720" cy="603242"/>
          </a:xfrm>
          <a:prstGeom prst="rect">
            <a:avLst/>
          </a:prstGeom>
          <a:noFill/>
        </p:spPr>
        <p:txBody>
          <a:bodyPr wrap="square" lIns="54864" tIns="54864" rIns="54864" bIns="54864" anchor="ctr">
            <a:spAutoFit/>
          </a:bodyPr>
          <a:lstStyle/>
          <a:p>
            <a:pPr algn="ctr">
              <a:spcAft>
                <a:spcPts val="0"/>
              </a:spcAft>
            </a:pPr>
            <a:r>
              <a:rPr sz="1600" b="1" dirty="0" err="1">
                <a:solidFill>
                  <a:srgbClr val="C0504D"/>
                </a:solidFill>
                <a:latin typeface="思源黑体 CN Regular"/>
              </a:rPr>
              <a:t>先检查有效性与合规</a:t>
            </a:r>
            <a:br>
              <a:rPr dirty="0">
                <a:solidFill>
                  <a:srgbClr val="C0504D"/>
                </a:solidFill>
              </a:rPr>
            </a:br>
            <a:r>
              <a:rPr sz="1600" b="1" dirty="0" err="1">
                <a:solidFill>
                  <a:srgbClr val="C0504D"/>
                </a:solidFill>
                <a:latin typeface="思源黑体 CN Regular"/>
              </a:rPr>
              <a:t>再进入具体评分</a:t>
            </a:r>
            <a:endParaRPr sz="1600" b="1" dirty="0">
              <a:solidFill>
                <a:srgbClr val="C0504D"/>
              </a:solidFill>
              <a:latin typeface="思源黑体 CN Regular"/>
            </a:endParaRPr>
          </a:p>
        </p:txBody>
      </p:sp>
      <p:sp>
        <p:nvSpPr>
          <p:cNvPr id="7" name="Rectangle 6"/>
          <p:cNvSpPr/>
          <p:nvPr/>
        </p:nvSpPr>
        <p:spPr>
          <a:xfrm>
            <a:off x="3154680" y="1170432"/>
            <a:ext cx="2011680" cy="841248"/>
          </a:xfrm>
          <a:prstGeom prst="rect">
            <a:avLst/>
          </a:prstGeom>
          <a:solidFill>
            <a:srgbClr val="EAF2FB"/>
          </a:solidFill>
          <a:ln w="1397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400" b="1">
                <a:solidFill>
                  <a:srgbClr val="1F497D"/>
                </a:solidFill>
                <a:latin typeface="思源黑体 CN Regular"/>
              </a:rPr>
              <a:t>01  自主运行</a:t>
            </a:r>
            <a:endParaRPr sz="1400" b="1">
              <a:solidFill>
                <a:srgbClr val="1F497D"/>
              </a:solidFill>
              <a:latin typeface="思源黑体 CN Regular"/>
            </a:endParaRPr>
          </a:p>
        </p:txBody>
      </p:sp>
      <p:sp>
        <p:nvSpPr>
          <p:cNvPr id="8" name="Rectangle 7"/>
          <p:cNvSpPr/>
          <p:nvPr/>
        </p:nvSpPr>
        <p:spPr>
          <a:xfrm>
            <a:off x="5166360" y="1170432"/>
            <a:ext cx="6309360" cy="841248"/>
          </a:xfrm>
          <a:prstGeom prst="rect">
            <a:avLst/>
          </a:prstGeom>
          <a:solidFill>
            <a:srgbClr val="FFFFFF"/>
          </a:solidFill>
          <a:ln w="1143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b="0" dirty="0" err="1">
                <a:solidFill>
                  <a:srgbClr val="263445"/>
                </a:solidFill>
                <a:latin typeface="思源黑体 CN Regular"/>
              </a:rPr>
              <a:t>无人交互；不因确认请求阻塞</a:t>
            </a:r>
            <a:endParaRPr sz="1300" b="0" dirty="0">
              <a:solidFill>
                <a:srgbClr val="263445"/>
              </a:solidFill>
              <a:latin typeface="思源黑体 CN Regular"/>
            </a:endParaRPr>
          </a:p>
        </p:txBody>
      </p:sp>
      <p:sp>
        <p:nvSpPr>
          <p:cNvPr id="9" name="Rectangle 8"/>
          <p:cNvSpPr/>
          <p:nvPr/>
        </p:nvSpPr>
        <p:spPr>
          <a:xfrm>
            <a:off x="3154680" y="2304288"/>
            <a:ext cx="2011680" cy="841248"/>
          </a:xfrm>
          <a:prstGeom prst="rect">
            <a:avLst/>
          </a:prstGeom>
          <a:solidFill>
            <a:srgbClr val="EAF2FB"/>
          </a:solidFill>
          <a:ln w="1397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400" b="1" dirty="0">
                <a:solidFill>
                  <a:srgbClr val="1F497D"/>
                </a:solidFill>
                <a:latin typeface="思源黑体 CN Regular"/>
              </a:rPr>
              <a:t>02  </a:t>
            </a:r>
            <a:r>
              <a:rPr lang="zh-CN" altLang="en-US" sz="1400" b="1" dirty="0">
                <a:solidFill>
                  <a:srgbClr val="1F497D"/>
                </a:solidFill>
                <a:latin typeface="思源黑体 CN Regular"/>
              </a:rPr>
              <a:t>运行时间限制</a:t>
            </a:r>
            <a:endParaRPr sz="1400" b="1" dirty="0">
              <a:solidFill>
                <a:srgbClr val="1F497D"/>
              </a:solidFill>
              <a:latin typeface="思源黑体 CN Regular"/>
            </a:endParaRPr>
          </a:p>
        </p:txBody>
      </p:sp>
      <p:sp>
        <p:nvSpPr>
          <p:cNvPr id="10" name="Rectangle 9"/>
          <p:cNvSpPr/>
          <p:nvPr/>
        </p:nvSpPr>
        <p:spPr>
          <a:xfrm>
            <a:off x="5166360" y="2304288"/>
            <a:ext cx="6309360" cy="841248"/>
          </a:xfrm>
          <a:prstGeom prst="rect">
            <a:avLst/>
          </a:prstGeom>
          <a:solidFill>
            <a:srgbClr val="FFFFFF"/>
          </a:solidFill>
          <a:ln w="1143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b="0" dirty="0" err="1">
                <a:solidFill>
                  <a:srgbClr val="263445"/>
                </a:solidFill>
                <a:latin typeface="思源黑体 CN Regular"/>
              </a:rPr>
              <a:t>不超过当前</a:t>
            </a:r>
            <a:r>
              <a:rPr sz="1300" b="0" dirty="0">
                <a:solidFill>
                  <a:srgbClr val="263445"/>
                </a:solidFill>
                <a:latin typeface="思源黑体 CN Regular"/>
              </a:rPr>
              <a:t> case </a:t>
            </a:r>
            <a:r>
              <a:rPr lang="zh-CN" altLang="en-US" sz="1300" b="0" dirty="0">
                <a:solidFill>
                  <a:srgbClr val="263445"/>
                </a:solidFill>
                <a:latin typeface="思源黑体 CN Regular"/>
              </a:rPr>
              <a:t>规定</a:t>
            </a:r>
            <a:r>
              <a:rPr sz="1300" b="0" dirty="0">
                <a:solidFill>
                  <a:srgbClr val="263445"/>
                </a:solidFill>
                <a:latin typeface="思源黑体 CN Regular"/>
              </a:rPr>
              <a:t>的</a:t>
            </a:r>
            <a:r>
              <a:rPr lang="zh-CN" altLang="en-US" sz="1300" b="0" dirty="0">
                <a:solidFill>
                  <a:srgbClr val="263445"/>
                </a:solidFill>
                <a:latin typeface="思源黑体 CN Regular"/>
              </a:rPr>
              <a:t>最大总</a:t>
            </a:r>
            <a:r>
              <a:rPr sz="1300" b="0" dirty="0" err="1">
                <a:solidFill>
                  <a:srgbClr val="263445"/>
                </a:solidFill>
                <a:latin typeface="思源黑体 CN Regular"/>
              </a:rPr>
              <a:t>运行时间</a:t>
            </a:r>
            <a:endParaRPr sz="1300" b="0" dirty="0">
              <a:solidFill>
                <a:srgbClr val="263445"/>
              </a:solidFill>
              <a:latin typeface="思源黑体 CN Regular"/>
            </a:endParaRPr>
          </a:p>
        </p:txBody>
      </p:sp>
      <p:sp>
        <p:nvSpPr>
          <p:cNvPr id="11" name="Rectangle 10"/>
          <p:cNvSpPr/>
          <p:nvPr/>
        </p:nvSpPr>
        <p:spPr>
          <a:xfrm>
            <a:off x="3154680" y="3438144"/>
            <a:ext cx="2011680" cy="841248"/>
          </a:xfrm>
          <a:prstGeom prst="rect">
            <a:avLst/>
          </a:prstGeom>
          <a:solidFill>
            <a:srgbClr val="EAF2FB"/>
          </a:solidFill>
          <a:ln w="1397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400" b="1" dirty="0">
                <a:solidFill>
                  <a:srgbClr val="1F497D"/>
                </a:solidFill>
                <a:latin typeface="思源黑体 CN Regular"/>
              </a:rPr>
              <a:t>03  LEC</a:t>
            </a:r>
            <a:endParaRPr sz="1400" b="1" dirty="0">
              <a:solidFill>
                <a:srgbClr val="1F497D"/>
              </a:solidFill>
              <a:latin typeface="思源黑体 CN Regular"/>
            </a:endParaRPr>
          </a:p>
        </p:txBody>
      </p:sp>
      <p:sp>
        <p:nvSpPr>
          <p:cNvPr id="12" name="Rectangle 11"/>
          <p:cNvSpPr/>
          <p:nvPr/>
        </p:nvSpPr>
        <p:spPr>
          <a:xfrm>
            <a:off x="5166360" y="3438144"/>
            <a:ext cx="6309360" cy="841248"/>
          </a:xfrm>
          <a:prstGeom prst="rect">
            <a:avLst/>
          </a:prstGeom>
          <a:solidFill>
            <a:srgbClr val="FFFFFF"/>
          </a:solidFill>
          <a:ln w="1143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b="0" dirty="0" err="1">
                <a:solidFill>
                  <a:srgbClr val="263445"/>
                </a:solidFill>
                <a:latin typeface="思源黑体 CN Regular"/>
              </a:rPr>
              <a:t>任务二修改</a:t>
            </a:r>
            <a:r>
              <a:rPr sz="1300" b="0" dirty="0">
                <a:solidFill>
                  <a:srgbClr val="263445"/>
                </a:solidFill>
                <a:latin typeface="思源黑体 CN Regular"/>
              </a:rPr>
              <a:t> Pre-scan </a:t>
            </a:r>
            <a:r>
              <a:rPr sz="1300" b="0" dirty="0" err="1">
                <a:solidFill>
                  <a:srgbClr val="263445"/>
                </a:solidFill>
                <a:latin typeface="思源黑体 CN Regular"/>
              </a:rPr>
              <a:t>网表时，final_run</a:t>
            </a:r>
            <a:r>
              <a:rPr sz="1300" b="0" dirty="0">
                <a:solidFill>
                  <a:srgbClr val="263445"/>
                </a:solidFill>
                <a:latin typeface="思源黑体 CN Regular"/>
              </a:rPr>
              <a:t> </a:t>
            </a:r>
            <a:r>
              <a:rPr sz="1300" b="0" dirty="0" err="1">
                <a:solidFill>
                  <a:srgbClr val="263445"/>
                </a:solidFill>
                <a:latin typeface="思源黑体 CN Regular"/>
              </a:rPr>
              <a:t>的最终网表须通过</a:t>
            </a:r>
            <a:r>
              <a:rPr sz="1300" b="0" dirty="0">
                <a:solidFill>
                  <a:srgbClr val="263445"/>
                </a:solidFill>
                <a:latin typeface="思源黑体 CN Regular"/>
              </a:rPr>
              <a:t> </a:t>
            </a:r>
            <a:r>
              <a:rPr lang="en-US" sz="1300" b="0" dirty="0">
                <a:solidFill>
                  <a:srgbClr val="263445"/>
                </a:solidFill>
                <a:latin typeface="思源黑体 CN Regular"/>
              </a:rPr>
              <a:t>LEC</a:t>
            </a:r>
            <a:endParaRPr sz="1300" b="0" dirty="0">
              <a:solidFill>
                <a:srgbClr val="263445"/>
              </a:solidFill>
              <a:latin typeface="思源黑体 CN Regular"/>
            </a:endParaRPr>
          </a:p>
        </p:txBody>
      </p:sp>
      <p:sp>
        <p:nvSpPr>
          <p:cNvPr id="13" name="Rectangle 12"/>
          <p:cNvSpPr/>
          <p:nvPr/>
        </p:nvSpPr>
        <p:spPr>
          <a:xfrm>
            <a:off x="3154680" y="4572000"/>
            <a:ext cx="2011680" cy="841248"/>
          </a:xfrm>
          <a:prstGeom prst="rect">
            <a:avLst/>
          </a:prstGeom>
          <a:solidFill>
            <a:srgbClr val="EAF2FB"/>
          </a:solidFill>
          <a:ln w="13970">
            <a:solidFill>
              <a:srgbClr val="0A3A6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400" b="1" dirty="0">
                <a:solidFill>
                  <a:srgbClr val="1F497D"/>
                </a:solidFill>
              </a:rPr>
              <a:t>04</a:t>
            </a:r>
            <a:r>
              <a:rPr sz="1400" b="1" dirty="0">
                <a:solidFill>
                  <a:srgbClr val="C0504D"/>
                </a:solidFill>
                <a:latin typeface="思源黑体 CN Regular"/>
              </a:rPr>
              <a:t>  </a:t>
            </a:r>
            <a:r>
              <a:rPr sz="1400" b="1" dirty="0" err="1">
                <a:solidFill>
                  <a:srgbClr val="1F497D"/>
                </a:solidFill>
              </a:rPr>
              <a:t>合规与真实性</a:t>
            </a:r>
            <a:endParaRPr sz="1400" b="1" dirty="0">
              <a:solidFill>
                <a:srgbClr val="1F497D"/>
              </a:solidFill>
            </a:endParaRPr>
          </a:p>
        </p:txBody>
      </p:sp>
      <p:sp>
        <p:nvSpPr>
          <p:cNvPr id="14" name="Rectangle 13"/>
          <p:cNvSpPr/>
          <p:nvPr/>
        </p:nvSpPr>
        <p:spPr>
          <a:xfrm>
            <a:off x="5166360" y="4572000"/>
            <a:ext cx="6309360" cy="841248"/>
          </a:xfrm>
          <a:prstGeom prst="rect">
            <a:avLst/>
          </a:prstGeom>
          <a:solidFill>
            <a:srgbClr val="FFFFFF"/>
          </a:solidFill>
          <a:ln w="1143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300" b="0">
                <a:solidFill>
                  <a:srgbClr val="263445"/>
                </a:solidFill>
                <a:latin typeface="思源黑体 CN Regular"/>
              </a:rPr>
              <a:t>指定 LLM；不用其他商业付费 EDA；不改受保护文件；不伪造日志报告</a:t>
            </a:r>
            <a:endParaRPr sz="1300" b="0">
              <a:solidFill>
                <a:srgbClr val="263445"/>
              </a:solidFill>
              <a:latin typeface="思源黑体 CN Regular"/>
            </a:endParaRPr>
          </a:p>
        </p:txBody>
      </p:sp>
      <p:cxnSp>
        <p:nvCxnSpPr>
          <p:cNvPr id="15" name="Connector 14"/>
          <p:cNvCxnSpPr/>
          <p:nvPr/>
        </p:nvCxnSpPr>
        <p:spPr>
          <a:xfrm>
            <a:off x="2880360" y="1170432"/>
            <a:ext cx="0" cy="4471416"/>
          </a:xfrm>
          <a:prstGeom prst="line">
            <a:avLst/>
          </a:prstGeom>
          <a:ln w="38100">
            <a:solidFill>
              <a:srgbClr val="C0504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sz="3000" b="0">
                <a:solidFill>
                  <a:srgbClr val="FFFFFF"/>
                </a:solidFill>
                <a:latin typeface="思源黑体 CN Regular"/>
              </a:rPr>
              <a:t>任务一评分结构</a:t>
            </a:r>
            <a:endParaRPr sz="3000" b="0">
              <a:solidFill>
                <a:srgbClr val="FFFFFF"/>
              </a:solidFill>
              <a:latin typeface="思源黑体 CN Regular"/>
            </a:endParaRPr>
          </a:p>
        </p:txBody>
      </p:sp>
      <p:sp>
        <p:nvSpPr>
          <p:cNvPr id="4" name="灯片编号占位符 3"/>
          <p:cNvSpPr>
            <a:spLocks noGrp="1"/>
          </p:cNvSpPr>
          <p:nvPr>
            <p:ph type="sldNum" sz="quarter" idx="12"/>
          </p:nvPr>
        </p:nvSpPr>
        <p:spPr/>
        <p:txBody>
          <a:bodyPr/>
          <a:lstStyle/>
          <a:p>
            <a:r>
              <a:rPr dirty="0"/>
              <a:t>1</a:t>
            </a:r>
            <a:r>
              <a:rPr lang="en-US" dirty="0"/>
              <a:t>2</a:t>
            </a:r>
            <a:endParaRPr dirty="0"/>
          </a:p>
        </p:txBody>
      </p:sp>
      <p:sp>
        <p:nvSpPr>
          <p:cNvPr id="5" name="TextBox 4"/>
          <p:cNvSpPr txBox="1"/>
          <p:nvPr/>
        </p:nvSpPr>
        <p:spPr>
          <a:xfrm>
            <a:off x="640080" y="1328577"/>
            <a:ext cx="10789920" cy="387798"/>
          </a:xfrm>
          <a:prstGeom prst="rect">
            <a:avLst/>
          </a:prstGeom>
          <a:noFill/>
        </p:spPr>
        <p:txBody>
          <a:bodyPr wrap="square" lIns="54864" tIns="54864" rIns="54864" bIns="54864" anchor="ctr">
            <a:spAutoFit/>
          </a:bodyPr>
          <a:lstStyle/>
          <a:p>
            <a:pPr algn="l">
              <a:spcAft>
                <a:spcPts val="0"/>
              </a:spcAft>
            </a:pPr>
            <a:r>
              <a:rPr sz="1800" b="1" dirty="0" err="1">
                <a:solidFill>
                  <a:srgbClr val="263445"/>
                </a:solidFill>
                <a:latin typeface="思源黑体 CN Regular"/>
              </a:rPr>
              <a:t>正确性占</a:t>
            </a:r>
            <a:r>
              <a:rPr sz="1800" b="1" dirty="0">
                <a:solidFill>
                  <a:srgbClr val="263445"/>
                </a:solidFill>
                <a:latin typeface="思源黑体 CN Regular"/>
              </a:rPr>
              <a:t> 60 </a:t>
            </a:r>
            <a:r>
              <a:rPr sz="1800" b="1" dirty="0" err="1">
                <a:solidFill>
                  <a:srgbClr val="263445"/>
                </a:solidFill>
                <a:latin typeface="思源黑体 CN Regular"/>
              </a:rPr>
              <a:t>分；每出现一个独立错误点扣</a:t>
            </a:r>
            <a:r>
              <a:rPr sz="1800" b="1" dirty="0">
                <a:solidFill>
                  <a:srgbClr val="263445"/>
                </a:solidFill>
                <a:latin typeface="思源黑体 CN Regular"/>
              </a:rPr>
              <a:t> 5 </a:t>
            </a:r>
            <a:r>
              <a:rPr sz="1800" b="1" dirty="0" err="1">
                <a:solidFill>
                  <a:srgbClr val="263445"/>
                </a:solidFill>
                <a:latin typeface="思源黑体 CN Regular"/>
              </a:rPr>
              <a:t>分，最低扣至</a:t>
            </a:r>
            <a:r>
              <a:rPr sz="1800" b="1" dirty="0">
                <a:solidFill>
                  <a:srgbClr val="263445"/>
                </a:solidFill>
                <a:latin typeface="思源黑体 CN Regular"/>
              </a:rPr>
              <a:t> 0</a:t>
            </a:r>
            <a:r>
              <a:rPr lang="en-US" sz="1800" b="1" dirty="0">
                <a:solidFill>
                  <a:srgbClr val="263445"/>
                </a:solidFill>
                <a:latin typeface="思源黑体 CN Regular"/>
              </a:rPr>
              <a:t> </a:t>
            </a:r>
            <a:r>
              <a:rPr lang="zh-CN" altLang="en-US" sz="1800" b="1" dirty="0">
                <a:solidFill>
                  <a:srgbClr val="263445"/>
                </a:solidFill>
                <a:latin typeface="思源黑体 CN Regular"/>
              </a:rPr>
              <a:t>分</a:t>
            </a:r>
            <a:r>
              <a:rPr sz="1800" b="1" dirty="0">
                <a:solidFill>
                  <a:srgbClr val="263445"/>
                </a:solidFill>
                <a:latin typeface="思源黑体 CN Regular"/>
              </a:rPr>
              <a:t>。</a:t>
            </a:r>
            <a:endParaRPr sz="1800" b="1" dirty="0">
              <a:solidFill>
                <a:srgbClr val="263445"/>
              </a:solidFill>
              <a:latin typeface="思源黑体 CN Regular"/>
            </a:endParaRPr>
          </a:p>
        </p:txBody>
      </p:sp>
      <p:sp>
        <p:nvSpPr>
          <p:cNvPr id="6" name="Rectangle 5"/>
          <p:cNvSpPr/>
          <p:nvPr/>
        </p:nvSpPr>
        <p:spPr>
          <a:xfrm>
            <a:off x="658368" y="2034540"/>
            <a:ext cx="6528816" cy="960120"/>
          </a:xfrm>
          <a:prstGeom prst="rect">
            <a:avLst/>
          </a:prstGeom>
          <a:solidFill>
            <a:srgbClr val="1F497D"/>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500" b="1">
                <a:solidFill>
                  <a:srgbClr val="FFFFFF"/>
                </a:solidFill>
                <a:latin typeface="思源黑体 CN Regular"/>
              </a:rPr>
              <a:t>60</a:t>
            </a:r>
            <a:br>
              <a:rPr sz="1500" b="1">
                <a:solidFill>
                  <a:srgbClr val="FFFFFF"/>
                </a:solidFill>
                <a:latin typeface="思源黑体 CN Regular"/>
              </a:rPr>
            </a:br>
            <a:r>
              <a:rPr sz="1500" b="1">
                <a:solidFill>
                  <a:srgbClr val="FFFFFF"/>
                </a:solidFill>
                <a:latin typeface="思源黑体 CN Regular"/>
              </a:rPr>
              <a:t>配置正确性</a:t>
            </a:r>
            <a:endParaRPr sz="1500" b="1">
              <a:solidFill>
                <a:srgbClr val="FFFFFF"/>
              </a:solidFill>
              <a:latin typeface="思源黑体 CN Regular"/>
            </a:endParaRPr>
          </a:p>
        </p:txBody>
      </p:sp>
      <p:sp>
        <p:nvSpPr>
          <p:cNvPr id="7" name="Rectangle 6"/>
          <p:cNvSpPr/>
          <p:nvPr/>
        </p:nvSpPr>
        <p:spPr>
          <a:xfrm>
            <a:off x="7187183" y="2034540"/>
            <a:ext cx="2176272" cy="960120"/>
          </a:xfrm>
          <a:prstGeom prst="rect">
            <a:avLst/>
          </a:prstGeom>
          <a:solidFill>
            <a:srgbClr val="558ED5"/>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500" b="1">
                <a:solidFill>
                  <a:srgbClr val="FFFFFF"/>
                </a:solidFill>
                <a:latin typeface="思源黑体 CN Regular"/>
              </a:rPr>
              <a:t>20</a:t>
            </a:r>
            <a:br>
              <a:rPr sz="1500" b="1">
                <a:solidFill>
                  <a:srgbClr val="FFFFFF"/>
                </a:solidFill>
                <a:latin typeface="思源黑体 CN Regular"/>
              </a:rPr>
            </a:br>
            <a:r>
              <a:rPr sz="1500" b="1">
                <a:solidFill>
                  <a:srgbClr val="FFFFFF"/>
                </a:solidFill>
                <a:latin typeface="思源黑体 CN Regular"/>
              </a:rPr>
              <a:t>可审计性</a:t>
            </a:r>
            <a:endParaRPr sz="1500" b="1">
              <a:solidFill>
                <a:srgbClr val="FFFFFF"/>
              </a:solidFill>
              <a:latin typeface="思源黑体 CN Regular"/>
            </a:endParaRPr>
          </a:p>
        </p:txBody>
      </p:sp>
      <p:sp>
        <p:nvSpPr>
          <p:cNvPr id="8" name="Rectangle 7"/>
          <p:cNvSpPr/>
          <p:nvPr/>
        </p:nvSpPr>
        <p:spPr>
          <a:xfrm>
            <a:off x="9363455" y="2034540"/>
            <a:ext cx="1632204" cy="960120"/>
          </a:xfrm>
          <a:prstGeom prst="rect">
            <a:avLst/>
          </a:prstGeom>
          <a:solidFill>
            <a:srgbClr val="3366CC"/>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500" b="1" dirty="0">
                <a:solidFill>
                  <a:srgbClr val="FFFFFF"/>
                </a:solidFill>
                <a:latin typeface="思源黑体 CN Regular"/>
              </a:rPr>
              <a:t>15</a:t>
            </a:r>
            <a:br>
              <a:rPr dirty="0"/>
            </a:br>
            <a:r>
              <a:rPr sz="1500" b="1" dirty="0" err="1">
                <a:solidFill>
                  <a:srgbClr val="FFFFFF"/>
                </a:solidFill>
                <a:latin typeface="思源黑体 CN Regular"/>
              </a:rPr>
              <a:t>效率</a:t>
            </a:r>
            <a:endParaRPr sz="1500" b="1" dirty="0">
              <a:solidFill>
                <a:srgbClr val="FFFFFF"/>
              </a:solidFill>
              <a:latin typeface="思源黑体 CN Regular"/>
            </a:endParaRPr>
          </a:p>
        </p:txBody>
      </p:sp>
      <p:sp>
        <p:nvSpPr>
          <p:cNvPr id="9" name="Rectangle 8"/>
          <p:cNvSpPr/>
          <p:nvPr/>
        </p:nvSpPr>
        <p:spPr>
          <a:xfrm>
            <a:off x="10995659" y="2034540"/>
            <a:ext cx="544068" cy="960120"/>
          </a:xfrm>
          <a:prstGeom prst="rect">
            <a:avLst/>
          </a:prstGeom>
          <a:solidFill>
            <a:srgbClr val="6B7280"/>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dirty="0">
                <a:solidFill>
                  <a:srgbClr val="FFFFFF"/>
                </a:solidFill>
                <a:latin typeface="思源黑体 CN Regular"/>
              </a:rPr>
              <a:t>5</a:t>
            </a:r>
            <a:endParaRPr lang="en-US" sz="1300" b="1" dirty="0">
              <a:solidFill>
                <a:srgbClr val="FFFFFF"/>
              </a:solidFill>
              <a:latin typeface="思源黑体 CN Regular"/>
            </a:endParaRPr>
          </a:p>
          <a:p>
            <a:pPr algn="ctr">
              <a:spcAft>
                <a:spcPts val="0"/>
              </a:spcAft>
            </a:pPr>
            <a:r>
              <a:rPr lang="zh-CN" altLang="en-US" sz="1400" b="1" dirty="0">
                <a:solidFill>
                  <a:srgbClr val="FFFFFF"/>
                </a:solidFill>
                <a:latin typeface="思源黑体 CN Regular"/>
              </a:rPr>
              <a:t>完整</a:t>
            </a:r>
            <a:endParaRPr sz="1300" b="1" dirty="0">
              <a:solidFill>
                <a:srgbClr val="FFFFFF"/>
              </a:solidFill>
              <a:latin typeface="思源黑体 CN Regular"/>
            </a:endParaRPr>
          </a:p>
        </p:txBody>
      </p:sp>
      <p:sp>
        <p:nvSpPr>
          <p:cNvPr id="10" name="TextBox 9"/>
          <p:cNvSpPr txBox="1"/>
          <p:nvPr/>
        </p:nvSpPr>
        <p:spPr>
          <a:xfrm>
            <a:off x="658368" y="3360420"/>
            <a:ext cx="5166360" cy="365760"/>
          </a:xfrm>
          <a:prstGeom prst="rect">
            <a:avLst/>
          </a:prstGeom>
          <a:noFill/>
        </p:spPr>
        <p:txBody>
          <a:bodyPr wrap="square" lIns="54864" tIns="54864" rIns="54864" bIns="54864" anchor="ctr">
            <a:spAutoFit/>
          </a:bodyPr>
          <a:lstStyle/>
          <a:p>
            <a:pPr algn="l">
              <a:spcAft>
                <a:spcPts val="0"/>
              </a:spcAft>
            </a:pPr>
            <a:r>
              <a:rPr sz="1600" b="1" dirty="0">
                <a:solidFill>
                  <a:srgbClr val="1F497D"/>
                </a:solidFill>
                <a:latin typeface="思源黑体 CN Regular"/>
              </a:rPr>
              <a:t>60  </a:t>
            </a:r>
            <a:r>
              <a:rPr lang="en-US" altLang="zh-CN" sz="1600" b="1" dirty="0" err="1">
                <a:solidFill>
                  <a:srgbClr val="1F497D"/>
                </a:solidFill>
                <a:latin typeface="思源黑体 CN Regular"/>
              </a:rPr>
              <a:t>Dofile</a:t>
            </a:r>
            <a:r>
              <a:rPr lang="en-US" altLang="zh-CN" sz="1600" b="1" dirty="0">
                <a:solidFill>
                  <a:srgbClr val="1F497D"/>
                </a:solidFill>
                <a:latin typeface="思源黑体 CN Regular"/>
              </a:rPr>
              <a:t> </a:t>
            </a:r>
            <a:r>
              <a:rPr sz="1600" b="1" dirty="0" err="1">
                <a:solidFill>
                  <a:srgbClr val="1F497D"/>
                </a:solidFill>
                <a:latin typeface="思源黑体 CN Regular"/>
              </a:rPr>
              <a:t>配置正确性</a:t>
            </a:r>
            <a:endParaRPr sz="1600" b="1" dirty="0">
              <a:solidFill>
                <a:srgbClr val="1F497D"/>
              </a:solidFill>
              <a:latin typeface="思源黑体 CN Regular"/>
            </a:endParaRPr>
          </a:p>
        </p:txBody>
      </p:sp>
      <p:sp>
        <p:nvSpPr>
          <p:cNvPr id="11" name="TextBox 10"/>
          <p:cNvSpPr txBox="1"/>
          <p:nvPr/>
        </p:nvSpPr>
        <p:spPr>
          <a:xfrm>
            <a:off x="658368" y="3781044"/>
            <a:ext cx="5166360" cy="510909"/>
          </a:xfrm>
          <a:prstGeom prst="rect">
            <a:avLst/>
          </a:prstGeom>
          <a:noFill/>
        </p:spPr>
        <p:txBody>
          <a:bodyPr wrap="square" lIns="54864" tIns="54864" rIns="54864" bIns="54864" anchor="t">
            <a:spAutoFit/>
          </a:bodyPr>
          <a:lstStyle/>
          <a:p>
            <a:pPr algn="l">
              <a:spcAft>
                <a:spcPts val="0"/>
              </a:spcAft>
            </a:pPr>
            <a:r>
              <a:rPr sz="1300" b="0" dirty="0" err="1">
                <a:solidFill>
                  <a:srgbClr val="263445"/>
                </a:solidFill>
                <a:latin typeface="思源黑体 CN Regular"/>
              </a:rPr>
              <a:t>比较配置语义、最终生效状态和工具报告</a:t>
            </a:r>
            <a:r>
              <a:rPr sz="1300" b="0" dirty="0">
                <a:solidFill>
                  <a:srgbClr val="263445"/>
                </a:solidFill>
                <a:latin typeface="思源黑体 CN Regular"/>
              </a:rPr>
              <a:t>；</a:t>
            </a:r>
            <a:endParaRPr lang="en-US" sz="1300" b="0" dirty="0">
              <a:solidFill>
                <a:srgbClr val="263445"/>
              </a:solidFill>
              <a:latin typeface="思源黑体 CN Regular"/>
            </a:endParaRPr>
          </a:p>
          <a:p>
            <a:pPr algn="l">
              <a:spcAft>
                <a:spcPts val="0"/>
              </a:spcAft>
            </a:pPr>
            <a:r>
              <a:rPr sz="1300" b="0" dirty="0" err="1">
                <a:solidFill>
                  <a:srgbClr val="263445"/>
                </a:solidFill>
                <a:latin typeface="思源黑体 CN Regular"/>
              </a:rPr>
              <a:t>不是逐行比对标准答案</a:t>
            </a:r>
            <a:r>
              <a:rPr sz="1300" b="0" dirty="0">
                <a:solidFill>
                  <a:srgbClr val="263445"/>
                </a:solidFill>
                <a:latin typeface="思源黑体 CN Regular"/>
              </a:rPr>
              <a:t>。</a:t>
            </a:r>
            <a:endParaRPr sz="1300" b="0" dirty="0">
              <a:solidFill>
                <a:srgbClr val="263445"/>
              </a:solidFill>
              <a:latin typeface="思源黑体 CN Regular"/>
            </a:endParaRPr>
          </a:p>
        </p:txBody>
      </p:sp>
      <p:sp>
        <p:nvSpPr>
          <p:cNvPr id="12" name="TextBox 11"/>
          <p:cNvSpPr txBox="1"/>
          <p:nvPr/>
        </p:nvSpPr>
        <p:spPr>
          <a:xfrm>
            <a:off x="4578858" y="3360420"/>
            <a:ext cx="2651760" cy="365760"/>
          </a:xfrm>
          <a:prstGeom prst="rect">
            <a:avLst/>
          </a:prstGeom>
          <a:noFill/>
        </p:spPr>
        <p:txBody>
          <a:bodyPr wrap="square" lIns="54864" tIns="54864" rIns="54864" bIns="54864" anchor="ctr">
            <a:spAutoFit/>
          </a:bodyPr>
          <a:lstStyle/>
          <a:p>
            <a:pPr algn="l">
              <a:spcAft>
                <a:spcPts val="0"/>
              </a:spcAft>
            </a:pPr>
            <a:r>
              <a:rPr sz="1600" b="1">
                <a:solidFill>
                  <a:srgbClr val="1F497D"/>
                </a:solidFill>
                <a:latin typeface="思源黑体 CN Regular"/>
              </a:rPr>
              <a:t>20  可审计性</a:t>
            </a:r>
            <a:endParaRPr sz="1600" b="1">
              <a:solidFill>
                <a:srgbClr val="1F497D"/>
              </a:solidFill>
              <a:latin typeface="思源黑体 CN Regular"/>
            </a:endParaRPr>
          </a:p>
        </p:txBody>
      </p:sp>
      <p:sp>
        <p:nvSpPr>
          <p:cNvPr id="13" name="TextBox 12"/>
          <p:cNvSpPr txBox="1"/>
          <p:nvPr/>
        </p:nvSpPr>
        <p:spPr>
          <a:xfrm>
            <a:off x="4578858" y="3781044"/>
            <a:ext cx="4031742" cy="911019"/>
          </a:xfrm>
          <a:prstGeom prst="rect">
            <a:avLst/>
          </a:prstGeom>
          <a:noFill/>
        </p:spPr>
        <p:txBody>
          <a:bodyPr wrap="square" lIns="54864" tIns="54864" rIns="54864" bIns="54864" anchor="t">
            <a:spAutoFit/>
          </a:bodyPr>
          <a:lstStyle/>
          <a:p>
            <a:pPr algn="l">
              <a:spcAft>
                <a:spcPts val="0"/>
              </a:spcAft>
            </a:pPr>
            <a:r>
              <a:rPr lang="zh-CN" altLang="zh-CN" sz="1300" dirty="0">
                <a:solidFill>
                  <a:srgbClr val="263445"/>
                </a:solidFill>
              </a:rPr>
              <a:t>要求 Agent 系统不只是给出正确结果，还能说清楚自己是怎么一步步得到这个结果的：理解了什么、基于什么证据、做了什么决策、是否进行了验证</a:t>
            </a:r>
            <a:r>
              <a:rPr lang="zh-CN" altLang="en-US" sz="1300" dirty="0">
                <a:solidFill>
                  <a:srgbClr val="263445"/>
                </a:solidFill>
              </a:rPr>
              <a:t>。</a:t>
            </a:r>
            <a:endParaRPr lang="zh-CN" altLang="zh-CN" sz="1300" dirty="0">
              <a:solidFill>
                <a:srgbClr val="263445"/>
              </a:solidFill>
            </a:endParaRPr>
          </a:p>
          <a:p>
            <a:pPr algn="l">
              <a:spcAft>
                <a:spcPts val="0"/>
              </a:spcAft>
            </a:pPr>
            <a:endParaRPr sz="1300" b="0" dirty="0">
              <a:solidFill>
                <a:srgbClr val="263445"/>
              </a:solidFill>
              <a:latin typeface="思源黑体 CN Regular"/>
            </a:endParaRPr>
          </a:p>
        </p:txBody>
      </p:sp>
      <p:sp>
        <p:nvSpPr>
          <p:cNvPr id="14" name="TextBox 13"/>
          <p:cNvSpPr txBox="1"/>
          <p:nvPr/>
        </p:nvSpPr>
        <p:spPr>
          <a:xfrm>
            <a:off x="8870823" y="3364789"/>
            <a:ext cx="2697480" cy="357021"/>
          </a:xfrm>
          <a:prstGeom prst="rect">
            <a:avLst/>
          </a:prstGeom>
          <a:noFill/>
        </p:spPr>
        <p:txBody>
          <a:bodyPr wrap="square" lIns="54864" tIns="54864" rIns="54864" bIns="54864" anchor="ctr">
            <a:spAutoFit/>
          </a:bodyPr>
          <a:lstStyle/>
          <a:p>
            <a:pPr algn="l">
              <a:spcAft>
                <a:spcPts val="0"/>
              </a:spcAft>
            </a:pPr>
            <a:r>
              <a:rPr sz="1600" b="1" dirty="0">
                <a:solidFill>
                  <a:srgbClr val="1F497D"/>
                </a:solidFill>
                <a:latin typeface="思源黑体 CN Regular"/>
              </a:rPr>
              <a:t>15</a:t>
            </a:r>
            <a:r>
              <a:rPr lang="en-US" sz="1600" b="1" dirty="0">
                <a:solidFill>
                  <a:srgbClr val="1F497D"/>
                </a:solidFill>
                <a:latin typeface="思源黑体 CN Regular"/>
              </a:rPr>
              <a:t> </a:t>
            </a:r>
            <a:r>
              <a:rPr lang="zh-CN" altLang="en-US" sz="1600" b="1" dirty="0">
                <a:solidFill>
                  <a:srgbClr val="1F497D"/>
                </a:solidFill>
                <a:latin typeface="思源黑体 CN Regular"/>
              </a:rPr>
              <a:t>效率</a:t>
            </a:r>
            <a:r>
              <a:rPr sz="1600" b="1" dirty="0">
                <a:solidFill>
                  <a:srgbClr val="1F497D"/>
                </a:solidFill>
                <a:latin typeface="思源黑体 CN Regular"/>
              </a:rPr>
              <a:t> + 5</a:t>
            </a:r>
            <a:r>
              <a:rPr lang="en-US" sz="1600" b="1" dirty="0">
                <a:solidFill>
                  <a:srgbClr val="1F497D"/>
                </a:solidFill>
                <a:latin typeface="思源黑体 CN Regular"/>
              </a:rPr>
              <a:t> </a:t>
            </a:r>
            <a:r>
              <a:rPr lang="zh-CN" altLang="en-US" sz="1600" b="1" dirty="0">
                <a:solidFill>
                  <a:srgbClr val="1F497D"/>
                </a:solidFill>
                <a:latin typeface="思源黑体 CN Regular"/>
              </a:rPr>
              <a:t>完整性</a:t>
            </a:r>
            <a:endParaRPr sz="1600" b="1" dirty="0">
              <a:solidFill>
                <a:srgbClr val="1F497D"/>
              </a:solidFill>
              <a:latin typeface="思源黑体 CN Regular"/>
            </a:endParaRPr>
          </a:p>
        </p:txBody>
      </p:sp>
      <p:sp>
        <p:nvSpPr>
          <p:cNvPr id="15" name="TextBox 14"/>
          <p:cNvSpPr txBox="1"/>
          <p:nvPr/>
        </p:nvSpPr>
        <p:spPr>
          <a:xfrm>
            <a:off x="8870823" y="3781044"/>
            <a:ext cx="2825496" cy="510909"/>
          </a:xfrm>
          <a:prstGeom prst="rect">
            <a:avLst/>
          </a:prstGeom>
          <a:noFill/>
        </p:spPr>
        <p:txBody>
          <a:bodyPr wrap="square" lIns="54864" tIns="54864" rIns="54864" bIns="54864" anchor="t">
            <a:spAutoFit/>
          </a:bodyPr>
          <a:lstStyle/>
          <a:p>
            <a:pPr algn="l">
              <a:spcAft>
                <a:spcPts val="0"/>
              </a:spcAft>
            </a:pPr>
            <a:r>
              <a:rPr lang="en-US" altLang="zh-CN" sz="1300" b="0" dirty="0">
                <a:solidFill>
                  <a:srgbClr val="263445"/>
                </a:solidFill>
                <a:latin typeface="思源黑体 CN Regular"/>
              </a:rPr>
              <a:t>Wall time </a:t>
            </a:r>
            <a:r>
              <a:rPr sz="1300" b="0" dirty="0">
                <a:solidFill>
                  <a:srgbClr val="263445"/>
                </a:solidFill>
                <a:latin typeface="思源黑体 CN Regular"/>
              </a:rPr>
              <a:t>/ Token </a:t>
            </a:r>
            <a:r>
              <a:rPr sz="1300" b="0" dirty="0" err="1">
                <a:solidFill>
                  <a:srgbClr val="263445"/>
                </a:solidFill>
                <a:latin typeface="思源黑体 CN Regular"/>
              </a:rPr>
              <a:t>排名；输出结构完整</a:t>
            </a:r>
            <a:r>
              <a:rPr sz="1300" b="0" dirty="0">
                <a:solidFill>
                  <a:srgbClr val="263445"/>
                </a:solidFill>
                <a:latin typeface="思源黑体 CN Regular"/>
              </a:rPr>
              <a:t>。</a:t>
            </a:r>
            <a:endParaRPr sz="1300" b="0" dirty="0">
              <a:solidFill>
                <a:srgbClr val="263445"/>
              </a:solidFill>
              <a:latin typeface="思源黑体 CN Regul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sz="3000" b="0" dirty="0" err="1">
                <a:solidFill>
                  <a:srgbClr val="FFFFFF"/>
                </a:solidFill>
                <a:latin typeface="思源黑体 CN Regular"/>
              </a:rPr>
              <a:t>任务二评分结构</a:t>
            </a:r>
            <a:endParaRPr sz="3000" b="0" dirty="0">
              <a:solidFill>
                <a:srgbClr val="FFFFFF"/>
              </a:solidFill>
              <a:latin typeface="思源黑体 CN Regular"/>
            </a:endParaRPr>
          </a:p>
        </p:txBody>
      </p:sp>
      <p:sp>
        <p:nvSpPr>
          <p:cNvPr id="4" name="灯片编号占位符 3"/>
          <p:cNvSpPr>
            <a:spLocks noGrp="1"/>
          </p:cNvSpPr>
          <p:nvPr>
            <p:ph type="sldNum" sz="quarter" idx="12"/>
          </p:nvPr>
        </p:nvSpPr>
        <p:spPr/>
        <p:txBody>
          <a:bodyPr/>
          <a:lstStyle/>
          <a:p>
            <a:r>
              <a:rPr dirty="0"/>
              <a:t>1</a:t>
            </a:r>
            <a:r>
              <a:rPr lang="en-US" dirty="0"/>
              <a:t>3</a:t>
            </a:r>
            <a:endParaRPr dirty="0"/>
          </a:p>
        </p:txBody>
      </p:sp>
      <p:sp>
        <p:nvSpPr>
          <p:cNvPr id="5" name="Rectangle 4"/>
          <p:cNvSpPr/>
          <p:nvPr/>
        </p:nvSpPr>
        <p:spPr>
          <a:xfrm>
            <a:off x="621792" y="2256282"/>
            <a:ext cx="5285232" cy="1234440"/>
          </a:xfrm>
          <a:prstGeom prst="rect">
            <a:avLst/>
          </a:prstGeom>
          <a:solidFill>
            <a:srgbClr val="1F497D"/>
          </a:solidFill>
          <a:ln w="1016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2000" b="1">
                <a:solidFill>
                  <a:srgbClr val="FFFFFF"/>
                </a:solidFill>
                <a:latin typeface="思源黑体 CN Regular"/>
              </a:rPr>
              <a:t>30</a:t>
            </a:r>
            <a:br>
              <a:rPr sz="2000" b="1">
                <a:solidFill>
                  <a:srgbClr val="FFFFFF"/>
                </a:solidFill>
                <a:latin typeface="思源黑体 CN Regular"/>
              </a:rPr>
            </a:br>
            <a:r>
              <a:rPr sz="2000" b="1">
                <a:solidFill>
                  <a:srgbClr val="FFFFFF"/>
                </a:solidFill>
                <a:latin typeface="思源黑体 CN Regular"/>
              </a:rPr>
              <a:t>问题识别与原因定位</a:t>
            </a:r>
            <a:endParaRPr sz="2000" b="1">
              <a:solidFill>
                <a:srgbClr val="FFFFFF"/>
              </a:solidFill>
              <a:latin typeface="思源黑体 CN Regular"/>
            </a:endParaRPr>
          </a:p>
        </p:txBody>
      </p:sp>
      <p:sp>
        <p:nvSpPr>
          <p:cNvPr id="6" name="Rectangle 5"/>
          <p:cNvSpPr/>
          <p:nvPr/>
        </p:nvSpPr>
        <p:spPr>
          <a:xfrm>
            <a:off x="6236208" y="2256282"/>
            <a:ext cx="5285232" cy="1234440"/>
          </a:xfrm>
          <a:prstGeom prst="rect">
            <a:avLst/>
          </a:prstGeom>
          <a:solidFill>
            <a:srgbClr val="558ED5"/>
          </a:solidFill>
          <a:ln w="10160">
            <a:solidFill>
              <a:srgbClr val="558ED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2000" b="1">
                <a:solidFill>
                  <a:srgbClr val="FFFFFF"/>
                </a:solidFill>
                <a:latin typeface="思源黑体 CN Regular"/>
              </a:rPr>
              <a:t>30</a:t>
            </a:r>
            <a:br>
              <a:rPr sz="2000" b="1">
                <a:solidFill>
                  <a:srgbClr val="FFFFFF"/>
                </a:solidFill>
                <a:latin typeface="思源黑体 CN Regular"/>
              </a:rPr>
            </a:br>
            <a:r>
              <a:rPr sz="2000" b="1">
                <a:solidFill>
                  <a:srgbClr val="FFFFFF"/>
                </a:solidFill>
                <a:latin typeface="思源黑体 CN Regular"/>
              </a:rPr>
              <a:t>问题修复正确性</a:t>
            </a:r>
            <a:endParaRPr sz="2000" b="1">
              <a:solidFill>
                <a:srgbClr val="FFFFFF"/>
              </a:solidFill>
              <a:latin typeface="思源黑体 CN Regular"/>
            </a:endParaRPr>
          </a:p>
        </p:txBody>
      </p:sp>
      <p:sp>
        <p:nvSpPr>
          <p:cNvPr id="7" name="TextBox 6"/>
          <p:cNvSpPr txBox="1"/>
          <p:nvPr/>
        </p:nvSpPr>
        <p:spPr>
          <a:xfrm>
            <a:off x="749808" y="3728487"/>
            <a:ext cx="5285232" cy="310854"/>
          </a:xfrm>
          <a:prstGeom prst="rect">
            <a:avLst/>
          </a:prstGeom>
          <a:noFill/>
        </p:spPr>
        <p:txBody>
          <a:bodyPr wrap="square" lIns="54864" tIns="54864" rIns="54864" bIns="54864" anchor="ctr">
            <a:spAutoFit/>
          </a:bodyPr>
          <a:lstStyle/>
          <a:p>
            <a:pPr algn="l">
              <a:spcAft>
                <a:spcPts val="0"/>
              </a:spcAft>
            </a:pPr>
            <a:r>
              <a:rPr sz="1300" b="0" dirty="0" err="1">
                <a:solidFill>
                  <a:srgbClr val="263445"/>
                </a:solidFill>
                <a:latin typeface="思源黑体 CN Regular"/>
              </a:rPr>
              <a:t>识别问题、定位对象、说明根因，并与日志、报告或网表证据一致</a:t>
            </a:r>
            <a:r>
              <a:rPr sz="1300" b="0" dirty="0">
                <a:solidFill>
                  <a:srgbClr val="263445"/>
                </a:solidFill>
                <a:latin typeface="思源黑体 CN Regular"/>
              </a:rPr>
              <a:t>。</a:t>
            </a:r>
            <a:endParaRPr sz="1300" b="0" dirty="0">
              <a:solidFill>
                <a:srgbClr val="263445"/>
              </a:solidFill>
              <a:latin typeface="思源黑体 CN Regular"/>
            </a:endParaRPr>
          </a:p>
        </p:txBody>
      </p:sp>
      <p:sp>
        <p:nvSpPr>
          <p:cNvPr id="8" name="TextBox 7"/>
          <p:cNvSpPr txBox="1"/>
          <p:nvPr/>
        </p:nvSpPr>
        <p:spPr>
          <a:xfrm>
            <a:off x="6364224" y="3600450"/>
            <a:ext cx="4983480" cy="566928"/>
          </a:xfrm>
          <a:prstGeom prst="rect">
            <a:avLst/>
          </a:prstGeom>
          <a:noFill/>
        </p:spPr>
        <p:txBody>
          <a:bodyPr wrap="square" lIns="54864" tIns="54864" rIns="54864" bIns="54864" anchor="ctr">
            <a:spAutoFit/>
          </a:bodyPr>
          <a:lstStyle/>
          <a:p>
            <a:pPr algn="l">
              <a:spcAft>
                <a:spcPts val="0"/>
              </a:spcAft>
            </a:pPr>
            <a:r>
              <a:rPr sz="1300" b="0">
                <a:solidFill>
                  <a:srgbClr val="263445"/>
                </a:solidFill>
                <a:latin typeface="思源黑体 CN Regular"/>
              </a:rPr>
              <a:t>解决根因、复跑证明问题消除，并且不引入新的独立问题。</a:t>
            </a:r>
            <a:endParaRPr sz="1300" b="0">
              <a:solidFill>
                <a:srgbClr val="263445"/>
              </a:solidFill>
              <a:latin typeface="思源黑体 CN Regular"/>
            </a:endParaRPr>
          </a:p>
        </p:txBody>
      </p:sp>
      <p:sp>
        <p:nvSpPr>
          <p:cNvPr id="9" name="Rectangle 8"/>
          <p:cNvSpPr/>
          <p:nvPr/>
        </p:nvSpPr>
        <p:spPr>
          <a:xfrm>
            <a:off x="621792" y="4395978"/>
            <a:ext cx="5449824" cy="713232"/>
          </a:xfrm>
          <a:prstGeom prst="rect">
            <a:avLst/>
          </a:prstGeom>
          <a:solidFill>
            <a:srgbClr val="EAF2FB"/>
          </a:solidFill>
          <a:ln w="1270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500" b="1">
                <a:solidFill>
                  <a:srgbClr val="1F497D"/>
                </a:solidFill>
                <a:latin typeface="思源黑体 CN Regular"/>
              </a:rPr>
              <a:t>20  可审计性</a:t>
            </a:r>
            <a:endParaRPr sz="1500" b="1">
              <a:solidFill>
                <a:srgbClr val="1F497D"/>
              </a:solidFill>
              <a:latin typeface="思源黑体 CN Regular"/>
            </a:endParaRPr>
          </a:p>
        </p:txBody>
      </p:sp>
      <p:sp>
        <p:nvSpPr>
          <p:cNvPr id="10" name="Rectangle 9"/>
          <p:cNvSpPr/>
          <p:nvPr/>
        </p:nvSpPr>
        <p:spPr>
          <a:xfrm>
            <a:off x="6071616" y="4395978"/>
            <a:ext cx="4087368" cy="713232"/>
          </a:xfrm>
          <a:prstGeom prst="rect">
            <a:avLst/>
          </a:prstGeom>
          <a:solidFill>
            <a:srgbClr val="F5F8FC"/>
          </a:solidFill>
          <a:ln w="12700">
            <a:solidFill>
              <a:srgbClr val="3366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500" b="1">
                <a:solidFill>
                  <a:srgbClr val="3366CC"/>
                </a:solidFill>
                <a:latin typeface="思源黑体 CN Regular"/>
              </a:rPr>
              <a:t>15  效率</a:t>
            </a:r>
            <a:endParaRPr sz="1500" b="1">
              <a:solidFill>
                <a:srgbClr val="3366CC"/>
              </a:solidFill>
              <a:latin typeface="思源黑体 CN Regular"/>
            </a:endParaRPr>
          </a:p>
        </p:txBody>
      </p:sp>
      <p:sp>
        <p:nvSpPr>
          <p:cNvPr id="11" name="Rectangle 10"/>
          <p:cNvSpPr/>
          <p:nvPr/>
        </p:nvSpPr>
        <p:spPr>
          <a:xfrm>
            <a:off x="10158984" y="4395978"/>
            <a:ext cx="1362456" cy="713232"/>
          </a:xfrm>
          <a:prstGeom prst="rect">
            <a:avLst/>
          </a:prstGeom>
          <a:solidFill>
            <a:srgbClr val="F5F8FC"/>
          </a:solidFill>
          <a:ln w="12700">
            <a:solidFill>
              <a:srgbClr val="6B7280"/>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500" b="1" dirty="0">
                <a:solidFill>
                  <a:srgbClr val="6B7280"/>
                </a:solidFill>
                <a:latin typeface="思源黑体 CN Regular"/>
              </a:rPr>
              <a:t>5  </a:t>
            </a:r>
            <a:r>
              <a:rPr sz="1500" b="1" dirty="0" err="1">
                <a:solidFill>
                  <a:srgbClr val="6B7280"/>
                </a:solidFill>
                <a:latin typeface="思源黑体 CN Regular"/>
              </a:rPr>
              <a:t>完整</a:t>
            </a:r>
            <a:endParaRPr sz="1500" b="1" dirty="0">
              <a:solidFill>
                <a:srgbClr val="6B7280"/>
              </a:solidFill>
              <a:latin typeface="思源黑体 CN Regular"/>
            </a:endParaRPr>
          </a:p>
        </p:txBody>
      </p:sp>
      <p:sp>
        <p:nvSpPr>
          <p:cNvPr id="29" name="TextBox 4"/>
          <p:cNvSpPr txBox="1"/>
          <p:nvPr/>
        </p:nvSpPr>
        <p:spPr>
          <a:xfrm>
            <a:off x="576834" y="1077862"/>
            <a:ext cx="10789920" cy="477375"/>
          </a:xfrm>
          <a:prstGeom prst="rect">
            <a:avLst/>
          </a:prstGeom>
          <a:noFill/>
        </p:spPr>
        <p:txBody>
          <a:bodyPr wrap="square" lIns="54864" tIns="54864" rIns="54864" bIns="54864" anchor="ctr">
            <a:spAutoFit/>
          </a:bodyPr>
          <a:lstStyle/>
          <a:p>
            <a:pPr algn="l">
              <a:lnSpc>
                <a:spcPct val="150000"/>
              </a:lnSpc>
              <a:spcAft>
                <a:spcPts val="0"/>
              </a:spcAft>
            </a:pPr>
            <a:r>
              <a:rPr lang="en-US" altLang="zh-CN" b="1" dirty="0">
                <a:solidFill>
                  <a:srgbClr val="263445"/>
                </a:solidFill>
                <a:latin typeface="思源黑体 CN Regular"/>
              </a:rPr>
              <a:t>1. </a:t>
            </a:r>
            <a:r>
              <a:rPr lang="zh-CN" altLang="en-US" b="1" dirty="0">
                <a:solidFill>
                  <a:srgbClr val="263445"/>
                </a:solidFill>
                <a:latin typeface="思源黑体 CN Regular"/>
              </a:rPr>
              <a:t>问题识别、定位占 </a:t>
            </a:r>
            <a:r>
              <a:rPr lang="en-US" altLang="zh-CN" b="1" dirty="0">
                <a:solidFill>
                  <a:srgbClr val="263445"/>
                </a:solidFill>
                <a:latin typeface="思源黑体 CN Regular"/>
              </a:rPr>
              <a:t>30 </a:t>
            </a:r>
            <a:r>
              <a:rPr lang="zh-CN" altLang="en-US" b="1" dirty="0">
                <a:solidFill>
                  <a:srgbClr val="263445"/>
                </a:solidFill>
                <a:latin typeface="思源黑体 CN Regular"/>
              </a:rPr>
              <a:t>分：每出现一个未识别或未正确定位的问题，扣 </a:t>
            </a:r>
            <a:r>
              <a:rPr lang="en-US" altLang="zh-CN" b="1" dirty="0">
                <a:solidFill>
                  <a:srgbClr val="263445"/>
                </a:solidFill>
                <a:latin typeface="思源黑体 CN Regular"/>
              </a:rPr>
              <a:t>5 </a:t>
            </a:r>
            <a:r>
              <a:rPr lang="zh-CN" altLang="en-US" b="1" dirty="0">
                <a:solidFill>
                  <a:srgbClr val="263445"/>
                </a:solidFill>
                <a:latin typeface="思源黑体 CN Regular"/>
              </a:rPr>
              <a:t>分，最低扣至 </a:t>
            </a:r>
            <a:r>
              <a:rPr lang="en-US" altLang="zh-CN" b="1" dirty="0">
                <a:solidFill>
                  <a:srgbClr val="263445"/>
                </a:solidFill>
                <a:latin typeface="思源黑体 CN Regular"/>
              </a:rPr>
              <a:t>0 </a:t>
            </a:r>
            <a:r>
              <a:rPr lang="zh-CN" altLang="en-US" b="1" dirty="0">
                <a:solidFill>
                  <a:srgbClr val="263445"/>
                </a:solidFill>
                <a:latin typeface="思源黑体 CN Regular"/>
              </a:rPr>
              <a:t>分；</a:t>
            </a:r>
            <a:endParaRPr lang="en-US" altLang="zh-CN" b="1" dirty="0">
              <a:solidFill>
                <a:srgbClr val="263445"/>
              </a:solidFill>
              <a:latin typeface="思源黑体 CN Regular"/>
            </a:endParaRPr>
          </a:p>
        </p:txBody>
      </p:sp>
      <p:sp>
        <p:nvSpPr>
          <p:cNvPr id="31" name="文本框 30"/>
          <p:cNvSpPr txBox="1"/>
          <p:nvPr/>
        </p:nvSpPr>
        <p:spPr>
          <a:xfrm>
            <a:off x="538734" y="1664965"/>
            <a:ext cx="10054590" cy="369332"/>
          </a:xfrm>
          <a:prstGeom prst="rect">
            <a:avLst/>
          </a:prstGeom>
          <a:noFill/>
        </p:spPr>
        <p:txBody>
          <a:bodyPr wrap="square">
            <a:spAutoFit/>
          </a:bodyPr>
          <a:lstStyle/>
          <a:p>
            <a:pPr algn="l">
              <a:spcAft>
                <a:spcPts val="0"/>
              </a:spcAft>
            </a:pPr>
            <a:r>
              <a:rPr lang="en-US" altLang="zh-CN" sz="1800" b="1" dirty="0">
                <a:solidFill>
                  <a:srgbClr val="263445"/>
                </a:solidFill>
                <a:latin typeface="思源黑体 CN Regular"/>
              </a:rPr>
              <a:t>2. </a:t>
            </a:r>
            <a:r>
              <a:rPr lang="zh-CN" altLang="en-US" sz="1800" b="1" dirty="0">
                <a:solidFill>
                  <a:srgbClr val="263445"/>
                </a:solidFill>
                <a:latin typeface="思源黑体 CN Regular"/>
              </a:rPr>
              <a:t>问题修复占 </a:t>
            </a:r>
            <a:r>
              <a:rPr lang="en-US" altLang="zh-CN" sz="1800" b="1" dirty="0">
                <a:solidFill>
                  <a:srgbClr val="263445"/>
                </a:solidFill>
                <a:latin typeface="思源黑体 CN Regular"/>
              </a:rPr>
              <a:t>30</a:t>
            </a:r>
            <a:r>
              <a:rPr lang="zh-CN" altLang="en-US" sz="1800" b="1" dirty="0">
                <a:solidFill>
                  <a:srgbClr val="263445"/>
                </a:solidFill>
                <a:latin typeface="思源黑体 CN Regular"/>
              </a:rPr>
              <a:t> 分：每出现一个未正确修复或修复错误的情况，扣 </a:t>
            </a:r>
            <a:r>
              <a:rPr lang="en-US" altLang="zh-CN" sz="1800" b="1" dirty="0">
                <a:solidFill>
                  <a:srgbClr val="263445"/>
                </a:solidFill>
                <a:latin typeface="思源黑体 CN Regular"/>
              </a:rPr>
              <a:t>5 </a:t>
            </a:r>
            <a:r>
              <a:rPr lang="zh-CN" altLang="en-US" sz="1800" b="1" dirty="0">
                <a:solidFill>
                  <a:srgbClr val="263445"/>
                </a:solidFill>
                <a:latin typeface="思源黑体 CN Regular"/>
              </a:rPr>
              <a:t>分，最低扣至 </a:t>
            </a:r>
            <a:r>
              <a:rPr lang="en-US" altLang="zh-CN" sz="1800" b="1" dirty="0">
                <a:solidFill>
                  <a:srgbClr val="263445"/>
                </a:solidFill>
                <a:latin typeface="思源黑体 CN Regular"/>
              </a:rPr>
              <a:t>0</a:t>
            </a:r>
            <a:r>
              <a:rPr lang="zh-CN" altLang="en-US" sz="1800" b="1" dirty="0">
                <a:solidFill>
                  <a:srgbClr val="263445"/>
                </a:solidFill>
                <a:latin typeface="思源黑体 CN Regular"/>
              </a:rPr>
              <a:t> 分。</a:t>
            </a:r>
            <a:endParaRPr lang="zh-CN" altLang="en-US" sz="1800" b="1" dirty="0">
              <a:solidFill>
                <a:srgbClr val="263445"/>
              </a:solidFill>
              <a:latin typeface="思源黑体 CN Regul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sz="3000" b="0" dirty="0">
                <a:solidFill>
                  <a:srgbClr val="FFFFFF"/>
                </a:solidFill>
                <a:latin typeface="思源黑体 CN Regular"/>
              </a:rPr>
              <a:t>总成绩计算与同分判定</a:t>
            </a:r>
            <a:endParaRPr sz="3000" b="0" dirty="0">
              <a:solidFill>
                <a:srgbClr val="FFFFFF"/>
              </a:solidFill>
              <a:latin typeface="思源黑体 CN Regular"/>
            </a:endParaRPr>
          </a:p>
        </p:txBody>
      </p:sp>
      <p:sp>
        <p:nvSpPr>
          <p:cNvPr id="4" name="灯片编号占位符 3"/>
          <p:cNvSpPr>
            <a:spLocks noGrp="1"/>
          </p:cNvSpPr>
          <p:nvPr>
            <p:ph type="sldNum" sz="quarter" idx="12"/>
          </p:nvPr>
        </p:nvSpPr>
        <p:spPr/>
        <p:txBody>
          <a:bodyPr/>
          <a:lstStyle/>
          <a:p>
            <a:r>
              <a:rPr dirty="0"/>
              <a:t>1</a:t>
            </a:r>
            <a:r>
              <a:rPr lang="en-US" dirty="0"/>
              <a:t>4</a:t>
            </a:r>
            <a:endParaRPr dirty="0"/>
          </a:p>
        </p:txBody>
      </p:sp>
      <p:sp>
        <p:nvSpPr>
          <p:cNvPr id="12" name="TextBox 11"/>
          <p:cNvSpPr txBox="1"/>
          <p:nvPr/>
        </p:nvSpPr>
        <p:spPr>
          <a:xfrm>
            <a:off x="686181" y="3548955"/>
            <a:ext cx="1920240" cy="418576"/>
          </a:xfrm>
          <a:prstGeom prst="rect">
            <a:avLst/>
          </a:prstGeom>
          <a:noFill/>
        </p:spPr>
        <p:txBody>
          <a:bodyPr wrap="square" lIns="54864" tIns="54864" rIns="54864" bIns="54864" anchor="ctr">
            <a:spAutoFit/>
          </a:bodyPr>
          <a:lstStyle/>
          <a:p>
            <a:pPr algn="l">
              <a:spcAft>
                <a:spcPts val="0"/>
              </a:spcAft>
            </a:pPr>
            <a:r>
              <a:rPr lang="zh-CN" altLang="en-US" sz="2000" b="1" dirty="0">
                <a:solidFill>
                  <a:srgbClr val="1F497D"/>
                </a:solidFill>
                <a:latin typeface="思源黑体 CN Regular"/>
              </a:rPr>
              <a:t>同分</a:t>
            </a:r>
            <a:r>
              <a:rPr sz="2000" b="1" dirty="0" err="1">
                <a:solidFill>
                  <a:srgbClr val="1F497D"/>
                </a:solidFill>
                <a:latin typeface="思源黑体 CN Regular"/>
              </a:rPr>
              <a:t>判定顺序</a:t>
            </a:r>
            <a:endParaRPr sz="2000" b="1" dirty="0">
              <a:solidFill>
                <a:srgbClr val="1F497D"/>
              </a:solidFill>
              <a:latin typeface="思源黑体 CN Regular"/>
            </a:endParaRPr>
          </a:p>
        </p:txBody>
      </p:sp>
      <p:sp>
        <p:nvSpPr>
          <p:cNvPr id="13" name="Rectangle 12"/>
          <p:cNvSpPr/>
          <p:nvPr/>
        </p:nvSpPr>
        <p:spPr>
          <a:xfrm>
            <a:off x="793243" y="4603131"/>
            <a:ext cx="1691640" cy="566928"/>
          </a:xfrm>
          <a:prstGeom prst="rect">
            <a:avLst/>
          </a:prstGeom>
          <a:solidFill>
            <a:srgbClr val="FFFFFF"/>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200" b="1">
                <a:solidFill>
                  <a:srgbClr val="263445"/>
                </a:solidFill>
                <a:latin typeface="思源黑体 CN Regular"/>
              </a:rPr>
              <a:t>1  任务二总分</a:t>
            </a:r>
            <a:endParaRPr sz="1200" b="1">
              <a:solidFill>
                <a:srgbClr val="263445"/>
              </a:solidFill>
              <a:latin typeface="思源黑体 CN Regular"/>
            </a:endParaRPr>
          </a:p>
        </p:txBody>
      </p:sp>
      <p:cxnSp>
        <p:nvCxnSpPr>
          <p:cNvPr id="14" name="Connector 13"/>
          <p:cNvCxnSpPr/>
          <p:nvPr/>
        </p:nvCxnSpPr>
        <p:spPr>
          <a:xfrm>
            <a:off x="2512315" y="4886595"/>
            <a:ext cx="384048" cy="0"/>
          </a:xfrm>
          <a:prstGeom prst="line">
            <a:avLst/>
          </a:prstGeom>
          <a:ln w="15240">
            <a:solidFill>
              <a:srgbClr val="558ED5"/>
            </a:solidFill>
          </a:ln>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2823211" y="4813443"/>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87802" y="4603131"/>
            <a:ext cx="1691640" cy="566928"/>
          </a:xfrm>
          <a:prstGeom prst="rect">
            <a:avLst/>
          </a:prstGeom>
          <a:solidFill>
            <a:srgbClr val="FFFFFF"/>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200" b="1" dirty="0">
                <a:solidFill>
                  <a:srgbClr val="263445"/>
                </a:solidFill>
                <a:latin typeface="思源黑体 CN Regular"/>
              </a:rPr>
              <a:t>2  </a:t>
            </a:r>
            <a:r>
              <a:rPr lang="zh-CN" altLang="en-US" sz="1200" b="1" dirty="0">
                <a:solidFill>
                  <a:srgbClr val="263445"/>
                </a:solidFill>
                <a:latin typeface="思源黑体 CN Regular"/>
              </a:rPr>
              <a:t>两任务</a:t>
            </a:r>
            <a:r>
              <a:rPr sz="1200" b="1" dirty="0" err="1">
                <a:solidFill>
                  <a:srgbClr val="263445"/>
                </a:solidFill>
                <a:latin typeface="思源黑体 CN Regular"/>
              </a:rPr>
              <a:t>核心</a:t>
            </a:r>
            <a:r>
              <a:rPr lang="zh-CN" altLang="en-US" sz="1200" b="1" dirty="0">
                <a:solidFill>
                  <a:srgbClr val="263445"/>
                </a:solidFill>
                <a:latin typeface="思源黑体 CN Regular"/>
              </a:rPr>
              <a:t>项目</a:t>
            </a:r>
            <a:endParaRPr lang="en-US" altLang="zh-CN" sz="1200" b="1" dirty="0">
              <a:solidFill>
                <a:srgbClr val="263445"/>
              </a:solidFill>
              <a:latin typeface="思源黑体 CN Regular"/>
            </a:endParaRPr>
          </a:p>
          <a:p>
            <a:pPr algn="ctr">
              <a:spcAft>
                <a:spcPts val="0"/>
              </a:spcAft>
            </a:pPr>
            <a:r>
              <a:rPr lang="zh-CN" altLang="en-US" sz="1200" b="1" dirty="0">
                <a:solidFill>
                  <a:srgbClr val="263445"/>
                </a:solidFill>
                <a:latin typeface="思源黑体 CN Regular"/>
              </a:rPr>
              <a:t>的</a:t>
            </a:r>
            <a:r>
              <a:rPr sz="1200" b="1" dirty="0" err="1">
                <a:solidFill>
                  <a:srgbClr val="263445"/>
                </a:solidFill>
                <a:latin typeface="思源黑体 CN Regular"/>
              </a:rPr>
              <a:t>正确性</a:t>
            </a:r>
            <a:endParaRPr sz="1200" b="1" dirty="0">
              <a:solidFill>
                <a:srgbClr val="263445"/>
              </a:solidFill>
              <a:latin typeface="思源黑体 CN Regular"/>
            </a:endParaRPr>
          </a:p>
        </p:txBody>
      </p:sp>
      <p:cxnSp>
        <p:nvCxnSpPr>
          <p:cNvPr id="17" name="Connector 16"/>
          <p:cNvCxnSpPr/>
          <p:nvPr/>
        </p:nvCxnSpPr>
        <p:spPr>
          <a:xfrm>
            <a:off x="4706875" y="4886595"/>
            <a:ext cx="384047" cy="0"/>
          </a:xfrm>
          <a:prstGeom prst="line">
            <a:avLst/>
          </a:prstGeom>
          <a:ln w="15240">
            <a:solidFill>
              <a:srgbClr val="558ED5"/>
            </a:solidFill>
          </a:ln>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rot="5400000">
            <a:off x="5017770" y="4813443"/>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82363" y="4603131"/>
            <a:ext cx="1691640" cy="566928"/>
          </a:xfrm>
          <a:prstGeom prst="rect">
            <a:avLst/>
          </a:prstGeom>
          <a:solidFill>
            <a:srgbClr val="FFFFFF"/>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200" b="1" dirty="0">
                <a:solidFill>
                  <a:srgbClr val="263445"/>
                </a:solidFill>
                <a:latin typeface="思源黑体 CN Regular"/>
              </a:rPr>
              <a:t>3  </a:t>
            </a:r>
            <a:r>
              <a:rPr lang="zh-CN" altLang="en-US" sz="1200" b="1" dirty="0">
                <a:solidFill>
                  <a:srgbClr val="263445"/>
                </a:solidFill>
                <a:latin typeface="思源黑体 CN Regular"/>
              </a:rPr>
              <a:t>任务二</a:t>
            </a:r>
            <a:r>
              <a:rPr sz="1200" b="1" dirty="0" err="1">
                <a:solidFill>
                  <a:srgbClr val="263445"/>
                </a:solidFill>
                <a:latin typeface="思源黑体 CN Regular"/>
              </a:rPr>
              <a:t>修复正确性</a:t>
            </a:r>
            <a:endParaRPr sz="1200" b="1" dirty="0">
              <a:solidFill>
                <a:srgbClr val="263445"/>
              </a:solidFill>
              <a:latin typeface="思源黑体 CN Regular"/>
            </a:endParaRPr>
          </a:p>
        </p:txBody>
      </p:sp>
      <p:cxnSp>
        <p:nvCxnSpPr>
          <p:cNvPr id="20" name="Connector 19"/>
          <p:cNvCxnSpPr/>
          <p:nvPr/>
        </p:nvCxnSpPr>
        <p:spPr>
          <a:xfrm>
            <a:off x="6901435" y="4886595"/>
            <a:ext cx="384048" cy="0"/>
          </a:xfrm>
          <a:prstGeom prst="line">
            <a:avLst/>
          </a:prstGeom>
          <a:ln w="15240">
            <a:solidFill>
              <a:srgbClr val="558ED5"/>
            </a:solidFill>
          </a:ln>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5400000">
            <a:off x="7212331" y="4813443"/>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76922" y="4603131"/>
            <a:ext cx="1691640" cy="566928"/>
          </a:xfrm>
          <a:prstGeom prst="rect">
            <a:avLst/>
          </a:prstGeom>
          <a:solidFill>
            <a:srgbClr val="FFFFFF"/>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200" b="1" dirty="0">
                <a:solidFill>
                  <a:srgbClr val="263445"/>
                </a:solidFill>
                <a:latin typeface="思源黑体 CN Regular"/>
              </a:rPr>
              <a:t>4  </a:t>
            </a:r>
            <a:r>
              <a:rPr lang="zh-CN" altLang="en-US" sz="1200" b="1" dirty="0">
                <a:solidFill>
                  <a:srgbClr val="263445"/>
                </a:solidFill>
                <a:latin typeface="思源黑体 CN Regular"/>
              </a:rPr>
              <a:t>两任务的</a:t>
            </a:r>
            <a:endParaRPr lang="en-US" altLang="zh-CN" sz="1200" b="1" dirty="0">
              <a:solidFill>
                <a:srgbClr val="263445"/>
              </a:solidFill>
              <a:latin typeface="思源黑体 CN Regular"/>
            </a:endParaRPr>
          </a:p>
          <a:p>
            <a:pPr algn="ctr">
              <a:spcAft>
                <a:spcPts val="0"/>
              </a:spcAft>
            </a:pPr>
            <a:r>
              <a:rPr lang="zh-CN" altLang="en-US" sz="1200" b="1" dirty="0">
                <a:solidFill>
                  <a:srgbClr val="263445"/>
                </a:solidFill>
                <a:latin typeface="思源黑体 CN Regular"/>
              </a:rPr>
              <a:t>总</a:t>
            </a:r>
            <a:r>
              <a:rPr sz="1200" b="1" dirty="0" err="1">
                <a:solidFill>
                  <a:srgbClr val="263445"/>
                </a:solidFill>
                <a:latin typeface="思源黑体 CN Regular"/>
              </a:rPr>
              <a:t>运行时间</a:t>
            </a:r>
            <a:endParaRPr sz="1200" b="1" dirty="0">
              <a:solidFill>
                <a:srgbClr val="263445"/>
              </a:solidFill>
              <a:latin typeface="思源黑体 CN Regular"/>
            </a:endParaRPr>
          </a:p>
        </p:txBody>
      </p:sp>
      <p:cxnSp>
        <p:nvCxnSpPr>
          <p:cNvPr id="23" name="Connector 22"/>
          <p:cNvCxnSpPr/>
          <p:nvPr/>
        </p:nvCxnSpPr>
        <p:spPr>
          <a:xfrm>
            <a:off x="9095995" y="4886595"/>
            <a:ext cx="384048" cy="0"/>
          </a:xfrm>
          <a:prstGeom prst="line">
            <a:avLst/>
          </a:prstGeom>
          <a:ln w="15240">
            <a:solidFill>
              <a:srgbClr val="558ED5"/>
            </a:solidFill>
          </a:ln>
        </p:spPr>
        <p:style>
          <a:lnRef idx="2">
            <a:schemeClr val="accent1"/>
          </a:lnRef>
          <a:fillRef idx="0">
            <a:schemeClr val="accent1"/>
          </a:fillRef>
          <a:effectRef idx="1">
            <a:schemeClr val="accent1"/>
          </a:effectRef>
          <a:fontRef idx="minor">
            <a:schemeClr val="tx1"/>
          </a:fontRef>
        </p:style>
      </p:cxnSp>
      <p:sp>
        <p:nvSpPr>
          <p:cNvPr id="24" name="Isosceles Triangle 23"/>
          <p:cNvSpPr/>
          <p:nvPr/>
        </p:nvSpPr>
        <p:spPr>
          <a:xfrm rot="5400000">
            <a:off x="9406891" y="4813443"/>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71482" y="4603131"/>
            <a:ext cx="1691640" cy="566928"/>
          </a:xfrm>
          <a:prstGeom prst="rect">
            <a:avLst/>
          </a:prstGeom>
          <a:solidFill>
            <a:srgbClr val="FFFFFF"/>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200" b="1" dirty="0">
                <a:solidFill>
                  <a:srgbClr val="263445"/>
                </a:solidFill>
                <a:latin typeface="思源黑体 CN Regular"/>
              </a:rPr>
              <a:t>5  </a:t>
            </a:r>
            <a:r>
              <a:rPr lang="zh-CN" altLang="en-US" sz="1200" b="1" dirty="0">
                <a:solidFill>
                  <a:srgbClr val="263445"/>
                </a:solidFill>
                <a:latin typeface="思源黑体 CN Regular"/>
              </a:rPr>
              <a:t>两任务的 </a:t>
            </a:r>
            <a:r>
              <a:rPr sz="1200" b="1" dirty="0">
                <a:solidFill>
                  <a:srgbClr val="263445"/>
                </a:solidFill>
                <a:latin typeface="思源黑体 CN Regular"/>
              </a:rPr>
              <a:t>Token</a:t>
            </a:r>
            <a:r>
              <a:rPr lang="en-US" sz="1200" b="1" dirty="0">
                <a:solidFill>
                  <a:srgbClr val="263445"/>
                </a:solidFill>
                <a:latin typeface="思源黑体 CN Regular"/>
              </a:rPr>
              <a:t> </a:t>
            </a:r>
            <a:endParaRPr lang="en-US" sz="1200" b="1" dirty="0">
              <a:solidFill>
                <a:srgbClr val="263445"/>
              </a:solidFill>
              <a:latin typeface="思源黑体 CN Regular"/>
            </a:endParaRPr>
          </a:p>
          <a:p>
            <a:pPr algn="ctr">
              <a:spcAft>
                <a:spcPts val="0"/>
              </a:spcAft>
            </a:pPr>
            <a:r>
              <a:rPr lang="zh-CN" altLang="en-US" sz="1200" b="1" dirty="0">
                <a:solidFill>
                  <a:srgbClr val="263445"/>
                </a:solidFill>
                <a:latin typeface="思源黑体 CN Regular"/>
              </a:rPr>
              <a:t>总用量</a:t>
            </a:r>
            <a:endParaRPr sz="1200" b="1" dirty="0">
              <a:solidFill>
                <a:srgbClr val="263445"/>
              </a:solidFill>
              <a:latin typeface="思源黑体 CN Regular"/>
            </a:endParaRPr>
          </a:p>
        </p:txBody>
      </p:sp>
      <p:sp>
        <p:nvSpPr>
          <p:cNvPr id="36" name="Rectangle 12"/>
          <p:cNvSpPr/>
          <p:nvPr/>
        </p:nvSpPr>
        <p:spPr>
          <a:xfrm>
            <a:off x="4502657" y="1522232"/>
            <a:ext cx="1691640" cy="566928"/>
          </a:xfrm>
          <a:prstGeom prst="rect">
            <a:avLst/>
          </a:prstGeom>
          <a:solidFill>
            <a:srgbClr val="FFFFFF"/>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lang="zh-CN" altLang="en-US" sz="1400" b="1" dirty="0">
                <a:solidFill>
                  <a:srgbClr val="263445"/>
                </a:solidFill>
                <a:latin typeface="思源黑体 CN Regular"/>
              </a:rPr>
              <a:t>任务一总分</a:t>
            </a:r>
            <a:endParaRPr sz="1400" b="1" dirty="0">
              <a:solidFill>
                <a:srgbClr val="263445"/>
              </a:solidFill>
              <a:latin typeface="思源黑体 CN Regular"/>
            </a:endParaRPr>
          </a:p>
        </p:txBody>
      </p:sp>
      <p:sp>
        <p:nvSpPr>
          <p:cNvPr id="38" name="Rectangle 12"/>
          <p:cNvSpPr/>
          <p:nvPr/>
        </p:nvSpPr>
        <p:spPr>
          <a:xfrm>
            <a:off x="7376922" y="1522232"/>
            <a:ext cx="1691640" cy="566928"/>
          </a:xfrm>
          <a:prstGeom prst="rect">
            <a:avLst/>
          </a:prstGeom>
          <a:solidFill>
            <a:srgbClr val="FFFFFF"/>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lang="zh-CN" altLang="en-US" sz="1400" b="1" dirty="0">
                <a:solidFill>
                  <a:srgbClr val="263445"/>
                </a:solidFill>
              </a:rPr>
              <a:t>任务二总分</a:t>
            </a:r>
            <a:endParaRPr lang="zh-CN" altLang="en-US" sz="1400" b="1" dirty="0">
              <a:solidFill>
                <a:srgbClr val="263445"/>
              </a:solidFill>
            </a:endParaRPr>
          </a:p>
        </p:txBody>
      </p:sp>
      <p:sp>
        <p:nvSpPr>
          <p:cNvPr id="40" name="Rectangle 12"/>
          <p:cNvSpPr/>
          <p:nvPr/>
        </p:nvSpPr>
        <p:spPr>
          <a:xfrm>
            <a:off x="1829181" y="1522232"/>
            <a:ext cx="1691640" cy="566928"/>
          </a:xfrm>
          <a:prstGeom prst="rect">
            <a:avLst/>
          </a:prstGeom>
          <a:solidFill>
            <a:srgbClr val="FFFFFF"/>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lang="zh-CN" altLang="en-US" sz="2000" b="1" dirty="0">
                <a:solidFill>
                  <a:srgbClr val="263445"/>
                </a:solidFill>
                <a:latin typeface="思源黑体 CN Regular"/>
              </a:rPr>
              <a:t>总成绩</a:t>
            </a:r>
            <a:endParaRPr sz="2000" b="1" dirty="0">
              <a:solidFill>
                <a:srgbClr val="263445"/>
              </a:solidFill>
              <a:latin typeface="思源黑体 CN Regular"/>
            </a:endParaRPr>
          </a:p>
        </p:txBody>
      </p:sp>
      <p:sp>
        <p:nvSpPr>
          <p:cNvPr id="42" name="TextBox 10"/>
          <p:cNvSpPr txBox="1"/>
          <p:nvPr/>
        </p:nvSpPr>
        <p:spPr>
          <a:xfrm>
            <a:off x="6542912" y="1504075"/>
            <a:ext cx="456819" cy="603242"/>
          </a:xfrm>
          <a:prstGeom prst="rect">
            <a:avLst/>
          </a:prstGeom>
          <a:noFill/>
        </p:spPr>
        <p:txBody>
          <a:bodyPr wrap="square" lIns="54864" tIns="54864" rIns="54864" bIns="54864" anchor="t">
            <a:spAutoFit/>
          </a:bodyPr>
          <a:lstStyle/>
          <a:p>
            <a:pPr algn="l">
              <a:spcAft>
                <a:spcPts val="0"/>
              </a:spcAft>
            </a:pPr>
            <a:r>
              <a:rPr lang="en-US" altLang="zh-CN" sz="3200" b="1" dirty="0">
                <a:solidFill>
                  <a:srgbClr val="263445"/>
                </a:solidFill>
              </a:rPr>
              <a:t>+</a:t>
            </a:r>
            <a:endParaRPr lang="en-US" altLang="zh-CN" sz="3200" b="1" dirty="0">
              <a:solidFill>
                <a:srgbClr val="263445"/>
              </a:solidFill>
            </a:endParaRPr>
          </a:p>
        </p:txBody>
      </p:sp>
      <p:sp>
        <p:nvSpPr>
          <p:cNvPr id="44" name="TextBox 10"/>
          <p:cNvSpPr txBox="1"/>
          <p:nvPr/>
        </p:nvSpPr>
        <p:spPr>
          <a:xfrm>
            <a:off x="3804284" y="1492239"/>
            <a:ext cx="456819" cy="603242"/>
          </a:xfrm>
          <a:prstGeom prst="rect">
            <a:avLst/>
          </a:prstGeom>
          <a:noFill/>
        </p:spPr>
        <p:txBody>
          <a:bodyPr wrap="square" lIns="54864" tIns="54864" rIns="54864" bIns="54864" anchor="t">
            <a:spAutoFit/>
          </a:bodyPr>
          <a:lstStyle/>
          <a:p>
            <a:pPr algn="l">
              <a:spcAft>
                <a:spcPts val="0"/>
              </a:spcAft>
            </a:pPr>
            <a:r>
              <a:rPr lang="en-US" altLang="zh-CN" sz="3200" b="1" dirty="0">
                <a:solidFill>
                  <a:srgbClr val="263445"/>
                </a:solidFill>
              </a:rPr>
              <a:t>=</a:t>
            </a:r>
            <a:endParaRPr lang="en-US" altLang="zh-CN" sz="3200" b="1" dirty="0">
              <a:solidFill>
                <a:srgbClr val="263445"/>
              </a:solidFill>
            </a:endParaRPr>
          </a:p>
        </p:txBody>
      </p:sp>
      <p:sp>
        <p:nvSpPr>
          <p:cNvPr id="46" name="文本框 45"/>
          <p:cNvSpPr txBox="1"/>
          <p:nvPr/>
        </p:nvSpPr>
        <p:spPr>
          <a:xfrm>
            <a:off x="3859911" y="2141636"/>
            <a:ext cx="3080004" cy="405945"/>
          </a:xfrm>
          <a:prstGeom prst="rect">
            <a:avLst/>
          </a:prstGeom>
          <a:noFill/>
        </p:spPr>
        <p:txBody>
          <a:bodyPr wrap="square">
            <a:spAutoFit/>
          </a:bodyPr>
          <a:lstStyle/>
          <a:p>
            <a:pPr>
              <a:lnSpc>
                <a:spcPct val="200000"/>
              </a:lnSpc>
            </a:pPr>
            <a:r>
              <a:rPr lang="zh-CN" altLang="en-US" sz="1200" b="1" dirty="0">
                <a:solidFill>
                  <a:srgbClr val="263445"/>
                </a:solidFill>
              </a:rPr>
              <a:t>（任务一所有 </a:t>
            </a:r>
            <a:r>
              <a:rPr lang="en-US" altLang="zh-CN" sz="1200" b="1" dirty="0">
                <a:solidFill>
                  <a:srgbClr val="263445"/>
                </a:solidFill>
              </a:rPr>
              <a:t>hidden case </a:t>
            </a:r>
            <a:r>
              <a:rPr lang="zh-CN" altLang="en-US" sz="1200" b="1" dirty="0">
                <a:solidFill>
                  <a:srgbClr val="263445"/>
                </a:solidFill>
              </a:rPr>
              <a:t>得分之和）</a:t>
            </a:r>
            <a:endParaRPr lang="en-US" altLang="zh-CN" sz="1200" b="1" dirty="0">
              <a:solidFill>
                <a:srgbClr val="263445"/>
              </a:solidFill>
              <a:latin typeface="思源黑体 CN Regular"/>
            </a:endParaRPr>
          </a:p>
        </p:txBody>
      </p:sp>
      <p:sp>
        <p:nvSpPr>
          <p:cNvPr id="48" name="文本框 47"/>
          <p:cNvSpPr txBox="1"/>
          <p:nvPr/>
        </p:nvSpPr>
        <p:spPr>
          <a:xfrm>
            <a:off x="6872192" y="2284383"/>
            <a:ext cx="3175824" cy="276999"/>
          </a:xfrm>
          <a:prstGeom prst="rect">
            <a:avLst/>
          </a:prstGeom>
          <a:noFill/>
        </p:spPr>
        <p:txBody>
          <a:bodyPr wrap="square">
            <a:spAutoFit/>
          </a:bodyPr>
          <a:lstStyle/>
          <a:p>
            <a:r>
              <a:rPr lang="zh-CN" altLang="en-US" sz="1200" b="1" dirty="0">
                <a:solidFill>
                  <a:srgbClr val="263445"/>
                </a:solidFill>
              </a:rPr>
              <a:t>（任务二所有 </a:t>
            </a:r>
            <a:r>
              <a:rPr lang="en-US" altLang="zh-CN" sz="1200" b="1" dirty="0">
                <a:solidFill>
                  <a:srgbClr val="263445"/>
                </a:solidFill>
              </a:rPr>
              <a:t>hidden case </a:t>
            </a:r>
            <a:r>
              <a:rPr lang="zh-CN" altLang="en-US" sz="1200" b="1" dirty="0">
                <a:solidFill>
                  <a:srgbClr val="263445"/>
                </a:solidFill>
              </a:rPr>
              <a:t>得分之和）</a:t>
            </a:r>
            <a:endParaRPr lang="zh-CN" altLang="en-US" sz="1600" dirty="0"/>
          </a:p>
        </p:txBody>
      </p:sp>
      <p:cxnSp>
        <p:nvCxnSpPr>
          <p:cNvPr id="49" name="Connector 21"/>
          <p:cNvCxnSpPr/>
          <p:nvPr/>
        </p:nvCxnSpPr>
        <p:spPr>
          <a:xfrm>
            <a:off x="666750" y="3236807"/>
            <a:ext cx="10567034" cy="0"/>
          </a:xfrm>
          <a:prstGeom prst="line">
            <a:avLst/>
          </a:prstGeom>
          <a:ln w="17780">
            <a:solidFill>
              <a:srgbClr val="558ED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zh-CN" altLang="en-US" sz="3000" b="0" dirty="0">
                <a:solidFill>
                  <a:srgbClr val="FFFFFF"/>
                </a:solidFill>
                <a:latin typeface="思源黑体 CN Regular"/>
              </a:rPr>
              <a:t>参赛作品</a:t>
            </a:r>
            <a:r>
              <a:rPr sz="3000" b="0" dirty="0" err="1">
                <a:solidFill>
                  <a:srgbClr val="FFFFFF"/>
                </a:solidFill>
                <a:latin typeface="思源黑体 CN Regular"/>
              </a:rPr>
              <a:t>提交要求</a:t>
            </a:r>
            <a:endParaRPr sz="3000" b="0" dirty="0">
              <a:solidFill>
                <a:srgbClr val="FFFFFF"/>
              </a:solidFill>
              <a:latin typeface="思源黑体 CN Regular"/>
            </a:endParaRPr>
          </a:p>
        </p:txBody>
      </p:sp>
      <p:sp>
        <p:nvSpPr>
          <p:cNvPr id="3" name="TextBox 2"/>
          <p:cNvSpPr txBox="1"/>
          <p:nvPr/>
        </p:nvSpPr>
        <p:spPr>
          <a:xfrm>
            <a:off x="594360" y="1192073"/>
            <a:ext cx="10972800" cy="365760"/>
          </a:xfrm>
          <a:prstGeom prst="rect">
            <a:avLst/>
          </a:prstGeom>
          <a:noFill/>
        </p:spPr>
        <p:txBody>
          <a:bodyPr wrap="square" lIns="54864" tIns="54864" rIns="54864" bIns="54864" anchor="ctr">
            <a:spAutoFit/>
          </a:bodyPr>
          <a:lstStyle/>
          <a:p>
            <a:pPr algn="l">
              <a:spcAft>
                <a:spcPts val="0"/>
              </a:spcAft>
            </a:pPr>
            <a:r>
              <a:rPr sz="1600" b="0" dirty="0" err="1">
                <a:solidFill>
                  <a:srgbClr val="263445"/>
                </a:solidFill>
                <a:latin typeface="思源黑体 CN Regular"/>
              </a:rPr>
              <a:t>基于官方基础环境构建</a:t>
            </a:r>
            <a:r>
              <a:rPr lang="zh-CN" altLang="en-US" sz="1600" b="0" dirty="0">
                <a:solidFill>
                  <a:srgbClr val="263445"/>
                </a:solidFill>
                <a:latin typeface="思源黑体 CN Regular"/>
              </a:rPr>
              <a:t>并提交</a:t>
            </a:r>
            <a:r>
              <a:rPr sz="1600" b="0" dirty="0" err="1">
                <a:solidFill>
                  <a:srgbClr val="263445"/>
                </a:solidFill>
                <a:latin typeface="思源黑体 CN Regular"/>
              </a:rPr>
              <a:t>自己的</a:t>
            </a:r>
            <a:r>
              <a:rPr sz="1600" b="0" dirty="0">
                <a:solidFill>
                  <a:srgbClr val="263445"/>
                </a:solidFill>
                <a:latin typeface="思源黑体 CN Regular"/>
              </a:rPr>
              <a:t> Agent </a:t>
            </a:r>
            <a:r>
              <a:rPr lang="zh-CN" altLang="en-US" sz="1600" b="0" dirty="0">
                <a:solidFill>
                  <a:srgbClr val="263445"/>
                </a:solidFill>
                <a:latin typeface="思源黑体 CN Regular"/>
              </a:rPr>
              <a:t>系统</a:t>
            </a:r>
            <a:r>
              <a:rPr sz="1600" b="0" dirty="0" err="1">
                <a:solidFill>
                  <a:srgbClr val="263445"/>
                </a:solidFill>
                <a:latin typeface="思源黑体 CN Regular"/>
              </a:rPr>
              <a:t>镜像</a:t>
            </a:r>
            <a:r>
              <a:rPr sz="1600" b="0" dirty="0">
                <a:solidFill>
                  <a:srgbClr val="263445"/>
                </a:solidFill>
                <a:latin typeface="思源黑体 CN Regular"/>
              </a:rPr>
              <a:t>。</a:t>
            </a:r>
            <a:endParaRPr sz="1600" b="0" dirty="0">
              <a:solidFill>
                <a:srgbClr val="263445"/>
              </a:solidFill>
              <a:latin typeface="思源黑体 CN Regular"/>
            </a:endParaRPr>
          </a:p>
        </p:txBody>
      </p:sp>
      <p:sp>
        <p:nvSpPr>
          <p:cNvPr id="4" name="Rectangle 3"/>
          <p:cNvSpPr/>
          <p:nvPr/>
        </p:nvSpPr>
        <p:spPr>
          <a:xfrm>
            <a:off x="502920" y="1813866"/>
            <a:ext cx="2148840" cy="841248"/>
          </a:xfrm>
          <a:prstGeom prst="rect">
            <a:avLst/>
          </a:prstGeom>
          <a:solidFill>
            <a:srgbClr val="EAF2FB"/>
          </a:solidFill>
          <a:ln w="1524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a:solidFill>
                  <a:srgbClr val="1F497D"/>
                </a:solidFill>
                <a:latin typeface="思源黑体 CN Regular"/>
              </a:rPr>
              <a:t>官方基础镜像</a:t>
            </a:r>
            <a:br>
              <a:rPr sz="1300" b="1">
                <a:solidFill>
                  <a:srgbClr val="1F497D"/>
                </a:solidFill>
                <a:latin typeface="思源黑体 CN Regular"/>
              </a:rPr>
            </a:br>
            <a:r>
              <a:rPr sz="1300" b="1">
                <a:solidFill>
                  <a:srgbClr val="1F497D"/>
                </a:solidFill>
                <a:latin typeface="思源黑体 CN Regular"/>
              </a:rPr>
              <a:t>scan-agent-base:ubuntu24</a:t>
            </a:r>
            <a:endParaRPr sz="1300" b="1">
              <a:solidFill>
                <a:srgbClr val="1F497D"/>
              </a:solidFill>
              <a:latin typeface="思源黑体 CN Regular"/>
            </a:endParaRPr>
          </a:p>
        </p:txBody>
      </p:sp>
      <p:cxnSp>
        <p:nvCxnSpPr>
          <p:cNvPr id="5" name="Connector 4"/>
          <p:cNvCxnSpPr/>
          <p:nvPr/>
        </p:nvCxnSpPr>
        <p:spPr>
          <a:xfrm>
            <a:off x="2697480" y="2234490"/>
            <a:ext cx="475488" cy="0"/>
          </a:xfrm>
          <a:prstGeom prst="line">
            <a:avLst/>
          </a:prstGeom>
          <a:ln w="19050">
            <a:solidFill>
              <a:srgbClr val="558ED5"/>
            </a:solidFill>
          </a:ln>
        </p:spPr>
        <p:style>
          <a:lnRef idx="2">
            <a:schemeClr val="accent1"/>
          </a:lnRef>
          <a:fillRef idx="0">
            <a:schemeClr val="accent1"/>
          </a:fillRef>
          <a:effectRef idx="1">
            <a:schemeClr val="accent1"/>
          </a:effectRef>
          <a:fontRef idx="minor">
            <a:schemeClr val="tx1"/>
          </a:fontRef>
        </p:style>
      </p:cxnSp>
      <p:sp>
        <p:nvSpPr>
          <p:cNvPr id="6" name="Isosceles Triangle 5"/>
          <p:cNvSpPr/>
          <p:nvPr/>
        </p:nvSpPr>
        <p:spPr>
          <a:xfrm rot="5400000">
            <a:off x="3099815" y="2161338"/>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46120" y="1813866"/>
            <a:ext cx="2148840" cy="841248"/>
          </a:xfrm>
          <a:prstGeom prst="rect">
            <a:avLst/>
          </a:prstGeom>
          <a:solidFill>
            <a:srgbClr val="F5F8FC"/>
          </a:solidFill>
          <a:ln w="1524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dirty="0" err="1">
                <a:solidFill>
                  <a:srgbClr val="1F497D"/>
                </a:solidFill>
                <a:latin typeface="思源黑体 CN Regular"/>
              </a:rPr>
              <a:t>加入代码与依赖</a:t>
            </a:r>
            <a:br>
              <a:rPr dirty="0"/>
            </a:br>
            <a:r>
              <a:rPr sz="1300" b="1" dirty="0" err="1">
                <a:solidFill>
                  <a:srgbClr val="1F497D"/>
                </a:solidFill>
                <a:latin typeface="思源黑体 CN Regular"/>
              </a:rPr>
              <a:t>替换占位</a:t>
            </a:r>
            <a:r>
              <a:rPr sz="1300" b="1" dirty="0">
                <a:solidFill>
                  <a:srgbClr val="1F497D"/>
                </a:solidFill>
                <a:latin typeface="思源黑体 CN Regular"/>
              </a:rPr>
              <a:t> </a:t>
            </a:r>
            <a:r>
              <a:rPr sz="1300" b="1" dirty="0" err="1">
                <a:solidFill>
                  <a:srgbClr val="1F497D"/>
                </a:solidFill>
                <a:latin typeface="思源黑体 CN Regular"/>
              </a:rPr>
              <a:t>agent_system</a:t>
            </a:r>
            <a:endParaRPr sz="1300" b="1" dirty="0">
              <a:solidFill>
                <a:srgbClr val="1F497D"/>
              </a:solidFill>
              <a:latin typeface="思源黑体 CN Regular"/>
            </a:endParaRPr>
          </a:p>
        </p:txBody>
      </p:sp>
      <p:cxnSp>
        <p:nvCxnSpPr>
          <p:cNvPr id="8" name="Connector 7"/>
          <p:cNvCxnSpPr/>
          <p:nvPr/>
        </p:nvCxnSpPr>
        <p:spPr>
          <a:xfrm>
            <a:off x="5440680" y="2234490"/>
            <a:ext cx="475488" cy="0"/>
          </a:xfrm>
          <a:prstGeom prst="line">
            <a:avLst/>
          </a:prstGeom>
          <a:ln w="19050">
            <a:solidFill>
              <a:srgbClr val="558ED5"/>
            </a:solidFill>
          </a:ln>
        </p:spPr>
        <p:style>
          <a:lnRef idx="2">
            <a:schemeClr val="accent1"/>
          </a:lnRef>
          <a:fillRef idx="0">
            <a:schemeClr val="accent1"/>
          </a:fillRef>
          <a:effectRef idx="1">
            <a:schemeClr val="accent1"/>
          </a:effectRef>
          <a:fontRef idx="minor">
            <a:schemeClr val="tx1"/>
          </a:fontRef>
        </p:style>
      </p:cxnSp>
      <p:sp>
        <p:nvSpPr>
          <p:cNvPr id="9" name="Isosceles Triangle 8"/>
          <p:cNvSpPr/>
          <p:nvPr/>
        </p:nvSpPr>
        <p:spPr>
          <a:xfrm rot="5400000">
            <a:off x="5843016" y="2161338"/>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89320" y="1813866"/>
            <a:ext cx="2148840" cy="841248"/>
          </a:xfrm>
          <a:prstGeom prst="rect">
            <a:avLst/>
          </a:prstGeom>
          <a:solidFill>
            <a:srgbClr val="F5F8FC"/>
          </a:solidFill>
          <a:ln w="1524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dirty="0" err="1">
                <a:solidFill>
                  <a:srgbClr val="1F497D"/>
                </a:solidFill>
                <a:latin typeface="思源黑体 CN Regular"/>
              </a:rPr>
              <a:t>构建参赛镜像</a:t>
            </a:r>
            <a:endParaRPr sz="1300" b="1" dirty="0">
              <a:solidFill>
                <a:srgbClr val="1F497D"/>
              </a:solidFill>
              <a:latin typeface="思源黑体 CN Regular"/>
            </a:endParaRPr>
          </a:p>
        </p:txBody>
      </p:sp>
      <p:cxnSp>
        <p:nvCxnSpPr>
          <p:cNvPr id="11" name="Connector 10"/>
          <p:cNvCxnSpPr/>
          <p:nvPr/>
        </p:nvCxnSpPr>
        <p:spPr>
          <a:xfrm>
            <a:off x="8183880" y="2234490"/>
            <a:ext cx="475488" cy="0"/>
          </a:xfrm>
          <a:prstGeom prst="line">
            <a:avLst/>
          </a:prstGeom>
          <a:ln w="19050">
            <a:solidFill>
              <a:srgbClr val="558ED5"/>
            </a:solidFill>
          </a:ln>
        </p:spPr>
        <p:style>
          <a:lnRef idx="2">
            <a:schemeClr val="accent1"/>
          </a:lnRef>
          <a:fillRef idx="0">
            <a:schemeClr val="accent1"/>
          </a:fillRef>
          <a:effectRef idx="1">
            <a:schemeClr val="accent1"/>
          </a:effectRef>
          <a:fontRef idx="minor">
            <a:schemeClr val="tx1"/>
          </a:fontRef>
        </p:style>
      </p:cxnSp>
      <p:sp>
        <p:nvSpPr>
          <p:cNvPr id="12" name="Isosceles Triangle 11"/>
          <p:cNvSpPr/>
          <p:nvPr/>
        </p:nvSpPr>
        <p:spPr>
          <a:xfrm rot="5400000">
            <a:off x="8586216" y="2161338"/>
            <a:ext cx="146304" cy="146304"/>
          </a:xfrm>
          <a:prstGeom prst="triangle">
            <a:avLst/>
          </a:prstGeom>
          <a:solidFill>
            <a:srgbClr val="558ED5"/>
          </a:solidFill>
          <a:ln>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732520" y="1813866"/>
            <a:ext cx="2926080" cy="841248"/>
          </a:xfrm>
          <a:prstGeom prst="rect">
            <a:avLst/>
          </a:prstGeom>
          <a:solidFill>
            <a:srgbClr val="EAF2FB"/>
          </a:solidFill>
          <a:ln w="1524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a:solidFill>
                  <a:srgbClr val="1F497D"/>
                </a:solidFill>
                <a:latin typeface="思源黑体 CN Regular"/>
              </a:rPr>
              <a:t>统一入口启动</a:t>
            </a:r>
            <a:br>
              <a:rPr sz="1300" b="1">
                <a:solidFill>
                  <a:srgbClr val="1F497D"/>
                </a:solidFill>
                <a:latin typeface="思源黑体 CN Regular"/>
              </a:rPr>
            </a:br>
            <a:r>
              <a:rPr sz="1300" b="1">
                <a:solidFill>
                  <a:srgbClr val="1F497D"/>
                </a:solidFill>
                <a:latin typeface="思源黑体 CN Regular"/>
              </a:rPr>
              <a:t>评测系统直接运行</a:t>
            </a:r>
            <a:endParaRPr sz="1300" b="1">
              <a:solidFill>
                <a:srgbClr val="1F497D"/>
              </a:solidFill>
              <a:latin typeface="思源黑体 CN Regular"/>
            </a:endParaRPr>
          </a:p>
        </p:txBody>
      </p:sp>
      <p:sp>
        <p:nvSpPr>
          <p:cNvPr id="14" name="Rectangle 13"/>
          <p:cNvSpPr/>
          <p:nvPr/>
        </p:nvSpPr>
        <p:spPr>
          <a:xfrm>
            <a:off x="502920" y="3170538"/>
            <a:ext cx="3429000" cy="310896"/>
          </a:xfrm>
          <a:prstGeom prst="rect">
            <a:avLst/>
          </a:prstGeom>
          <a:solidFill>
            <a:srgbClr val="1F497D"/>
          </a:solidFill>
          <a:ln w="635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a:solidFill>
                  <a:srgbClr val="FFFFFF"/>
                </a:solidFill>
                <a:latin typeface="思源黑体 CN Regular"/>
              </a:rPr>
              <a:t>统一入口</a:t>
            </a:r>
            <a:endParaRPr sz="1300" b="1">
              <a:solidFill>
                <a:srgbClr val="FFFFFF"/>
              </a:solidFill>
              <a:latin typeface="思源黑体 CN Regular"/>
            </a:endParaRPr>
          </a:p>
        </p:txBody>
      </p:sp>
      <p:sp>
        <p:nvSpPr>
          <p:cNvPr id="15" name="Rectangle 14"/>
          <p:cNvSpPr/>
          <p:nvPr/>
        </p:nvSpPr>
        <p:spPr>
          <a:xfrm>
            <a:off x="502920" y="3481434"/>
            <a:ext cx="3429000" cy="1353312"/>
          </a:xfrm>
          <a:prstGeom prst="rect">
            <a:avLst/>
          </a:prstGeom>
          <a:solidFill>
            <a:srgbClr val="FFFFFF"/>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a:solidFill>
                  <a:srgbClr val="263445"/>
                </a:solidFill>
                <a:latin typeface="思源黑体 CN Regular"/>
              </a:rPr>
              <a:t>/submission/agent_system</a:t>
            </a:r>
            <a:br>
              <a:rPr sz="1300" b="1">
                <a:solidFill>
                  <a:srgbClr val="263445"/>
                </a:solidFill>
                <a:latin typeface="思源黑体 CN Regular"/>
              </a:rPr>
            </a:br>
            <a:r>
              <a:rPr sz="1300" b="1">
                <a:solidFill>
                  <a:srgbClr val="263445"/>
                </a:solidFill>
                <a:latin typeface="思源黑体 CN Regular"/>
              </a:rPr>
              <a:t>-input /input  -output /output</a:t>
            </a:r>
            <a:br>
              <a:rPr sz="1300" b="1">
                <a:solidFill>
                  <a:srgbClr val="263445"/>
                </a:solidFill>
                <a:latin typeface="思源黑体 CN Regular"/>
              </a:rPr>
            </a:br>
            <a:r>
              <a:rPr sz="1300" b="1">
                <a:solidFill>
                  <a:srgbClr val="263445"/>
                </a:solidFill>
                <a:latin typeface="思源黑体 CN Regular"/>
              </a:rPr>
              <a:t>必须可执行、无需人工交互</a:t>
            </a:r>
            <a:endParaRPr sz="1300" b="1">
              <a:solidFill>
                <a:srgbClr val="263445"/>
              </a:solidFill>
              <a:latin typeface="思源黑体 CN Regular"/>
            </a:endParaRPr>
          </a:p>
        </p:txBody>
      </p:sp>
      <p:sp>
        <p:nvSpPr>
          <p:cNvPr id="16" name="Rectangle 15"/>
          <p:cNvSpPr/>
          <p:nvPr/>
        </p:nvSpPr>
        <p:spPr>
          <a:xfrm>
            <a:off x="4160520" y="3170538"/>
            <a:ext cx="3794760" cy="310896"/>
          </a:xfrm>
          <a:prstGeom prst="rect">
            <a:avLst/>
          </a:prstGeom>
          <a:solidFill>
            <a:srgbClr val="558ED5"/>
          </a:solidFill>
          <a:ln w="6350">
            <a:solidFill>
              <a:srgbClr val="558ED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a:solidFill>
                  <a:srgbClr val="FFFFFF"/>
                </a:solidFill>
                <a:latin typeface="思源黑体 CN Regular"/>
              </a:rPr>
              <a:t>挂载与运行时注入</a:t>
            </a:r>
            <a:endParaRPr sz="1300" b="1">
              <a:solidFill>
                <a:srgbClr val="FFFFFF"/>
              </a:solidFill>
              <a:latin typeface="思源黑体 CN Regular"/>
            </a:endParaRPr>
          </a:p>
        </p:txBody>
      </p:sp>
      <p:sp>
        <p:nvSpPr>
          <p:cNvPr id="17" name="Rectangle 16"/>
          <p:cNvSpPr/>
          <p:nvPr/>
        </p:nvSpPr>
        <p:spPr>
          <a:xfrm>
            <a:off x="4160520" y="3481434"/>
            <a:ext cx="3794760" cy="1353312"/>
          </a:xfrm>
          <a:prstGeom prst="rect">
            <a:avLst/>
          </a:prstGeom>
          <a:solidFill>
            <a:srgbClr val="F5F8FC"/>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200" b="1" dirty="0">
                <a:solidFill>
                  <a:srgbClr val="263445"/>
                </a:solidFill>
                <a:latin typeface="思源黑体 CN Regular"/>
              </a:rPr>
              <a:t>/</a:t>
            </a:r>
            <a:r>
              <a:rPr sz="1200" b="1" dirty="0" err="1">
                <a:solidFill>
                  <a:srgbClr val="263445"/>
                </a:solidFill>
                <a:latin typeface="思源黑体 CN Regular"/>
              </a:rPr>
              <a:t>input：只读</a:t>
            </a:r>
            <a:r>
              <a:rPr sz="1200" b="1" dirty="0">
                <a:solidFill>
                  <a:srgbClr val="263445"/>
                </a:solidFill>
                <a:latin typeface="思源黑体 CN Regular"/>
              </a:rPr>
              <a:t>   /</a:t>
            </a:r>
            <a:r>
              <a:rPr sz="1200" b="1" dirty="0" err="1">
                <a:solidFill>
                  <a:srgbClr val="263445"/>
                </a:solidFill>
                <a:latin typeface="思源黑体 CN Regular"/>
              </a:rPr>
              <a:t>output：读写</a:t>
            </a:r>
            <a:br>
              <a:rPr dirty="0"/>
            </a:br>
            <a:r>
              <a:rPr sz="1200" b="1" dirty="0">
                <a:solidFill>
                  <a:srgbClr val="263445"/>
                </a:solidFill>
                <a:latin typeface="思源黑体 CN Regular"/>
              </a:rPr>
              <a:t>License 与 LLM </a:t>
            </a:r>
            <a:r>
              <a:rPr sz="1200" b="1" dirty="0" err="1">
                <a:solidFill>
                  <a:srgbClr val="263445"/>
                </a:solidFill>
                <a:latin typeface="思源黑体 CN Regular"/>
              </a:rPr>
              <a:t>参数运行时注入</a:t>
            </a:r>
            <a:br>
              <a:rPr dirty="0"/>
            </a:br>
            <a:r>
              <a:rPr sz="1200" b="1" dirty="0">
                <a:solidFill>
                  <a:srgbClr val="263445"/>
                </a:solidFill>
                <a:latin typeface="思源黑体 CN Regular"/>
              </a:rPr>
              <a:t>SCANINSERTION_LICENSE_SERVER </a:t>
            </a:r>
            <a:endParaRPr lang="en-US" sz="1200" b="1" dirty="0">
              <a:solidFill>
                <a:srgbClr val="263445"/>
              </a:solidFill>
              <a:latin typeface="思源黑体 CN Regular"/>
            </a:endParaRPr>
          </a:p>
          <a:p>
            <a:pPr algn="ctr">
              <a:spcAft>
                <a:spcPts val="0"/>
              </a:spcAft>
            </a:pPr>
            <a:r>
              <a:rPr sz="1200" b="1" dirty="0">
                <a:solidFill>
                  <a:srgbClr val="263445"/>
                </a:solidFill>
                <a:latin typeface="思源黑体 CN Regular"/>
              </a:rPr>
              <a:t>LLM_</a:t>
            </a:r>
            <a:r>
              <a:rPr lang="en-US" sz="1200" b="1" dirty="0">
                <a:solidFill>
                  <a:srgbClr val="263445"/>
                </a:solidFill>
                <a:latin typeface="思源黑体 CN Regular"/>
              </a:rPr>
              <a:t>API_KEY …</a:t>
            </a:r>
            <a:endParaRPr sz="1200" b="1" dirty="0">
              <a:solidFill>
                <a:srgbClr val="263445"/>
              </a:solidFill>
              <a:latin typeface="思源黑体 CN Regular"/>
            </a:endParaRPr>
          </a:p>
        </p:txBody>
      </p:sp>
      <p:sp>
        <p:nvSpPr>
          <p:cNvPr id="18" name="Rectangle 17"/>
          <p:cNvSpPr/>
          <p:nvPr/>
        </p:nvSpPr>
        <p:spPr>
          <a:xfrm>
            <a:off x="8183879" y="3170538"/>
            <a:ext cx="3493008" cy="310896"/>
          </a:xfrm>
          <a:prstGeom prst="rect">
            <a:avLst/>
          </a:prstGeom>
          <a:solidFill>
            <a:srgbClr val="1F497D"/>
          </a:solidFill>
          <a:ln w="635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a:solidFill>
                  <a:srgbClr val="FFFFFF"/>
                </a:solidFill>
                <a:latin typeface="思源黑体 CN Regular"/>
              </a:rPr>
              <a:t>输出目录</a:t>
            </a:r>
            <a:endParaRPr sz="1300" b="1">
              <a:solidFill>
                <a:srgbClr val="FFFFFF"/>
              </a:solidFill>
              <a:latin typeface="思源黑体 CN Regular"/>
            </a:endParaRPr>
          </a:p>
        </p:txBody>
      </p:sp>
      <p:sp>
        <p:nvSpPr>
          <p:cNvPr id="19" name="Rectangle 18"/>
          <p:cNvSpPr/>
          <p:nvPr/>
        </p:nvSpPr>
        <p:spPr>
          <a:xfrm>
            <a:off x="8183879" y="3481434"/>
            <a:ext cx="3493008" cy="1353312"/>
          </a:xfrm>
          <a:prstGeom prst="rect">
            <a:avLst/>
          </a:prstGeom>
          <a:solidFill>
            <a:srgbClr val="FFFFFF"/>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200" b="1">
                <a:solidFill>
                  <a:srgbClr val="263445"/>
                </a:solidFill>
                <a:latin typeface="思源黑体 CN Regular"/>
              </a:rPr>
              <a:t>decision_log.json · final_results/</a:t>
            </a:r>
            <a:br>
              <a:rPr sz="1200" b="1">
                <a:solidFill>
                  <a:srgbClr val="263445"/>
                </a:solidFill>
                <a:latin typeface="思源黑体 CN Regular"/>
              </a:rPr>
            </a:br>
            <a:r>
              <a:rPr sz="1200" b="1">
                <a:solidFill>
                  <a:srgbClr val="263445"/>
                </a:solidFill>
                <a:latin typeface="思源黑体 CN Regular"/>
              </a:rPr>
              <a:t>runs/ · diffs/ · 完整日志与报告</a:t>
            </a:r>
            <a:br>
              <a:rPr sz="1200" b="1">
                <a:solidFill>
                  <a:srgbClr val="263445"/>
                </a:solidFill>
                <a:latin typeface="思源黑体 CN Regular"/>
              </a:rPr>
            </a:br>
            <a:r>
              <a:rPr sz="1200" b="1">
                <a:solidFill>
                  <a:srgbClr val="263445"/>
                </a:solidFill>
                <a:latin typeface="思源黑体 CN Regular"/>
              </a:rPr>
              <a:t>所有结果必须写入 /output</a:t>
            </a:r>
            <a:endParaRPr sz="1200" b="1">
              <a:solidFill>
                <a:srgbClr val="263445"/>
              </a:solidFill>
              <a:latin typeface="思源黑体 CN Regular"/>
            </a:endParaRPr>
          </a:p>
        </p:txBody>
      </p:sp>
      <p:sp>
        <p:nvSpPr>
          <p:cNvPr id="23" name="灯片编号占位符 3"/>
          <p:cNvSpPr>
            <a:spLocks noGrp="1"/>
          </p:cNvSpPr>
          <p:nvPr>
            <p:ph type="sldNum" sz="quarter" idx="12"/>
          </p:nvPr>
        </p:nvSpPr>
        <p:spPr>
          <a:xfrm>
            <a:off x="9273563" y="6536383"/>
            <a:ext cx="2743200" cy="365125"/>
          </a:xfrm>
        </p:spPr>
        <p:txBody>
          <a:bodyPr/>
          <a:lstStyle/>
          <a:p>
            <a:r>
              <a:rPr dirty="0"/>
              <a:t>1</a:t>
            </a:r>
            <a:r>
              <a:rPr lang="en-US" dirty="0"/>
              <a:t>5</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sz="3000" b="0" dirty="0">
                <a:solidFill>
                  <a:srgbClr val="FFFFFF"/>
                </a:solidFill>
                <a:latin typeface="思源黑体 CN Regular"/>
              </a:rPr>
              <a:t>参考学习</a:t>
            </a:r>
            <a:r>
              <a:rPr sz="3000" b="0" dirty="0" err="1">
                <a:solidFill>
                  <a:srgbClr val="FFFFFF"/>
                </a:solidFill>
                <a:latin typeface="思源黑体 CN Regular"/>
              </a:rPr>
              <a:t>资料</a:t>
            </a:r>
            <a:endParaRPr sz="3000" b="0" dirty="0">
              <a:solidFill>
                <a:srgbClr val="FFFFFF"/>
              </a:solidFill>
              <a:latin typeface="思源黑体 CN Regular"/>
            </a:endParaRPr>
          </a:p>
        </p:txBody>
      </p:sp>
      <p:sp>
        <p:nvSpPr>
          <p:cNvPr id="4" name="灯片编号占位符 3"/>
          <p:cNvSpPr>
            <a:spLocks noGrp="1"/>
          </p:cNvSpPr>
          <p:nvPr>
            <p:ph type="sldNum" sz="quarter" idx="12"/>
          </p:nvPr>
        </p:nvSpPr>
        <p:spPr/>
        <p:txBody>
          <a:bodyPr/>
          <a:lstStyle/>
          <a:p>
            <a:r>
              <a:rPr dirty="0"/>
              <a:t>1</a:t>
            </a:r>
            <a:r>
              <a:rPr lang="en-US" dirty="0"/>
              <a:t>6</a:t>
            </a:r>
            <a:endParaRPr dirty="0"/>
          </a:p>
        </p:txBody>
      </p:sp>
      <p:sp>
        <p:nvSpPr>
          <p:cNvPr id="5" name="TextBox 4"/>
          <p:cNvSpPr txBox="1"/>
          <p:nvPr/>
        </p:nvSpPr>
        <p:spPr>
          <a:xfrm>
            <a:off x="658368" y="1060704"/>
            <a:ext cx="10881360" cy="384048"/>
          </a:xfrm>
          <a:prstGeom prst="rect">
            <a:avLst/>
          </a:prstGeom>
          <a:noFill/>
        </p:spPr>
        <p:txBody>
          <a:bodyPr wrap="square" lIns="54864" tIns="54864" rIns="54864" bIns="54864" anchor="ctr">
            <a:spAutoFit/>
          </a:bodyPr>
          <a:lstStyle/>
          <a:p>
            <a:pPr algn="l">
              <a:spcAft>
                <a:spcPts val="0"/>
              </a:spcAft>
            </a:pPr>
            <a:r>
              <a:rPr sz="1600" b="0" dirty="0" err="1">
                <a:solidFill>
                  <a:srgbClr val="263445"/>
                </a:solidFill>
                <a:latin typeface="思源黑体 CN Regular"/>
              </a:rPr>
              <a:t>面向</a:t>
            </a:r>
            <a:r>
              <a:rPr sz="1600" b="0" dirty="0">
                <a:solidFill>
                  <a:srgbClr val="263445"/>
                </a:solidFill>
                <a:latin typeface="思源黑体 CN Regular"/>
              </a:rPr>
              <a:t> DFT / Scan Insertion </a:t>
            </a:r>
            <a:r>
              <a:rPr sz="1600" b="0" dirty="0" err="1">
                <a:solidFill>
                  <a:srgbClr val="263445"/>
                </a:solidFill>
                <a:latin typeface="思源黑体 CN Regular"/>
              </a:rPr>
              <a:t>初学者：先掌握赛题工具，再补基础，最后理解</a:t>
            </a:r>
            <a:r>
              <a:rPr sz="1600" b="0" dirty="0">
                <a:solidFill>
                  <a:srgbClr val="263445"/>
                </a:solidFill>
                <a:latin typeface="思源黑体 CN Regular"/>
              </a:rPr>
              <a:t> Agent </a:t>
            </a:r>
            <a:r>
              <a:rPr sz="1600" b="0" dirty="0" err="1">
                <a:solidFill>
                  <a:srgbClr val="263445"/>
                </a:solidFill>
                <a:latin typeface="思源黑体 CN Regular"/>
              </a:rPr>
              <a:t>与验证</a:t>
            </a:r>
            <a:r>
              <a:rPr sz="1600" b="0" dirty="0">
                <a:solidFill>
                  <a:srgbClr val="263445"/>
                </a:solidFill>
                <a:latin typeface="思源黑体 CN Regular"/>
              </a:rPr>
              <a:t>。</a:t>
            </a:r>
            <a:endParaRPr sz="1600" b="0" dirty="0">
              <a:solidFill>
                <a:srgbClr val="263445"/>
              </a:solidFill>
              <a:latin typeface="思源黑体 CN Regular"/>
            </a:endParaRPr>
          </a:p>
        </p:txBody>
      </p:sp>
      <p:sp>
        <p:nvSpPr>
          <p:cNvPr id="6" name="Rectangle 5"/>
          <p:cNvSpPr/>
          <p:nvPr/>
        </p:nvSpPr>
        <p:spPr>
          <a:xfrm>
            <a:off x="566928" y="1627632"/>
            <a:ext cx="1417320" cy="950976"/>
          </a:xfrm>
          <a:prstGeom prst="rect">
            <a:avLst/>
          </a:prstGeom>
          <a:solidFill>
            <a:srgbClr val="1F497D"/>
          </a:solidFill>
          <a:ln w="1016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600" b="1" dirty="0">
                <a:solidFill>
                  <a:srgbClr val="FFFFFF"/>
                </a:solidFill>
                <a:latin typeface="思源黑体 CN Regular"/>
              </a:rPr>
              <a:t>1</a:t>
            </a:r>
            <a:br>
              <a:rPr dirty="0"/>
            </a:br>
            <a:r>
              <a:rPr sz="1600" b="1" dirty="0" err="1">
                <a:solidFill>
                  <a:srgbClr val="FFFFFF"/>
                </a:solidFill>
                <a:latin typeface="思源黑体 CN Regular"/>
              </a:rPr>
              <a:t>优先</a:t>
            </a:r>
            <a:endParaRPr sz="1600" b="1" dirty="0">
              <a:solidFill>
                <a:srgbClr val="FFFFFF"/>
              </a:solidFill>
              <a:latin typeface="思源黑体 CN Regular"/>
            </a:endParaRPr>
          </a:p>
        </p:txBody>
      </p:sp>
      <p:sp>
        <p:nvSpPr>
          <p:cNvPr id="7" name="Rectangle 6"/>
          <p:cNvSpPr/>
          <p:nvPr/>
        </p:nvSpPr>
        <p:spPr>
          <a:xfrm>
            <a:off x="1984248" y="1627632"/>
            <a:ext cx="9555480" cy="950976"/>
          </a:xfrm>
          <a:prstGeom prst="rect">
            <a:avLst/>
          </a:prstGeom>
          <a:solidFill>
            <a:srgbClr val="EAF2FB"/>
          </a:solidFill>
          <a:ln w="1270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lang="zh-CN" altLang="en-US" sz="1400" b="1" dirty="0">
                <a:solidFill>
                  <a:srgbClr val="263445"/>
                </a:solidFill>
                <a:latin typeface="思源黑体 CN Regular"/>
              </a:rPr>
              <a:t>赛题指南  </a:t>
            </a:r>
            <a:r>
              <a:rPr lang="en-US" altLang="zh-CN" sz="1400" b="1" dirty="0">
                <a:solidFill>
                  <a:srgbClr val="263445"/>
                </a:solidFill>
                <a:latin typeface="思源黑体 CN Regular"/>
              </a:rPr>
              <a:t>+  </a:t>
            </a:r>
            <a:r>
              <a:rPr lang="zh-CN" altLang="en-US" sz="1400" b="1" dirty="0">
                <a:solidFill>
                  <a:srgbClr val="263445"/>
                </a:solidFill>
                <a:latin typeface="思源黑体 CN Regular"/>
              </a:rPr>
              <a:t>主办方提供的 </a:t>
            </a:r>
            <a:r>
              <a:rPr lang="en-US" sz="1400" b="1" dirty="0">
                <a:solidFill>
                  <a:srgbClr val="263445"/>
                </a:solidFill>
                <a:latin typeface="思源黑体 CN Regular"/>
              </a:rPr>
              <a:t>Scan Insertion </a:t>
            </a:r>
            <a:r>
              <a:rPr lang="zh-CN" altLang="en-US" sz="1400" b="1" dirty="0">
                <a:solidFill>
                  <a:srgbClr val="263445"/>
                </a:solidFill>
                <a:latin typeface="思源黑体 CN Regular"/>
              </a:rPr>
              <a:t>工具手册 </a:t>
            </a:r>
            <a:r>
              <a:rPr lang="en-US" altLang="zh-CN" sz="1400" b="1" dirty="0">
                <a:solidFill>
                  <a:srgbClr val="263445"/>
                </a:solidFill>
                <a:latin typeface="思源黑体 CN Regular"/>
              </a:rPr>
              <a:t>+ </a:t>
            </a:r>
            <a:r>
              <a:rPr lang="zh-CN" altLang="en-US" sz="1400" b="1" dirty="0">
                <a:solidFill>
                  <a:srgbClr val="263445"/>
                </a:solidFill>
                <a:latin typeface="思源黑体 CN Regular"/>
              </a:rPr>
              <a:t>工具的命令说明</a:t>
            </a:r>
            <a:endParaRPr lang="zh-CN" altLang="en-US" sz="1400" b="1" dirty="0">
              <a:solidFill>
                <a:srgbClr val="263445"/>
              </a:solidFill>
              <a:latin typeface="思源黑体 CN Regular"/>
            </a:endParaRPr>
          </a:p>
        </p:txBody>
      </p:sp>
      <p:sp>
        <p:nvSpPr>
          <p:cNvPr id="8" name="Rectangle 7"/>
          <p:cNvSpPr/>
          <p:nvPr/>
        </p:nvSpPr>
        <p:spPr>
          <a:xfrm>
            <a:off x="566928" y="2761488"/>
            <a:ext cx="1417320" cy="1463040"/>
          </a:xfrm>
          <a:prstGeom prst="rect">
            <a:avLst/>
          </a:prstGeom>
          <a:solidFill>
            <a:srgbClr val="558ED5"/>
          </a:solidFill>
          <a:ln w="10160">
            <a:solidFill>
              <a:srgbClr val="558ED5"/>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500" b="1">
                <a:solidFill>
                  <a:srgbClr val="FFFFFF"/>
                </a:solidFill>
                <a:latin typeface="思源黑体 CN Regular"/>
              </a:rPr>
              <a:t>2</a:t>
            </a:r>
            <a:br>
              <a:rPr sz="1500" b="1">
                <a:solidFill>
                  <a:srgbClr val="FFFFFF"/>
                </a:solidFill>
                <a:latin typeface="思源黑体 CN Regular"/>
              </a:rPr>
            </a:br>
            <a:r>
              <a:rPr sz="1500" b="1">
                <a:solidFill>
                  <a:srgbClr val="FFFFFF"/>
                </a:solidFill>
                <a:latin typeface="思源黑体 CN Regular"/>
              </a:rPr>
              <a:t>DFT / Scan</a:t>
            </a:r>
            <a:br>
              <a:rPr sz="1500" b="1">
                <a:solidFill>
                  <a:srgbClr val="FFFFFF"/>
                </a:solidFill>
                <a:latin typeface="思源黑体 CN Regular"/>
              </a:rPr>
            </a:br>
            <a:r>
              <a:rPr sz="1500" b="1">
                <a:solidFill>
                  <a:srgbClr val="FFFFFF"/>
                </a:solidFill>
                <a:latin typeface="思源黑体 CN Regular"/>
              </a:rPr>
              <a:t>基础</a:t>
            </a:r>
            <a:endParaRPr sz="1500" b="1">
              <a:solidFill>
                <a:srgbClr val="FFFFFF"/>
              </a:solidFill>
              <a:latin typeface="思源黑体 CN Regular"/>
            </a:endParaRPr>
          </a:p>
        </p:txBody>
      </p:sp>
      <p:sp>
        <p:nvSpPr>
          <p:cNvPr id="9" name="Rectangle 8"/>
          <p:cNvSpPr/>
          <p:nvPr/>
        </p:nvSpPr>
        <p:spPr>
          <a:xfrm>
            <a:off x="1984248" y="2761488"/>
            <a:ext cx="4736592" cy="1463040"/>
          </a:xfrm>
          <a:prstGeom prst="rect">
            <a:avLst/>
          </a:prstGeom>
          <a:solidFill>
            <a:srgbClr val="F5F8FC"/>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200" b="1">
                <a:solidFill>
                  <a:srgbClr val="263445"/>
                </a:solidFill>
                <a:latin typeface="思源黑体 CN Regular"/>
              </a:rPr>
              <a:t>VLSI Test Principles and Architectures</a:t>
            </a:r>
            <a:br>
              <a:rPr sz="1200" b="1">
                <a:solidFill>
                  <a:srgbClr val="263445"/>
                </a:solidFill>
                <a:latin typeface="思源黑体 CN Regular"/>
              </a:rPr>
            </a:br>
            <a:r>
              <a:rPr sz="1200" b="1">
                <a:solidFill>
                  <a:srgbClr val="263445"/>
                </a:solidFill>
                <a:latin typeface="思源黑体 CN Regular"/>
              </a:rPr>
              <a:t>Wang · Wu · Wen</a:t>
            </a:r>
            <a:br>
              <a:rPr sz="1200" b="1">
                <a:solidFill>
                  <a:srgbClr val="263445"/>
                </a:solidFill>
                <a:latin typeface="思源黑体 CN Regular"/>
              </a:rPr>
            </a:br>
            <a:r>
              <a:rPr sz="1200" b="1">
                <a:solidFill>
                  <a:srgbClr val="263445"/>
                </a:solidFill>
                <a:latin typeface="思源黑体 CN Regular"/>
              </a:rPr>
              <a:t>建议：Chapter 2 DFT；Chapter 10 Boundary Scan / Core-Based Testing</a:t>
            </a:r>
            <a:endParaRPr sz="1200" b="1">
              <a:solidFill>
                <a:srgbClr val="263445"/>
              </a:solidFill>
              <a:latin typeface="思源黑体 CN Regular"/>
            </a:endParaRPr>
          </a:p>
        </p:txBody>
      </p:sp>
      <p:sp>
        <p:nvSpPr>
          <p:cNvPr id="10" name="TextBox 9"/>
          <p:cNvSpPr txBox="1"/>
          <p:nvPr/>
        </p:nvSpPr>
        <p:spPr>
          <a:xfrm>
            <a:off x="2103120" y="3931920"/>
            <a:ext cx="4389120" cy="219456"/>
          </a:xfrm>
          <a:prstGeom prst="rect">
            <a:avLst/>
          </a:prstGeom>
          <a:noFill/>
        </p:spPr>
        <p:txBody>
          <a:bodyPr wrap="square" lIns="54864" tIns="54864" rIns="54864" bIns="54864" anchor="ctr">
            <a:spAutoFit/>
          </a:bodyPr>
          <a:lstStyle/>
          <a:p>
            <a:pPr algn="l">
              <a:spcAft>
                <a:spcPts val="0"/>
              </a:spcAft>
            </a:pPr>
            <a:r>
              <a:rPr sz="1000" b="0" u="sng">
                <a:solidFill>
                  <a:srgbClr val="3366CC"/>
                </a:solidFill>
                <a:latin typeface="思源黑体 CN Regular"/>
                <a:hlinkClick r:id="rId1"/>
              </a:rPr>
              <a:t>Elsevier 官方页面</a:t>
            </a:r>
            <a:endParaRPr sz="1000" b="0" u="sng">
              <a:solidFill>
                <a:srgbClr val="3366CC"/>
              </a:solidFill>
              <a:latin typeface="思源黑体 CN Regular"/>
              <a:hlinkClick r:id="rId1"/>
            </a:endParaRPr>
          </a:p>
        </p:txBody>
      </p:sp>
      <p:sp>
        <p:nvSpPr>
          <p:cNvPr id="11" name="Rectangle 10"/>
          <p:cNvSpPr/>
          <p:nvPr/>
        </p:nvSpPr>
        <p:spPr>
          <a:xfrm>
            <a:off x="6803136" y="2761488"/>
            <a:ext cx="4736592" cy="1463040"/>
          </a:xfrm>
          <a:prstGeom prst="rect">
            <a:avLst/>
          </a:prstGeom>
          <a:solidFill>
            <a:srgbClr val="FFFFFF"/>
          </a:solidFill>
          <a:ln w="1270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Aft>
                <a:spcPts val="0"/>
              </a:spcAft>
            </a:pPr>
            <a:r>
              <a:rPr sz="1200" b="1">
                <a:solidFill>
                  <a:srgbClr val="263445"/>
                </a:solidFill>
                <a:latin typeface="思源黑体 CN Regular"/>
              </a:rPr>
              <a:t>Essentials of Electronic Testing</a:t>
            </a:r>
            <a:br>
              <a:rPr sz="1200" b="1">
                <a:solidFill>
                  <a:srgbClr val="263445"/>
                </a:solidFill>
                <a:latin typeface="思源黑体 CN Regular"/>
              </a:rPr>
            </a:br>
            <a:r>
              <a:rPr sz="1200" b="1">
                <a:solidFill>
                  <a:srgbClr val="263445"/>
                </a:solidFill>
                <a:latin typeface="思源黑体 CN Regular"/>
              </a:rPr>
              <a:t>Bushnell · Agrawal</a:t>
            </a:r>
            <a:br>
              <a:rPr sz="1200" b="1">
                <a:solidFill>
                  <a:srgbClr val="263445"/>
                </a:solidFill>
                <a:latin typeface="思源黑体 CN Regular"/>
              </a:rPr>
            </a:br>
            <a:r>
              <a:rPr sz="1200" b="1">
                <a:solidFill>
                  <a:srgbClr val="263445"/>
                </a:solidFill>
                <a:latin typeface="思源黑体 CN Regular"/>
              </a:rPr>
              <a:t>建议：Digital DFT and Scan Design；Boundary Scan</a:t>
            </a:r>
            <a:endParaRPr sz="1200" b="1">
              <a:solidFill>
                <a:srgbClr val="263445"/>
              </a:solidFill>
              <a:latin typeface="思源黑体 CN Regular"/>
            </a:endParaRPr>
          </a:p>
        </p:txBody>
      </p:sp>
      <p:sp>
        <p:nvSpPr>
          <p:cNvPr id="12" name="TextBox 11"/>
          <p:cNvSpPr txBox="1"/>
          <p:nvPr/>
        </p:nvSpPr>
        <p:spPr>
          <a:xfrm>
            <a:off x="6922008" y="3931920"/>
            <a:ext cx="4389120" cy="219456"/>
          </a:xfrm>
          <a:prstGeom prst="rect">
            <a:avLst/>
          </a:prstGeom>
          <a:noFill/>
        </p:spPr>
        <p:txBody>
          <a:bodyPr wrap="square" lIns="54864" tIns="54864" rIns="54864" bIns="54864" anchor="ctr">
            <a:spAutoFit/>
          </a:bodyPr>
          <a:lstStyle/>
          <a:p>
            <a:pPr algn="l">
              <a:spcAft>
                <a:spcPts val="0"/>
              </a:spcAft>
            </a:pPr>
            <a:r>
              <a:rPr sz="1000" b="0" u="sng">
                <a:solidFill>
                  <a:srgbClr val="3366CC"/>
                </a:solidFill>
                <a:latin typeface="思源黑体 CN Regular"/>
                <a:hlinkClick r:id="rId2"/>
              </a:rPr>
              <a:t>Springer 官方页面</a:t>
            </a:r>
            <a:endParaRPr sz="1000" b="0" u="sng">
              <a:solidFill>
                <a:srgbClr val="3366CC"/>
              </a:solidFill>
              <a:latin typeface="思源黑体 CN Regular"/>
              <a:hlinkClick r:id="rId2"/>
            </a:endParaRPr>
          </a:p>
        </p:txBody>
      </p:sp>
      <p:sp>
        <p:nvSpPr>
          <p:cNvPr id="13" name="Rectangle 12"/>
          <p:cNvSpPr/>
          <p:nvPr/>
        </p:nvSpPr>
        <p:spPr>
          <a:xfrm>
            <a:off x="566928" y="4425696"/>
            <a:ext cx="1417320" cy="1097280"/>
          </a:xfrm>
          <a:prstGeom prst="rect">
            <a:avLst/>
          </a:prstGeom>
          <a:solidFill>
            <a:srgbClr val="3366CC"/>
          </a:solidFill>
          <a:ln w="10160">
            <a:solidFill>
              <a:srgbClr val="3366CC"/>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500" b="1" dirty="0">
                <a:solidFill>
                  <a:srgbClr val="FFFFFF"/>
                </a:solidFill>
                <a:latin typeface="思源黑体 CN Regular"/>
              </a:rPr>
              <a:t>3</a:t>
            </a:r>
            <a:br>
              <a:rPr dirty="0"/>
            </a:br>
            <a:r>
              <a:rPr sz="1500" b="1" dirty="0">
                <a:solidFill>
                  <a:srgbClr val="FFFFFF"/>
                </a:solidFill>
                <a:latin typeface="思源黑体 CN Regular"/>
              </a:rPr>
              <a:t>Agent 与</a:t>
            </a:r>
            <a:r>
              <a:rPr lang="en-US" sz="1500" b="1" dirty="0">
                <a:solidFill>
                  <a:srgbClr val="FFFFFF"/>
                </a:solidFill>
                <a:latin typeface="思源黑体 CN Regular"/>
              </a:rPr>
              <a:t> LEC</a:t>
            </a:r>
            <a:endParaRPr sz="1500" b="1" dirty="0">
              <a:solidFill>
                <a:srgbClr val="FFFFFF"/>
              </a:solidFill>
              <a:latin typeface="思源黑体 CN Regular"/>
            </a:endParaRPr>
          </a:p>
        </p:txBody>
      </p:sp>
      <p:sp>
        <p:nvSpPr>
          <p:cNvPr id="14" name="Rectangle 13"/>
          <p:cNvSpPr/>
          <p:nvPr/>
        </p:nvSpPr>
        <p:spPr>
          <a:xfrm>
            <a:off x="1984248" y="4425696"/>
            <a:ext cx="2926080" cy="1097280"/>
          </a:xfrm>
          <a:prstGeom prst="rect">
            <a:avLst/>
          </a:prstGeom>
          <a:solidFill>
            <a:srgbClr val="F5F8FC"/>
          </a:solidFill>
          <a:ln w="1143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200" b="1">
                <a:solidFill>
                  <a:srgbClr val="263445"/>
                </a:solidFill>
                <a:latin typeface="思源黑体 CN Regular"/>
              </a:rPr>
              <a:t>ChatEDA</a:t>
            </a:r>
            <a:br>
              <a:rPr sz="1200" b="1">
                <a:solidFill>
                  <a:srgbClr val="263445"/>
                </a:solidFill>
                <a:latin typeface="思源黑体 CN Regular"/>
              </a:rPr>
            </a:br>
            <a:r>
              <a:rPr sz="1200" b="1">
                <a:solidFill>
                  <a:srgbClr val="263445"/>
                </a:solidFill>
                <a:latin typeface="思源黑体 CN Regular"/>
              </a:rPr>
              <a:t>LLM + EDA 工具执行器</a:t>
            </a:r>
            <a:endParaRPr sz="1200" b="1">
              <a:solidFill>
                <a:srgbClr val="263445"/>
              </a:solidFill>
              <a:latin typeface="思源黑体 CN Regular"/>
            </a:endParaRPr>
          </a:p>
        </p:txBody>
      </p:sp>
      <p:sp>
        <p:nvSpPr>
          <p:cNvPr id="15" name="TextBox 14"/>
          <p:cNvSpPr txBox="1"/>
          <p:nvPr/>
        </p:nvSpPr>
        <p:spPr>
          <a:xfrm>
            <a:off x="2212848" y="5230368"/>
            <a:ext cx="2468880" cy="201168"/>
          </a:xfrm>
          <a:prstGeom prst="rect">
            <a:avLst/>
          </a:prstGeom>
          <a:noFill/>
        </p:spPr>
        <p:txBody>
          <a:bodyPr wrap="square" lIns="54864" tIns="54864" rIns="54864" bIns="54864" anchor="ctr">
            <a:spAutoFit/>
          </a:bodyPr>
          <a:lstStyle/>
          <a:p>
            <a:pPr algn="l">
              <a:spcAft>
                <a:spcPts val="0"/>
              </a:spcAft>
            </a:pPr>
            <a:r>
              <a:rPr sz="900" b="0" u="sng">
                <a:solidFill>
                  <a:srgbClr val="3366CC"/>
                </a:solidFill>
                <a:latin typeface="思源黑体 CN Regular"/>
                <a:hlinkClick r:id="rId3"/>
              </a:rPr>
              <a:t>arXiv: 2308.10204</a:t>
            </a:r>
            <a:endParaRPr sz="900" b="0" u="sng">
              <a:solidFill>
                <a:srgbClr val="3366CC"/>
              </a:solidFill>
              <a:latin typeface="思源黑体 CN Regular"/>
              <a:hlinkClick r:id="rId3"/>
            </a:endParaRPr>
          </a:p>
        </p:txBody>
      </p:sp>
      <p:sp>
        <p:nvSpPr>
          <p:cNvPr id="16" name="Rectangle 15"/>
          <p:cNvSpPr/>
          <p:nvPr/>
        </p:nvSpPr>
        <p:spPr>
          <a:xfrm>
            <a:off x="5056632" y="4425696"/>
            <a:ext cx="2926080" cy="1097280"/>
          </a:xfrm>
          <a:prstGeom prst="rect">
            <a:avLst/>
          </a:prstGeom>
          <a:solidFill>
            <a:srgbClr val="FFFFFF"/>
          </a:solidFill>
          <a:ln w="1143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200" b="1">
                <a:solidFill>
                  <a:srgbClr val="263445"/>
                </a:solidFill>
                <a:latin typeface="思源黑体 CN Regular"/>
              </a:rPr>
              <a:t>LLM4EDA</a:t>
            </a:r>
            <a:br>
              <a:rPr sz="1200" b="1">
                <a:solidFill>
                  <a:srgbClr val="263445"/>
                </a:solidFill>
                <a:latin typeface="思源黑体 CN Regular"/>
              </a:rPr>
            </a:br>
            <a:r>
              <a:rPr sz="1200" b="1">
                <a:solidFill>
                  <a:srgbClr val="263445"/>
                </a:solidFill>
                <a:latin typeface="思源黑体 CN Regular"/>
              </a:rPr>
              <a:t>LLM 在 EDA 中的应用综述</a:t>
            </a:r>
            <a:endParaRPr sz="1200" b="1">
              <a:solidFill>
                <a:srgbClr val="263445"/>
              </a:solidFill>
              <a:latin typeface="思源黑体 CN Regular"/>
            </a:endParaRPr>
          </a:p>
        </p:txBody>
      </p:sp>
      <p:sp>
        <p:nvSpPr>
          <p:cNvPr id="17" name="TextBox 16"/>
          <p:cNvSpPr txBox="1"/>
          <p:nvPr/>
        </p:nvSpPr>
        <p:spPr>
          <a:xfrm>
            <a:off x="5285232" y="5230368"/>
            <a:ext cx="2468880" cy="201168"/>
          </a:xfrm>
          <a:prstGeom prst="rect">
            <a:avLst/>
          </a:prstGeom>
          <a:noFill/>
        </p:spPr>
        <p:txBody>
          <a:bodyPr wrap="square" lIns="54864" tIns="54864" rIns="54864" bIns="54864" anchor="ctr">
            <a:spAutoFit/>
          </a:bodyPr>
          <a:lstStyle/>
          <a:p>
            <a:pPr algn="l">
              <a:spcAft>
                <a:spcPts val="0"/>
              </a:spcAft>
            </a:pPr>
            <a:r>
              <a:rPr sz="900" b="0" u="sng">
                <a:solidFill>
                  <a:srgbClr val="3366CC"/>
                </a:solidFill>
                <a:latin typeface="思源黑体 CN Regular"/>
                <a:hlinkClick r:id="rId4"/>
              </a:rPr>
              <a:t>arXiv: 2401.12224</a:t>
            </a:r>
            <a:endParaRPr sz="900" b="0" u="sng">
              <a:solidFill>
                <a:srgbClr val="3366CC"/>
              </a:solidFill>
              <a:latin typeface="思源黑体 CN Regular"/>
              <a:hlinkClick r:id="rId4"/>
            </a:endParaRPr>
          </a:p>
        </p:txBody>
      </p:sp>
      <p:sp>
        <p:nvSpPr>
          <p:cNvPr id="18" name="Rectangle 17"/>
          <p:cNvSpPr/>
          <p:nvPr/>
        </p:nvSpPr>
        <p:spPr>
          <a:xfrm>
            <a:off x="8129016" y="4425696"/>
            <a:ext cx="3410712" cy="1097280"/>
          </a:xfrm>
          <a:prstGeom prst="rect">
            <a:avLst/>
          </a:prstGeom>
          <a:solidFill>
            <a:srgbClr val="F5F8FC"/>
          </a:solidFill>
          <a:ln w="11430">
            <a:solidFill>
              <a:srgbClr val="B7C9DE"/>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200" b="1">
                <a:solidFill>
                  <a:srgbClr val="263445"/>
                </a:solidFill>
                <a:latin typeface="思源黑体 CN Regular"/>
              </a:rPr>
              <a:t>Yosys EQY</a:t>
            </a:r>
            <a:br>
              <a:rPr sz="1200" b="1">
                <a:solidFill>
                  <a:srgbClr val="263445"/>
                </a:solidFill>
                <a:latin typeface="思源黑体 CN Regular"/>
              </a:rPr>
            </a:br>
            <a:r>
              <a:rPr sz="1200" b="1">
                <a:solidFill>
                  <a:srgbClr val="263445"/>
                </a:solidFill>
                <a:latin typeface="思源黑体 CN Regular"/>
              </a:rPr>
              <a:t>网表修改后的功能等价检查</a:t>
            </a:r>
            <a:endParaRPr sz="1200" b="1">
              <a:solidFill>
                <a:srgbClr val="263445"/>
              </a:solidFill>
              <a:latin typeface="思源黑体 CN Regular"/>
            </a:endParaRPr>
          </a:p>
        </p:txBody>
      </p:sp>
      <p:sp>
        <p:nvSpPr>
          <p:cNvPr id="19" name="TextBox 18"/>
          <p:cNvSpPr txBox="1"/>
          <p:nvPr/>
        </p:nvSpPr>
        <p:spPr>
          <a:xfrm>
            <a:off x="8357616" y="5230368"/>
            <a:ext cx="2926080" cy="201168"/>
          </a:xfrm>
          <a:prstGeom prst="rect">
            <a:avLst/>
          </a:prstGeom>
          <a:noFill/>
        </p:spPr>
        <p:txBody>
          <a:bodyPr wrap="square" lIns="54864" tIns="54864" rIns="54864" bIns="54864" anchor="ctr">
            <a:spAutoFit/>
          </a:bodyPr>
          <a:lstStyle/>
          <a:p>
            <a:pPr algn="l">
              <a:spcAft>
                <a:spcPts val="0"/>
              </a:spcAft>
            </a:pPr>
            <a:r>
              <a:rPr sz="900" b="0" u="sng">
                <a:solidFill>
                  <a:srgbClr val="3366CC"/>
                </a:solidFill>
                <a:latin typeface="思源黑体 CN Regular"/>
                <a:hlinkClick r:id="rId5"/>
              </a:rPr>
              <a:t>YosysHQ EQY 官方文档</a:t>
            </a:r>
            <a:endParaRPr sz="900" b="0" u="sng">
              <a:solidFill>
                <a:srgbClr val="3366CC"/>
              </a:solidFill>
              <a:latin typeface="思源黑体 CN Regular"/>
              <a:hlinkClick r:id="rId5"/>
            </a:endParaRPr>
          </a:p>
        </p:txBody>
      </p:sp>
      <p:sp>
        <p:nvSpPr>
          <p:cNvPr id="20" name="Rectangle 19"/>
          <p:cNvSpPr/>
          <p:nvPr/>
        </p:nvSpPr>
        <p:spPr>
          <a:xfrm>
            <a:off x="566928" y="5715000"/>
            <a:ext cx="10972800" cy="384048"/>
          </a:xfrm>
          <a:prstGeom prst="rect">
            <a:avLst/>
          </a:prstGeom>
          <a:solidFill>
            <a:srgbClr val="FFFFFF"/>
          </a:solidFill>
          <a:ln w="12700">
            <a:solidFill>
              <a:srgbClr val="1F497D"/>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300" b="1" dirty="0" err="1">
                <a:solidFill>
                  <a:srgbClr val="1F497D"/>
                </a:solidFill>
                <a:latin typeface="思源黑体 CN Regular"/>
              </a:rPr>
              <a:t>建议路径：</a:t>
            </a:r>
            <a:r>
              <a:rPr lang="en-US" altLang="zh-CN" sz="1300" b="1" dirty="0" err="1">
                <a:solidFill>
                  <a:srgbClr val="1F497D"/>
                </a:solidFill>
                <a:latin typeface="思源黑体 CN Regular"/>
              </a:rPr>
              <a:t>scan</a:t>
            </a:r>
            <a:r>
              <a:rPr lang="en-US" altLang="zh-CN" sz="1300" b="1" dirty="0">
                <a:solidFill>
                  <a:srgbClr val="1F497D"/>
                </a:solidFill>
                <a:latin typeface="思源黑体 CN Regular"/>
              </a:rPr>
              <a:t> insertion </a:t>
            </a:r>
            <a:r>
              <a:rPr sz="1300" b="1" dirty="0" err="1">
                <a:solidFill>
                  <a:srgbClr val="1F497D"/>
                </a:solidFill>
                <a:latin typeface="思源黑体 CN Regular"/>
              </a:rPr>
              <a:t>工具手册</a:t>
            </a:r>
            <a:r>
              <a:rPr sz="1300" b="1" dirty="0">
                <a:solidFill>
                  <a:srgbClr val="1F497D"/>
                </a:solidFill>
                <a:latin typeface="思源黑体 CN Regular"/>
              </a:rPr>
              <a:t> → Scan </a:t>
            </a:r>
            <a:r>
              <a:rPr sz="1300" b="1" dirty="0" err="1">
                <a:solidFill>
                  <a:srgbClr val="1F497D"/>
                </a:solidFill>
                <a:latin typeface="思源黑体 CN Regular"/>
              </a:rPr>
              <a:t>基础</a:t>
            </a:r>
            <a:r>
              <a:rPr sz="1300" b="1" dirty="0">
                <a:solidFill>
                  <a:srgbClr val="1F497D"/>
                </a:solidFill>
                <a:latin typeface="思源黑体 CN Regular"/>
              </a:rPr>
              <a:t> → Agent </a:t>
            </a:r>
            <a:r>
              <a:rPr sz="1300" b="1" dirty="0" err="1">
                <a:solidFill>
                  <a:srgbClr val="1F497D"/>
                </a:solidFill>
                <a:latin typeface="思源黑体 CN Regular"/>
              </a:rPr>
              <a:t>闭环</a:t>
            </a:r>
            <a:endParaRPr sz="1300" b="1" dirty="0">
              <a:solidFill>
                <a:srgbClr val="1F497D"/>
              </a:solidFill>
              <a:latin typeface="思源黑体 CN Regular"/>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6915_4*i*1"/>
  <p:tag name="KSO_WM_TEMPLATE_CATEGORY" val="custom"/>
  <p:tag name="KSO_WM_TEMPLATE_INDEX" val="20206915"/>
  <p:tag name="KSO_WM_UNIT_LAYERLEVEL" val="1"/>
  <p:tag name="KSO_WM_TAG_VERSION" val="1.0"/>
  <p:tag name="KSO_WM_BEAUTIFY_FLAG" val="#wm#"/>
  <p:tag name="KSO_WM_UNIT_FILL_FORE_SCHEMECOLOR_INDEX" val="15"/>
  <p:tag name="KSO_WM_UNIT_FILL_TYPE" val="1"/>
  <p:tag name="KSO_WM_UNIT_TEXT_FILL_FORE_SCHEMECOLOR_INDEX" val="2"/>
  <p:tag name="KSO_WM_UNIT_TEXT_FILL_TYPE" val="1"/>
  <p:tag name="KSO_WM_UNIT_USESOURCEFORMAT_APPLY" val="1"/>
</p:tagLst>
</file>

<file path=ppt/tags/tag2.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4"/>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6915_4*a*1"/>
  <p:tag name="KSO_WM_TEMPLATE_CATEGORY" val="custom"/>
  <p:tag name="KSO_WM_TEMPLATE_INDEX" val="20206915"/>
  <p:tag name="KSO_WM_UNIT_LAYERLEVEL" val="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heme/theme1.xml><?xml version="1.0" encoding="utf-8"?>
<a:theme xmlns:a="http://schemas.openxmlformats.org/drawingml/2006/main" name="Semitronix 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思源黑体 CN Regular"/>
        <a:ea typeface="思源黑体 CN Regular"/>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rgbClr val="FF0000"/>
          </a:solidFill>
        </a:ln>
      </a:spPr>
      <a:bodyPr lIns="45720" tIns="0" rIns="18288" bIns="0" rtlCol="0" anchor="ctr"/>
      <a:lstStyle>
        <a:defPPr algn="ctr">
          <a:defRPr sz="1600" b="1" dirty="0" err="1">
            <a:solidFill>
              <a:schemeClr val="tx1"/>
            </a:solidFill>
            <a:latin typeface="Calibri" panose="020F0502020204030204" pitchFamily="34" charset="0"/>
            <a:cs typeface="Calibri" panose="020F050202020403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Semitronix Template</Template>
  <TotalTime>0</TotalTime>
  <Words>3112</Words>
  <Application>WPS 演示</Application>
  <PresentationFormat>宽屏</PresentationFormat>
  <Paragraphs>357</Paragraphs>
  <Slides>11</Slides>
  <Notes>17</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11</vt:i4>
      </vt:variant>
    </vt:vector>
  </HeadingPairs>
  <TitlesOfParts>
    <vt:vector size="32" baseType="lpstr">
      <vt:lpstr>Arial</vt:lpstr>
      <vt:lpstr>宋体</vt:lpstr>
      <vt:lpstr>Wingdings</vt:lpstr>
      <vt:lpstr>Calibri</vt:lpstr>
      <vt:lpstr>华文楷体</vt:lpstr>
      <vt:lpstr>思源黑体 CN Regular</vt:lpstr>
      <vt:lpstr>思源黑体 CN Normal</vt:lpstr>
      <vt:lpstr>黑体</vt:lpstr>
      <vt:lpstr>微软雅黑</vt:lpstr>
      <vt:lpstr>Times New Roman</vt:lpstr>
      <vt:lpstr>Impact</vt:lpstr>
      <vt:lpstr>思源黑体 CN Light</vt:lpstr>
      <vt:lpstr>思源黑体 CN Bold</vt:lpstr>
      <vt:lpstr>Franklin Gothic Book</vt:lpstr>
      <vt:lpstr>HelveticaNeueLT Pro 67 MdCn</vt:lpstr>
      <vt:lpstr>Segoe Print</vt:lpstr>
      <vt:lpstr>Hiragino Sans GB W3</vt:lpstr>
      <vt:lpstr>Franklin Gothic Book</vt:lpstr>
      <vt:lpstr>思源黑体 CN Regular</vt:lpstr>
      <vt:lpstr>Arial Unicode MS</vt:lpstr>
      <vt:lpstr>Semitronix PPT Template</vt:lpstr>
      <vt:lpstr>任务一：自然语言驱动的Scan Insertion Dofile编写与执行</vt:lpstr>
      <vt:lpstr>任务一：自然语言驱动的Scan Insertion Dofile编写与执行</vt:lpstr>
      <vt:lpstr>任务二：Scan Insertion执行过程中问题的定位与修复</vt:lpstr>
      <vt:lpstr>任务二：Scan Insertion执行过程中问题的定位与修复</vt:lpstr>
      <vt:lpstr>任务一与任务二：起点不同，底座相同</vt:lpstr>
      <vt:lpstr>有效性与合规检查：任一失败，本 case 记 0 分</vt:lpstr>
      <vt:lpstr>任务一评分结构</vt:lpstr>
      <vt:lpstr>任务二评分结构</vt:lpstr>
      <vt:lpstr>总成绩计算与同分判定</vt:lpstr>
      <vt:lpstr>参赛作品提交要求</vt:lpstr>
      <vt:lpstr>参考学习资料</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SD10.share</dc:creator>
  <cp:lastModifiedBy>实在不知道取什么</cp:lastModifiedBy>
  <cp:revision>156</cp:revision>
  <dcterms:created xsi:type="dcterms:W3CDTF">2025-10-15T02:25:00Z</dcterms:created>
  <dcterms:modified xsi:type="dcterms:W3CDTF">2026-10-04T10:48:33Z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326A813376AF44A3A73CC9DB80B7893F</vt:lpwstr>
  </property>
  <property fmtid="{D5CDD505-2E9C-101B-9397-08002B2CF9AE}" pid="3" name="KSOProductBuildVer">
    <vt:lpwstr>2052-12.1.0.28043</vt:lpwstr>
  </property>
</Properties>
</file>